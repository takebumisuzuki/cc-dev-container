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3" r:id="rId4"/>
  </p:sldMasterIdLst>
  <p:notesMasterIdLst>
    <p:notesMasterId r:id="rId5"/>
  </p:notesMasterIdLst>
  <p:sldIdLst>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Lst>
  <p:sldSz cy="10287000" cx="18288000"/>
  <p:notesSz cx="6858000" cy="9144000"/>
  <p:embeddedFontLst>
    <p:embeddedFont>
      <p:font typeface="Inter SemiBold"/>
      <p:regular r:id="rId27"/>
      <p:bold r:id="rId28"/>
    </p:embeddedFont>
    <p:embeddedFont>
      <p:font typeface="Inter"/>
      <p:regular r:id="rId29"/>
      <p:bold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font" Target="fonts/InterSemiBold-regular.fntdata"/><Relationship Id="rId28" Type="http://schemas.openxmlformats.org/officeDocument/2006/relationships/font" Target="fonts/InterSemiBold-bold.fntdata"/><Relationship Id="rId29" Type="http://schemas.openxmlformats.org/officeDocument/2006/relationships/font" Target="fonts/Inter-regular.fntdata"/><Relationship Id="rId30" Type="http://schemas.openxmlformats.org/officeDocument/2006/relationships/font" Target="fonts/Inter-bold.fntdata"/><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Sheet1!$A$2:$A$4</c:f>
              <c:strCache>
                <c:ptCount val="3"/>
                <c:pt idx="0">
                  <c:v>FY2023</c:v>
                </c:pt>
                <c:pt idx="1">
                  <c:v>FY2024</c:v>
                </c:pt>
                <c:pt idx="2">
                  <c:v>FY2025</c:v>
                </c:pt>
              </c:strCache>
            </c:strRef>
          </c:cat>
          <c:val>
            <c:numRef>
              <c:f>Sheet1!$B$2:$B$4</c:f>
              <c:numCache>
                <c:formatCode>General</c:formatCode>
                <c:ptCount val="3"/>
                <c:pt idx="0">
                  <c:v>33.4</c:v>
                </c:pt>
                <c:pt idx="1">
                  <c:v>38.7</c:v>
                </c:pt>
                <c:pt idx="2">
                  <c:v>43.7</c:v>
                </c:pt>
              </c:numCache>
            </c:numRef>
          </c:val>
        </c:ser>
        <c:ser>
          <c:idx val="1"/>
          <c:order val="1"/>
          <c:tx>
            <c:strRef>
              <c:f>Sheet1!$C$1</c:f>
              <c:strCache>
                <c:ptCount val="1"/>
                <c:pt idx="0">
                  <c:v>Operating Profit</c:v>
                </c:pt>
              </c:strCache>
            </c:strRef>
          </c:tx>
          <c:cat>
            <c:strRef>
              <c:f>Sheet1!$A$2:$A$4</c:f>
              <c:strCache>
                <c:ptCount val="3"/>
                <c:pt idx="0">
                  <c:v>FY2023</c:v>
                </c:pt>
                <c:pt idx="1">
                  <c:v>FY2024</c:v>
                </c:pt>
                <c:pt idx="2">
                  <c:v>FY2025</c:v>
                </c:pt>
              </c:strCache>
            </c:strRef>
          </c:cat>
          <c:val>
            <c:numRef>
              <c:f>Sheet1!$C$2:$C$4</c:f>
              <c:numCache>
                <c:formatCode>General</c:formatCode>
                <c:ptCount val="3"/>
                <c:pt idx="0">
                  <c:v>11.9</c:v>
                </c:pt>
                <c:pt idx="1">
                  <c:v>13.8</c:v>
                </c:pt>
                <c:pt idx="2">
                  <c:v>15.7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 2025</c:v>
                </c:pt>
                <c:pt idx="1">
                  <c:v>Q2 2025</c:v>
                </c:pt>
                <c:pt idx="2">
                  <c:v>Q3 2025</c:v>
                </c:pt>
                <c:pt idx="3">
                  <c:v>Q4 2025</c:v>
                </c:pt>
              </c:strCache>
            </c:strRef>
          </c:cat>
          <c:val>
            <c:numRef>
              <c:f>Sheet1!$B$2:$B$5</c:f>
              <c:numCache>
                <c:formatCode>General</c:formatCode>
                <c:ptCount val="4"/>
                <c:pt idx="0">
                  <c:v>9.8</c:v>
                </c:pt>
                <c:pt idx="1">
                  <c:v>11.5</c:v>
                </c:pt>
                <c:pt idx="2">
                  <c:v>10.7</c:v>
                </c:pt>
                <c:pt idx="3">
                  <c:v>11.7</c:v>
                </c:pt>
              </c:numCache>
            </c:numRef>
          </c:val>
        </c:ser>
        <c:ser>
          <c:idx val="1"/>
          <c:order val="1"/>
          <c:tx>
            <c:strRef>
              <c:f>Sheet1!$C$1</c:f>
              <c:strCache>
                <c:ptCount val="1"/>
                <c:pt idx="0">
                  <c:v>Operating Profit</c:v>
                </c:pt>
              </c:strCache>
            </c:strRef>
          </c:tx>
          <c:cat>
            <c:strRef>
              <c:f>Sheet1!$A$2:$A$5</c:f>
              <c:strCache>
                <c:ptCount val="4"/>
                <c:pt idx="0">
                  <c:v>Q1 2025</c:v>
                </c:pt>
                <c:pt idx="1">
                  <c:v>Q2 2025</c:v>
                </c:pt>
                <c:pt idx="2">
                  <c:v>Q3 2025</c:v>
                </c:pt>
                <c:pt idx="3">
                  <c:v>Q4 2025</c:v>
                </c:pt>
              </c:strCache>
            </c:strRef>
          </c:cat>
          <c:val>
            <c:numRef>
              <c:f>Sheet1!$C$2:$C$5</c:f>
              <c:numCache>
                <c:formatCode>General</c:formatCode>
                <c:ptCount val="4"/>
                <c:pt idx="0">
                  <c:v>3.6</c:v>
                </c:pt>
                <c:pt idx="1">
                  <c:v>4.1</c:v>
                </c:pt>
                <c:pt idx="2">
                  <c:v>3.8</c:v>
                </c:pt>
                <c:pt idx="3">
                  <c:v>4.1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FY2024</c:v>
                </c:pt>
              </c:strCache>
            </c:strRef>
          </c:tx>
          <c:cat>
            <c:strRef>
              <c:f>Sheet1!$A$2:$A$6</c:f>
              <c:strCache>
                <c:ptCount val="5"/>
                <c:pt idx="0">
                  <c:v>Technology &amp; Digital</c:v>
                </c:pt>
                <c:pt idx="1">
                  <c:v>Strategy &amp; Growth</c:v>
                </c:pt>
                <c:pt idx="2">
                  <c:v>Operations Excellence</c:v>
                </c:pt>
                <c:pt idx="3">
                  <c:v>Finance &amp; Risk</c:v>
                </c:pt>
                <c:pt idx="4">
                  <c:v>HR &amp; People</c:v>
                </c:pt>
              </c:strCache>
            </c:strRef>
          </c:cat>
          <c:val>
            <c:numRef>
              <c:f>Sheet1!$B$2:$B$6</c:f>
              <c:numCache>
                <c:formatCode>General</c:formatCode>
                <c:ptCount val="5"/>
                <c:pt idx="0">
                  <c:v>10.9</c:v>
                </c:pt>
                <c:pt idx="1">
                  <c:v>8.6</c:v>
                </c:pt>
                <c:pt idx="2">
                  <c:v>7.7</c:v>
                </c:pt>
                <c:pt idx="3">
                  <c:v>6.9</c:v>
                </c:pt>
                <c:pt idx="4">
                  <c:v>4.6</c:v>
                </c:pt>
              </c:numCache>
            </c:numRef>
          </c:val>
        </c:ser>
        <c:ser>
          <c:idx val="1"/>
          <c:order val="1"/>
          <c:tx>
            <c:strRef>
              <c:f>Sheet1!$C$1</c:f>
              <c:strCache>
                <c:ptCount val="1"/>
                <c:pt idx="0">
                  <c:v>FY2025</c:v>
                </c:pt>
              </c:strCache>
            </c:strRef>
          </c:tx>
          <c:cat>
            <c:strRef>
              <c:f>Sheet1!$A$2:$A$6</c:f>
              <c:strCache>
                <c:ptCount val="5"/>
                <c:pt idx="0">
                  <c:v>Technology &amp; Digital</c:v>
                </c:pt>
                <c:pt idx="1">
                  <c:v>Strategy &amp; Growth</c:v>
                </c:pt>
                <c:pt idx="2">
                  <c:v>Operations Excellence</c:v>
                </c:pt>
                <c:pt idx="3">
                  <c:v>Finance &amp; Risk</c:v>
                </c:pt>
                <c:pt idx="4">
                  <c:v>HR &amp; People</c:v>
                </c:pt>
              </c:strCache>
            </c:strRef>
          </c:cat>
          <c:val>
            <c:numRef>
              <c:f>Sheet1!$C$2:$C$6</c:f>
              <c:numCache>
                <c:formatCode>General</c:formatCode>
                <c:ptCount val="5"/>
                <c:pt idx="0">
                  <c:v>12.3</c:v>
                </c:pt>
                <c:pt idx="1">
                  <c:v>9.6</c:v>
                </c:pt>
                <c:pt idx="2">
                  <c:v>8.7</c:v>
                </c:pt>
                <c:pt idx="3">
                  <c:v>7.8</c:v>
                </c:pt>
                <c:pt idx="4">
                  <c:v>5.2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Retention Rate</c:v>
                </c:pt>
              </c:strCache>
            </c:strRef>
          </c:tx>
          <c:marker>
            <c:symbol val="none"/>
          </c:marker>
          <c:cat>
            <c:strRef>
              <c:f>Sheet1!$A$2:$A$4</c:f>
              <c:strCache>
                <c:ptCount val="3"/>
                <c:pt idx="0">
                  <c:v>FY2023</c:v>
                </c:pt>
                <c:pt idx="1">
                  <c:v>FY2024</c:v>
                </c:pt>
                <c:pt idx="2">
                  <c:v>FY2025</c:v>
                </c:pt>
              </c:strCache>
            </c:strRef>
          </c:cat>
          <c:val>
            <c:numRef>
              <c:f>Sheet1!$B$2:$B$4</c:f>
              <c:numCache>
                <c:formatCode>General</c:formatCode>
                <c:ptCount val="3"/>
                <c:pt idx="0">
                  <c:v>93.3</c:v>
                </c:pt>
                <c:pt idx="1">
                  <c:v>85.3</c:v>
                </c:pt>
                <c:pt idx="2">
                  <c:v>89.3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Anticipated Q&amp;A:</a:t>
            </a:r>
          </a:p>
          <a:p/>
          <a:p>
            <a:r>
              <a:t>Q: Revenue grew 13% but on-time delivery fell to 55% — are these connected?</a:t>
            </a:r>
          </a:p>
          <a:p>
            <a:r>
              <a:t>A: Partially. Rapid growth can stretch delivery teams, but the specific root causes identified — inadequate scope gates (Triumph Automotive) and volatile client-side sponsorship (Empire Retail) — are process failures rather than pure capacity failures. The fix is structural, not just hiring.</a:t>
            </a:r>
          </a:p>
          <a:p/>
          <a:p>
            <a:r>
              <a:t>Q: Why is NPS flat despite strong retention and revenue growth?</a:t>
            </a:r>
          </a:p>
          <a:p>
            <a:r>
              <a:t>A: Retention measures whether clients renew; NPS measures how they feel about the relationship. A client can renew out of switching costs or inertia without becoming a promoter. The divergence signals that revenue metrics are healthy but relationship depth is not deepening at the same rate.</a:t>
            </a:r>
          </a:p>
          <a:p/>
          <a:p>
            <a:r>
              <a:t>Q: What is the risk on the six at-risk active projects?</a:t>
            </a:r>
          </a:p>
          <a:p>
            <a:r>
              <a:t>A: The six at-risk projects represent approximately 10% of the active portfolio by count. Individual account reviews are recommended at the next QBR to assess remediation options before any move toward partial delivery or early termination.</a:t>
            </a:r>
          </a:p>
          <a:p/>
          <a:p>
            <a:r>
              <a:t>Q: Is the Technology &amp; Digital capacity constraint impacting FY2025 results, or is it purely a forward risk?</a:t>
            </a:r>
          </a:p>
          <a:p>
            <a:r>
              <a:t>A: The over-capacity situation was flagged as of April 2026 (Q1 2026 observation) and did not depress FY2025 results. It is a forward constraint: the $6.2M weighted sales pipeline cannot convert to revenue at full efficiency without additional headcount.</a:t>
            </a:r>
          </a:p>
          <a:p/>
          <a:p>
            <a:r>
              <a:t>Q: What was the total revenue impact of the Triumph Automotive and Empire Retail issues?</a:t>
            </a:r>
          </a:p>
          <a:p>
            <a:r>
              <a:t>A: Empire Retail invoiced $320K of a $500K contract — a $180K shortfall. Triumph Automotive's scope amendment was eventually processed, so the primary impact was a Q3 cash flow timing gap, not lost revenue. Combined leakage is estimated at ~$180K against $43.7M firm total — immaterial to the top line, but meaningful as a leading indicator of delivery risk.</a:t>
            </a:r>
          </a:p>
          <a:p/>
        </p:txBody>
      </p:sp>
      <p:sp>
        <p:nvSpPr>
          <p:cNvPr id="135" name="Google Shape;13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Six at-risk projects represent ~10% of the active portfolio by count — individual account reviews recommended at the next QBR. Technology &amp; Digital's capacity constraint is the most urgent forward risk: $6.2M in weighted pipeline cannot convert at full efficiency without additional headcount. Operations Excellence is actively prospecting in the energy sector following end-of-scope on several manufacturing relationships.</a:t>
            </a:r>
          </a:p>
          <a:p/>
        </p:txBody>
      </p:sp>
      <p:sp>
        <p:nvSpPr>
          <p:cNvPr id="151" name="Google Shape;151;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churn breakdown: 2 pricing losses, 2 competitive losses, 2 budget-driven, 1 relationship change, 1 natural scope completion. Full retention data: FY2023 75 clients / 70 renewed / 5 churned; FY2024 75 / 64 / 11; FY2025 75 / 67 / 8.</a:t>
            </a:r>
          </a:p>
          <a:p/>
        </p:txBody>
      </p:sp>
      <p:sp>
        <p:nvSpPr>
          <p:cNvPr id="284" name="Google Shape;284;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YoY growth rates: T&amp;D +13.1%, S&amp;G +12.0%, OpEx +13.5%, F&amp;R +13.3%, HR +13.0%. The tight band rules out practice-specific factors as the primary driver — this is a firm-wide story.</a:t>
            </a:r>
          </a:p>
          <a:p/>
        </p:txBody>
      </p:sp>
      <p:sp>
        <p:nvSpPr>
          <p:cNvPr id="300" name="Google Shape;300;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three priorities are sequenced intentionally: delivery consistency is the most urgent (internal process fix, no external dependency), detractor conversion is medium-term (requires account ownership and behavioral change), and T&amp;D capacity is a near-term hiring decision the Partners can take in this session.</a:t>
            </a:r>
          </a:p>
          <a:p/>
        </p:txBody>
      </p:sp>
      <p:sp>
        <p:nvSpPr>
          <p:cNvPr id="334" name="Google Shape;334;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type="title">
  <p:cSld name="TITLE">
    <p:spTree>
      <p:nvGrpSpPr>
        <p:cNvPr id="15" name="Shape 15"/>
        <p:cNvGrpSpPr/>
        <p:nvPr/>
      </p:nvGrpSpPr>
      <p:grpSpPr>
        <a:xfrm>
          <a:off x="0" y="0"/>
          <a:ext cx="0" cy="0"/>
          <a:chOff x="0" y="0"/>
          <a:chExt cx="0" cy="0"/>
        </a:xfrm>
      </p:grpSpPr>
      <p:grpSp>
        <p:nvGrpSpPr>
          <p:cNvPr id="16" name="Google Shape;16;p3"/>
          <p:cNvGrpSpPr/>
          <p:nvPr/>
        </p:nvGrpSpPr>
        <p:grpSpPr>
          <a:xfrm>
            <a:off x="9620229" y="507760"/>
            <a:ext cx="8155741" cy="9271540"/>
            <a:chOff x="0" y="0"/>
            <a:chExt cx="2148000" cy="2441871"/>
          </a:xfrm>
        </p:grpSpPr>
        <p:sp>
          <p:nvSpPr>
            <p:cNvPr id="17" name="Google Shape;17;p3"/>
            <p:cNvSpPr/>
            <p:nvPr/>
          </p:nvSpPr>
          <p:spPr>
            <a:xfrm>
              <a:off x="0" y="0"/>
              <a:ext cx="2147987" cy="2441871"/>
            </a:xfrm>
            <a:custGeom>
              <a:rect b="b" l="l" r="r" t="t"/>
              <a:pathLst>
                <a:path extrusionOk="0" h="2441871" w="2147987">
                  <a:moveTo>
                    <a:pt x="48413" y="0"/>
                  </a:moveTo>
                  <a:lnTo>
                    <a:pt x="2099574" y="0"/>
                  </a:lnTo>
                  <a:cubicBezTo>
                    <a:pt x="2112414" y="0"/>
                    <a:pt x="2124728" y="5101"/>
                    <a:pt x="2133807" y="14180"/>
                  </a:cubicBezTo>
                  <a:cubicBezTo>
                    <a:pt x="2142886" y="23259"/>
                    <a:pt x="2147987" y="35573"/>
                    <a:pt x="2147987" y="48413"/>
                  </a:cubicBezTo>
                  <a:lnTo>
                    <a:pt x="2147987" y="2393459"/>
                  </a:lnTo>
                  <a:cubicBezTo>
                    <a:pt x="2147987" y="2406298"/>
                    <a:pt x="2142886" y="2418612"/>
                    <a:pt x="2133807" y="2427692"/>
                  </a:cubicBezTo>
                  <a:cubicBezTo>
                    <a:pt x="2124728" y="2436771"/>
                    <a:pt x="2112414" y="2441871"/>
                    <a:pt x="2099574" y="2441871"/>
                  </a:cubicBezTo>
                  <a:lnTo>
                    <a:pt x="48413" y="2441871"/>
                  </a:lnTo>
                  <a:cubicBezTo>
                    <a:pt x="21675" y="2441871"/>
                    <a:pt x="0" y="2420196"/>
                    <a:pt x="0" y="2393459"/>
                  </a:cubicBezTo>
                  <a:lnTo>
                    <a:pt x="0" y="48413"/>
                  </a:lnTo>
                  <a:cubicBezTo>
                    <a:pt x="0" y="35573"/>
                    <a:pt x="5101" y="23259"/>
                    <a:pt x="14180" y="14180"/>
                  </a:cubicBezTo>
                  <a:cubicBezTo>
                    <a:pt x="23259" y="5101"/>
                    <a:pt x="35573" y="0"/>
                    <a:pt x="4841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txBox="1"/>
            <p:nvPr/>
          </p:nvSpPr>
          <p:spPr>
            <a:xfrm>
              <a:off x="0" y="28575"/>
              <a:ext cx="2148000" cy="24132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9" name="Google Shape;19;p3"/>
          <p:cNvSpPr txBox="1"/>
          <p:nvPr>
            <p:ph idx="1" type="body"/>
          </p:nvPr>
        </p:nvSpPr>
        <p:spPr>
          <a:xfrm>
            <a:off x="10278150" y="2525225"/>
            <a:ext cx="6890100" cy="420900"/>
          </a:xfrm>
          <a:prstGeom prst="rect">
            <a:avLst/>
          </a:prstGeom>
        </p:spPr>
        <p:txBody>
          <a:bodyPr anchorCtr="0" anchor="t" bIns="0" lIns="0" spcFirstLastPara="1" rIns="0" wrap="square" tIns="0">
            <a:noAutofit/>
          </a:bodyPr>
          <a:lstStyle>
            <a:lvl1pPr indent="-361950" lvl="0" marL="457200" algn="ctr">
              <a:lnSpc>
                <a:spcPct val="90000"/>
              </a:lnSpc>
              <a:spcBef>
                <a:spcPts val="640"/>
              </a:spcBef>
              <a:spcAft>
                <a:spcPts val="0"/>
              </a:spcAft>
              <a:buSzPts val="2100"/>
              <a:buChar char="•"/>
              <a:defRPr b="0" sz="2100"/>
            </a:lvl1pPr>
            <a:lvl2pPr indent="-361950" lvl="1" marL="914400" algn="ctr">
              <a:lnSpc>
                <a:spcPct val="90000"/>
              </a:lnSpc>
              <a:spcBef>
                <a:spcPts val="640"/>
              </a:spcBef>
              <a:spcAft>
                <a:spcPts val="0"/>
              </a:spcAft>
              <a:buSzPts val="2100"/>
              <a:buChar char="–"/>
              <a:defRPr b="0" sz="2100"/>
            </a:lvl2pPr>
            <a:lvl3pPr indent="-361950" lvl="2" marL="1371600" algn="ctr">
              <a:lnSpc>
                <a:spcPct val="90000"/>
              </a:lnSpc>
              <a:spcBef>
                <a:spcPts val="640"/>
              </a:spcBef>
              <a:spcAft>
                <a:spcPts val="0"/>
              </a:spcAft>
              <a:buSzPts val="2100"/>
              <a:buChar char="•"/>
              <a:defRPr/>
            </a:lvl3pPr>
            <a:lvl4pPr indent="-361950" lvl="3" marL="1828800" algn="ctr">
              <a:lnSpc>
                <a:spcPct val="90000"/>
              </a:lnSpc>
              <a:spcBef>
                <a:spcPts val="640"/>
              </a:spcBef>
              <a:spcAft>
                <a:spcPts val="0"/>
              </a:spcAft>
              <a:buSzPts val="2100"/>
              <a:buChar char="–"/>
              <a:defRPr sz="2100"/>
            </a:lvl4pPr>
            <a:lvl5pPr indent="-361950" lvl="4" marL="2286000" algn="ctr">
              <a:lnSpc>
                <a:spcPct val="90000"/>
              </a:lnSpc>
              <a:spcBef>
                <a:spcPts val="640"/>
              </a:spcBef>
              <a:spcAft>
                <a:spcPts val="0"/>
              </a:spcAft>
              <a:buSzPts val="2100"/>
              <a:buChar char="»"/>
              <a:defRPr sz="2100"/>
            </a:lvl5pPr>
            <a:lvl6pPr indent="-361950" lvl="5" marL="2743200" algn="ctr">
              <a:lnSpc>
                <a:spcPct val="90000"/>
              </a:lnSpc>
              <a:spcBef>
                <a:spcPts val="640"/>
              </a:spcBef>
              <a:spcAft>
                <a:spcPts val="0"/>
              </a:spcAft>
              <a:buSzPts val="2100"/>
              <a:buChar char="•"/>
              <a:defRPr sz="2100"/>
            </a:lvl6pPr>
            <a:lvl7pPr indent="-361950" lvl="6" marL="3200400" algn="ctr">
              <a:lnSpc>
                <a:spcPct val="90000"/>
              </a:lnSpc>
              <a:spcBef>
                <a:spcPts val="640"/>
              </a:spcBef>
              <a:spcAft>
                <a:spcPts val="0"/>
              </a:spcAft>
              <a:buSzPts val="2100"/>
              <a:buChar char="•"/>
              <a:defRPr sz="2100"/>
            </a:lvl7pPr>
            <a:lvl8pPr indent="-361950" lvl="7" marL="3657600" algn="ctr">
              <a:lnSpc>
                <a:spcPct val="90000"/>
              </a:lnSpc>
              <a:spcBef>
                <a:spcPts val="640"/>
              </a:spcBef>
              <a:spcAft>
                <a:spcPts val="0"/>
              </a:spcAft>
              <a:buSzPts val="2100"/>
              <a:buChar char="•"/>
              <a:defRPr sz="2100"/>
            </a:lvl8pPr>
            <a:lvl9pPr indent="-361950" lvl="8" marL="4114800" algn="ctr">
              <a:lnSpc>
                <a:spcPct val="90000"/>
              </a:lnSpc>
              <a:spcBef>
                <a:spcPts val="640"/>
              </a:spcBef>
              <a:spcAft>
                <a:spcPts val="0"/>
              </a:spcAft>
              <a:buSzPts val="2100"/>
              <a:buChar char="•"/>
              <a:defRPr sz="2100"/>
            </a:lvl9pPr>
          </a:lstStyle>
          <a:p/>
        </p:txBody>
      </p:sp>
      <p:sp>
        <p:nvSpPr>
          <p:cNvPr id="20" name="Google Shape;20;p3"/>
          <p:cNvSpPr txBox="1"/>
          <p:nvPr>
            <p:ph idx="2" type="body"/>
          </p:nvPr>
        </p:nvSpPr>
        <p:spPr>
          <a:xfrm>
            <a:off x="10300300" y="2015750"/>
            <a:ext cx="6890100" cy="521100"/>
          </a:xfrm>
          <a:prstGeom prst="rect">
            <a:avLst/>
          </a:prstGeom>
        </p:spPr>
        <p:txBody>
          <a:bodyPr anchorCtr="0" anchor="t" bIns="0" lIns="0" spcFirstLastPara="1" rIns="0" wrap="square" tIns="0">
            <a:noAutofit/>
          </a:bodyPr>
          <a:lstStyle>
            <a:lvl1pPr indent="-457200" lvl="0" marL="457200" algn="ctr">
              <a:lnSpc>
                <a:spcPct val="80000"/>
              </a:lnSpc>
              <a:spcBef>
                <a:spcPts val="640"/>
              </a:spcBef>
              <a:spcAft>
                <a:spcPts val="0"/>
              </a:spcAft>
              <a:buSzPts val="3600"/>
              <a:buChar char="•"/>
              <a:defRPr sz="3600"/>
            </a:lvl1pPr>
            <a:lvl2pPr indent="-457200" lvl="1" marL="914400" algn="ctr">
              <a:lnSpc>
                <a:spcPct val="80000"/>
              </a:lnSpc>
              <a:spcBef>
                <a:spcPts val="640"/>
              </a:spcBef>
              <a:spcAft>
                <a:spcPts val="0"/>
              </a:spcAft>
              <a:buSzPts val="3600"/>
              <a:buChar char="–"/>
              <a:defRPr/>
            </a:lvl2pPr>
            <a:lvl3pPr indent="-457200" lvl="2" marL="1371600" algn="ctr">
              <a:lnSpc>
                <a:spcPct val="80000"/>
              </a:lnSpc>
              <a:spcBef>
                <a:spcPts val="640"/>
              </a:spcBef>
              <a:spcAft>
                <a:spcPts val="0"/>
              </a:spcAft>
              <a:buSzPts val="3600"/>
              <a:buChar char="•"/>
              <a:defRPr b="1" sz="3600"/>
            </a:lvl3pPr>
            <a:lvl4pPr indent="-457200" lvl="3" marL="1828800" algn="ctr">
              <a:lnSpc>
                <a:spcPct val="80000"/>
              </a:lnSpc>
              <a:spcBef>
                <a:spcPts val="640"/>
              </a:spcBef>
              <a:spcAft>
                <a:spcPts val="0"/>
              </a:spcAft>
              <a:buSzPts val="3600"/>
              <a:buChar char="–"/>
              <a:defRPr b="1" sz="3600"/>
            </a:lvl4pPr>
            <a:lvl5pPr indent="-457200" lvl="4" marL="2286000" algn="ctr">
              <a:lnSpc>
                <a:spcPct val="80000"/>
              </a:lnSpc>
              <a:spcBef>
                <a:spcPts val="640"/>
              </a:spcBef>
              <a:spcAft>
                <a:spcPts val="0"/>
              </a:spcAft>
              <a:buSzPts val="3600"/>
              <a:buChar char="»"/>
              <a:defRPr b="1" sz="3600"/>
            </a:lvl5pPr>
            <a:lvl6pPr indent="-457200" lvl="5" marL="2743200" algn="ctr">
              <a:lnSpc>
                <a:spcPct val="80000"/>
              </a:lnSpc>
              <a:spcBef>
                <a:spcPts val="640"/>
              </a:spcBef>
              <a:spcAft>
                <a:spcPts val="0"/>
              </a:spcAft>
              <a:buSzPts val="3600"/>
              <a:buChar char="•"/>
              <a:defRPr b="1" sz="3600"/>
            </a:lvl6pPr>
            <a:lvl7pPr indent="-457200" lvl="6" marL="3200400" algn="ctr">
              <a:lnSpc>
                <a:spcPct val="80000"/>
              </a:lnSpc>
              <a:spcBef>
                <a:spcPts val="640"/>
              </a:spcBef>
              <a:spcAft>
                <a:spcPts val="0"/>
              </a:spcAft>
              <a:buSzPts val="3600"/>
              <a:buChar char="•"/>
              <a:defRPr b="1" sz="3600"/>
            </a:lvl7pPr>
            <a:lvl8pPr indent="-457200" lvl="7" marL="3657600" algn="ctr">
              <a:lnSpc>
                <a:spcPct val="80000"/>
              </a:lnSpc>
              <a:spcBef>
                <a:spcPts val="640"/>
              </a:spcBef>
              <a:spcAft>
                <a:spcPts val="0"/>
              </a:spcAft>
              <a:buSzPts val="3600"/>
              <a:buChar char="•"/>
              <a:defRPr b="1" sz="3600"/>
            </a:lvl8pPr>
            <a:lvl9pPr indent="-457200" lvl="8" marL="4114800" algn="ctr">
              <a:lnSpc>
                <a:spcPct val="80000"/>
              </a:lnSpc>
              <a:spcBef>
                <a:spcPts val="640"/>
              </a:spcBef>
              <a:spcAft>
                <a:spcPts val="0"/>
              </a:spcAft>
              <a:buSzPts val="3600"/>
              <a:buChar char="•"/>
              <a:defRPr b="1" sz="3600"/>
            </a:lvl9pPr>
          </a:lstStyle>
          <a:p/>
        </p:txBody>
      </p:sp>
      <p:grpSp>
        <p:nvGrpSpPr>
          <p:cNvPr id="21" name="Google Shape;21;p3"/>
          <p:cNvGrpSpPr/>
          <p:nvPr/>
        </p:nvGrpSpPr>
        <p:grpSpPr>
          <a:xfrm>
            <a:off x="5142929" y="5024912"/>
            <a:ext cx="4001553" cy="4754763"/>
            <a:chOff x="0" y="0"/>
            <a:chExt cx="1053900" cy="1252275"/>
          </a:xfrm>
        </p:grpSpPr>
        <p:sp>
          <p:nvSpPr>
            <p:cNvPr id="22" name="Google Shape;22;p3"/>
            <p:cNvSpPr/>
            <p:nvPr/>
          </p:nvSpPr>
          <p:spPr>
            <a:xfrm>
              <a:off x="0" y="0"/>
              <a:ext cx="1053780" cy="1252169"/>
            </a:xfrm>
            <a:custGeom>
              <a:rect b="b" l="l" r="r" t="t"/>
              <a:pathLst>
                <a:path extrusionOk="0" h="1252169" w="1053780">
                  <a:moveTo>
                    <a:pt x="98683" y="0"/>
                  </a:moveTo>
                  <a:lnTo>
                    <a:pt x="955097" y="0"/>
                  </a:lnTo>
                  <a:cubicBezTo>
                    <a:pt x="1009598" y="0"/>
                    <a:pt x="1053780" y="44182"/>
                    <a:pt x="1053780" y="98683"/>
                  </a:cubicBezTo>
                  <a:lnTo>
                    <a:pt x="1053780" y="1153486"/>
                  </a:lnTo>
                  <a:cubicBezTo>
                    <a:pt x="1053780" y="1207987"/>
                    <a:pt x="1009598" y="1252169"/>
                    <a:pt x="955097" y="1252169"/>
                  </a:cubicBezTo>
                  <a:lnTo>
                    <a:pt x="98683" y="1252169"/>
                  </a:lnTo>
                  <a:cubicBezTo>
                    <a:pt x="44182" y="1252169"/>
                    <a:pt x="0" y="1207987"/>
                    <a:pt x="0" y="1153486"/>
                  </a:cubicBezTo>
                  <a:lnTo>
                    <a:pt x="0" y="98683"/>
                  </a:lnTo>
                  <a:cubicBezTo>
                    <a:pt x="0" y="44182"/>
                    <a:pt x="44182" y="0"/>
                    <a:pt x="9868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txBox="1"/>
            <p:nvPr/>
          </p:nvSpPr>
          <p:spPr>
            <a:xfrm>
              <a:off x="0" y="28575"/>
              <a:ext cx="1053900" cy="12237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4" name="Google Shape;24;p3"/>
          <p:cNvSpPr/>
          <p:nvPr>
            <p:ph idx="3" type="pic"/>
          </p:nvPr>
        </p:nvSpPr>
        <p:spPr>
          <a:xfrm>
            <a:off x="5142850" y="4981900"/>
            <a:ext cx="4001700" cy="4754700"/>
          </a:xfrm>
          <a:prstGeom prst="roundRect">
            <a:avLst>
              <a:gd fmla="val 11341" name="adj"/>
            </a:avLst>
          </a:prstGeom>
          <a:noFill/>
          <a:ln>
            <a:noFill/>
          </a:ln>
        </p:spPr>
      </p:sp>
      <p:grpSp>
        <p:nvGrpSpPr>
          <p:cNvPr id="25" name="Google Shape;25;p3"/>
          <p:cNvGrpSpPr/>
          <p:nvPr/>
        </p:nvGrpSpPr>
        <p:grpSpPr>
          <a:xfrm>
            <a:off x="512133" y="5024912"/>
            <a:ext cx="4001553" cy="4754763"/>
            <a:chOff x="0" y="0"/>
            <a:chExt cx="1053900" cy="1252275"/>
          </a:xfrm>
        </p:grpSpPr>
        <p:sp>
          <p:nvSpPr>
            <p:cNvPr id="26" name="Google Shape;26;p3"/>
            <p:cNvSpPr/>
            <p:nvPr/>
          </p:nvSpPr>
          <p:spPr>
            <a:xfrm>
              <a:off x="0" y="0"/>
              <a:ext cx="1053780" cy="1252169"/>
            </a:xfrm>
            <a:custGeom>
              <a:rect b="b" l="l" r="r" t="t"/>
              <a:pathLst>
                <a:path extrusionOk="0" h="1252169" w="1053780">
                  <a:moveTo>
                    <a:pt x="98683" y="0"/>
                  </a:moveTo>
                  <a:lnTo>
                    <a:pt x="955097" y="0"/>
                  </a:lnTo>
                  <a:cubicBezTo>
                    <a:pt x="1009598" y="0"/>
                    <a:pt x="1053780" y="44182"/>
                    <a:pt x="1053780" y="98683"/>
                  </a:cubicBezTo>
                  <a:lnTo>
                    <a:pt x="1053780" y="1153486"/>
                  </a:lnTo>
                  <a:cubicBezTo>
                    <a:pt x="1053780" y="1207987"/>
                    <a:pt x="1009598" y="1252169"/>
                    <a:pt x="955097" y="1252169"/>
                  </a:cubicBezTo>
                  <a:lnTo>
                    <a:pt x="98683" y="1252169"/>
                  </a:lnTo>
                  <a:cubicBezTo>
                    <a:pt x="44182" y="1252169"/>
                    <a:pt x="0" y="1207987"/>
                    <a:pt x="0" y="1153486"/>
                  </a:cubicBezTo>
                  <a:lnTo>
                    <a:pt x="0" y="98683"/>
                  </a:lnTo>
                  <a:cubicBezTo>
                    <a:pt x="0" y="44182"/>
                    <a:pt x="44182" y="0"/>
                    <a:pt x="9868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txBox="1"/>
            <p:nvPr/>
          </p:nvSpPr>
          <p:spPr>
            <a:xfrm>
              <a:off x="0" y="28575"/>
              <a:ext cx="1053900" cy="12237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28" name="Google Shape;28;p3"/>
          <p:cNvCxnSpPr/>
          <p:nvPr/>
        </p:nvCxnSpPr>
        <p:spPr>
          <a:xfrm>
            <a:off x="9620229" y="3243976"/>
            <a:ext cx="8130600" cy="0"/>
          </a:xfrm>
          <a:prstGeom prst="straightConnector1">
            <a:avLst/>
          </a:prstGeom>
          <a:noFill/>
          <a:ln cap="flat" cmpd="sng" w="19050">
            <a:solidFill>
              <a:srgbClr val="242424"/>
            </a:solidFill>
            <a:prstDash val="solid"/>
            <a:round/>
            <a:headEnd len="sm" w="sm" type="none"/>
            <a:tailEnd len="sm" w="sm" type="none"/>
          </a:ln>
        </p:spPr>
      </p:cxnSp>
      <p:cxnSp>
        <p:nvCxnSpPr>
          <p:cNvPr id="29" name="Google Shape;29;p3"/>
          <p:cNvCxnSpPr/>
          <p:nvPr/>
        </p:nvCxnSpPr>
        <p:spPr>
          <a:xfrm>
            <a:off x="9620229" y="4929711"/>
            <a:ext cx="8130600" cy="0"/>
          </a:xfrm>
          <a:prstGeom prst="straightConnector1">
            <a:avLst/>
          </a:prstGeom>
          <a:noFill/>
          <a:ln cap="flat" cmpd="sng" w="19050">
            <a:solidFill>
              <a:srgbClr val="242424"/>
            </a:solidFill>
            <a:prstDash val="solid"/>
            <a:round/>
            <a:headEnd len="sm" w="sm" type="none"/>
            <a:tailEnd len="sm" w="sm" type="none"/>
          </a:ln>
        </p:spPr>
      </p:cxnSp>
      <p:cxnSp>
        <p:nvCxnSpPr>
          <p:cNvPr id="30" name="Google Shape;30;p3"/>
          <p:cNvCxnSpPr/>
          <p:nvPr/>
        </p:nvCxnSpPr>
        <p:spPr>
          <a:xfrm>
            <a:off x="9620229" y="6615446"/>
            <a:ext cx="8130600" cy="0"/>
          </a:xfrm>
          <a:prstGeom prst="straightConnector1">
            <a:avLst/>
          </a:prstGeom>
          <a:noFill/>
          <a:ln cap="flat" cmpd="sng" w="19050">
            <a:solidFill>
              <a:srgbClr val="242424"/>
            </a:solidFill>
            <a:prstDash val="solid"/>
            <a:round/>
            <a:headEnd len="sm" w="sm" type="none"/>
            <a:tailEnd len="sm" w="sm" type="none"/>
          </a:ln>
        </p:spPr>
      </p:cxnSp>
      <p:pic>
        <p:nvPicPr>
          <p:cNvPr id="31" name="Google Shape;31;p3"/>
          <p:cNvPicPr preferRelativeResize="0"/>
          <p:nvPr/>
        </p:nvPicPr>
        <p:blipFill>
          <a:blip r:embed="rId2">
            <a:alphaModFix/>
          </a:blip>
          <a:stretch>
            <a:fillRect/>
          </a:stretch>
        </p:blipFill>
        <p:spPr>
          <a:xfrm>
            <a:off x="1100325" y="5659225"/>
            <a:ext cx="2824700" cy="2824700"/>
          </a:xfrm>
          <a:prstGeom prst="rect">
            <a:avLst/>
          </a:prstGeom>
          <a:noFill/>
          <a:ln>
            <a:noFill/>
          </a:ln>
        </p:spPr>
      </p:pic>
      <p:cxnSp>
        <p:nvCxnSpPr>
          <p:cNvPr id="32" name="Google Shape;32;p3"/>
          <p:cNvCxnSpPr/>
          <p:nvPr/>
        </p:nvCxnSpPr>
        <p:spPr>
          <a:xfrm>
            <a:off x="9620229" y="8301182"/>
            <a:ext cx="8130600" cy="0"/>
          </a:xfrm>
          <a:prstGeom prst="straightConnector1">
            <a:avLst/>
          </a:prstGeom>
          <a:noFill/>
          <a:ln cap="flat" cmpd="sng" w="19050">
            <a:solidFill>
              <a:srgbClr val="242424"/>
            </a:solidFill>
            <a:prstDash val="solid"/>
            <a:round/>
            <a:headEnd len="sm" w="sm" type="none"/>
            <a:tailEnd len="sm" w="sm" type="none"/>
          </a:ln>
        </p:spPr>
      </p:cxnSp>
      <p:grpSp>
        <p:nvGrpSpPr>
          <p:cNvPr id="33" name="Google Shape;33;p3"/>
          <p:cNvGrpSpPr/>
          <p:nvPr/>
        </p:nvGrpSpPr>
        <p:grpSpPr>
          <a:xfrm>
            <a:off x="512133" y="507760"/>
            <a:ext cx="8631926" cy="4082841"/>
            <a:chOff x="0" y="0"/>
            <a:chExt cx="2273414" cy="1075309"/>
          </a:xfrm>
        </p:grpSpPr>
        <p:sp>
          <p:nvSpPr>
            <p:cNvPr id="34" name="Google Shape;34;p3"/>
            <p:cNvSpPr/>
            <p:nvPr/>
          </p:nvSpPr>
          <p:spPr>
            <a:xfrm>
              <a:off x="0" y="0"/>
              <a:ext cx="2273414" cy="1075309"/>
            </a:xfrm>
            <a:custGeom>
              <a:rect b="b" l="l" r="r" t="t"/>
              <a:pathLst>
                <a:path extrusionOk="0" h="1075309" w="2273414">
                  <a:moveTo>
                    <a:pt x="45742" y="0"/>
                  </a:moveTo>
                  <a:lnTo>
                    <a:pt x="2227672" y="0"/>
                  </a:lnTo>
                  <a:cubicBezTo>
                    <a:pt x="2239803" y="0"/>
                    <a:pt x="2251438" y="4819"/>
                    <a:pt x="2260016" y="13397"/>
                  </a:cubicBezTo>
                  <a:cubicBezTo>
                    <a:pt x="2268594" y="21976"/>
                    <a:pt x="2273414" y="33610"/>
                    <a:pt x="2273414" y="45742"/>
                  </a:cubicBezTo>
                  <a:lnTo>
                    <a:pt x="2273414" y="1029567"/>
                  </a:lnTo>
                  <a:cubicBezTo>
                    <a:pt x="2273414" y="1041698"/>
                    <a:pt x="2268594" y="1053333"/>
                    <a:pt x="2260016" y="1061911"/>
                  </a:cubicBezTo>
                  <a:cubicBezTo>
                    <a:pt x="2251438" y="1070489"/>
                    <a:pt x="2239803" y="1075309"/>
                    <a:pt x="2227672" y="1075309"/>
                  </a:cubicBezTo>
                  <a:lnTo>
                    <a:pt x="45742" y="1075309"/>
                  </a:lnTo>
                  <a:cubicBezTo>
                    <a:pt x="33610" y="1075309"/>
                    <a:pt x="21976" y="1070489"/>
                    <a:pt x="13397" y="1061911"/>
                  </a:cubicBezTo>
                  <a:cubicBezTo>
                    <a:pt x="4819" y="1053333"/>
                    <a:pt x="0" y="1041698"/>
                    <a:pt x="0" y="1029567"/>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txBox="1"/>
            <p:nvPr/>
          </p:nvSpPr>
          <p:spPr>
            <a:xfrm>
              <a:off x="0" y="28575"/>
              <a:ext cx="2273400" cy="10467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6" name="Google Shape;36;p3"/>
          <p:cNvSpPr txBox="1"/>
          <p:nvPr>
            <p:ph idx="4" type="subTitle"/>
          </p:nvPr>
        </p:nvSpPr>
        <p:spPr>
          <a:xfrm>
            <a:off x="986250" y="1291600"/>
            <a:ext cx="7683600" cy="2540100"/>
          </a:xfrm>
          <a:prstGeom prst="rect">
            <a:avLst/>
          </a:prstGeom>
        </p:spPr>
        <p:txBody>
          <a:bodyPr anchorCtr="0" anchor="t" bIns="0" lIns="0" spcFirstLastPara="1" rIns="0" wrap="square" tIns="0">
            <a:noAutofit/>
          </a:bodyPr>
          <a:lstStyle>
            <a:lvl1pPr lvl="0" algn="ctr">
              <a:spcBef>
                <a:spcPts val="640"/>
              </a:spcBef>
              <a:spcAft>
                <a:spcPts val="0"/>
              </a:spcAft>
              <a:buSzPts val="9600"/>
              <a:buNone/>
              <a:defRPr/>
            </a:lvl1pPr>
            <a:lvl2pPr lvl="1" algn="ctr">
              <a:spcBef>
                <a:spcPts val="640"/>
              </a:spcBef>
              <a:spcAft>
                <a:spcPts val="0"/>
              </a:spcAft>
              <a:buSzPts val="3600"/>
              <a:buNone/>
              <a:defRPr/>
            </a:lvl2pPr>
            <a:lvl3pPr lvl="2" algn="ctr">
              <a:spcBef>
                <a:spcPts val="640"/>
              </a:spcBef>
              <a:spcAft>
                <a:spcPts val="0"/>
              </a:spcAft>
              <a:buSzPts val="2100"/>
              <a:buNone/>
              <a:defRPr/>
            </a:lvl3pPr>
            <a:lvl4pPr lvl="3" algn="ctr">
              <a:spcBef>
                <a:spcPts val="640"/>
              </a:spcBef>
              <a:spcAft>
                <a:spcPts val="0"/>
              </a:spcAft>
              <a:buSzPts val="2000"/>
              <a:buNone/>
              <a:defRPr/>
            </a:lvl4pPr>
            <a:lvl5pPr lvl="4" algn="ctr">
              <a:spcBef>
                <a:spcPts val="640"/>
              </a:spcBef>
              <a:spcAft>
                <a:spcPts val="0"/>
              </a:spcAft>
              <a:buSzPts val="2000"/>
              <a:buNone/>
              <a:defRPr/>
            </a:lvl5pPr>
            <a:lvl6pPr lvl="5" algn="ctr">
              <a:spcBef>
                <a:spcPts val="640"/>
              </a:spcBef>
              <a:spcAft>
                <a:spcPts val="0"/>
              </a:spcAft>
              <a:buSzPts val="2000"/>
              <a:buNone/>
              <a:defRPr/>
            </a:lvl6pPr>
            <a:lvl7pPr lvl="6" algn="ctr">
              <a:spcBef>
                <a:spcPts val="640"/>
              </a:spcBef>
              <a:spcAft>
                <a:spcPts val="0"/>
              </a:spcAft>
              <a:buSzPts val="2000"/>
              <a:buNone/>
              <a:defRPr/>
            </a:lvl7pPr>
            <a:lvl8pPr lvl="7" algn="ctr">
              <a:spcBef>
                <a:spcPts val="640"/>
              </a:spcBef>
              <a:spcAft>
                <a:spcPts val="0"/>
              </a:spcAft>
              <a:buSzPts val="2000"/>
              <a:buNone/>
              <a:defRPr/>
            </a:lvl8pPr>
            <a:lvl9pPr lvl="8" algn="ctr">
              <a:spcBef>
                <a:spcPts val="640"/>
              </a:spcBef>
              <a:spcAft>
                <a:spcPts val="0"/>
              </a:spcAft>
              <a:buSzPts val="2000"/>
              <a:buNone/>
              <a:defRPr/>
            </a:lvl9pPr>
          </a:lstStyle>
          <a:p/>
        </p:txBody>
      </p:sp>
      <p:sp>
        <p:nvSpPr>
          <p:cNvPr id="37" name="Google Shape;37;p3"/>
          <p:cNvSpPr txBox="1"/>
          <p:nvPr/>
        </p:nvSpPr>
        <p:spPr>
          <a:xfrm>
            <a:off x="1837924" y="8853472"/>
            <a:ext cx="1349400" cy="323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2100" u="none" cap="none" strike="noStrike">
                <a:solidFill>
                  <a:srgbClr val="FFFFFF"/>
                </a:solidFill>
                <a:latin typeface="Inter"/>
                <a:ea typeface="Inter"/>
                <a:cs typeface="Inter"/>
                <a:sym typeface="Inter"/>
              </a:rPr>
              <a:t>Brand</a:t>
            </a:r>
            <a:endParaRPr/>
          </a:p>
        </p:txBody>
      </p:sp>
      <p:sp>
        <p:nvSpPr>
          <p:cNvPr id="38" name="Google Shape;38;p3"/>
          <p:cNvSpPr txBox="1"/>
          <p:nvPr>
            <p:ph idx="5" type="body"/>
          </p:nvPr>
        </p:nvSpPr>
        <p:spPr>
          <a:xfrm>
            <a:off x="10267075" y="4131125"/>
            <a:ext cx="6890100" cy="420900"/>
          </a:xfrm>
          <a:prstGeom prst="rect">
            <a:avLst/>
          </a:prstGeom>
        </p:spPr>
        <p:txBody>
          <a:bodyPr anchorCtr="0" anchor="t" bIns="0" lIns="0" spcFirstLastPara="1" rIns="0" wrap="square" tIns="0">
            <a:noAutofit/>
          </a:bodyPr>
          <a:lstStyle>
            <a:lvl1pPr indent="-361950" lvl="0" marL="457200" rtl="0" algn="ctr">
              <a:lnSpc>
                <a:spcPct val="90000"/>
              </a:lnSpc>
              <a:spcBef>
                <a:spcPts val="640"/>
              </a:spcBef>
              <a:spcAft>
                <a:spcPts val="0"/>
              </a:spcAft>
              <a:buSzPts val="2100"/>
              <a:buChar char="•"/>
              <a:defRPr b="0" sz="2100"/>
            </a:lvl1pPr>
            <a:lvl2pPr indent="-361950" lvl="1" marL="914400" rtl="0" algn="ctr">
              <a:lnSpc>
                <a:spcPct val="90000"/>
              </a:lnSpc>
              <a:spcBef>
                <a:spcPts val="640"/>
              </a:spcBef>
              <a:spcAft>
                <a:spcPts val="0"/>
              </a:spcAft>
              <a:buSzPts val="2100"/>
              <a:buChar char="–"/>
              <a:defRPr b="0" sz="2100"/>
            </a:lvl2pPr>
            <a:lvl3pPr indent="-361950" lvl="2" marL="1371600" rtl="0" algn="ctr">
              <a:lnSpc>
                <a:spcPct val="90000"/>
              </a:lnSpc>
              <a:spcBef>
                <a:spcPts val="640"/>
              </a:spcBef>
              <a:spcAft>
                <a:spcPts val="0"/>
              </a:spcAft>
              <a:buSzPts val="2100"/>
              <a:buChar char="•"/>
              <a:defRPr/>
            </a:lvl3pPr>
            <a:lvl4pPr indent="-361950" lvl="3" marL="1828800" rtl="0" algn="ctr">
              <a:lnSpc>
                <a:spcPct val="90000"/>
              </a:lnSpc>
              <a:spcBef>
                <a:spcPts val="640"/>
              </a:spcBef>
              <a:spcAft>
                <a:spcPts val="0"/>
              </a:spcAft>
              <a:buSzPts val="2100"/>
              <a:buChar char="–"/>
              <a:defRPr sz="2100"/>
            </a:lvl4pPr>
            <a:lvl5pPr indent="-361950" lvl="4" marL="2286000" rtl="0" algn="ctr">
              <a:lnSpc>
                <a:spcPct val="90000"/>
              </a:lnSpc>
              <a:spcBef>
                <a:spcPts val="640"/>
              </a:spcBef>
              <a:spcAft>
                <a:spcPts val="0"/>
              </a:spcAft>
              <a:buSzPts val="2100"/>
              <a:buChar char="»"/>
              <a:defRPr sz="2100"/>
            </a:lvl5pPr>
            <a:lvl6pPr indent="-361950" lvl="5" marL="2743200" rtl="0" algn="ctr">
              <a:lnSpc>
                <a:spcPct val="90000"/>
              </a:lnSpc>
              <a:spcBef>
                <a:spcPts val="640"/>
              </a:spcBef>
              <a:spcAft>
                <a:spcPts val="0"/>
              </a:spcAft>
              <a:buSzPts val="2100"/>
              <a:buChar char="•"/>
              <a:defRPr sz="2100"/>
            </a:lvl6pPr>
            <a:lvl7pPr indent="-361950" lvl="6" marL="3200400" rtl="0" algn="ctr">
              <a:lnSpc>
                <a:spcPct val="90000"/>
              </a:lnSpc>
              <a:spcBef>
                <a:spcPts val="640"/>
              </a:spcBef>
              <a:spcAft>
                <a:spcPts val="0"/>
              </a:spcAft>
              <a:buSzPts val="2100"/>
              <a:buChar char="•"/>
              <a:defRPr sz="2100"/>
            </a:lvl7pPr>
            <a:lvl8pPr indent="-361950" lvl="7" marL="3657600" rtl="0" algn="ctr">
              <a:lnSpc>
                <a:spcPct val="90000"/>
              </a:lnSpc>
              <a:spcBef>
                <a:spcPts val="640"/>
              </a:spcBef>
              <a:spcAft>
                <a:spcPts val="0"/>
              </a:spcAft>
              <a:buSzPts val="2100"/>
              <a:buChar char="•"/>
              <a:defRPr sz="2100"/>
            </a:lvl8pPr>
            <a:lvl9pPr indent="-361950" lvl="8" marL="4114800" rtl="0" algn="ctr">
              <a:lnSpc>
                <a:spcPct val="90000"/>
              </a:lnSpc>
              <a:spcBef>
                <a:spcPts val="640"/>
              </a:spcBef>
              <a:spcAft>
                <a:spcPts val="0"/>
              </a:spcAft>
              <a:buSzPts val="2100"/>
              <a:buChar char="•"/>
              <a:defRPr sz="2100"/>
            </a:lvl9pPr>
          </a:lstStyle>
          <a:p/>
        </p:txBody>
      </p:sp>
      <p:sp>
        <p:nvSpPr>
          <p:cNvPr id="39" name="Google Shape;39;p3"/>
          <p:cNvSpPr txBox="1"/>
          <p:nvPr>
            <p:ph idx="6" type="body"/>
          </p:nvPr>
        </p:nvSpPr>
        <p:spPr>
          <a:xfrm>
            <a:off x="10289225" y="3621650"/>
            <a:ext cx="6890100" cy="521100"/>
          </a:xfrm>
          <a:prstGeom prst="rect">
            <a:avLst/>
          </a:prstGeom>
        </p:spPr>
        <p:txBody>
          <a:bodyPr anchorCtr="0" anchor="t" bIns="0" lIns="0" spcFirstLastPara="1" rIns="0" wrap="square" tIns="0">
            <a:noAutofit/>
          </a:bodyPr>
          <a:lstStyle>
            <a:lvl1pPr indent="-457200" lvl="0" marL="457200" rtl="0" algn="ctr">
              <a:lnSpc>
                <a:spcPct val="80000"/>
              </a:lnSpc>
              <a:spcBef>
                <a:spcPts val="640"/>
              </a:spcBef>
              <a:spcAft>
                <a:spcPts val="0"/>
              </a:spcAft>
              <a:buSzPts val="3600"/>
              <a:buChar char="•"/>
              <a:defRPr sz="3600"/>
            </a:lvl1pPr>
            <a:lvl2pPr indent="-457200" lvl="1" marL="914400" rtl="0" algn="ctr">
              <a:lnSpc>
                <a:spcPct val="80000"/>
              </a:lnSpc>
              <a:spcBef>
                <a:spcPts val="640"/>
              </a:spcBef>
              <a:spcAft>
                <a:spcPts val="0"/>
              </a:spcAft>
              <a:buSzPts val="3600"/>
              <a:buChar char="–"/>
              <a:defRPr/>
            </a:lvl2pPr>
            <a:lvl3pPr indent="-457200" lvl="2" marL="1371600" rtl="0" algn="ctr">
              <a:lnSpc>
                <a:spcPct val="80000"/>
              </a:lnSpc>
              <a:spcBef>
                <a:spcPts val="640"/>
              </a:spcBef>
              <a:spcAft>
                <a:spcPts val="0"/>
              </a:spcAft>
              <a:buSzPts val="3600"/>
              <a:buChar char="•"/>
              <a:defRPr b="1" sz="3600"/>
            </a:lvl3pPr>
            <a:lvl4pPr indent="-457200" lvl="3" marL="1828800" rtl="0" algn="ctr">
              <a:lnSpc>
                <a:spcPct val="80000"/>
              </a:lnSpc>
              <a:spcBef>
                <a:spcPts val="640"/>
              </a:spcBef>
              <a:spcAft>
                <a:spcPts val="0"/>
              </a:spcAft>
              <a:buSzPts val="3600"/>
              <a:buChar char="–"/>
              <a:defRPr b="1" sz="3600"/>
            </a:lvl4pPr>
            <a:lvl5pPr indent="-457200" lvl="4" marL="2286000" rtl="0" algn="ctr">
              <a:lnSpc>
                <a:spcPct val="80000"/>
              </a:lnSpc>
              <a:spcBef>
                <a:spcPts val="640"/>
              </a:spcBef>
              <a:spcAft>
                <a:spcPts val="0"/>
              </a:spcAft>
              <a:buSzPts val="3600"/>
              <a:buChar char="»"/>
              <a:defRPr b="1" sz="3600"/>
            </a:lvl5pPr>
            <a:lvl6pPr indent="-457200" lvl="5" marL="2743200" rtl="0" algn="ctr">
              <a:lnSpc>
                <a:spcPct val="80000"/>
              </a:lnSpc>
              <a:spcBef>
                <a:spcPts val="640"/>
              </a:spcBef>
              <a:spcAft>
                <a:spcPts val="0"/>
              </a:spcAft>
              <a:buSzPts val="3600"/>
              <a:buChar char="•"/>
              <a:defRPr b="1" sz="3600"/>
            </a:lvl6pPr>
            <a:lvl7pPr indent="-457200" lvl="6" marL="3200400" rtl="0" algn="ctr">
              <a:lnSpc>
                <a:spcPct val="80000"/>
              </a:lnSpc>
              <a:spcBef>
                <a:spcPts val="640"/>
              </a:spcBef>
              <a:spcAft>
                <a:spcPts val="0"/>
              </a:spcAft>
              <a:buSzPts val="3600"/>
              <a:buChar char="•"/>
              <a:defRPr b="1" sz="3600"/>
            </a:lvl7pPr>
            <a:lvl8pPr indent="-457200" lvl="7" marL="3657600" rtl="0" algn="ctr">
              <a:lnSpc>
                <a:spcPct val="80000"/>
              </a:lnSpc>
              <a:spcBef>
                <a:spcPts val="640"/>
              </a:spcBef>
              <a:spcAft>
                <a:spcPts val="0"/>
              </a:spcAft>
              <a:buSzPts val="3600"/>
              <a:buChar char="•"/>
              <a:defRPr b="1" sz="3600"/>
            </a:lvl8pPr>
            <a:lvl9pPr indent="-457200" lvl="8" marL="4114800" rtl="0" algn="ctr">
              <a:lnSpc>
                <a:spcPct val="80000"/>
              </a:lnSpc>
              <a:spcBef>
                <a:spcPts val="640"/>
              </a:spcBef>
              <a:spcAft>
                <a:spcPts val="0"/>
              </a:spcAft>
              <a:buSzPts val="3600"/>
              <a:buChar char="•"/>
              <a:defRPr b="1" sz="3600"/>
            </a:lvl9pPr>
          </a:lstStyle>
          <a:p/>
        </p:txBody>
      </p:sp>
      <p:sp>
        <p:nvSpPr>
          <p:cNvPr id="40" name="Google Shape;40;p3"/>
          <p:cNvSpPr txBox="1"/>
          <p:nvPr>
            <p:ph idx="7" type="body"/>
          </p:nvPr>
        </p:nvSpPr>
        <p:spPr>
          <a:xfrm>
            <a:off x="10267075" y="5816863"/>
            <a:ext cx="6890100" cy="420900"/>
          </a:xfrm>
          <a:prstGeom prst="rect">
            <a:avLst/>
          </a:prstGeom>
        </p:spPr>
        <p:txBody>
          <a:bodyPr anchorCtr="0" anchor="t" bIns="0" lIns="0" spcFirstLastPara="1" rIns="0" wrap="square" tIns="0">
            <a:noAutofit/>
          </a:bodyPr>
          <a:lstStyle>
            <a:lvl1pPr indent="-361950" lvl="0" marL="457200" rtl="0" algn="ctr">
              <a:lnSpc>
                <a:spcPct val="90000"/>
              </a:lnSpc>
              <a:spcBef>
                <a:spcPts val="640"/>
              </a:spcBef>
              <a:spcAft>
                <a:spcPts val="0"/>
              </a:spcAft>
              <a:buSzPts val="2100"/>
              <a:buChar char="•"/>
              <a:defRPr b="0" sz="2100"/>
            </a:lvl1pPr>
            <a:lvl2pPr indent="-361950" lvl="1" marL="914400" rtl="0" algn="ctr">
              <a:lnSpc>
                <a:spcPct val="90000"/>
              </a:lnSpc>
              <a:spcBef>
                <a:spcPts val="640"/>
              </a:spcBef>
              <a:spcAft>
                <a:spcPts val="0"/>
              </a:spcAft>
              <a:buSzPts val="2100"/>
              <a:buChar char="–"/>
              <a:defRPr b="0" sz="2100"/>
            </a:lvl2pPr>
            <a:lvl3pPr indent="-361950" lvl="2" marL="1371600" rtl="0" algn="ctr">
              <a:lnSpc>
                <a:spcPct val="90000"/>
              </a:lnSpc>
              <a:spcBef>
                <a:spcPts val="640"/>
              </a:spcBef>
              <a:spcAft>
                <a:spcPts val="0"/>
              </a:spcAft>
              <a:buSzPts val="2100"/>
              <a:buChar char="•"/>
              <a:defRPr/>
            </a:lvl3pPr>
            <a:lvl4pPr indent="-361950" lvl="3" marL="1828800" rtl="0" algn="ctr">
              <a:lnSpc>
                <a:spcPct val="90000"/>
              </a:lnSpc>
              <a:spcBef>
                <a:spcPts val="640"/>
              </a:spcBef>
              <a:spcAft>
                <a:spcPts val="0"/>
              </a:spcAft>
              <a:buSzPts val="2100"/>
              <a:buChar char="–"/>
              <a:defRPr sz="2100"/>
            </a:lvl4pPr>
            <a:lvl5pPr indent="-361950" lvl="4" marL="2286000" rtl="0" algn="ctr">
              <a:lnSpc>
                <a:spcPct val="90000"/>
              </a:lnSpc>
              <a:spcBef>
                <a:spcPts val="640"/>
              </a:spcBef>
              <a:spcAft>
                <a:spcPts val="0"/>
              </a:spcAft>
              <a:buSzPts val="2100"/>
              <a:buChar char="»"/>
              <a:defRPr sz="2100"/>
            </a:lvl5pPr>
            <a:lvl6pPr indent="-361950" lvl="5" marL="2743200" rtl="0" algn="ctr">
              <a:lnSpc>
                <a:spcPct val="90000"/>
              </a:lnSpc>
              <a:spcBef>
                <a:spcPts val="640"/>
              </a:spcBef>
              <a:spcAft>
                <a:spcPts val="0"/>
              </a:spcAft>
              <a:buSzPts val="2100"/>
              <a:buChar char="•"/>
              <a:defRPr sz="2100"/>
            </a:lvl6pPr>
            <a:lvl7pPr indent="-361950" lvl="6" marL="3200400" rtl="0" algn="ctr">
              <a:lnSpc>
                <a:spcPct val="90000"/>
              </a:lnSpc>
              <a:spcBef>
                <a:spcPts val="640"/>
              </a:spcBef>
              <a:spcAft>
                <a:spcPts val="0"/>
              </a:spcAft>
              <a:buSzPts val="2100"/>
              <a:buChar char="•"/>
              <a:defRPr sz="2100"/>
            </a:lvl7pPr>
            <a:lvl8pPr indent="-361950" lvl="7" marL="3657600" rtl="0" algn="ctr">
              <a:lnSpc>
                <a:spcPct val="90000"/>
              </a:lnSpc>
              <a:spcBef>
                <a:spcPts val="640"/>
              </a:spcBef>
              <a:spcAft>
                <a:spcPts val="0"/>
              </a:spcAft>
              <a:buSzPts val="2100"/>
              <a:buChar char="•"/>
              <a:defRPr sz="2100"/>
            </a:lvl8pPr>
            <a:lvl9pPr indent="-361950" lvl="8" marL="4114800" rtl="0" algn="ctr">
              <a:lnSpc>
                <a:spcPct val="90000"/>
              </a:lnSpc>
              <a:spcBef>
                <a:spcPts val="640"/>
              </a:spcBef>
              <a:spcAft>
                <a:spcPts val="0"/>
              </a:spcAft>
              <a:buSzPts val="2100"/>
              <a:buChar char="•"/>
              <a:defRPr sz="2100"/>
            </a:lvl9pPr>
          </a:lstStyle>
          <a:p/>
        </p:txBody>
      </p:sp>
      <p:sp>
        <p:nvSpPr>
          <p:cNvPr id="41" name="Google Shape;41;p3"/>
          <p:cNvSpPr txBox="1"/>
          <p:nvPr>
            <p:ph idx="8" type="body"/>
          </p:nvPr>
        </p:nvSpPr>
        <p:spPr>
          <a:xfrm>
            <a:off x="10289225" y="5307388"/>
            <a:ext cx="6890100" cy="521100"/>
          </a:xfrm>
          <a:prstGeom prst="rect">
            <a:avLst/>
          </a:prstGeom>
        </p:spPr>
        <p:txBody>
          <a:bodyPr anchorCtr="0" anchor="t" bIns="0" lIns="0" spcFirstLastPara="1" rIns="0" wrap="square" tIns="0">
            <a:noAutofit/>
          </a:bodyPr>
          <a:lstStyle>
            <a:lvl1pPr indent="-457200" lvl="0" marL="457200" rtl="0" algn="ctr">
              <a:lnSpc>
                <a:spcPct val="80000"/>
              </a:lnSpc>
              <a:spcBef>
                <a:spcPts val="640"/>
              </a:spcBef>
              <a:spcAft>
                <a:spcPts val="0"/>
              </a:spcAft>
              <a:buSzPts val="3600"/>
              <a:buChar char="•"/>
              <a:defRPr sz="3600"/>
            </a:lvl1pPr>
            <a:lvl2pPr indent="-457200" lvl="1" marL="914400" rtl="0" algn="ctr">
              <a:lnSpc>
                <a:spcPct val="80000"/>
              </a:lnSpc>
              <a:spcBef>
                <a:spcPts val="640"/>
              </a:spcBef>
              <a:spcAft>
                <a:spcPts val="0"/>
              </a:spcAft>
              <a:buSzPts val="3600"/>
              <a:buChar char="–"/>
              <a:defRPr/>
            </a:lvl2pPr>
            <a:lvl3pPr indent="-457200" lvl="2" marL="1371600" rtl="0" algn="ctr">
              <a:lnSpc>
                <a:spcPct val="80000"/>
              </a:lnSpc>
              <a:spcBef>
                <a:spcPts val="640"/>
              </a:spcBef>
              <a:spcAft>
                <a:spcPts val="0"/>
              </a:spcAft>
              <a:buSzPts val="3600"/>
              <a:buChar char="•"/>
              <a:defRPr b="1" sz="3600"/>
            </a:lvl3pPr>
            <a:lvl4pPr indent="-457200" lvl="3" marL="1828800" rtl="0" algn="ctr">
              <a:lnSpc>
                <a:spcPct val="80000"/>
              </a:lnSpc>
              <a:spcBef>
                <a:spcPts val="640"/>
              </a:spcBef>
              <a:spcAft>
                <a:spcPts val="0"/>
              </a:spcAft>
              <a:buSzPts val="3600"/>
              <a:buChar char="–"/>
              <a:defRPr b="1" sz="3600"/>
            </a:lvl4pPr>
            <a:lvl5pPr indent="-457200" lvl="4" marL="2286000" rtl="0" algn="ctr">
              <a:lnSpc>
                <a:spcPct val="80000"/>
              </a:lnSpc>
              <a:spcBef>
                <a:spcPts val="640"/>
              </a:spcBef>
              <a:spcAft>
                <a:spcPts val="0"/>
              </a:spcAft>
              <a:buSzPts val="3600"/>
              <a:buChar char="»"/>
              <a:defRPr b="1" sz="3600"/>
            </a:lvl5pPr>
            <a:lvl6pPr indent="-457200" lvl="5" marL="2743200" rtl="0" algn="ctr">
              <a:lnSpc>
                <a:spcPct val="80000"/>
              </a:lnSpc>
              <a:spcBef>
                <a:spcPts val="640"/>
              </a:spcBef>
              <a:spcAft>
                <a:spcPts val="0"/>
              </a:spcAft>
              <a:buSzPts val="3600"/>
              <a:buChar char="•"/>
              <a:defRPr b="1" sz="3600"/>
            </a:lvl6pPr>
            <a:lvl7pPr indent="-457200" lvl="6" marL="3200400" rtl="0" algn="ctr">
              <a:lnSpc>
                <a:spcPct val="80000"/>
              </a:lnSpc>
              <a:spcBef>
                <a:spcPts val="640"/>
              </a:spcBef>
              <a:spcAft>
                <a:spcPts val="0"/>
              </a:spcAft>
              <a:buSzPts val="3600"/>
              <a:buChar char="•"/>
              <a:defRPr b="1" sz="3600"/>
            </a:lvl7pPr>
            <a:lvl8pPr indent="-457200" lvl="7" marL="3657600" rtl="0" algn="ctr">
              <a:lnSpc>
                <a:spcPct val="80000"/>
              </a:lnSpc>
              <a:spcBef>
                <a:spcPts val="640"/>
              </a:spcBef>
              <a:spcAft>
                <a:spcPts val="0"/>
              </a:spcAft>
              <a:buSzPts val="3600"/>
              <a:buChar char="•"/>
              <a:defRPr b="1" sz="3600"/>
            </a:lvl8pPr>
            <a:lvl9pPr indent="-457200" lvl="8" marL="4114800" rtl="0" algn="ctr">
              <a:lnSpc>
                <a:spcPct val="80000"/>
              </a:lnSpc>
              <a:spcBef>
                <a:spcPts val="640"/>
              </a:spcBef>
              <a:spcAft>
                <a:spcPts val="0"/>
              </a:spcAft>
              <a:buSzPts val="3600"/>
              <a:buChar char="•"/>
              <a:defRPr b="1" sz="3600"/>
            </a:lvl9pPr>
          </a:lstStyle>
          <a:p/>
        </p:txBody>
      </p:sp>
      <p:sp>
        <p:nvSpPr>
          <p:cNvPr id="42" name="Google Shape;42;p3"/>
          <p:cNvSpPr txBox="1"/>
          <p:nvPr>
            <p:ph idx="9" type="body"/>
          </p:nvPr>
        </p:nvSpPr>
        <p:spPr>
          <a:xfrm>
            <a:off x="10267075" y="7422738"/>
            <a:ext cx="6890100" cy="420900"/>
          </a:xfrm>
          <a:prstGeom prst="rect">
            <a:avLst/>
          </a:prstGeom>
        </p:spPr>
        <p:txBody>
          <a:bodyPr anchorCtr="0" anchor="t" bIns="0" lIns="0" spcFirstLastPara="1" rIns="0" wrap="square" tIns="0">
            <a:noAutofit/>
          </a:bodyPr>
          <a:lstStyle>
            <a:lvl1pPr indent="-361950" lvl="0" marL="457200" rtl="0" algn="ctr">
              <a:lnSpc>
                <a:spcPct val="90000"/>
              </a:lnSpc>
              <a:spcBef>
                <a:spcPts val="640"/>
              </a:spcBef>
              <a:spcAft>
                <a:spcPts val="0"/>
              </a:spcAft>
              <a:buSzPts val="2100"/>
              <a:buChar char="•"/>
              <a:defRPr b="0" sz="2100"/>
            </a:lvl1pPr>
            <a:lvl2pPr indent="-361950" lvl="1" marL="914400" rtl="0" algn="ctr">
              <a:lnSpc>
                <a:spcPct val="90000"/>
              </a:lnSpc>
              <a:spcBef>
                <a:spcPts val="640"/>
              </a:spcBef>
              <a:spcAft>
                <a:spcPts val="0"/>
              </a:spcAft>
              <a:buSzPts val="2100"/>
              <a:buChar char="–"/>
              <a:defRPr b="0" sz="2100"/>
            </a:lvl2pPr>
            <a:lvl3pPr indent="-361950" lvl="2" marL="1371600" rtl="0" algn="ctr">
              <a:lnSpc>
                <a:spcPct val="90000"/>
              </a:lnSpc>
              <a:spcBef>
                <a:spcPts val="640"/>
              </a:spcBef>
              <a:spcAft>
                <a:spcPts val="0"/>
              </a:spcAft>
              <a:buSzPts val="2100"/>
              <a:buChar char="•"/>
              <a:defRPr/>
            </a:lvl3pPr>
            <a:lvl4pPr indent="-361950" lvl="3" marL="1828800" rtl="0" algn="ctr">
              <a:lnSpc>
                <a:spcPct val="90000"/>
              </a:lnSpc>
              <a:spcBef>
                <a:spcPts val="640"/>
              </a:spcBef>
              <a:spcAft>
                <a:spcPts val="0"/>
              </a:spcAft>
              <a:buSzPts val="2100"/>
              <a:buChar char="–"/>
              <a:defRPr sz="2100"/>
            </a:lvl4pPr>
            <a:lvl5pPr indent="-361950" lvl="4" marL="2286000" rtl="0" algn="ctr">
              <a:lnSpc>
                <a:spcPct val="90000"/>
              </a:lnSpc>
              <a:spcBef>
                <a:spcPts val="640"/>
              </a:spcBef>
              <a:spcAft>
                <a:spcPts val="0"/>
              </a:spcAft>
              <a:buSzPts val="2100"/>
              <a:buChar char="»"/>
              <a:defRPr sz="2100"/>
            </a:lvl5pPr>
            <a:lvl6pPr indent="-361950" lvl="5" marL="2743200" rtl="0" algn="ctr">
              <a:lnSpc>
                <a:spcPct val="90000"/>
              </a:lnSpc>
              <a:spcBef>
                <a:spcPts val="640"/>
              </a:spcBef>
              <a:spcAft>
                <a:spcPts val="0"/>
              </a:spcAft>
              <a:buSzPts val="2100"/>
              <a:buChar char="•"/>
              <a:defRPr sz="2100"/>
            </a:lvl6pPr>
            <a:lvl7pPr indent="-361950" lvl="6" marL="3200400" rtl="0" algn="ctr">
              <a:lnSpc>
                <a:spcPct val="90000"/>
              </a:lnSpc>
              <a:spcBef>
                <a:spcPts val="640"/>
              </a:spcBef>
              <a:spcAft>
                <a:spcPts val="0"/>
              </a:spcAft>
              <a:buSzPts val="2100"/>
              <a:buChar char="•"/>
              <a:defRPr sz="2100"/>
            </a:lvl7pPr>
            <a:lvl8pPr indent="-361950" lvl="7" marL="3657600" rtl="0" algn="ctr">
              <a:lnSpc>
                <a:spcPct val="90000"/>
              </a:lnSpc>
              <a:spcBef>
                <a:spcPts val="640"/>
              </a:spcBef>
              <a:spcAft>
                <a:spcPts val="0"/>
              </a:spcAft>
              <a:buSzPts val="2100"/>
              <a:buChar char="•"/>
              <a:defRPr sz="2100"/>
            </a:lvl8pPr>
            <a:lvl9pPr indent="-361950" lvl="8" marL="4114800" rtl="0" algn="ctr">
              <a:lnSpc>
                <a:spcPct val="90000"/>
              </a:lnSpc>
              <a:spcBef>
                <a:spcPts val="640"/>
              </a:spcBef>
              <a:spcAft>
                <a:spcPts val="0"/>
              </a:spcAft>
              <a:buSzPts val="2100"/>
              <a:buChar char="•"/>
              <a:defRPr sz="2100"/>
            </a:lvl9pPr>
          </a:lstStyle>
          <a:p/>
        </p:txBody>
      </p:sp>
      <p:sp>
        <p:nvSpPr>
          <p:cNvPr id="43" name="Google Shape;43;p3"/>
          <p:cNvSpPr txBox="1"/>
          <p:nvPr>
            <p:ph idx="13" type="body"/>
          </p:nvPr>
        </p:nvSpPr>
        <p:spPr>
          <a:xfrm>
            <a:off x="10289225" y="6913263"/>
            <a:ext cx="6890100" cy="521100"/>
          </a:xfrm>
          <a:prstGeom prst="rect">
            <a:avLst/>
          </a:prstGeom>
        </p:spPr>
        <p:txBody>
          <a:bodyPr anchorCtr="0" anchor="t" bIns="0" lIns="0" spcFirstLastPara="1" rIns="0" wrap="square" tIns="0">
            <a:noAutofit/>
          </a:bodyPr>
          <a:lstStyle>
            <a:lvl1pPr indent="-457200" lvl="0" marL="457200" rtl="0" algn="ctr">
              <a:lnSpc>
                <a:spcPct val="80000"/>
              </a:lnSpc>
              <a:spcBef>
                <a:spcPts val="640"/>
              </a:spcBef>
              <a:spcAft>
                <a:spcPts val="0"/>
              </a:spcAft>
              <a:buSzPts val="3600"/>
              <a:buChar char="•"/>
              <a:defRPr sz="3600"/>
            </a:lvl1pPr>
            <a:lvl2pPr indent="-457200" lvl="1" marL="914400" rtl="0" algn="ctr">
              <a:lnSpc>
                <a:spcPct val="80000"/>
              </a:lnSpc>
              <a:spcBef>
                <a:spcPts val="640"/>
              </a:spcBef>
              <a:spcAft>
                <a:spcPts val="0"/>
              </a:spcAft>
              <a:buSzPts val="3600"/>
              <a:buChar char="–"/>
              <a:defRPr/>
            </a:lvl2pPr>
            <a:lvl3pPr indent="-457200" lvl="2" marL="1371600" rtl="0" algn="ctr">
              <a:lnSpc>
                <a:spcPct val="80000"/>
              </a:lnSpc>
              <a:spcBef>
                <a:spcPts val="640"/>
              </a:spcBef>
              <a:spcAft>
                <a:spcPts val="0"/>
              </a:spcAft>
              <a:buSzPts val="3600"/>
              <a:buChar char="•"/>
              <a:defRPr b="1" sz="3600"/>
            </a:lvl3pPr>
            <a:lvl4pPr indent="-457200" lvl="3" marL="1828800" rtl="0" algn="ctr">
              <a:lnSpc>
                <a:spcPct val="80000"/>
              </a:lnSpc>
              <a:spcBef>
                <a:spcPts val="640"/>
              </a:spcBef>
              <a:spcAft>
                <a:spcPts val="0"/>
              </a:spcAft>
              <a:buSzPts val="3600"/>
              <a:buChar char="–"/>
              <a:defRPr b="1" sz="3600"/>
            </a:lvl4pPr>
            <a:lvl5pPr indent="-457200" lvl="4" marL="2286000" rtl="0" algn="ctr">
              <a:lnSpc>
                <a:spcPct val="80000"/>
              </a:lnSpc>
              <a:spcBef>
                <a:spcPts val="640"/>
              </a:spcBef>
              <a:spcAft>
                <a:spcPts val="0"/>
              </a:spcAft>
              <a:buSzPts val="3600"/>
              <a:buChar char="»"/>
              <a:defRPr b="1" sz="3600"/>
            </a:lvl5pPr>
            <a:lvl6pPr indent="-457200" lvl="5" marL="2743200" rtl="0" algn="ctr">
              <a:lnSpc>
                <a:spcPct val="80000"/>
              </a:lnSpc>
              <a:spcBef>
                <a:spcPts val="640"/>
              </a:spcBef>
              <a:spcAft>
                <a:spcPts val="0"/>
              </a:spcAft>
              <a:buSzPts val="3600"/>
              <a:buChar char="•"/>
              <a:defRPr b="1" sz="3600"/>
            </a:lvl6pPr>
            <a:lvl7pPr indent="-457200" lvl="6" marL="3200400" rtl="0" algn="ctr">
              <a:lnSpc>
                <a:spcPct val="80000"/>
              </a:lnSpc>
              <a:spcBef>
                <a:spcPts val="640"/>
              </a:spcBef>
              <a:spcAft>
                <a:spcPts val="0"/>
              </a:spcAft>
              <a:buSzPts val="3600"/>
              <a:buChar char="•"/>
              <a:defRPr b="1" sz="3600"/>
            </a:lvl7pPr>
            <a:lvl8pPr indent="-457200" lvl="7" marL="3657600" rtl="0" algn="ctr">
              <a:lnSpc>
                <a:spcPct val="80000"/>
              </a:lnSpc>
              <a:spcBef>
                <a:spcPts val="640"/>
              </a:spcBef>
              <a:spcAft>
                <a:spcPts val="0"/>
              </a:spcAft>
              <a:buSzPts val="3600"/>
              <a:buChar char="•"/>
              <a:defRPr b="1" sz="3600"/>
            </a:lvl8pPr>
            <a:lvl9pPr indent="-457200" lvl="8" marL="4114800" rtl="0" algn="ctr">
              <a:lnSpc>
                <a:spcPct val="80000"/>
              </a:lnSpc>
              <a:spcBef>
                <a:spcPts val="640"/>
              </a:spcBef>
              <a:spcAft>
                <a:spcPts val="0"/>
              </a:spcAft>
              <a:buSzPts val="3600"/>
              <a:buChar char="•"/>
              <a:defRPr b="1" sz="36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obj">
  <p:cSld name="OBJECT">
    <p:spTree>
      <p:nvGrpSpPr>
        <p:cNvPr id="44" name="Shape 44"/>
        <p:cNvGrpSpPr/>
        <p:nvPr/>
      </p:nvGrpSpPr>
      <p:grpSpPr>
        <a:xfrm>
          <a:off x="0" y="0"/>
          <a:ext cx="0" cy="0"/>
          <a:chOff x="0" y="0"/>
          <a:chExt cx="0" cy="0"/>
        </a:xfrm>
      </p:grpSpPr>
      <p:grpSp>
        <p:nvGrpSpPr>
          <p:cNvPr id="45" name="Google Shape;45;p4"/>
          <p:cNvGrpSpPr/>
          <p:nvPr/>
        </p:nvGrpSpPr>
        <p:grpSpPr>
          <a:xfrm>
            <a:off x="512133" y="507760"/>
            <a:ext cx="17263847" cy="9271540"/>
            <a:chOff x="0" y="0"/>
            <a:chExt cx="4546827" cy="2441871"/>
          </a:xfrm>
        </p:grpSpPr>
        <p:sp>
          <p:nvSpPr>
            <p:cNvPr id="46" name="Google Shape;46;p4"/>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txBox="1"/>
            <p:nvPr/>
          </p:nvSpPr>
          <p:spPr>
            <a:xfrm>
              <a:off x="0" y="28575"/>
              <a:ext cx="4546800" cy="24132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8" name="Google Shape;48;p4"/>
          <p:cNvSpPr/>
          <p:nvPr>
            <p:ph idx="2" type="pic"/>
          </p:nvPr>
        </p:nvSpPr>
        <p:spPr>
          <a:xfrm>
            <a:off x="551450" y="501325"/>
            <a:ext cx="17263800" cy="9271500"/>
          </a:xfrm>
          <a:prstGeom prst="roundRect">
            <a:avLst>
              <a:gd fmla="val 1817" name="adj"/>
            </a:avLst>
          </a:prstGeom>
          <a:noFill/>
          <a:ln>
            <a:noFill/>
          </a:ln>
        </p:spPr>
      </p:sp>
      <p:sp>
        <p:nvSpPr>
          <p:cNvPr id="49" name="Google Shape;49;p4"/>
          <p:cNvSpPr txBox="1"/>
          <p:nvPr>
            <p:ph type="title"/>
          </p:nvPr>
        </p:nvSpPr>
        <p:spPr>
          <a:xfrm>
            <a:off x="1841500" y="4085175"/>
            <a:ext cx="14647200" cy="2243700"/>
          </a:xfrm>
          <a:prstGeom prst="rect">
            <a:avLst/>
          </a:prstGeom>
        </p:spPr>
        <p:txBody>
          <a:bodyPr anchorCtr="0" anchor="t" bIns="0" lIns="0" spcFirstLastPara="1" rIns="0" wrap="square" tIns="0">
            <a:noAutofit/>
          </a:bodyPr>
          <a:lstStyle>
            <a:lvl1pPr lvl="0">
              <a:lnSpc>
                <a:spcPct val="80000"/>
              </a:lnSpc>
              <a:spcBef>
                <a:spcPts val="0"/>
              </a:spcBef>
              <a:spcAft>
                <a:spcPts val="0"/>
              </a:spcAft>
              <a:buSzPts val="182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0" name="Google Shape;50;p4"/>
          <p:cNvSpPr txBox="1"/>
          <p:nvPr/>
        </p:nvSpPr>
        <p:spPr>
          <a:xfrm>
            <a:off x="1104900" y="874395"/>
            <a:ext cx="1349400" cy="246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99" u="none" cap="none" strike="noStrike">
                <a:solidFill>
                  <a:srgbClr val="FFFFFF"/>
                </a:solidFill>
                <a:latin typeface="Inter"/>
                <a:ea typeface="Inter"/>
                <a:cs typeface="Inter"/>
                <a:sym typeface="Inter"/>
              </a:rPr>
              <a:t>Brand</a:t>
            </a:r>
            <a:endParaRPr/>
          </a:p>
        </p:txBody>
      </p:sp>
      <p:sp>
        <p:nvSpPr>
          <p:cNvPr id="51" name="Google Shape;51;p4"/>
          <p:cNvSpPr txBox="1"/>
          <p:nvPr>
            <p:ph idx="1" type="body"/>
          </p:nvPr>
        </p:nvSpPr>
        <p:spPr>
          <a:xfrm>
            <a:off x="1102900" y="852225"/>
            <a:ext cx="1428900" cy="275700"/>
          </a:xfrm>
          <a:prstGeom prst="rect">
            <a:avLst/>
          </a:prstGeom>
        </p:spPr>
        <p:txBody>
          <a:bodyPr anchorCtr="0" anchor="t" bIns="0" lIns="0" spcFirstLastPara="1" rIns="0" wrap="square" tIns="0">
            <a:noAutofit/>
          </a:bodyPr>
          <a:lstStyle>
            <a:lvl1pPr indent="-330200" lvl="0" marL="457200">
              <a:spcBef>
                <a:spcPts val="640"/>
              </a:spcBef>
              <a:spcAft>
                <a:spcPts val="0"/>
              </a:spcAft>
              <a:buSzPts val="1600"/>
              <a:buChar char="•"/>
              <a:defRPr sz="1600"/>
            </a:lvl1pPr>
            <a:lvl2pPr indent="-330200" lvl="1" marL="914400">
              <a:spcBef>
                <a:spcPts val="640"/>
              </a:spcBef>
              <a:spcAft>
                <a:spcPts val="0"/>
              </a:spcAft>
              <a:buSzPts val="1600"/>
              <a:buChar char="–"/>
              <a:defRPr sz="1600"/>
            </a:lvl2pPr>
            <a:lvl3pPr indent="-330200" lvl="2" marL="1371600">
              <a:spcBef>
                <a:spcPts val="640"/>
              </a:spcBef>
              <a:spcAft>
                <a:spcPts val="0"/>
              </a:spcAft>
              <a:buSzPts val="1600"/>
              <a:buChar char="•"/>
              <a:defRPr b="1" sz="1600"/>
            </a:lvl3pPr>
            <a:lvl4pPr indent="-330200" lvl="3" marL="1828800">
              <a:spcBef>
                <a:spcPts val="640"/>
              </a:spcBef>
              <a:spcAft>
                <a:spcPts val="0"/>
              </a:spcAft>
              <a:buSzPts val="1600"/>
              <a:buChar char="–"/>
              <a:defRPr b="1" sz="1600"/>
            </a:lvl4pPr>
            <a:lvl5pPr indent="-330200" lvl="4" marL="2286000">
              <a:spcBef>
                <a:spcPts val="640"/>
              </a:spcBef>
              <a:spcAft>
                <a:spcPts val="0"/>
              </a:spcAft>
              <a:buSzPts val="1600"/>
              <a:buChar char="»"/>
              <a:defRPr b="1" sz="1600"/>
            </a:lvl5pPr>
            <a:lvl6pPr indent="-330200" lvl="5" marL="2743200">
              <a:spcBef>
                <a:spcPts val="640"/>
              </a:spcBef>
              <a:spcAft>
                <a:spcPts val="0"/>
              </a:spcAft>
              <a:buSzPts val="1600"/>
              <a:buChar char="•"/>
              <a:defRPr b="1" sz="1600"/>
            </a:lvl6pPr>
            <a:lvl7pPr indent="-330200" lvl="6" marL="3200400">
              <a:spcBef>
                <a:spcPts val="640"/>
              </a:spcBef>
              <a:spcAft>
                <a:spcPts val="0"/>
              </a:spcAft>
              <a:buSzPts val="1600"/>
              <a:buChar char="•"/>
              <a:defRPr b="1" sz="1600"/>
            </a:lvl7pPr>
            <a:lvl8pPr indent="-330200" lvl="7" marL="3657600">
              <a:spcBef>
                <a:spcPts val="640"/>
              </a:spcBef>
              <a:spcAft>
                <a:spcPts val="0"/>
              </a:spcAft>
              <a:buSzPts val="1600"/>
              <a:buChar char="•"/>
              <a:defRPr b="1" sz="1600"/>
            </a:lvl8pPr>
            <a:lvl9pPr indent="-330200" lvl="8" marL="4114800">
              <a:spcBef>
                <a:spcPts val="640"/>
              </a:spcBef>
              <a:spcAft>
                <a:spcPts val="0"/>
              </a:spcAft>
              <a:buSzPts val="1600"/>
              <a:buChar char="•"/>
              <a:defRPr b="1" sz="16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type="secHead">
  <p:cSld name="SECTION_HEADER">
    <p:spTree>
      <p:nvGrpSpPr>
        <p:cNvPr id="52" name="Shape 52"/>
        <p:cNvGrpSpPr/>
        <p:nvPr/>
      </p:nvGrpSpPr>
      <p:grpSpPr>
        <a:xfrm>
          <a:off x="0" y="0"/>
          <a:ext cx="0" cy="0"/>
          <a:chOff x="0" y="0"/>
          <a:chExt cx="0" cy="0"/>
        </a:xfrm>
      </p:grpSpPr>
      <p:grpSp>
        <p:nvGrpSpPr>
          <p:cNvPr id="53" name="Google Shape;53;p5"/>
          <p:cNvGrpSpPr/>
          <p:nvPr/>
        </p:nvGrpSpPr>
        <p:grpSpPr>
          <a:xfrm>
            <a:off x="9620229" y="507760"/>
            <a:ext cx="8155741" cy="9271540"/>
            <a:chOff x="0" y="0"/>
            <a:chExt cx="2148000" cy="2441871"/>
          </a:xfrm>
        </p:grpSpPr>
        <p:sp>
          <p:nvSpPr>
            <p:cNvPr id="54" name="Google Shape;54;p5"/>
            <p:cNvSpPr/>
            <p:nvPr/>
          </p:nvSpPr>
          <p:spPr>
            <a:xfrm>
              <a:off x="0" y="0"/>
              <a:ext cx="2147987" cy="2441871"/>
            </a:xfrm>
            <a:custGeom>
              <a:rect b="b" l="l" r="r" t="t"/>
              <a:pathLst>
                <a:path extrusionOk="0" h="2441871" w="2147987">
                  <a:moveTo>
                    <a:pt x="48413" y="0"/>
                  </a:moveTo>
                  <a:lnTo>
                    <a:pt x="2099574" y="0"/>
                  </a:lnTo>
                  <a:cubicBezTo>
                    <a:pt x="2112414" y="0"/>
                    <a:pt x="2124728" y="5101"/>
                    <a:pt x="2133807" y="14180"/>
                  </a:cubicBezTo>
                  <a:cubicBezTo>
                    <a:pt x="2142886" y="23259"/>
                    <a:pt x="2147987" y="35573"/>
                    <a:pt x="2147987" y="48413"/>
                  </a:cubicBezTo>
                  <a:lnTo>
                    <a:pt x="2147987" y="2393459"/>
                  </a:lnTo>
                  <a:cubicBezTo>
                    <a:pt x="2147987" y="2406298"/>
                    <a:pt x="2142886" y="2418612"/>
                    <a:pt x="2133807" y="2427692"/>
                  </a:cubicBezTo>
                  <a:cubicBezTo>
                    <a:pt x="2124728" y="2436771"/>
                    <a:pt x="2112414" y="2441871"/>
                    <a:pt x="2099574" y="2441871"/>
                  </a:cubicBezTo>
                  <a:lnTo>
                    <a:pt x="48413" y="2441871"/>
                  </a:lnTo>
                  <a:cubicBezTo>
                    <a:pt x="21675" y="2441871"/>
                    <a:pt x="0" y="2420196"/>
                    <a:pt x="0" y="2393459"/>
                  </a:cubicBezTo>
                  <a:lnTo>
                    <a:pt x="0" y="48413"/>
                  </a:lnTo>
                  <a:cubicBezTo>
                    <a:pt x="0" y="35573"/>
                    <a:pt x="5101" y="23259"/>
                    <a:pt x="14180" y="14180"/>
                  </a:cubicBezTo>
                  <a:cubicBezTo>
                    <a:pt x="23259" y="5101"/>
                    <a:pt x="35573" y="0"/>
                    <a:pt x="48413"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5"/>
            <p:cNvSpPr txBox="1"/>
            <p:nvPr/>
          </p:nvSpPr>
          <p:spPr>
            <a:xfrm>
              <a:off x="0" y="28575"/>
              <a:ext cx="2148000" cy="24132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56" name="Google Shape;56;p5"/>
          <p:cNvSpPr/>
          <p:nvPr>
            <p:ph idx="2" type="pic"/>
          </p:nvPr>
        </p:nvSpPr>
        <p:spPr>
          <a:xfrm>
            <a:off x="9620200" y="507775"/>
            <a:ext cx="8155800" cy="9271500"/>
          </a:xfrm>
          <a:prstGeom prst="roundRect">
            <a:avLst>
              <a:gd fmla="val 2453" name="adj"/>
            </a:avLst>
          </a:prstGeom>
          <a:noFill/>
          <a:ln>
            <a:noFill/>
          </a:ln>
        </p:spPr>
      </p:sp>
      <p:grpSp>
        <p:nvGrpSpPr>
          <p:cNvPr id="57" name="Google Shape;57;p5"/>
          <p:cNvGrpSpPr/>
          <p:nvPr/>
        </p:nvGrpSpPr>
        <p:grpSpPr>
          <a:xfrm>
            <a:off x="512133" y="5143500"/>
            <a:ext cx="8631926" cy="4636300"/>
            <a:chOff x="0" y="0"/>
            <a:chExt cx="2273414" cy="1221075"/>
          </a:xfrm>
        </p:grpSpPr>
        <p:sp>
          <p:nvSpPr>
            <p:cNvPr id="58" name="Google Shape;58;p5"/>
            <p:cNvSpPr/>
            <p:nvPr/>
          </p:nvSpPr>
          <p:spPr>
            <a:xfrm>
              <a:off x="0" y="0"/>
              <a:ext cx="2273414" cy="1220936"/>
            </a:xfrm>
            <a:custGeom>
              <a:rect b="b" l="l" r="r" t="t"/>
              <a:pathLst>
                <a:path extrusionOk="0" h="1220936" w="2273414">
                  <a:moveTo>
                    <a:pt x="45742" y="0"/>
                  </a:moveTo>
                  <a:lnTo>
                    <a:pt x="2227672" y="0"/>
                  </a:lnTo>
                  <a:cubicBezTo>
                    <a:pt x="2239803" y="0"/>
                    <a:pt x="2251438" y="4819"/>
                    <a:pt x="2260016" y="13397"/>
                  </a:cubicBezTo>
                  <a:cubicBezTo>
                    <a:pt x="2268594" y="21976"/>
                    <a:pt x="2273414" y="33610"/>
                    <a:pt x="2273414" y="45742"/>
                  </a:cubicBezTo>
                  <a:lnTo>
                    <a:pt x="2273414" y="1175194"/>
                  </a:lnTo>
                  <a:cubicBezTo>
                    <a:pt x="2273414" y="1187325"/>
                    <a:pt x="2268594" y="1198960"/>
                    <a:pt x="2260016" y="1207538"/>
                  </a:cubicBezTo>
                  <a:cubicBezTo>
                    <a:pt x="2251438" y="1216117"/>
                    <a:pt x="2239803" y="1220936"/>
                    <a:pt x="2227672" y="1220936"/>
                  </a:cubicBezTo>
                  <a:lnTo>
                    <a:pt x="45742" y="1220936"/>
                  </a:lnTo>
                  <a:cubicBezTo>
                    <a:pt x="33610" y="1220936"/>
                    <a:pt x="21976" y="1216117"/>
                    <a:pt x="13397" y="1207538"/>
                  </a:cubicBezTo>
                  <a:cubicBezTo>
                    <a:pt x="4819" y="1198960"/>
                    <a:pt x="0" y="1187325"/>
                    <a:pt x="0" y="1175194"/>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5"/>
            <p:cNvSpPr txBox="1"/>
            <p:nvPr/>
          </p:nvSpPr>
          <p:spPr>
            <a:xfrm>
              <a:off x="0" y="28575"/>
              <a:ext cx="2273400" cy="11925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60" name="Google Shape;60;p5"/>
          <p:cNvSpPr txBox="1"/>
          <p:nvPr>
            <p:ph idx="1" type="body"/>
          </p:nvPr>
        </p:nvSpPr>
        <p:spPr>
          <a:xfrm>
            <a:off x="1041100" y="5958675"/>
            <a:ext cx="7541700" cy="3256200"/>
          </a:xfrm>
          <a:prstGeom prst="rect">
            <a:avLst/>
          </a:prstGeom>
        </p:spPr>
        <p:txBody>
          <a:bodyPr anchorCtr="0" anchor="t" bIns="0" lIns="0" spcFirstLastPara="1" rIns="0" wrap="square" tIns="0">
            <a:noAutofit/>
          </a:bodyPr>
          <a:lstStyle>
            <a:lvl1pPr indent="-361950" lvl="0" marL="457200" algn="ctr">
              <a:spcBef>
                <a:spcPts val="640"/>
              </a:spcBef>
              <a:spcAft>
                <a:spcPts val="0"/>
              </a:spcAft>
              <a:buSzPts val="2100"/>
              <a:buChar char="•"/>
              <a:defRPr b="0" sz="2100"/>
            </a:lvl1pPr>
            <a:lvl2pPr indent="-361950" lvl="1" marL="914400" algn="ctr">
              <a:spcBef>
                <a:spcPts val="640"/>
              </a:spcBef>
              <a:spcAft>
                <a:spcPts val="0"/>
              </a:spcAft>
              <a:buSzPts val="2100"/>
              <a:buChar char="–"/>
              <a:defRPr b="0" sz="2100"/>
            </a:lvl2pPr>
            <a:lvl3pPr indent="-361950" lvl="2" marL="1371600" algn="ctr">
              <a:spcBef>
                <a:spcPts val="640"/>
              </a:spcBef>
              <a:spcAft>
                <a:spcPts val="0"/>
              </a:spcAft>
              <a:buSzPts val="2100"/>
              <a:buChar char="•"/>
              <a:defRPr/>
            </a:lvl3pPr>
            <a:lvl4pPr indent="-361950" lvl="3" marL="1828800" algn="ctr">
              <a:spcBef>
                <a:spcPts val="640"/>
              </a:spcBef>
              <a:spcAft>
                <a:spcPts val="0"/>
              </a:spcAft>
              <a:buSzPts val="2100"/>
              <a:buChar char="–"/>
              <a:defRPr sz="2100"/>
            </a:lvl4pPr>
            <a:lvl5pPr indent="-361950" lvl="4" marL="2286000" algn="ctr">
              <a:spcBef>
                <a:spcPts val="640"/>
              </a:spcBef>
              <a:spcAft>
                <a:spcPts val="0"/>
              </a:spcAft>
              <a:buSzPts val="2100"/>
              <a:buChar char="»"/>
              <a:defRPr sz="2100"/>
            </a:lvl5pPr>
            <a:lvl6pPr indent="-361950" lvl="5" marL="2743200" algn="ctr">
              <a:spcBef>
                <a:spcPts val="640"/>
              </a:spcBef>
              <a:spcAft>
                <a:spcPts val="0"/>
              </a:spcAft>
              <a:buSzPts val="2100"/>
              <a:buChar char="•"/>
              <a:defRPr sz="2100"/>
            </a:lvl6pPr>
            <a:lvl7pPr indent="-361950" lvl="6" marL="3200400" algn="ctr">
              <a:spcBef>
                <a:spcPts val="640"/>
              </a:spcBef>
              <a:spcAft>
                <a:spcPts val="0"/>
              </a:spcAft>
              <a:buSzPts val="2100"/>
              <a:buChar char="•"/>
              <a:defRPr sz="2100"/>
            </a:lvl7pPr>
            <a:lvl8pPr indent="-361950" lvl="7" marL="3657600" algn="ctr">
              <a:spcBef>
                <a:spcPts val="640"/>
              </a:spcBef>
              <a:spcAft>
                <a:spcPts val="0"/>
              </a:spcAft>
              <a:buSzPts val="2100"/>
              <a:buChar char="•"/>
              <a:defRPr sz="2100"/>
            </a:lvl8pPr>
            <a:lvl9pPr indent="-361950" lvl="8" marL="4114800" algn="ctr">
              <a:spcBef>
                <a:spcPts val="640"/>
              </a:spcBef>
              <a:spcAft>
                <a:spcPts val="0"/>
              </a:spcAft>
              <a:buSzPts val="2100"/>
              <a:buChar char="•"/>
              <a:defRPr sz="2100"/>
            </a:lvl9pPr>
          </a:lstStyle>
          <a:p/>
        </p:txBody>
      </p:sp>
      <p:grpSp>
        <p:nvGrpSpPr>
          <p:cNvPr id="61" name="Google Shape;61;p5"/>
          <p:cNvGrpSpPr/>
          <p:nvPr/>
        </p:nvGrpSpPr>
        <p:grpSpPr>
          <a:xfrm>
            <a:off x="512133" y="507760"/>
            <a:ext cx="8631926" cy="4082841"/>
            <a:chOff x="0" y="0"/>
            <a:chExt cx="2273414" cy="1075309"/>
          </a:xfrm>
        </p:grpSpPr>
        <p:sp>
          <p:nvSpPr>
            <p:cNvPr id="62" name="Google Shape;62;p5"/>
            <p:cNvSpPr/>
            <p:nvPr/>
          </p:nvSpPr>
          <p:spPr>
            <a:xfrm>
              <a:off x="0" y="0"/>
              <a:ext cx="2273414" cy="1075309"/>
            </a:xfrm>
            <a:custGeom>
              <a:rect b="b" l="l" r="r" t="t"/>
              <a:pathLst>
                <a:path extrusionOk="0" h="1075309" w="2273414">
                  <a:moveTo>
                    <a:pt x="45742" y="0"/>
                  </a:moveTo>
                  <a:lnTo>
                    <a:pt x="2227672" y="0"/>
                  </a:lnTo>
                  <a:cubicBezTo>
                    <a:pt x="2239803" y="0"/>
                    <a:pt x="2251438" y="4819"/>
                    <a:pt x="2260016" y="13397"/>
                  </a:cubicBezTo>
                  <a:cubicBezTo>
                    <a:pt x="2268594" y="21976"/>
                    <a:pt x="2273414" y="33610"/>
                    <a:pt x="2273414" y="45742"/>
                  </a:cubicBezTo>
                  <a:lnTo>
                    <a:pt x="2273414" y="1029567"/>
                  </a:lnTo>
                  <a:cubicBezTo>
                    <a:pt x="2273414" y="1041698"/>
                    <a:pt x="2268594" y="1053333"/>
                    <a:pt x="2260016" y="1061911"/>
                  </a:cubicBezTo>
                  <a:cubicBezTo>
                    <a:pt x="2251438" y="1070489"/>
                    <a:pt x="2239803" y="1075309"/>
                    <a:pt x="2227672" y="1075309"/>
                  </a:cubicBezTo>
                  <a:lnTo>
                    <a:pt x="45742" y="1075309"/>
                  </a:lnTo>
                  <a:cubicBezTo>
                    <a:pt x="33610" y="1075309"/>
                    <a:pt x="21976" y="1070489"/>
                    <a:pt x="13397" y="1061911"/>
                  </a:cubicBezTo>
                  <a:cubicBezTo>
                    <a:pt x="4819" y="1053333"/>
                    <a:pt x="0" y="1041698"/>
                    <a:pt x="0" y="1029567"/>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5"/>
            <p:cNvSpPr txBox="1"/>
            <p:nvPr/>
          </p:nvSpPr>
          <p:spPr>
            <a:xfrm>
              <a:off x="0" y="28575"/>
              <a:ext cx="2273400" cy="10467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64" name="Google Shape;64;p5"/>
          <p:cNvSpPr txBox="1"/>
          <p:nvPr>
            <p:ph idx="3" type="subTitle"/>
          </p:nvPr>
        </p:nvSpPr>
        <p:spPr>
          <a:xfrm>
            <a:off x="750188" y="1209075"/>
            <a:ext cx="8155800" cy="2680200"/>
          </a:xfrm>
          <a:prstGeom prst="rect">
            <a:avLst/>
          </a:prstGeom>
        </p:spPr>
        <p:txBody>
          <a:bodyPr anchorCtr="0" anchor="t" bIns="0" lIns="0" spcFirstLastPara="1" rIns="0" wrap="square" tIns="0">
            <a:noAutofit/>
          </a:bodyPr>
          <a:lstStyle>
            <a:lvl1pPr lvl="0" algn="ctr">
              <a:lnSpc>
                <a:spcPct val="80000"/>
              </a:lnSpc>
              <a:spcBef>
                <a:spcPts val="640"/>
              </a:spcBef>
              <a:spcAft>
                <a:spcPts val="0"/>
              </a:spcAft>
              <a:buSzPts val="9600"/>
              <a:buNone/>
              <a:defRPr/>
            </a:lvl1pPr>
            <a:lvl2pPr lvl="1" algn="ctr">
              <a:spcBef>
                <a:spcPts val="640"/>
              </a:spcBef>
              <a:spcAft>
                <a:spcPts val="0"/>
              </a:spcAft>
              <a:buSzPts val="3600"/>
              <a:buNone/>
              <a:defRPr/>
            </a:lvl2pPr>
            <a:lvl3pPr lvl="2" algn="ctr">
              <a:spcBef>
                <a:spcPts val="640"/>
              </a:spcBef>
              <a:spcAft>
                <a:spcPts val="0"/>
              </a:spcAft>
              <a:buSzPts val="2100"/>
              <a:buNone/>
              <a:defRPr/>
            </a:lvl3pPr>
            <a:lvl4pPr lvl="3" algn="ctr">
              <a:spcBef>
                <a:spcPts val="640"/>
              </a:spcBef>
              <a:spcAft>
                <a:spcPts val="0"/>
              </a:spcAft>
              <a:buSzPts val="2000"/>
              <a:buNone/>
              <a:defRPr/>
            </a:lvl4pPr>
            <a:lvl5pPr lvl="4" algn="ctr">
              <a:spcBef>
                <a:spcPts val="640"/>
              </a:spcBef>
              <a:spcAft>
                <a:spcPts val="0"/>
              </a:spcAft>
              <a:buSzPts val="2000"/>
              <a:buNone/>
              <a:defRPr/>
            </a:lvl5pPr>
            <a:lvl6pPr lvl="5" algn="ctr">
              <a:spcBef>
                <a:spcPts val="640"/>
              </a:spcBef>
              <a:spcAft>
                <a:spcPts val="0"/>
              </a:spcAft>
              <a:buSzPts val="2000"/>
              <a:buNone/>
              <a:defRPr/>
            </a:lvl6pPr>
            <a:lvl7pPr lvl="6" algn="ctr">
              <a:spcBef>
                <a:spcPts val="640"/>
              </a:spcBef>
              <a:spcAft>
                <a:spcPts val="0"/>
              </a:spcAft>
              <a:buSzPts val="2000"/>
              <a:buNone/>
              <a:defRPr/>
            </a:lvl7pPr>
            <a:lvl8pPr lvl="7" algn="ctr">
              <a:spcBef>
                <a:spcPts val="640"/>
              </a:spcBef>
              <a:spcAft>
                <a:spcPts val="0"/>
              </a:spcAft>
              <a:buSzPts val="2000"/>
              <a:buNone/>
              <a:defRPr/>
            </a:lvl8pPr>
            <a:lvl9pPr lvl="8" algn="ctr">
              <a:spcBef>
                <a:spcPts val="640"/>
              </a:spcBef>
              <a:spcAft>
                <a:spcPts val="0"/>
              </a:spcAft>
              <a:buSzPts val="20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allery" type="twoObj">
  <p:cSld name="TWO_OBJECTS">
    <p:spTree>
      <p:nvGrpSpPr>
        <p:cNvPr id="65" name="Shape 65"/>
        <p:cNvGrpSpPr/>
        <p:nvPr/>
      </p:nvGrpSpPr>
      <p:grpSpPr>
        <a:xfrm>
          <a:off x="0" y="0"/>
          <a:ext cx="0" cy="0"/>
          <a:chOff x="0" y="0"/>
          <a:chExt cx="0" cy="0"/>
        </a:xfrm>
      </p:grpSpPr>
      <p:sp>
        <p:nvSpPr>
          <p:cNvPr id="66" name="Google Shape;66;p6"/>
          <p:cNvSpPr/>
          <p:nvPr>
            <p:ph idx="2" type="pic"/>
          </p:nvPr>
        </p:nvSpPr>
        <p:spPr>
          <a:xfrm>
            <a:off x="5953125" y="6953250"/>
            <a:ext cx="6359700" cy="2823000"/>
          </a:xfrm>
          <a:prstGeom prst="roundRect">
            <a:avLst>
              <a:gd fmla="val 11335" name="adj"/>
            </a:avLst>
          </a:prstGeom>
          <a:noFill/>
          <a:ln>
            <a:noFill/>
          </a:ln>
        </p:spPr>
      </p:sp>
      <p:sp>
        <p:nvSpPr>
          <p:cNvPr id="67" name="Google Shape;67;p6"/>
          <p:cNvSpPr/>
          <p:nvPr>
            <p:ph idx="3" type="pic"/>
          </p:nvPr>
        </p:nvSpPr>
        <p:spPr>
          <a:xfrm>
            <a:off x="5963388" y="510775"/>
            <a:ext cx="6359700" cy="2823000"/>
          </a:xfrm>
          <a:prstGeom prst="roundRect">
            <a:avLst>
              <a:gd fmla="val 11335" name="adj"/>
            </a:avLst>
          </a:prstGeom>
          <a:noFill/>
          <a:ln>
            <a:noFill/>
          </a:ln>
        </p:spPr>
      </p:sp>
      <p:sp>
        <p:nvSpPr>
          <p:cNvPr id="68" name="Google Shape;68;p6"/>
          <p:cNvSpPr/>
          <p:nvPr>
            <p:ph idx="4" type="pic"/>
          </p:nvPr>
        </p:nvSpPr>
        <p:spPr>
          <a:xfrm>
            <a:off x="12571423" y="510775"/>
            <a:ext cx="5202900" cy="2823000"/>
          </a:xfrm>
          <a:prstGeom prst="roundRect">
            <a:avLst>
              <a:gd fmla="val 11335" name="adj"/>
            </a:avLst>
          </a:prstGeom>
          <a:noFill/>
          <a:ln>
            <a:noFill/>
          </a:ln>
        </p:spPr>
      </p:sp>
      <p:sp>
        <p:nvSpPr>
          <p:cNvPr id="69" name="Google Shape;69;p6"/>
          <p:cNvSpPr/>
          <p:nvPr>
            <p:ph idx="5" type="pic"/>
          </p:nvPr>
        </p:nvSpPr>
        <p:spPr>
          <a:xfrm>
            <a:off x="491623" y="6953250"/>
            <a:ext cx="5202900" cy="2823000"/>
          </a:xfrm>
          <a:prstGeom prst="roundRect">
            <a:avLst>
              <a:gd fmla="val 11335" name="adj"/>
            </a:avLst>
          </a:prstGeom>
          <a:noFill/>
          <a:ln>
            <a:noFill/>
          </a:ln>
        </p:spPr>
      </p:sp>
      <p:sp>
        <p:nvSpPr>
          <p:cNvPr id="70" name="Google Shape;70;p6"/>
          <p:cNvSpPr/>
          <p:nvPr>
            <p:ph idx="6" type="pic"/>
          </p:nvPr>
        </p:nvSpPr>
        <p:spPr>
          <a:xfrm>
            <a:off x="512175" y="510775"/>
            <a:ext cx="5202900" cy="6023700"/>
          </a:xfrm>
          <a:prstGeom prst="roundRect">
            <a:avLst>
              <a:gd fmla="val 11335" name="adj"/>
            </a:avLst>
          </a:prstGeom>
          <a:noFill/>
          <a:ln>
            <a:noFill/>
          </a:ln>
        </p:spPr>
      </p:sp>
      <p:sp>
        <p:nvSpPr>
          <p:cNvPr id="71" name="Google Shape;71;p6"/>
          <p:cNvSpPr/>
          <p:nvPr>
            <p:ph idx="7" type="pic"/>
          </p:nvPr>
        </p:nvSpPr>
        <p:spPr>
          <a:xfrm>
            <a:off x="12572950" y="3757950"/>
            <a:ext cx="5202900" cy="6023700"/>
          </a:xfrm>
          <a:prstGeom prst="roundRect">
            <a:avLst>
              <a:gd fmla="val 11335" name="adj"/>
            </a:avLst>
          </a:prstGeom>
          <a:noFill/>
          <a:ln>
            <a:noFill/>
          </a:ln>
        </p:spPr>
      </p:sp>
      <p:grpSp>
        <p:nvGrpSpPr>
          <p:cNvPr id="72" name="Google Shape;72;p6"/>
          <p:cNvGrpSpPr/>
          <p:nvPr/>
        </p:nvGrpSpPr>
        <p:grpSpPr>
          <a:xfrm>
            <a:off x="5964232" y="3740343"/>
            <a:ext cx="6359576" cy="2806334"/>
            <a:chOff x="0" y="0"/>
            <a:chExt cx="1674939" cy="739112"/>
          </a:xfrm>
        </p:grpSpPr>
        <p:sp>
          <p:nvSpPr>
            <p:cNvPr id="73" name="Google Shape;73;p6"/>
            <p:cNvSpPr/>
            <p:nvPr/>
          </p:nvSpPr>
          <p:spPr>
            <a:xfrm>
              <a:off x="0" y="0"/>
              <a:ext cx="1674939" cy="739112"/>
            </a:xfrm>
            <a:custGeom>
              <a:rect b="b" l="l" r="r" t="t"/>
              <a:pathLst>
                <a:path extrusionOk="0" h="739112" w="1674939">
                  <a:moveTo>
                    <a:pt x="62086" y="0"/>
                  </a:moveTo>
                  <a:lnTo>
                    <a:pt x="1612853" y="0"/>
                  </a:lnTo>
                  <a:cubicBezTo>
                    <a:pt x="1629320" y="0"/>
                    <a:pt x="1645112" y="6541"/>
                    <a:pt x="1656755" y="18185"/>
                  </a:cubicBezTo>
                  <a:cubicBezTo>
                    <a:pt x="1668398" y="29828"/>
                    <a:pt x="1674939" y="45620"/>
                    <a:pt x="1674939" y="62086"/>
                  </a:cubicBezTo>
                  <a:lnTo>
                    <a:pt x="1674939" y="677026"/>
                  </a:lnTo>
                  <a:cubicBezTo>
                    <a:pt x="1674939" y="711315"/>
                    <a:pt x="1647143" y="739112"/>
                    <a:pt x="1612853" y="739112"/>
                  </a:cubicBezTo>
                  <a:lnTo>
                    <a:pt x="62086" y="739112"/>
                  </a:lnTo>
                  <a:cubicBezTo>
                    <a:pt x="45620" y="739112"/>
                    <a:pt x="29828" y="732570"/>
                    <a:pt x="18185" y="720927"/>
                  </a:cubicBezTo>
                  <a:cubicBezTo>
                    <a:pt x="6541" y="709284"/>
                    <a:pt x="0" y="693492"/>
                    <a:pt x="0" y="677026"/>
                  </a:cubicBezTo>
                  <a:lnTo>
                    <a:pt x="0" y="62086"/>
                  </a:lnTo>
                  <a:cubicBezTo>
                    <a:pt x="0" y="45620"/>
                    <a:pt x="6541" y="29828"/>
                    <a:pt x="18185" y="18185"/>
                  </a:cubicBezTo>
                  <a:cubicBezTo>
                    <a:pt x="29828" y="6541"/>
                    <a:pt x="45620" y="0"/>
                    <a:pt x="62086"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6"/>
            <p:cNvSpPr txBox="1"/>
            <p:nvPr/>
          </p:nvSpPr>
          <p:spPr>
            <a:xfrm>
              <a:off x="0" y="28575"/>
              <a:ext cx="1674900" cy="710400"/>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75" name="Google Shape;75;p6"/>
          <p:cNvSpPr txBox="1"/>
          <p:nvPr>
            <p:ph idx="1" type="subTitle"/>
          </p:nvPr>
        </p:nvSpPr>
        <p:spPr>
          <a:xfrm>
            <a:off x="6167863" y="4500575"/>
            <a:ext cx="5952300" cy="1263300"/>
          </a:xfrm>
          <a:prstGeom prst="rect">
            <a:avLst/>
          </a:prstGeom>
        </p:spPr>
        <p:txBody>
          <a:bodyPr anchorCtr="0" anchor="t" bIns="0" lIns="0" spcFirstLastPara="1" rIns="0" wrap="square" tIns="0">
            <a:noAutofit/>
          </a:bodyPr>
          <a:lstStyle>
            <a:lvl1pPr lvl="0" algn="ctr">
              <a:lnSpc>
                <a:spcPct val="80000"/>
              </a:lnSpc>
              <a:spcBef>
                <a:spcPts val="640"/>
              </a:spcBef>
              <a:spcAft>
                <a:spcPts val="0"/>
              </a:spcAft>
              <a:buSzPts val="9600"/>
              <a:buNone/>
              <a:defRPr/>
            </a:lvl1pPr>
            <a:lvl2pPr lvl="1">
              <a:spcBef>
                <a:spcPts val="640"/>
              </a:spcBef>
              <a:spcAft>
                <a:spcPts val="0"/>
              </a:spcAft>
              <a:buSzPts val="3600"/>
              <a:buNone/>
              <a:defRPr/>
            </a:lvl2pPr>
            <a:lvl3pPr lvl="2">
              <a:spcBef>
                <a:spcPts val="640"/>
              </a:spcBef>
              <a:spcAft>
                <a:spcPts val="0"/>
              </a:spcAft>
              <a:buSzPts val="2100"/>
              <a:buNone/>
              <a:defRPr/>
            </a:lvl3pPr>
            <a:lvl4pPr lvl="3">
              <a:spcBef>
                <a:spcPts val="640"/>
              </a:spcBef>
              <a:spcAft>
                <a:spcPts val="0"/>
              </a:spcAft>
              <a:buSzPts val="2000"/>
              <a:buNone/>
              <a:defRPr/>
            </a:lvl4pPr>
            <a:lvl5pPr lvl="4">
              <a:spcBef>
                <a:spcPts val="640"/>
              </a:spcBef>
              <a:spcAft>
                <a:spcPts val="0"/>
              </a:spcAft>
              <a:buSzPts val="2000"/>
              <a:buNone/>
              <a:defRPr/>
            </a:lvl5pPr>
            <a:lvl6pPr lvl="5">
              <a:spcBef>
                <a:spcPts val="640"/>
              </a:spcBef>
              <a:spcAft>
                <a:spcPts val="0"/>
              </a:spcAft>
              <a:buSzPts val="2000"/>
              <a:buNone/>
              <a:defRPr/>
            </a:lvl6pPr>
            <a:lvl7pPr lvl="6">
              <a:spcBef>
                <a:spcPts val="640"/>
              </a:spcBef>
              <a:spcAft>
                <a:spcPts val="0"/>
              </a:spcAft>
              <a:buSzPts val="2000"/>
              <a:buNone/>
              <a:defRPr/>
            </a:lvl7pPr>
            <a:lvl8pPr lvl="7">
              <a:spcBef>
                <a:spcPts val="640"/>
              </a:spcBef>
              <a:spcAft>
                <a:spcPts val="0"/>
              </a:spcAft>
              <a:buSzPts val="2000"/>
              <a:buNone/>
              <a:defRPr/>
            </a:lvl8pPr>
            <a:lvl9pPr lvl="8">
              <a:spcBef>
                <a:spcPts val="640"/>
              </a:spcBef>
              <a:spcAft>
                <a:spcPts val="0"/>
              </a:spcAft>
              <a:buSzPts val="20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0" lIns="0" spcFirstLastPara="1" rIns="0" wrap="square" tIns="0">
            <a:noAutofit/>
          </a:bodyPr>
          <a:lstStyle>
            <a:lvl1pPr lvl="0" marR="0" rtl="0" algn="ctr">
              <a:lnSpc>
                <a:spcPct val="80000"/>
              </a:lnSpc>
              <a:spcBef>
                <a:spcPts val="0"/>
              </a:spcBef>
              <a:spcAft>
                <a:spcPts val="0"/>
              </a:spcAft>
              <a:buClr>
                <a:schemeClr val="lt1"/>
              </a:buClr>
              <a:buSzPts val="18200"/>
              <a:buFont typeface="Inter SemiBold"/>
              <a:buNone/>
              <a:defRPr i="0" sz="18200" u="none" cap="none" strike="noStrike">
                <a:solidFill>
                  <a:schemeClr val="lt1"/>
                </a:solidFill>
                <a:latin typeface="Inter SemiBold"/>
                <a:ea typeface="Inter SemiBold"/>
                <a:cs typeface="Inter SemiBold"/>
                <a:sym typeface="Inter SemiBol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0" lIns="0" spcFirstLastPara="1" rIns="0" wrap="square" tIns="0">
            <a:noAutofit/>
          </a:bodyPr>
          <a:lstStyle>
            <a:lvl1pPr indent="-838200" lvl="0" marL="457200" marR="0" rtl="0" algn="l">
              <a:lnSpc>
                <a:spcPct val="90000"/>
              </a:lnSpc>
              <a:spcBef>
                <a:spcPts val="640"/>
              </a:spcBef>
              <a:spcAft>
                <a:spcPts val="0"/>
              </a:spcAft>
              <a:buClr>
                <a:srgbClr val="FFFFFF"/>
              </a:buClr>
              <a:buSzPts val="9600"/>
              <a:buFont typeface="Inter"/>
              <a:buChar char="•"/>
              <a:defRPr b="1" i="0" sz="9600" u="none" cap="none" strike="noStrike">
                <a:solidFill>
                  <a:srgbClr val="FFFFFF"/>
                </a:solidFill>
                <a:latin typeface="Inter"/>
                <a:ea typeface="Inter"/>
                <a:cs typeface="Inter"/>
                <a:sym typeface="Inter"/>
              </a:defRPr>
            </a:lvl1pPr>
            <a:lvl2pPr indent="-457200" lvl="1" marL="914400" marR="0" rtl="0" algn="l">
              <a:lnSpc>
                <a:spcPct val="90000"/>
              </a:lnSpc>
              <a:spcBef>
                <a:spcPts val="640"/>
              </a:spcBef>
              <a:spcAft>
                <a:spcPts val="0"/>
              </a:spcAft>
              <a:buClr>
                <a:srgbClr val="FFFFFF"/>
              </a:buClr>
              <a:buSzPts val="3600"/>
              <a:buFont typeface="Inter"/>
              <a:buChar char="–"/>
              <a:defRPr b="1" i="0" sz="3600" u="none" cap="none" strike="noStrike">
                <a:solidFill>
                  <a:srgbClr val="FFFFFF"/>
                </a:solidFill>
                <a:latin typeface="Inter"/>
                <a:ea typeface="Inter"/>
                <a:cs typeface="Inter"/>
                <a:sym typeface="Inter"/>
              </a:defRPr>
            </a:lvl2pPr>
            <a:lvl3pPr indent="-361950" lvl="2" marL="1371600" marR="0" rtl="0" algn="l">
              <a:lnSpc>
                <a:spcPct val="90000"/>
              </a:lnSpc>
              <a:spcBef>
                <a:spcPts val="640"/>
              </a:spcBef>
              <a:spcAft>
                <a:spcPts val="0"/>
              </a:spcAft>
              <a:buClr>
                <a:srgbClr val="FFFFFF"/>
              </a:buClr>
              <a:buSzPts val="2100"/>
              <a:buFont typeface="Inter"/>
              <a:buChar char="•"/>
              <a:defRPr i="0" sz="2100" u="none" cap="none" strike="noStrike">
                <a:solidFill>
                  <a:srgbClr val="FFFFFF"/>
                </a:solidFill>
                <a:latin typeface="Inter"/>
                <a:ea typeface="Inter"/>
                <a:cs typeface="Inter"/>
                <a:sym typeface="Inter"/>
              </a:defRPr>
            </a:lvl3pPr>
            <a:lvl4pPr indent="-355600" lvl="3" marL="1828800" marR="0" rtl="0" algn="l">
              <a:lnSpc>
                <a:spcPct val="90000"/>
              </a:lnSpc>
              <a:spcBef>
                <a:spcPts val="640"/>
              </a:spcBef>
              <a:spcAft>
                <a:spcPts val="0"/>
              </a:spcAft>
              <a:buClr>
                <a:srgbClr val="FFFFFF"/>
              </a:buClr>
              <a:buSzPts val="2000"/>
              <a:buFont typeface="Inter"/>
              <a:buChar char="–"/>
              <a:defRPr i="0" sz="2000" u="none" cap="none" strike="noStrike">
                <a:solidFill>
                  <a:srgbClr val="FFFFFF"/>
                </a:solidFill>
                <a:latin typeface="Inter"/>
                <a:ea typeface="Inter"/>
                <a:cs typeface="Inter"/>
                <a:sym typeface="Inter"/>
              </a:defRPr>
            </a:lvl4pPr>
            <a:lvl5pPr indent="-355600" lvl="4" marL="2286000" marR="0" rtl="0" algn="l">
              <a:lnSpc>
                <a:spcPct val="90000"/>
              </a:lnSpc>
              <a:spcBef>
                <a:spcPts val="640"/>
              </a:spcBef>
              <a:spcAft>
                <a:spcPts val="0"/>
              </a:spcAft>
              <a:buClr>
                <a:srgbClr val="FFFFFF"/>
              </a:buClr>
              <a:buSzPts val="2000"/>
              <a:buFont typeface="Inter"/>
              <a:buChar char="»"/>
              <a:defRPr i="0" sz="2000" u="none" cap="none" strike="noStrike">
                <a:solidFill>
                  <a:srgbClr val="FFFFFF"/>
                </a:solidFill>
                <a:latin typeface="Inter"/>
                <a:ea typeface="Inter"/>
                <a:cs typeface="Inter"/>
                <a:sym typeface="Inter"/>
              </a:defRPr>
            </a:lvl5pPr>
            <a:lvl6pPr indent="-355600" lvl="5" marL="2743200" marR="0" rtl="0" algn="l">
              <a:lnSpc>
                <a:spcPct val="90000"/>
              </a:lnSpc>
              <a:spcBef>
                <a:spcPts val="640"/>
              </a:spcBef>
              <a:spcAft>
                <a:spcPts val="0"/>
              </a:spcAft>
              <a:buClr>
                <a:srgbClr val="FFFFFF"/>
              </a:buClr>
              <a:buSzPts val="2000"/>
              <a:buFont typeface="Inter"/>
              <a:buChar char="•"/>
              <a:defRPr i="0" sz="2000" u="none" cap="none" strike="noStrike">
                <a:solidFill>
                  <a:srgbClr val="FFFFFF"/>
                </a:solidFill>
                <a:latin typeface="Inter"/>
                <a:ea typeface="Inter"/>
                <a:cs typeface="Inter"/>
                <a:sym typeface="Inter"/>
              </a:defRPr>
            </a:lvl6pPr>
            <a:lvl7pPr indent="-355600" lvl="6" marL="3200400" marR="0" rtl="0" algn="l">
              <a:lnSpc>
                <a:spcPct val="90000"/>
              </a:lnSpc>
              <a:spcBef>
                <a:spcPts val="640"/>
              </a:spcBef>
              <a:spcAft>
                <a:spcPts val="0"/>
              </a:spcAft>
              <a:buClr>
                <a:srgbClr val="FFFFFF"/>
              </a:buClr>
              <a:buSzPts val="2000"/>
              <a:buFont typeface="Inter"/>
              <a:buChar char="•"/>
              <a:defRPr i="0" sz="2000" u="none" cap="none" strike="noStrike">
                <a:solidFill>
                  <a:srgbClr val="FFFFFF"/>
                </a:solidFill>
                <a:latin typeface="Inter"/>
                <a:ea typeface="Inter"/>
                <a:cs typeface="Inter"/>
                <a:sym typeface="Inter"/>
              </a:defRPr>
            </a:lvl7pPr>
            <a:lvl8pPr indent="-355600" lvl="7" marL="3657600" marR="0" rtl="0" algn="l">
              <a:lnSpc>
                <a:spcPct val="90000"/>
              </a:lnSpc>
              <a:spcBef>
                <a:spcPts val="640"/>
              </a:spcBef>
              <a:spcAft>
                <a:spcPts val="0"/>
              </a:spcAft>
              <a:buClr>
                <a:srgbClr val="FFFFFF"/>
              </a:buClr>
              <a:buSzPts val="2000"/>
              <a:buFont typeface="Inter"/>
              <a:buChar char="•"/>
              <a:defRPr i="0" sz="2000" u="none" cap="none" strike="noStrike">
                <a:solidFill>
                  <a:srgbClr val="FFFFFF"/>
                </a:solidFill>
                <a:latin typeface="Inter"/>
                <a:ea typeface="Inter"/>
                <a:cs typeface="Inter"/>
                <a:sym typeface="Inter"/>
              </a:defRPr>
            </a:lvl8pPr>
            <a:lvl9pPr indent="-355600" lvl="8" marL="4114800" marR="0" rtl="0" algn="l">
              <a:lnSpc>
                <a:spcPct val="90000"/>
              </a:lnSpc>
              <a:spcBef>
                <a:spcPts val="640"/>
              </a:spcBef>
              <a:spcAft>
                <a:spcPts val="0"/>
              </a:spcAft>
              <a:buClr>
                <a:srgbClr val="FFFFFF"/>
              </a:buClr>
              <a:buSzPts val="2000"/>
              <a:buFont typeface="Inter"/>
              <a:buChar char="•"/>
              <a:defRPr i="0" sz="2000" u="none" cap="none" strike="noStrike">
                <a:solidFill>
                  <a:srgbClr val="FFFFFF"/>
                </a:solidFill>
                <a:latin typeface="Inter"/>
                <a:ea typeface="Inter"/>
                <a:cs typeface="Inter"/>
                <a:sym typeface="Inter"/>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0" lIns="0" spcFirstLastPara="1" rIns="0" wrap="square" tIns="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0" lIns="0" spcFirstLastPara="1" rIns="0" wrap="square" tIns="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0.png"/><Relationship Id="rId7" Type="http://schemas.openxmlformats.org/officeDocument/2006/relationships/image" Target="../media/image2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3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8.png"/><Relationship Id="rId4" Type="http://schemas.openxmlformats.org/officeDocument/2006/relationships/image" Target="../media/image6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6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6.png"/><Relationship Id="rId4" Type="http://schemas.openxmlformats.org/officeDocument/2006/relationships/image" Target="../media/image66.png"/><Relationship Id="rId5" Type="http://schemas.openxmlformats.org/officeDocument/2006/relationships/image" Target="../media/image14.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17.png"/><Relationship Id="rId9" Type="http://schemas.openxmlformats.org/officeDocument/2006/relationships/image" Target="../media/image29.png"/><Relationship Id="rId10" Type="http://schemas.openxmlformats.org/officeDocument/2006/relationships/image" Target="../media/image27.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30.png"/><Relationship Id="rId14" Type="http://schemas.openxmlformats.org/officeDocument/2006/relationships/image" Target="../media/image31.png"/><Relationship Id="rId15" Type="http://schemas.openxmlformats.org/officeDocument/2006/relationships/image" Target="../media/image25.png"/><Relationship Id="rId16" Type="http://schemas.openxmlformats.org/officeDocument/2006/relationships/image" Target="../media/image32.png"/><Relationship Id="rId17" Type="http://schemas.openxmlformats.org/officeDocument/2006/relationships/image" Target="../media/image63.png"/><Relationship Id="rId18" Type="http://schemas.openxmlformats.org/officeDocument/2006/relationships/image" Target="../media/image40.png"/><Relationship Id="rId19" Type="http://schemas.openxmlformats.org/officeDocument/2006/relationships/image" Target="../media/image39.png"/><Relationship Id="rId20" Type="http://schemas.openxmlformats.org/officeDocument/2006/relationships/image" Target="../media/image33.png"/><Relationship Id="rId21" Type="http://schemas.openxmlformats.org/officeDocument/2006/relationships/image" Target="../media/image48.png"/><Relationship Id="rId22" Type="http://schemas.openxmlformats.org/officeDocument/2006/relationships/image" Target="../media/image38.png"/><Relationship Id="rId23" Type="http://schemas.openxmlformats.org/officeDocument/2006/relationships/image" Target="../media/image34.png"/><Relationship Id="rId24" Type="http://schemas.openxmlformats.org/officeDocument/2006/relationships/image" Target="../media/image45.png"/><Relationship Id="rId25" Type="http://schemas.openxmlformats.org/officeDocument/2006/relationships/image" Target="../media/image35.png"/><Relationship Id="rId26" Type="http://schemas.openxmlformats.org/officeDocument/2006/relationships/image" Target="../media/image41.png"/><Relationship Id="rId27" Type="http://schemas.openxmlformats.org/officeDocument/2006/relationships/image" Target="../media/image42.png"/><Relationship Id="rId28" Type="http://schemas.openxmlformats.org/officeDocument/2006/relationships/image" Target="../media/image37.png"/><Relationship Id="rId29" Type="http://schemas.openxmlformats.org/officeDocument/2006/relationships/image" Target="../media/image46.png"/><Relationship Id="rId30" Type="http://schemas.openxmlformats.org/officeDocument/2006/relationships/image" Target="../media/image43.png"/><Relationship Id="rId31" Type="http://schemas.openxmlformats.org/officeDocument/2006/relationships/image" Target="../media/image50.png"/><Relationship Id="rId32" Type="http://schemas.openxmlformats.org/officeDocument/2006/relationships/image" Target="../media/image62.png"/><Relationship Id="rId33" Type="http://schemas.openxmlformats.org/officeDocument/2006/relationships/image" Target="../media/image47.png"/><Relationship Id="rId34" Type="http://schemas.openxmlformats.org/officeDocument/2006/relationships/image" Target="../media/image49.png"/><Relationship Id="rId35" Type="http://schemas.openxmlformats.org/officeDocument/2006/relationships/image" Target="../media/image51.png"/><Relationship Id="rId36" Type="http://schemas.openxmlformats.org/officeDocument/2006/relationships/image" Target="../media/image57.png"/><Relationship Id="rId37" Type="http://schemas.openxmlformats.org/officeDocument/2006/relationships/image" Target="../media/image52.png"/><Relationship Id="rId38" Type="http://schemas.openxmlformats.org/officeDocument/2006/relationships/image" Target="../media/image53.png"/><Relationship Id="rId39" Type="http://schemas.openxmlformats.org/officeDocument/2006/relationships/image" Target="../media/image59.png"/><Relationship Id="rId40" Type="http://schemas.openxmlformats.org/officeDocument/2006/relationships/image" Target="../media/image56.png"/><Relationship Id="rId41"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 Id="rId6" Type="http://schemas.openxmlformats.org/officeDocument/2006/relationships/chart" Target="../charts/char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 Id="rId6" Type="http://schemas.openxmlformats.org/officeDocument/2006/relationships/chart" Target="../charts/char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 Id="rId6" Type="http://schemas.openxmlformats.org/officeDocument/2006/relationships/chart" Target="../charts/char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chart" Target="../charts/char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79" name="Shape 79"/>
        <p:cNvGrpSpPr/>
        <p:nvPr/>
      </p:nvGrpSpPr>
      <p:grpSpPr>
        <a:xfrm>
          <a:off x="0" y="0"/>
          <a:ext cx="0" cy="0"/>
          <a:chOff x="0" y="0"/>
          <a:chExt cx="0" cy="0"/>
        </a:xfrm>
      </p:grpSpPr>
      <p:grpSp>
        <p:nvGrpSpPr>
          <p:cNvPr id="80" name="Google Shape;80;p7"/>
          <p:cNvGrpSpPr/>
          <p:nvPr/>
        </p:nvGrpSpPr>
        <p:grpSpPr>
          <a:xfrm>
            <a:off x="512133" y="507760"/>
            <a:ext cx="17263734" cy="9271481"/>
            <a:chOff x="0" y="0"/>
            <a:chExt cx="4546827" cy="2441871"/>
          </a:xfrm>
        </p:grpSpPr>
        <p:sp>
          <p:nvSpPr>
            <p:cNvPr id="81" name="Google Shape;81;p7"/>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7"/>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83" name="Google Shape;83;p7"/>
          <p:cNvSpPr txBox="1"/>
          <p:nvPr/>
        </p:nvSpPr>
        <p:spPr>
          <a:xfrm>
            <a:off x="1028700" y="3973825"/>
            <a:ext cx="9127500" cy="23643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None/>
            </a:pPr>
            <a:r>
              <a:rPr b="1" i="0" lang="en-US" sz="9600" u="none" cap="none" strike="noStrike">
                <a:solidFill>
                  <a:srgbClr val="3BEE96"/>
                </a:solidFill>
                <a:latin typeface="Inter"/>
                <a:ea typeface="Inter"/>
                <a:cs typeface="Inter"/>
                <a:sym typeface="Inter"/>
              </a:rPr>
              <a:t>Apple Watch Inspired Slides</a:t>
            </a:r>
            <a:endParaRPr/>
          </a:p>
        </p:txBody>
      </p:sp>
      <p:pic>
        <p:nvPicPr>
          <p:cNvPr id="84" name="Google Shape;84;p7"/>
          <p:cNvPicPr preferRelativeResize="0"/>
          <p:nvPr/>
        </p:nvPicPr>
        <p:blipFill>
          <a:blip r:embed="rId3">
            <a:alphaModFix/>
          </a:blip>
          <a:stretch>
            <a:fillRect/>
          </a:stretch>
        </p:blipFill>
        <p:spPr>
          <a:xfrm>
            <a:off x="7941925" y="507750"/>
            <a:ext cx="9833952" cy="9262930"/>
          </a:xfrm>
          <a:prstGeom prst="rect">
            <a:avLst/>
          </a:prstGeom>
          <a:noFill/>
          <a:ln>
            <a:noFill/>
          </a:ln>
        </p:spPr>
      </p:pic>
      <p:sp>
        <p:nvSpPr>
          <p:cNvPr id="85" name="Google Shape;85;p7"/>
          <p:cNvSpPr txBox="1"/>
          <p:nvPr/>
        </p:nvSpPr>
        <p:spPr>
          <a:xfrm>
            <a:off x="1104900" y="6756408"/>
            <a:ext cx="6604355" cy="3276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2400" u="none" cap="none" strike="noStrike">
                <a:solidFill>
                  <a:srgbClr val="ABABAB"/>
                </a:solidFill>
                <a:latin typeface="Inter"/>
                <a:ea typeface="Inter"/>
                <a:cs typeface="Inter"/>
                <a:sym typeface="Inter"/>
              </a:rPr>
              <a:t>Background Slides.</a:t>
            </a:r>
            <a:endParaRPr/>
          </a:p>
        </p:txBody>
      </p:sp>
      <p:sp>
        <p:nvSpPr>
          <p:cNvPr id="86" name="Google Shape;86;p7"/>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99" u="none" cap="none" strike="noStrike">
                <a:solidFill>
                  <a:srgbClr val="FFFFFF"/>
                </a:solidFill>
                <a:latin typeface="Inter"/>
                <a:ea typeface="Inter"/>
                <a:cs typeface="Inter"/>
                <a:sym typeface="Inter"/>
              </a:rPr>
              <a:t>Brand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90" name="Shape 90"/>
        <p:cNvGrpSpPr/>
        <p:nvPr/>
      </p:nvGrpSpPr>
      <p:grpSpPr>
        <a:xfrm>
          <a:off x="0" y="0"/>
          <a:ext cx="0" cy="0"/>
          <a:chOff x="0" y="0"/>
          <a:chExt cx="0" cy="0"/>
        </a:xfrm>
      </p:grpSpPr>
      <p:grpSp>
        <p:nvGrpSpPr>
          <p:cNvPr id="91" name="Google Shape;91;p8"/>
          <p:cNvGrpSpPr/>
          <p:nvPr/>
        </p:nvGrpSpPr>
        <p:grpSpPr>
          <a:xfrm>
            <a:off x="9620229" y="507760"/>
            <a:ext cx="8155638" cy="9271481"/>
            <a:chOff x="0" y="0"/>
            <a:chExt cx="2147987" cy="2441871"/>
          </a:xfrm>
        </p:grpSpPr>
        <p:sp>
          <p:nvSpPr>
            <p:cNvPr id="92" name="Google Shape;92;p8"/>
            <p:cNvSpPr/>
            <p:nvPr/>
          </p:nvSpPr>
          <p:spPr>
            <a:xfrm>
              <a:off x="0" y="0"/>
              <a:ext cx="2147987" cy="2441871"/>
            </a:xfrm>
            <a:custGeom>
              <a:rect b="b" l="l" r="r" t="t"/>
              <a:pathLst>
                <a:path extrusionOk="0" h="2441871" w="2147987">
                  <a:moveTo>
                    <a:pt x="48413" y="0"/>
                  </a:moveTo>
                  <a:lnTo>
                    <a:pt x="2099574" y="0"/>
                  </a:lnTo>
                  <a:cubicBezTo>
                    <a:pt x="2112414" y="0"/>
                    <a:pt x="2124728" y="5101"/>
                    <a:pt x="2133807" y="14180"/>
                  </a:cubicBezTo>
                  <a:cubicBezTo>
                    <a:pt x="2142886" y="23259"/>
                    <a:pt x="2147987" y="35573"/>
                    <a:pt x="2147987" y="48413"/>
                  </a:cubicBezTo>
                  <a:lnTo>
                    <a:pt x="2147987" y="2393459"/>
                  </a:lnTo>
                  <a:cubicBezTo>
                    <a:pt x="2147987" y="2406298"/>
                    <a:pt x="2142886" y="2418612"/>
                    <a:pt x="2133807" y="2427692"/>
                  </a:cubicBezTo>
                  <a:cubicBezTo>
                    <a:pt x="2124728" y="2436771"/>
                    <a:pt x="2112414" y="2441871"/>
                    <a:pt x="2099574" y="2441871"/>
                  </a:cubicBezTo>
                  <a:lnTo>
                    <a:pt x="48413" y="2441871"/>
                  </a:lnTo>
                  <a:cubicBezTo>
                    <a:pt x="21675" y="2441871"/>
                    <a:pt x="0" y="2420196"/>
                    <a:pt x="0" y="2393459"/>
                  </a:cubicBezTo>
                  <a:lnTo>
                    <a:pt x="0" y="48413"/>
                  </a:lnTo>
                  <a:cubicBezTo>
                    <a:pt x="0" y="35573"/>
                    <a:pt x="5101" y="23259"/>
                    <a:pt x="14180" y="14180"/>
                  </a:cubicBezTo>
                  <a:cubicBezTo>
                    <a:pt x="23259" y="5101"/>
                    <a:pt x="35573" y="0"/>
                    <a:pt x="4841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8"/>
            <p:cNvSpPr txBox="1"/>
            <p:nvPr/>
          </p:nvSpPr>
          <p:spPr>
            <a:xfrm>
              <a:off x="0" y="28575"/>
              <a:ext cx="214798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4" name="Google Shape;94;p8"/>
          <p:cNvGrpSpPr/>
          <p:nvPr/>
        </p:nvGrpSpPr>
        <p:grpSpPr>
          <a:xfrm>
            <a:off x="5142929" y="5024912"/>
            <a:ext cx="4001071" cy="4754328"/>
            <a:chOff x="0" y="0"/>
            <a:chExt cx="1053780" cy="1252169"/>
          </a:xfrm>
        </p:grpSpPr>
        <p:sp>
          <p:nvSpPr>
            <p:cNvPr id="95" name="Google Shape;95;p8"/>
            <p:cNvSpPr/>
            <p:nvPr/>
          </p:nvSpPr>
          <p:spPr>
            <a:xfrm>
              <a:off x="0" y="0"/>
              <a:ext cx="1053780" cy="1252169"/>
            </a:xfrm>
            <a:custGeom>
              <a:rect b="b" l="l" r="r" t="t"/>
              <a:pathLst>
                <a:path extrusionOk="0" h="1252169" w="1053780">
                  <a:moveTo>
                    <a:pt x="98683" y="0"/>
                  </a:moveTo>
                  <a:lnTo>
                    <a:pt x="955097" y="0"/>
                  </a:lnTo>
                  <a:cubicBezTo>
                    <a:pt x="1009598" y="0"/>
                    <a:pt x="1053780" y="44182"/>
                    <a:pt x="1053780" y="98683"/>
                  </a:cubicBezTo>
                  <a:lnTo>
                    <a:pt x="1053780" y="1153486"/>
                  </a:lnTo>
                  <a:cubicBezTo>
                    <a:pt x="1053780" y="1207987"/>
                    <a:pt x="1009598" y="1252169"/>
                    <a:pt x="955097" y="1252169"/>
                  </a:cubicBezTo>
                  <a:lnTo>
                    <a:pt x="98683" y="1252169"/>
                  </a:lnTo>
                  <a:cubicBezTo>
                    <a:pt x="44182" y="1252169"/>
                    <a:pt x="0" y="1207987"/>
                    <a:pt x="0" y="1153486"/>
                  </a:cubicBezTo>
                  <a:lnTo>
                    <a:pt x="0" y="98683"/>
                  </a:lnTo>
                  <a:cubicBezTo>
                    <a:pt x="0" y="44182"/>
                    <a:pt x="44182" y="0"/>
                    <a:pt x="9868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txBox="1"/>
            <p:nvPr/>
          </p:nvSpPr>
          <p:spPr>
            <a:xfrm>
              <a:off x="0" y="28575"/>
              <a:ext cx="1053780" cy="1223594"/>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7" name="Google Shape;97;p8"/>
          <p:cNvGrpSpPr/>
          <p:nvPr/>
        </p:nvGrpSpPr>
        <p:grpSpPr>
          <a:xfrm>
            <a:off x="512133" y="5024912"/>
            <a:ext cx="4001071" cy="4754328"/>
            <a:chOff x="0" y="0"/>
            <a:chExt cx="1053780" cy="1252169"/>
          </a:xfrm>
        </p:grpSpPr>
        <p:sp>
          <p:nvSpPr>
            <p:cNvPr id="98" name="Google Shape;98;p8"/>
            <p:cNvSpPr/>
            <p:nvPr/>
          </p:nvSpPr>
          <p:spPr>
            <a:xfrm>
              <a:off x="0" y="0"/>
              <a:ext cx="1053780" cy="1252169"/>
            </a:xfrm>
            <a:custGeom>
              <a:rect b="b" l="l" r="r" t="t"/>
              <a:pathLst>
                <a:path extrusionOk="0" h="1252169" w="1053780">
                  <a:moveTo>
                    <a:pt x="98683" y="0"/>
                  </a:moveTo>
                  <a:lnTo>
                    <a:pt x="955097" y="0"/>
                  </a:lnTo>
                  <a:cubicBezTo>
                    <a:pt x="1009598" y="0"/>
                    <a:pt x="1053780" y="44182"/>
                    <a:pt x="1053780" y="98683"/>
                  </a:cubicBezTo>
                  <a:lnTo>
                    <a:pt x="1053780" y="1153486"/>
                  </a:lnTo>
                  <a:cubicBezTo>
                    <a:pt x="1053780" y="1207987"/>
                    <a:pt x="1009598" y="1252169"/>
                    <a:pt x="955097" y="1252169"/>
                  </a:cubicBezTo>
                  <a:lnTo>
                    <a:pt x="98683" y="1252169"/>
                  </a:lnTo>
                  <a:cubicBezTo>
                    <a:pt x="44182" y="1252169"/>
                    <a:pt x="0" y="1207987"/>
                    <a:pt x="0" y="1153486"/>
                  </a:cubicBezTo>
                  <a:lnTo>
                    <a:pt x="0" y="98683"/>
                  </a:lnTo>
                  <a:cubicBezTo>
                    <a:pt x="0" y="44182"/>
                    <a:pt x="44182" y="0"/>
                    <a:pt x="9868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8"/>
            <p:cNvSpPr txBox="1"/>
            <p:nvPr/>
          </p:nvSpPr>
          <p:spPr>
            <a:xfrm>
              <a:off x="0" y="28575"/>
              <a:ext cx="1053780" cy="1223594"/>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100" name="Google Shape;100;p8"/>
          <p:cNvCxnSpPr/>
          <p:nvPr/>
        </p:nvCxnSpPr>
        <p:spPr>
          <a:xfrm>
            <a:off x="9620229" y="3243976"/>
            <a:ext cx="8130454" cy="0"/>
          </a:xfrm>
          <a:prstGeom prst="straightConnector1">
            <a:avLst/>
          </a:prstGeom>
          <a:noFill/>
          <a:ln cap="flat" cmpd="sng" w="19050">
            <a:solidFill>
              <a:srgbClr val="242424"/>
            </a:solidFill>
            <a:prstDash val="solid"/>
            <a:round/>
            <a:headEnd len="sm" w="sm" type="none"/>
            <a:tailEnd len="sm" w="sm" type="none"/>
          </a:ln>
        </p:spPr>
      </p:cxnSp>
      <p:cxnSp>
        <p:nvCxnSpPr>
          <p:cNvPr id="101" name="Google Shape;101;p8"/>
          <p:cNvCxnSpPr/>
          <p:nvPr/>
        </p:nvCxnSpPr>
        <p:spPr>
          <a:xfrm>
            <a:off x="9620229" y="4929711"/>
            <a:ext cx="8130454" cy="0"/>
          </a:xfrm>
          <a:prstGeom prst="straightConnector1">
            <a:avLst/>
          </a:prstGeom>
          <a:noFill/>
          <a:ln cap="flat" cmpd="sng" w="19050">
            <a:solidFill>
              <a:srgbClr val="242424"/>
            </a:solidFill>
            <a:prstDash val="solid"/>
            <a:round/>
            <a:headEnd len="sm" w="sm" type="none"/>
            <a:tailEnd len="sm" w="sm" type="none"/>
          </a:ln>
        </p:spPr>
      </p:cxnSp>
      <p:cxnSp>
        <p:nvCxnSpPr>
          <p:cNvPr id="102" name="Google Shape;102;p8"/>
          <p:cNvCxnSpPr/>
          <p:nvPr/>
        </p:nvCxnSpPr>
        <p:spPr>
          <a:xfrm>
            <a:off x="9620229" y="6615446"/>
            <a:ext cx="8130454" cy="0"/>
          </a:xfrm>
          <a:prstGeom prst="straightConnector1">
            <a:avLst/>
          </a:prstGeom>
          <a:noFill/>
          <a:ln cap="flat" cmpd="sng" w="19050">
            <a:solidFill>
              <a:srgbClr val="242424"/>
            </a:solidFill>
            <a:prstDash val="solid"/>
            <a:round/>
            <a:headEnd len="sm" w="sm" type="none"/>
            <a:tailEnd len="sm" w="sm" type="none"/>
          </a:ln>
        </p:spPr>
      </p:cxnSp>
      <p:pic>
        <p:nvPicPr>
          <p:cNvPr id="103" name="Google Shape;103;p8"/>
          <p:cNvPicPr preferRelativeResize="0"/>
          <p:nvPr/>
        </p:nvPicPr>
        <p:blipFill>
          <a:blip r:embed="rId3">
            <a:alphaModFix/>
          </a:blip>
          <a:stretch>
            <a:fillRect/>
          </a:stretch>
        </p:blipFill>
        <p:spPr>
          <a:xfrm>
            <a:off x="1100325" y="5659225"/>
            <a:ext cx="2824700" cy="2824700"/>
          </a:xfrm>
          <a:prstGeom prst="rect">
            <a:avLst/>
          </a:prstGeom>
          <a:noFill/>
          <a:ln>
            <a:noFill/>
          </a:ln>
        </p:spPr>
      </p:pic>
      <p:pic>
        <p:nvPicPr>
          <p:cNvPr id="104" name="Google Shape;104;p8"/>
          <p:cNvPicPr preferRelativeResize="0"/>
          <p:nvPr/>
        </p:nvPicPr>
        <p:blipFill>
          <a:blip r:embed="rId4">
            <a:alphaModFix/>
          </a:blip>
          <a:stretch>
            <a:fillRect/>
          </a:stretch>
        </p:blipFill>
        <p:spPr>
          <a:xfrm>
            <a:off x="5465925" y="5031502"/>
            <a:ext cx="3355075" cy="4747748"/>
          </a:xfrm>
          <a:prstGeom prst="rect">
            <a:avLst/>
          </a:prstGeom>
          <a:noFill/>
          <a:ln>
            <a:noFill/>
          </a:ln>
        </p:spPr>
      </p:pic>
      <p:cxnSp>
        <p:nvCxnSpPr>
          <p:cNvPr id="105" name="Google Shape;105;p8"/>
          <p:cNvCxnSpPr/>
          <p:nvPr/>
        </p:nvCxnSpPr>
        <p:spPr>
          <a:xfrm>
            <a:off x="9620229" y="8301182"/>
            <a:ext cx="8130454" cy="0"/>
          </a:xfrm>
          <a:prstGeom prst="straightConnector1">
            <a:avLst/>
          </a:prstGeom>
          <a:noFill/>
          <a:ln cap="flat" cmpd="sng" w="19050">
            <a:solidFill>
              <a:srgbClr val="242424"/>
            </a:solidFill>
            <a:prstDash val="solid"/>
            <a:round/>
            <a:headEnd len="sm" w="sm" type="none"/>
            <a:tailEnd len="sm" w="sm" type="none"/>
          </a:ln>
        </p:spPr>
      </p:cxnSp>
      <p:grpSp>
        <p:nvGrpSpPr>
          <p:cNvPr id="106" name="Google Shape;106;p8"/>
          <p:cNvGrpSpPr/>
          <p:nvPr/>
        </p:nvGrpSpPr>
        <p:grpSpPr>
          <a:xfrm>
            <a:off x="512133" y="507760"/>
            <a:ext cx="8631871" cy="4082812"/>
            <a:chOff x="0" y="0"/>
            <a:chExt cx="2273414" cy="1075309"/>
          </a:xfrm>
        </p:grpSpPr>
        <p:sp>
          <p:nvSpPr>
            <p:cNvPr id="107" name="Google Shape;107;p8"/>
            <p:cNvSpPr/>
            <p:nvPr/>
          </p:nvSpPr>
          <p:spPr>
            <a:xfrm>
              <a:off x="0" y="0"/>
              <a:ext cx="2273414" cy="1075309"/>
            </a:xfrm>
            <a:custGeom>
              <a:rect b="b" l="l" r="r" t="t"/>
              <a:pathLst>
                <a:path extrusionOk="0" h="1075309" w="2273414">
                  <a:moveTo>
                    <a:pt x="45742" y="0"/>
                  </a:moveTo>
                  <a:lnTo>
                    <a:pt x="2227672" y="0"/>
                  </a:lnTo>
                  <a:cubicBezTo>
                    <a:pt x="2239803" y="0"/>
                    <a:pt x="2251438" y="4819"/>
                    <a:pt x="2260016" y="13397"/>
                  </a:cubicBezTo>
                  <a:cubicBezTo>
                    <a:pt x="2268594" y="21976"/>
                    <a:pt x="2273414" y="33610"/>
                    <a:pt x="2273414" y="45742"/>
                  </a:cubicBezTo>
                  <a:lnTo>
                    <a:pt x="2273414" y="1029567"/>
                  </a:lnTo>
                  <a:cubicBezTo>
                    <a:pt x="2273414" y="1041698"/>
                    <a:pt x="2268594" y="1053333"/>
                    <a:pt x="2260016" y="1061911"/>
                  </a:cubicBezTo>
                  <a:cubicBezTo>
                    <a:pt x="2251438" y="1070489"/>
                    <a:pt x="2239803" y="1075309"/>
                    <a:pt x="2227672" y="1075309"/>
                  </a:cubicBezTo>
                  <a:lnTo>
                    <a:pt x="45742" y="1075309"/>
                  </a:lnTo>
                  <a:cubicBezTo>
                    <a:pt x="33610" y="1075309"/>
                    <a:pt x="21976" y="1070489"/>
                    <a:pt x="13397" y="1061911"/>
                  </a:cubicBezTo>
                  <a:cubicBezTo>
                    <a:pt x="4819" y="1053333"/>
                    <a:pt x="0" y="1041698"/>
                    <a:pt x="0" y="1029567"/>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8"/>
            <p:cNvSpPr txBox="1"/>
            <p:nvPr/>
          </p:nvSpPr>
          <p:spPr>
            <a:xfrm>
              <a:off x="0" y="28575"/>
              <a:ext cx="2273413" cy="1046734"/>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9" name="Google Shape;109;p8"/>
          <p:cNvGrpSpPr/>
          <p:nvPr/>
        </p:nvGrpSpPr>
        <p:grpSpPr>
          <a:xfrm>
            <a:off x="10253049" y="2009631"/>
            <a:ext cx="6889999" cy="825817"/>
            <a:chOff x="0" y="57150"/>
            <a:chExt cx="9186665" cy="1101090"/>
          </a:xfrm>
        </p:grpSpPr>
        <p:sp>
          <p:nvSpPr>
            <p:cNvPr id="110" name="Google Shape;110;p8"/>
            <p:cNvSpPr txBox="1"/>
            <p:nvPr/>
          </p:nvSpPr>
          <p:spPr>
            <a:xfrm>
              <a:off x="0" y="57150"/>
              <a:ext cx="9186665" cy="67437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Introduction</a:t>
              </a:r>
              <a:endParaRPr/>
            </a:p>
          </p:txBody>
        </p:sp>
        <p:sp>
          <p:nvSpPr>
            <p:cNvPr id="111" name="Google Shape;111;p8"/>
            <p:cNvSpPr txBox="1"/>
            <p:nvPr/>
          </p:nvSpPr>
          <p:spPr>
            <a:xfrm>
              <a:off x="0" y="760095"/>
              <a:ext cx="9186665" cy="39814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Elaborate on your topic here.</a:t>
              </a:r>
              <a:endParaRPr/>
            </a:p>
          </p:txBody>
        </p:sp>
      </p:grpSp>
      <p:grpSp>
        <p:nvGrpSpPr>
          <p:cNvPr id="112" name="Google Shape;112;p8"/>
          <p:cNvGrpSpPr/>
          <p:nvPr/>
        </p:nvGrpSpPr>
        <p:grpSpPr>
          <a:xfrm>
            <a:off x="10253049" y="3695367"/>
            <a:ext cx="6889999" cy="825817"/>
            <a:chOff x="0" y="57150"/>
            <a:chExt cx="9186665" cy="1101090"/>
          </a:xfrm>
        </p:grpSpPr>
        <p:sp>
          <p:nvSpPr>
            <p:cNvPr id="113" name="Google Shape;113;p8"/>
            <p:cNvSpPr txBox="1"/>
            <p:nvPr/>
          </p:nvSpPr>
          <p:spPr>
            <a:xfrm>
              <a:off x="0" y="57150"/>
              <a:ext cx="9186665" cy="67437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About Us</a:t>
              </a:r>
              <a:endParaRPr/>
            </a:p>
          </p:txBody>
        </p:sp>
        <p:sp>
          <p:nvSpPr>
            <p:cNvPr id="114" name="Google Shape;114;p8"/>
            <p:cNvSpPr txBox="1"/>
            <p:nvPr/>
          </p:nvSpPr>
          <p:spPr>
            <a:xfrm>
              <a:off x="0" y="760095"/>
              <a:ext cx="9186665" cy="39814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Elaborate on your topic here.</a:t>
              </a:r>
              <a:endParaRPr/>
            </a:p>
          </p:txBody>
        </p:sp>
      </p:grpSp>
      <p:grpSp>
        <p:nvGrpSpPr>
          <p:cNvPr id="115" name="Google Shape;115;p8"/>
          <p:cNvGrpSpPr/>
          <p:nvPr/>
        </p:nvGrpSpPr>
        <p:grpSpPr>
          <a:xfrm>
            <a:off x="10253049" y="5381102"/>
            <a:ext cx="6889999" cy="825818"/>
            <a:chOff x="0" y="57150"/>
            <a:chExt cx="9186665" cy="1101090"/>
          </a:xfrm>
        </p:grpSpPr>
        <p:sp>
          <p:nvSpPr>
            <p:cNvPr id="116" name="Google Shape;116;p8"/>
            <p:cNvSpPr txBox="1"/>
            <p:nvPr/>
          </p:nvSpPr>
          <p:spPr>
            <a:xfrm>
              <a:off x="0" y="57150"/>
              <a:ext cx="9186665" cy="67437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Our Products</a:t>
              </a:r>
              <a:endParaRPr/>
            </a:p>
          </p:txBody>
        </p:sp>
        <p:sp>
          <p:nvSpPr>
            <p:cNvPr id="117" name="Google Shape;117;p8"/>
            <p:cNvSpPr txBox="1"/>
            <p:nvPr/>
          </p:nvSpPr>
          <p:spPr>
            <a:xfrm>
              <a:off x="0" y="760095"/>
              <a:ext cx="9186665" cy="39814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Elaborate on your topic here.</a:t>
              </a:r>
              <a:endParaRPr/>
            </a:p>
          </p:txBody>
        </p:sp>
      </p:grpSp>
      <p:grpSp>
        <p:nvGrpSpPr>
          <p:cNvPr id="118" name="Google Shape;118;p8"/>
          <p:cNvGrpSpPr/>
          <p:nvPr/>
        </p:nvGrpSpPr>
        <p:grpSpPr>
          <a:xfrm>
            <a:off x="10253049" y="7066836"/>
            <a:ext cx="6889999" cy="825818"/>
            <a:chOff x="0" y="57150"/>
            <a:chExt cx="9186665" cy="1101090"/>
          </a:xfrm>
        </p:grpSpPr>
        <p:sp>
          <p:nvSpPr>
            <p:cNvPr id="119" name="Google Shape;119;p8"/>
            <p:cNvSpPr txBox="1"/>
            <p:nvPr/>
          </p:nvSpPr>
          <p:spPr>
            <a:xfrm>
              <a:off x="0" y="57150"/>
              <a:ext cx="9186665" cy="67437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Chapter Title</a:t>
              </a:r>
              <a:endParaRPr/>
            </a:p>
          </p:txBody>
        </p:sp>
        <p:sp>
          <p:nvSpPr>
            <p:cNvPr id="120" name="Google Shape;120;p8"/>
            <p:cNvSpPr txBox="1"/>
            <p:nvPr/>
          </p:nvSpPr>
          <p:spPr>
            <a:xfrm>
              <a:off x="0" y="760095"/>
              <a:ext cx="9186665" cy="39814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Elaborate on your topic here.</a:t>
              </a:r>
              <a:endParaRPr/>
            </a:p>
          </p:txBody>
        </p:sp>
      </p:grpSp>
      <p:sp>
        <p:nvSpPr>
          <p:cNvPr id="121" name="Google Shape;121;p8"/>
          <p:cNvSpPr txBox="1"/>
          <p:nvPr/>
        </p:nvSpPr>
        <p:spPr>
          <a:xfrm>
            <a:off x="1028700" y="1379496"/>
            <a:ext cx="7598700" cy="2364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CB6CE6"/>
                </a:solidFill>
                <a:latin typeface="Inter"/>
                <a:ea typeface="Inter"/>
                <a:cs typeface="Inter"/>
                <a:sym typeface="Inter"/>
              </a:rPr>
              <a:t>Table of contents</a:t>
            </a:r>
            <a:endParaRPr/>
          </a:p>
        </p:txBody>
      </p:sp>
      <p:sp>
        <p:nvSpPr>
          <p:cNvPr id="122" name="Google Shape;122;p8"/>
          <p:cNvSpPr txBox="1"/>
          <p:nvPr/>
        </p:nvSpPr>
        <p:spPr>
          <a:xfrm>
            <a:off x="1837924" y="8853472"/>
            <a:ext cx="1349490" cy="29146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2100" u="none" cap="none" strike="noStrike">
                <a:solidFill>
                  <a:srgbClr val="FFFFFF"/>
                </a:solidFill>
                <a:latin typeface="Inter"/>
                <a:ea typeface="Inter"/>
                <a:cs typeface="Inter"/>
                <a:sym typeface="Inter"/>
              </a:rPr>
              <a:t>Brand</a:t>
            </a:r>
            <a:endParaRPr/>
          </a:p>
        </p:txBody>
      </p:sp>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6" name="Shape 126"/>
        <p:cNvGrpSpPr/>
        <p:nvPr/>
      </p:nvGrpSpPr>
      <p:grpSpPr>
        <a:xfrm>
          <a:off x="0" y="0"/>
          <a:ext cx="0" cy="0"/>
          <a:chOff x="0" y="0"/>
          <a:chExt cx="0" cy="0"/>
        </a:xfrm>
      </p:grpSpPr>
      <p:grpSp>
        <p:nvGrpSpPr>
          <p:cNvPr id="127" name="Google Shape;127;p9"/>
          <p:cNvGrpSpPr/>
          <p:nvPr/>
        </p:nvGrpSpPr>
        <p:grpSpPr>
          <a:xfrm>
            <a:off x="512133" y="507760"/>
            <a:ext cx="17263734" cy="9271481"/>
            <a:chOff x="0" y="0"/>
            <a:chExt cx="4546827" cy="2441871"/>
          </a:xfrm>
        </p:grpSpPr>
        <p:sp>
          <p:nvSpPr>
            <p:cNvPr id="128" name="Google Shape;128;p9"/>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9"/>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130" name="Google Shape;130;p9"/>
          <p:cNvPicPr preferRelativeResize="0"/>
          <p:nvPr/>
        </p:nvPicPr>
        <p:blipFill>
          <a:blip r:embed="rId3">
            <a:alphaModFix/>
          </a:blip>
          <a:stretch>
            <a:fillRect/>
          </a:stretch>
        </p:blipFill>
        <p:spPr>
          <a:xfrm>
            <a:off x="512125" y="507751"/>
            <a:ext cx="17263800" cy="9264300"/>
          </a:xfrm>
          <a:prstGeom prst="roundRect">
            <a:avLst>
              <a:gd fmla="val 1006" name="adj"/>
            </a:avLst>
          </a:prstGeom>
          <a:noFill/>
          <a:ln>
            <a:noFill/>
          </a:ln>
        </p:spPr>
      </p:pic>
      <p:sp>
        <p:nvSpPr>
          <p:cNvPr id="131" name="Google Shape;131;p9"/>
          <p:cNvSpPr txBox="1"/>
          <p:nvPr/>
        </p:nvSpPr>
        <p:spPr>
          <a:xfrm>
            <a:off x="1796271" y="4090947"/>
            <a:ext cx="146955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18194" u="none" cap="none" strike="noStrike">
                <a:solidFill>
                  <a:srgbClr val="FFFFFF"/>
                </a:solidFill>
                <a:latin typeface="Inter"/>
                <a:ea typeface="Inter"/>
                <a:cs typeface="Inter"/>
                <a:sym typeface="Inter"/>
              </a:rPr>
              <a:t>Introduction</a:t>
            </a:r>
            <a:endParaRPr/>
          </a:p>
        </p:txBody>
      </p:sp>
      <p:sp>
        <p:nvSpPr>
          <p:cNvPr id="132" name="Google Shape;132;p9"/>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99" u="none" cap="none" strike="noStrike">
                <a:solidFill>
                  <a:srgbClr val="FFFFFF"/>
                </a:solidFill>
                <a:latin typeface="Inter"/>
                <a:ea typeface="Inter"/>
                <a:cs typeface="Inter"/>
                <a:sym typeface="Inter"/>
              </a:rPr>
              <a:t>Brand</a:t>
            </a:r>
            <a:endParaRPr/>
          </a:p>
        </p:txBody>
      </p:sp>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36" name="Shape 136"/>
        <p:cNvGrpSpPr/>
        <p:nvPr/>
      </p:nvGrpSpPr>
      <p:grpSpPr>
        <a:xfrm>
          <a:off x="0" y="0"/>
          <a:ext cx="0" cy="0"/>
          <a:chOff x="0" y="0"/>
          <a:chExt cx="0" cy="0"/>
        </a:xfrm>
      </p:grpSpPr>
      <p:grpSp>
        <p:nvGrpSpPr>
          <p:cNvPr id="137" name="Google Shape;137;p10"/>
          <p:cNvGrpSpPr/>
          <p:nvPr/>
        </p:nvGrpSpPr>
        <p:grpSpPr>
          <a:xfrm>
            <a:off x="9620229" y="507760"/>
            <a:ext cx="8155638" cy="9271481"/>
            <a:chOff x="0" y="0"/>
            <a:chExt cx="2147987" cy="2441871"/>
          </a:xfrm>
        </p:grpSpPr>
        <p:sp>
          <p:nvSpPr>
            <p:cNvPr id="138" name="Google Shape;138;p10"/>
            <p:cNvSpPr/>
            <p:nvPr/>
          </p:nvSpPr>
          <p:spPr>
            <a:xfrm>
              <a:off x="0" y="0"/>
              <a:ext cx="2147987" cy="2441871"/>
            </a:xfrm>
            <a:custGeom>
              <a:rect b="b" l="l" r="r" t="t"/>
              <a:pathLst>
                <a:path extrusionOk="0" h="2441871" w="2147987">
                  <a:moveTo>
                    <a:pt x="48413" y="0"/>
                  </a:moveTo>
                  <a:lnTo>
                    <a:pt x="2099574" y="0"/>
                  </a:lnTo>
                  <a:cubicBezTo>
                    <a:pt x="2112414" y="0"/>
                    <a:pt x="2124728" y="5101"/>
                    <a:pt x="2133807" y="14180"/>
                  </a:cubicBezTo>
                  <a:cubicBezTo>
                    <a:pt x="2142886" y="23259"/>
                    <a:pt x="2147987" y="35573"/>
                    <a:pt x="2147987" y="48413"/>
                  </a:cubicBezTo>
                  <a:lnTo>
                    <a:pt x="2147987" y="2393459"/>
                  </a:lnTo>
                  <a:cubicBezTo>
                    <a:pt x="2147987" y="2406298"/>
                    <a:pt x="2142886" y="2418612"/>
                    <a:pt x="2133807" y="2427692"/>
                  </a:cubicBezTo>
                  <a:cubicBezTo>
                    <a:pt x="2124728" y="2436771"/>
                    <a:pt x="2112414" y="2441871"/>
                    <a:pt x="2099574" y="2441871"/>
                  </a:cubicBezTo>
                  <a:lnTo>
                    <a:pt x="48413" y="2441871"/>
                  </a:lnTo>
                  <a:cubicBezTo>
                    <a:pt x="21675" y="2441871"/>
                    <a:pt x="0" y="2420196"/>
                    <a:pt x="0" y="2393459"/>
                  </a:cubicBezTo>
                  <a:lnTo>
                    <a:pt x="0" y="48413"/>
                  </a:lnTo>
                  <a:cubicBezTo>
                    <a:pt x="0" y="35573"/>
                    <a:pt x="5101" y="23259"/>
                    <a:pt x="14180" y="14180"/>
                  </a:cubicBezTo>
                  <a:cubicBezTo>
                    <a:pt x="23259" y="5101"/>
                    <a:pt x="35573" y="0"/>
                    <a:pt x="48413"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0"/>
            <p:cNvSpPr txBox="1"/>
            <p:nvPr/>
          </p:nvSpPr>
          <p:spPr>
            <a:xfrm>
              <a:off x="0" y="28575"/>
              <a:ext cx="214798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140" name="Google Shape;140;p10"/>
          <p:cNvPicPr preferRelativeResize="0"/>
          <p:nvPr/>
        </p:nvPicPr>
        <p:blipFill>
          <a:blip r:embed="rId3">
            <a:alphaModFix/>
          </a:blip>
          <a:stretch>
            <a:fillRect/>
          </a:stretch>
        </p:blipFill>
        <p:spPr>
          <a:xfrm>
            <a:off x="9927225" y="541609"/>
            <a:ext cx="7541649" cy="9214765"/>
          </a:xfrm>
          <a:prstGeom prst="rect">
            <a:avLst/>
          </a:prstGeom>
          <a:noFill/>
          <a:ln>
            <a:noFill/>
          </a:ln>
        </p:spPr>
      </p:pic>
      <p:grpSp>
        <p:nvGrpSpPr>
          <p:cNvPr id="141" name="Google Shape;141;p10"/>
          <p:cNvGrpSpPr/>
          <p:nvPr/>
        </p:nvGrpSpPr>
        <p:grpSpPr>
          <a:xfrm>
            <a:off x="512133" y="507760"/>
            <a:ext cx="8631871" cy="4082812"/>
            <a:chOff x="0" y="0"/>
            <a:chExt cx="2273414" cy="1075309"/>
          </a:xfrm>
        </p:grpSpPr>
        <p:sp>
          <p:nvSpPr>
            <p:cNvPr id="142" name="Google Shape;142;p10"/>
            <p:cNvSpPr/>
            <p:nvPr/>
          </p:nvSpPr>
          <p:spPr>
            <a:xfrm>
              <a:off x="0" y="0"/>
              <a:ext cx="2273414" cy="1075309"/>
            </a:xfrm>
            <a:custGeom>
              <a:rect b="b" l="l" r="r" t="t"/>
              <a:pathLst>
                <a:path extrusionOk="0" h="1075309" w="2273414">
                  <a:moveTo>
                    <a:pt x="45742" y="0"/>
                  </a:moveTo>
                  <a:lnTo>
                    <a:pt x="2227672" y="0"/>
                  </a:lnTo>
                  <a:cubicBezTo>
                    <a:pt x="2239803" y="0"/>
                    <a:pt x="2251438" y="4819"/>
                    <a:pt x="2260016" y="13397"/>
                  </a:cubicBezTo>
                  <a:cubicBezTo>
                    <a:pt x="2268594" y="21976"/>
                    <a:pt x="2273414" y="33610"/>
                    <a:pt x="2273414" y="45742"/>
                  </a:cubicBezTo>
                  <a:lnTo>
                    <a:pt x="2273414" y="1029567"/>
                  </a:lnTo>
                  <a:cubicBezTo>
                    <a:pt x="2273414" y="1041698"/>
                    <a:pt x="2268594" y="1053333"/>
                    <a:pt x="2260016" y="1061911"/>
                  </a:cubicBezTo>
                  <a:cubicBezTo>
                    <a:pt x="2251438" y="1070489"/>
                    <a:pt x="2239803" y="1075309"/>
                    <a:pt x="2227672" y="1075309"/>
                  </a:cubicBezTo>
                  <a:lnTo>
                    <a:pt x="45742" y="1075309"/>
                  </a:lnTo>
                  <a:cubicBezTo>
                    <a:pt x="33610" y="1075309"/>
                    <a:pt x="21976" y="1070489"/>
                    <a:pt x="13397" y="1061911"/>
                  </a:cubicBezTo>
                  <a:cubicBezTo>
                    <a:pt x="4819" y="1053333"/>
                    <a:pt x="0" y="1041698"/>
                    <a:pt x="0" y="1029567"/>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0"/>
            <p:cNvSpPr txBox="1"/>
            <p:nvPr/>
          </p:nvSpPr>
          <p:spPr>
            <a:xfrm>
              <a:off x="0" y="28575"/>
              <a:ext cx="2273413" cy="1046734"/>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44" name="Google Shape;144;p10"/>
          <p:cNvGrpSpPr/>
          <p:nvPr/>
        </p:nvGrpSpPr>
        <p:grpSpPr>
          <a:xfrm>
            <a:off x="512133" y="5143500"/>
            <a:ext cx="8631871" cy="4635740"/>
            <a:chOff x="0" y="0"/>
            <a:chExt cx="2273414" cy="1220936"/>
          </a:xfrm>
        </p:grpSpPr>
        <p:sp>
          <p:nvSpPr>
            <p:cNvPr id="145" name="Google Shape;145;p10"/>
            <p:cNvSpPr/>
            <p:nvPr/>
          </p:nvSpPr>
          <p:spPr>
            <a:xfrm>
              <a:off x="0" y="0"/>
              <a:ext cx="2273414" cy="1220936"/>
            </a:xfrm>
            <a:custGeom>
              <a:rect b="b" l="l" r="r" t="t"/>
              <a:pathLst>
                <a:path extrusionOk="0" h="1220936" w="2273414">
                  <a:moveTo>
                    <a:pt x="45742" y="0"/>
                  </a:moveTo>
                  <a:lnTo>
                    <a:pt x="2227672" y="0"/>
                  </a:lnTo>
                  <a:cubicBezTo>
                    <a:pt x="2239803" y="0"/>
                    <a:pt x="2251438" y="4819"/>
                    <a:pt x="2260016" y="13397"/>
                  </a:cubicBezTo>
                  <a:cubicBezTo>
                    <a:pt x="2268594" y="21976"/>
                    <a:pt x="2273414" y="33610"/>
                    <a:pt x="2273414" y="45742"/>
                  </a:cubicBezTo>
                  <a:lnTo>
                    <a:pt x="2273414" y="1175194"/>
                  </a:lnTo>
                  <a:cubicBezTo>
                    <a:pt x="2273414" y="1187325"/>
                    <a:pt x="2268594" y="1198960"/>
                    <a:pt x="2260016" y="1207538"/>
                  </a:cubicBezTo>
                  <a:cubicBezTo>
                    <a:pt x="2251438" y="1216117"/>
                    <a:pt x="2239803" y="1220936"/>
                    <a:pt x="2227672" y="1220936"/>
                  </a:cubicBezTo>
                  <a:lnTo>
                    <a:pt x="45742" y="1220936"/>
                  </a:lnTo>
                  <a:cubicBezTo>
                    <a:pt x="33610" y="1220936"/>
                    <a:pt x="21976" y="1216117"/>
                    <a:pt x="13397" y="1207538"/>
                  </a:cubicBezTo>
                  <a:cubicBezTo>
                    <a:pt x="4819" y="1198960"/>
                    <a:pt x="0" y="1187325"/>
                    <a:pt x="0" y="1175194"/>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0"/>
            <p:cNvSpPr txBox="1"/>
            <p:nvPr/>
          </p:nvSpPr>
          <p:spPr>
            <a:xfrm>
              <a:off x="0" y="28575"/>
              <a:ext cx="2273413" cy="1192361"/>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47" name="Google Shape;147;p10"/>
          <p:cNvSpPr txBox="1"/>
          <p:nvPr/>
        </p:nvSpPr>
        <p:spPr>
          <a:xfrm>
            <a:off x="852700" y="1379500"/>
            <a:ext cx="7950600" cy="2364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12BBFE"/>
                </a:solidFill>
                <a:latin typeface="Inter"/>
                <a:ea typeface="Inter"/>
                <a:cs typeface="Inter"/>
                <a:sym typeface="Inter"/>
              </a:rPr>
              <a:t>Welcome to presentation</a:t>
            </a:r>
            <a:endParaRPr/>
          </a:p>
        </p:txBody>
      </p:sp>
      <p:sp>
        <p:nvSpPr>
          <p:cNvPr id="148" name="Google Shape;148;p10"/>
          <p:cNvSpPr txBox="1"/>
          <p:nvPr/>
        </p:nvSpPr>
        <p:spPr>
          <a:xfrm>
            <a:off x="1028700" y="5996425"/>
            <a:ext cx="7598700" cy="3200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I'm Rain, and I'll be sharing with you my beautiful ideas.</a:t>
            </a: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Follow me at @reallygreatsite to learn more.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p:txBody>
      </p:sp>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52" name="Shape 152"/>
        <p:cNvGrpSpPr/>
        <p:nvPr/>
      </p:nvGrpSpPr>
      <p:grpSpPr>
        <a:xfrm>
          <a:off x="0" y="0"/>
          <a:ext cx="0" cy="0"/>
          <a:chOff x="0" y="0"/>
          <a:chExt cx="0" cy="0"/>
        </a:xfrm>
      </p:grpSpPr>
      <p:grpSp>
        <p:nvGrpSpPr>
          <p:cNvPr id="153" name="Google Shape;153;p11"/>
          <p:cNvGrpSpPr/>
          <p:nvPr/>
        </p:nvGrpSpPr>
        <p:grpSpPr>
          <a:xfrm>
            <a:off x="512133" y="3740343"/>
            <a:ext cx="17263734" cy="2806314"/>
            <a:chOff x="0" y="0"/>
            <a:chExt cx="4546827" cy="739112"/>
          </a:xfrm>
        </p:grpSpPr>
        <p:sp>
          <p:nvSpPr>
            <p:cNvPr id="154" name="Google Shape;154;p11"/>
            <p:cNvSpPr/>
            <p:nvPr/>
          </p:nvSpPr>
          <p:spPr>
            <a:xfrm>
              <a:off x="0" y="0"/>
              <a:ext cx="4546827" cy="739112"/>
            </a:xfrm>
            <a:custGeom>
              <a:rect b="b" l="l" r="r" t="t"/>
              <a:pathLst>
                <a:path extrusionOk="0" h="739112" w="4546827">
                  <a:moveTo>
                    <a:pt x="22871" y="0"/>
                  </a:moveTo>
                  <a:lnTo>
                    <a:pt x="4523956" y="0"/>
                  </a:lnTo>
                  <a:cubicBezTo>
                    <a:pt x="4536587" y="0"/>
                    <a:pt x="4546827" y="10240"/>
                    <a:pt x="4546827" y="22871"/>
                  </a:cubicBezTo>
                  <a:lnTo>
                    <a:pt x="4546827" y="716241"/>
                  </a:lnTo>
                  <a:cubicBezTo>
                    <a:pt x="4546827" y="728872"/>
                    <a:pt x="4536587" y="739112"/>
                    <a:pt x="4523956" y="739112"/>
                  </a:cubicBezTo>
                  <a:lnTo>
                    <a:pt x="22871" y="739112"/>
                  </a:lnTo>
                  <a:cubicBezTo>
                    <a:pt x="10240" y="739112"/>
                    <a:pt x="0" y="728872"/>
                    <a:pt x="0" y="71624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txBox="1"/>
            <p:nvPr/>
          </p:nvSpPr>
          <p:spPr>
            <a:xfrm>
              <a:off x="0" y="28575"/>
              <a:ext cx="4546827"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56" name="Google Shape;156;p11"/>
          <p:cNvSpPr txBox="1"/>
          <p:nvPr/>
        </p:nvSpPr>
        <p:spPr>
          <a:xfrm>
            <a:off x="3509825" y="4521625"/>
            <a:ext cx="112683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FFFFFF"/>
                </a:solidFill>
                <a:latin typeface="Inter"/>
                <a:ea typeface="Inter"/>
                <a:cs typeface="Inter"/>
                <a:sym typeface="Inter"/>
              </a:rPr>
              <a:t>Our company</a:t>
            </a:r>
            <a:endParaRPr/>
          </a:p>
        </p:txBody>
      </p:sp>
      <p:grpSp>
        <p:nvGrpSpPr>
          <p:cNvPr id="157" name="Google Shape;157;p11"/>
          <p:cNvGrpSpPr/>
          <p:nvPr/>
        </p:nvGrpSpPr>
        <p:grpSpPr>
          <a:xfrm>
            <a:off x="512133" y="507760"/>
            <a:ext cx="8348273" cy="2806314"/>
            <a:chOff x="0" y="0"/>
            <a:chExt cx="2198722" cy="739112"/>
          </a:xfrm>
        </p:grpSpPr>
        <p:sp>
          <p:nvSpPr>
            <p:cNvPr id="158" name="Google Shape;158;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0" name="Google Shape;160;p11"/>
          <p:cNvGrpSpPr/>
          <p:nvPr/>
        </p:nvGrpSpPr>
        <p:grpSpPr>
          <a:xfrm>
            <a:off x="1028700" y="1222600"/>
            <a:ext cx="7315200" cy="1460264"/>
            <a:chOff x="0" y="57150"/>
            <a:chExt cx="9753600" cy="1947018"/>
          </a:xfrm>
        </p:grpSpPr>
        <p:sp>
          <p:nvSpPr>
            <p:cNvPr id="161" name="Google Shape;161;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3BEE96"/>
                  </a:solidFill>
                  <a:latin typeface="Inter"/>
                  <a:ea typeface="Inter"/>
                  <a:cs typeface="Inter"/>
                  <a:sym typeface="Inter"/>
                </a:rPr>
                <a:t>What we do?</a:t>
              </a:r>
              <a:endParaRPr/>
            </a:p>
          </p:txBody>
        </p:sp>
        <p:sp>
          <p:nvSpPr>
            <p:cNvPr id="162" name="Google Shape;162;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63" name="Google Shape;163;p11"/>
          <p:cNvGrpSpPr/>
          <p:nvPr/>
        </p:nvGrpSpPr>
        <p:grpSpPr>
          <a:xfrm>
            <a:off x="9427594" y="507760"/>
            <a:ext cx="8348273" cy="2806314"/>
            <a:chOff x="0" y="0"/>
            <a:chExt cx="2198722" cy="739112"/>
          </a:xfrm>
        </p:grpSpPr>
        <p:sp>
          <p:nvSpPr>
            <p:cNvPr id="164" name="Google Shape;164;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6" name="Google Shape;166;p11"/>
          <p:cNvGrpSpPr/>
          <p:nvPr/>
        </p:nvGrpSpPr>
        <p:grpSpPr>
          <a:xfrm>
            <a:off x="512133" y="6975282"/>
            <a:ext cx="8348273" cy="2806314"/>
            <a:chOff x="0" y="0"/>
            <a:chExt cx="2198722" cy="739112"/>
          </a:xfrm>
        </p:grpSpPr>
        <p:sp>
          <p:nvSpPr>
            <p:cNvPr id="167" name="Google Shape;167;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9" name="Google Shape;169;p11"/>
          <p:cNvGrpSpPr/>
          <p:nvPr/>
        </p:nvGrpSpPr>
        <p:grpSpPr>
          <a:xfrm>
            <a:off x="9427594" y="6975282"/>
            <a:ext cx="8348273" cy="2806314"/>
            <a:chOff x="0" y="0"/>
            <a:chExt cx="2198722" cy="739112"/>
          </a:xfrm>
        </p:grpSpPr>
        <p:sp>
          <p:nvSpPr>
            <p:cNvPr id="170" name="Google Shape;170;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72" name="Google Shape;172;p11"/>
          <p:cNvGrpSpPr/>
          <p:nvPr/>
        </p:nvGrpSpPr>
        <p:grpSpPr>
          <a:xfrm>
            <a:off x="9944161" y="1222600"/>
            <a:ext cx="7315200" cy="1460264"/>
            <a:chOff x="0" y="57150"/>
            <a:chExt cx="9753600" cy="1947018"/>
          </a:xfrm>
        </p:grpSpPr>
        <p:sp>
          <p:nvSpPr>
            <p:cNvPr id="173" name="Google Shape;173;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12BBFE"/>
                  </a:solidFill>
                  <a:latin typeface="Inter"/>
                  <a:ea typeface="Inter"/>
                  <a:cs typeface="Inter"/>
                  <a:sym typeface="Inter"/>
                </a:rPr>
                <a:t>Who we are?</a:t>
              </a:r>
              <a:endParaRPr/>
            </a:p>
          </p:txBody>
        </p:sp>
        <p:sp>
          <p:nvSpPr>
            <p:cNvPr id="174" name="Google Shape;174;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5" name="Google Shape;175;p11"/>
          <p:cNvGrpSpPr/>
          <p:nvPr/>
        </p:nvGrpSpPr>
        <p:grpSpPr>
          <a:xfrm>
            <a:off x="1028700" y="7690122"/>
            <a:ext cx="7315200" cy="1460264"/>
            <a:chOff x="0" y="57150"/>
            <a:chExt cx="9753600" cy="1947018"/>
          </a:xfrm>
        </p:grpSpPr>
        <p:sp>
          <p:nvSpPr>
            <p:cNvPr id="176" name="Google Shape;176;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FFE518"/>
                  </a:solidFill>
                  <a:latin typeface="Inter"/>
                  <a:ea typeface="Inter"/>
                  <a:cs typeface="Inter"/>
                  <a:sym typeface="Inter"/>
                </a:rPr>
                <a:t>Why we do it?</a:t>
              </a:r>
              <a:endParaRPr/>
            </a:p>
          </p:txBody>
        </p:sp>
        <p:sp>
          <p:nvSpPr>
            <p:cNvPr id="177" name="Google Shape;177;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8" name="Google Shape;178;p11"/>
          <p:cNvGrpSpPr/>
          <p:nvPr/>
        </p:nvGrpSpPr>
        <p:grpSpPr>
          <a:xfrm>
            <a:off x="9944161" y="7690122"/>
            <a:ext cx="7315200" cy="1460264"/>
            <a:chOff x="0" y="57150"/>
            <a:chExt cx="9753600" cy="1947018"/>
          </a:xfrm>
        </p:grpSpPr>
        <p:sp>
          <p:nvSpPr>
            <p:cNvPr id="179" name="Google Shape;179;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EEA6FF"/>
                  </a:solidFill>
                  <a:latin typeface="Inter"/>
                  <a:ea typeface="Inter"/>
                  <a:cs typeface="Inter"/>
                  <a:sym typeface="Inter"/>
                </a:rPr>
                <a:t>How we do it?</a:t>
              </a:r>
              <a:endParaRPr/>
            </a:p>
          </p:txBody>
        </p:sp>
        <p:sp>
          <p:nvSpPr>
            <p:cNvPr id="180" name="Google Shape;180;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84" name="Shape 184"/>
        <p:cNvGrpSpPr/>
        <p:nvPr/>
      </p:nvGrpSpPr>
      <p:grpSpPr>
        <a:xfrm>
          <a:off x="0" y="0"/>
          <a:ext cx="0" cy="0"/>
          <a:chOff x="0" y="0"/>
          <a:chExt cx="0" cy="0"/>
        </a:xfrm>
      </p:grpSpPr>
      <p:grpSp>
        <p:nvGrpSpPr>
          <p:cNvPr id="185" name="Google Shape;185;p12"/>
          <p:cNvGrpSpPr/>
          <p:nvPr/>
        </p:nvGrpSpPr>
        <p:grpSpPr>
          <a:xfrm>
            <a:off x="512133" y="507760"/>
            <a:ext cx="8426624" cy="9271481"/>
            <a:chOff x="0" y="0"/>
            <a:chExt cx="2219358" cy="2441871"/>
          </a:xfrm>
        </p:grpSpPr>
        <p:sp>
          <p:nvSpPr>
            <p:cNvPr id="186" name="Google Shape;186;p12"/>
            <p:cNvSpPr/>
            <p:nvPr/>
          </p:nvSpPr>
          <p:spPr>
            <a:xfrm>
              <a:off x="0" y="0"/>
              <a:ext cx="2219358" cy="2441871"/>
            </a:xfrm>
            <a:custGeom>
              <a:rect b="b" l="l" r="r" t="t"/>
              <a:pathLst>
                <a:path extrusionOk="0" h="2441871" w="2219358">
                  <a:moveTo>
                    <a:pt x="46856" y="0"/>
                  </a:moveTo>
                  <a:lnTo>
                    <a:pt x="2172502" y="0"/>
                  </a:lnTo>
                  <a:cubicBezTo>
                    <a:pt x="2184929" y="0"/>
                    <a:pt x="2196847" y="4937"/>
                    <a:pt x="2205634" y="13724"/>
                  </a:cubicBezTo>
                  <a:cubicBezTo>
                    <a:pt x="2214421" y="22511"/>
                    <a:pt x="2219358" y="34429"/>
                    <a:pt x="2219358" y="46856"/>
                  </a:cubicBezTo>
                  <a:lnTo>
                    <a:pt x="2219358" y="2395015"/>
                  </a:lnTo>
                  <a:cubicBezTo>
                    <a:pt x="2219358" y="2420893"/>
                    <a:pt x="2198380" y="2441871"/>
                    <a:pt x="2172502" y="2441871"/>
                  </a:cubicBezTo>
                  <a:lnTo>
                    <a:pt x="46856" y="2441871"/>
                  </a:lnTo>
                  <a:cubicBezTo>
                    <a:pt x="20978" y="2441871"/>
                    <a:pt x="0" y="2420893"/>
                    <a:pt x="0" y="2395015"/>
                  </a:cubicBezTo>
                  <a:lnTo>
                    <a:pt x="0" y="46856"/>
                  </a:lnTo>
                  <a:cubicBezTo>
                    <a:pt x="0" y="20978"/>
                    <a:pt x="20978" y="0"/>
                    <a:pt x="46856"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2"/>
            <p:cNvSpPr txBox="1"/>
            <p:nvPr/>
          </p:nvSpPr>
          <p:spPr>
            <a:xfrm>
              <a:off x="0" y="28575"/>
              <a:ext cx="2219358"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88" name="Google Shape;188;p12"/>
          <p:cNvSpPr txBox="1"/>
          <p:nvPr/>
        </p:nvSpPr>
        <p:spPr>
          <a:xfrm>
            <a:off x="1028700" y="2341223"/>
            <a:ext cx="73935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CB6CE6"/>
                </a:solidFill>
                <a:latin typeface="Inter"/>
                <a:ea typeface="Inter"/>
                <a:cs typeface="Inter"/>
                <a:sym typeface="Inter"/>
              </a:rPr>
              <a:t>Mission</a:t>
            </a:r>
            <a:endParaRPr/>
          </a:p>
        </p:txBody>
      </p:sp>
      <p:grpSp>
        <p:nvGrpSpPr>
          <p:cNvPr id="189" name="Google Shape;189;p12"/>
          <p:cNvGrpSpPr/>
          <p:nvPr/>
        </p:nvGrpSpPr>
        <p:grpSpPr>
          <a:xfrm>
            <a:off x="9349243" y="507760"/>
            <a:ext cx="8426624" cy="9271481"/>
            <a:chOff x="0" y="0"/>
            <a:chExt cx="2219358" cy="2441871"/>
          </a:xfrm>
        </p:grpSpPr>
        <p:sp>
          <p:nvSpPr>
            <p:cNvPr id="190" name="Google Shape;190;p12"/>
            <p:cNvSpPr/>
            <p:nvPr/>
          </p:nvSpPr>
          <p:spPr>
            <a:xfrm>
              <a:off x="0" y="0"/>
              <a:ext cx="2219358" cy="2441871"/>
            </a:xfrm>
            <a:custGeom>
              <a:rect b="b" l="l" r="r" t="t"/>
              <a:pathLst>
                <a:path extrusionOk="0" h="2441871" w="2219358">
                  <a:moveTo>
                    <a:pt x="46856" y="0"/>
                  </a:moveTo>
                  <a:lnTo>
                    <a:pt x="2172502" y="0"/>
                  </a:lnTo>
                  <a:cubicBezTo>
                    <a:pt x="2184929" y="0"/>
                    <a:pt x="2196847" y="4937"/>
                    <a:pt x="2205634" y="13724"/>
                  </a:cubicBezTo>
                  <a:cubicBezTo>
                    <a:pt x="2214421" y="22511"/>
                    <a:pt x="2219358" y="34429"/>
                    <a:pt x="2219358" y="46856"/>
                  </a:cubicBezTo>
                  <a:lnTo>
                    <a:pt x="2219358" y="2395015"/>
                  </a:lnTo>
                  <a:cubicBezTo>
                    <a:pt x="2219358" y="2420893"/>
                    <a:pt x="2198380" y="2441871"/>
                    <a:pt x="2172502" y="2441871"/>
                  </a:cubicBezTo>
                  <a:lnTo>
                    <a:pt x="46856" y="2441871"/>
                  </a:lnTo>
                  <a:cubicBezTo>
                    <a:pt x="20978" y="2441871"/>
                    <a:pt x="0" y="2420893"/>
                    <a:pt x="0" y="2395015"/>
                  </a:cubicBezTo>
                  <a:lnTo>
                    <a:pt x="0" y="46856"/>
                  </a:lnTo>
                  <a:cubicBezTo>
                    <a:pt x="0" y="20978"/>
                    <a:pt x="20978" y="0"/>
                    <a:pt x="46856"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2"/>
            <p:cNvSpPr txBox="1"/>
            <p:nvPr/>
          </p:nvSpPr>
          <p:spPr>
            <a:xfrm>
              <a:off x="0" y="28575"/>
              <a:ext cx="2219358"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92" name="Google Shape;192;p12"/>
          <p:cNvSpPr txBox="1"/>
          <p:nvPr/>
        </p:nvSpPr>
        <p:spPr>
          <a:xfrm>
            <a:off x="9865809" y="2340213"/>
            <a:ext cx="73935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12BBFE"/>
                </a:solidFill>
                <a:latin typeface="Inter"/>
                <a:ea typeface="Inter"/>
                <a:cs typeface="Inter"/>
                <a:sym typeface="Inter"/>
              </a:rPr>
              <a:t>Vision</a:t>
            </a:r>
            <a:endParaRPr/>
          </a:p>
        </p:txBody>
      </p:sp>
      <p:sp>
        <p:nvSpPr>
          <p:cNvPr id="193" name="Google Shape;193;p12"/>
          <p:cNvSpPr txBox="1"/>
          <p:nvPr/>
        </p:nvSpPr>
        <p:spPr>
          <a:xfrm>
            <a:off x="1028700" y="4334827"/>
            <a:ext cx="7393500" cy="2909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Enter your grand vision statement!</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p:txBody>
      </p:sp>
      <p:sp>
        <p:nvSpPr>
          <p:cNvPr id="194" name="Google Shape;194;p12"/>
          <p:cNvSpPr txBox="1"/>
          <p:nvPr/>
        </p:nvSpPr>
        <p:spPr>
          <a:xfrm>
            <a:off x="9865809" y="4334827"/>
            <a:ext cx="7393500" cy="2909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Enter your grand vision statement!</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98" name="Shape 198"/>
        <p:cNvGrpSpPr/>
        <p:nvPr/>
      </p:nvGrpSpPr>
      <p:grpSpPr>
        <a:xfrm>
          <a:off x="0" y="0"/>
          <a:ext cx="0" cy="0"/>
          <a:chOff x="0" y="0"/>
          <a:chExt cx="0" cy="0"/>
        </a:xfrm>
      </p:grpSpPr>
      <p:grpSp>
        <p:nvGrpSpPr>
          <p:cNvPr id="199" name="Google Shape;199;p13"/>
          <p:cNvGrpSpPr/>
          <p:nvPr/>
        </p:nvGrpSpPr>
        <p:grpSpPr>
          <a:xfrm>
            <a:off x="512133" y="507760"/>
            <a:ext cx="17263734" cy="9271481"/>
            <a:chOff x="0" y="0"/>
            <a:chExt cx="4546827" cy="2441871"/>
          </a:xfrm>
        </p:grpSpPr>
        <p:sp>
          <p:nvSpPr>
            <p:cNvPr id="200" name="Google Shape;200;p13"/>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3"/>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02" name="Google Shape;202;p13"/>
          <p:cNvPicPr preferRelativeResize="0"/>
          <p:nvPr/>
        </p:nvPicPr>
        <p:blipFill>
          <a:blip r:embed="rId3">
            <a:alphaModFix/>
          </a:blip>
          <a:stretch>
            <a:fillRect/>
          </a:stretch>
        </p:blipFill>
        <p:spPr>
          <a:xfrm>
            <a:off x="3499800" y="507750"/>
            <a:ext cx="11643224" cy="9258787"/>
          </a:xfrm>
          <a:prstGeom prst="rect">
            <a:avLst/>
          </a:prstGeom>
          <a:noFill/>
          <a:ln>
            <a:noFill/>
          </a:ln>
        </p:spPr>
      </p:pic>
      <p:sp>
        <p:nvSpPr>
          <p:cNvPr id="203" name="Google Shape;203;p13"/>
          <p:cNvSpPr txBox="1"/>
          <p:nvPr/>
        </p:nvSpPr>
        <p:spPr>
          <a:xfrm>
            <a:off x="1796271" y="4090947"/>
            <a:ext cx="146955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18194" u="none" cap="none" strike="noStrike">
                <a:solidFill>
                  <a:srgbClr val="FFFFFF"/>
                </a:solidFill>
                <a:latin typeface="Inter"/>
                <a:ea typeface="Inter"/>
                <a:cs typeface="Inter"/>
                <a:sym typeface="Inter"/>
              </a:rPr>
              <a:t>About Us</a:t>
            </a:r>
            <a:endParaRPr/>
          </a:p>
        </p:txBody>
      </p:sp>
      <p:sp>
        <p:nvSpPr>
          <p:cNvPr id="204" name="Google Shape;204;p13"/>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99" u="none" cap="none" strike="noStrike">
                <a:solidFill>
                  <a:srgbClr val="FFFFFF"/>
                </a:solidFill>
                <a:latin typeface="Inter"/>
                <a:ea typeface="Inter"/>
                <a:cs typeface="Inter"/>
                <a:sym typeface="Inter"/>
              </a:rPr>
              <a:t>Brand</a:t>
            </a:r>
            <a:endParaRPr/>
          </a:p>
        </p:txBody>
      </p:sp>
    </p:spTree>
  </p:cSld>
  <p:clrMapOvr>
    <a:masterClrMapping/>
  </p:clrMapOvr>
  <p:transition spd="slow">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08" name="Shape 208"/>
        <p:cNvGrpSpPr/>
        <p:nvPr/>
      </p:nvGrpSpPr>
      <p:grpSpPr>
        <a:xfrm>
          <a:off x="0" y="0"/>
          <a:ext cx="0" cy="0"/>
          <a:chOff x="0" y="0"/>
          <a:chExt cx="0" cy="0"/>
        </a:xfrm>
      </p:grpSpPr>
      <p:grpSp>
        <p:nvGrpSpPr>
          <p:cNvPr id="209" name="Google Shape;209;p14"/>
          <p:cNvGrpSpPr/>
          <p:nvPr/>
        </p:nvGrpSpPr>
        <p:grpSpPr>
          <a:xfrm>
            <a:off x="9427594" y="507760"/>
            <a:ext cx="8348273" cy="3954690"/>
            <a:chOff x="0" y="0"/>
            <a:chExt cx="2198722" cy="1041564"/>
          </a:xfrm>
        </p:grpSpPr>
        <p:sp>
          <p:nvSpPr>
            <p:cNvPr id="210" name="Google Shape;210;p14"/>
            <p:cNvSpPr/>
            <p:nvPr/>
          </p:nvSpPr>
          <p:spPr>
            <a:xfrm>
              <a:off x="0" y="0"/>
              <a:ext cx="2198722" cy="1041564"/>
            </a:xfrm>
            <a:custGeom>
              <a:rect b="b" l="l" r="r" t="t"/>
              <a:pathLst>
                <a:path extrusionOk="0" h="1041564" w="2198722">
                  <a:moveTo>
                    <a:pt x="47296" y="0"/>
                  </a:moveTo>
                  <a:lnTo>
                    <a:pt x="2151426" y="0"/>
                  </a:lnTo>
                  <a:cubicBezTo>
                    <a:pt x="2177547" y="0"/>
                    <a:pt x="2198722" y="21175"/>
                    <a:pt x="2198722" y="47296"/>
                  </a:cubicBezTo>
                  <a:lnTo>
                    <a:pt x="2198722" y="994269"/>
                  </a:lnTo>
                  <a:cubicBezTo>
                    <a:pt x="2198722" y="1006812"/>
                    <a:pt x="2193739" y="1018842"/>
                    <a:pt x="2184869" y="1027712"/>
                  </a:cubicBezTo>
                  <a:cubicBezTo>
                    <a:pt x="2176000" y="1036581"/>
                    <a:pt x="2163970" y="1041564"/>
                    <a:pt x="2151426" y="1041564"/>
                  </a:cubicBezTo>
                  <a:lnTo>
                    <a:pt x="47296" y="1041564"/>
                  </a:lnTo>
                  <a:cubicBezTo>
                    <a:pt x="34752" y="1041564"/>
                    <a:pt x="22722" y="1036581"/>
                    <a:pt x="13853" y="1027712"/>
                  </a:cubicBezTo>
                  <a:cubicBezTo>
                    <a:pt x="4983" y="1018842"/>
                    <a:pt x="0" y="1006812"/>
                    <a:pt x="0" y="994269"/>
                  </a:cubicBezTo>
                  <a:lnTo>
                    <a:pt x="0" y="47296"/>
                  </a:lnTo>
                  <a:cubicBezTo>
                    <a:pt x="0" y="34752"/>
                    <a:pt x="4983" y="22722"/>
                    <a:pt x="13853" y="13853"/>
                  </a:cubicBezTo>
                  <a:cubicBezTo>
                    <a:pt x="22722" y="4983"/>
                    <a:pt x="34752" y="0"/>
                    <a:pt x="47296"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4"/>
            <p:cNvSpPr txBox="1"/>
            <p:nvPr/>
          </p:nvSpPr>
          <p:spPr>
            <a:xfrm>
              <a:off x="0" y="28575"/>
              <a:ext cx="2198722" cy="1012989"/>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12" name="Google Shape;212;p14"/>
          <p:cNvPicPr preferRelativeResize="0"/>
          <p:nvPr/>
        </p:nvPicPr>
        <p:blipFill>
          <a:blip r:embed="rId3">
            <a:alphaModFix/>
          </a:blip>
          <a:stretch>
            <a:fillRect/>
          </a:stretch>
        </p:blipFill>
        <p:spPr>
          <a:xfrm>
            <a:off x="9435514" y="507750"/>
            <a:ext cx="8340300" cy="3954600"/>
          </a:xfrm>
          <a:prstGeom prst="roundRect">
            <a:avLst>
              <a:gd fmla="val 4513" name="adj"/>
            </a:avLst>
          </a:prstGeom>
          <a:noFill/>
          <a:ln>
            <a:noFill/>
          </a:ln>
        </p:spPr>
      </p:pic>
      <p:grpSp>
        <p:nvGrpSpPr>
          <p:cNvPr id="213" name="Google Shape;213;p14"/>
          <p:cNvGrpSpPr/>
          <p:nvPr/>
        </p:nvGrpSpPr>
        <p:grpSpPr>
          <a:xfrm>
            <a:off x="512133" y="507760"/>
            <a:ext cx="8631871" cy="2596202"/>
            <a:chOff x="0" y="0"/>
            <a:chExt cx="2273414" cy="683773"/>
          </a:xfrm>
        </p:grpSpPr>
        <p:sp>
          <p:nvSpPr>
            <p:cNvPr id="214" name="Google Shape;214;p14"/>
            <p:cNvSpPr/>
            <p:nvPr/>
          </p:nvSpPr>
          <p:spPr>
            <a:xfrm>
              <a:off x="0" y="0"/>
              <a:ext cx="2273414" cy="683773"/>
            </a:xfrm>
            <a:custGeom>
              <a:rect b="b" l="l" r="r" t="t"/>
              <a:pathLst>
                <a:path extrusionOk="0" h="683773" w="2273414">
                  <a:moveTo>
                    <a:pt x="45742" y="0"/>
                  </a:moveTo>
                  <a:lnTo>
                    <a:pt x="2227672" y="0"/>
                  </a:lnTo>
                  <a:cubicBezTo>
                    <a:pt x="2239803" y="0"/>
                    <a:pt x="2251438" y="4819"/>
                    <a:pt x="2260016" y="13397"/>
                  </a:cubicBezTo>
                  <a:cubicBezTo>
                    <a:pt x="2268594" y="21976"/>
                    <a:pt x="2273414" y="33610"/>
                    <a:pt x="2273414" y="45742"/>
                  </a:cubicBezTo>
                  <a:lnTo>
                    <a:pt x="2273414" y="638031"/>
                  </a:lnTo>
                  <a:cubicBezTo>
                    <a:pt x="2273414" y="650163"/>
                    <a:pt x="2268594" y="661798"/>
                    <a:pt x="2260016" y="670376"/>
                  </a:cubicBezTo>
                  <a:cubicBezTo>
                    <a:pt x="2251438" y="678954"/>
                    <a:pt x="2239803" y="683773"/>
                    <a:pt x="2227672" y="683773"/>
                  </a:cubicBezTo>
                  <a:lnTo>
                    <a:pt x="45742" y="683773"/>
                  </a:lnTo>
                  <a:cubicBezTo>
                    <a:pt x="33610" y="683773"/>
                    <a:pt x="21976" y="678954"/>
                    <a:pt x="13397" y="670376"/>
                  </a:cubicBezTo>
                  <a:cubicBezTo>
                    <a:pt x="4819" y="661798"/>
                    <a:pt x="0" y="650163"/>
                    <a:pt x="0" y="638031"/>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4"/>
            <p:cNvSpPr txBox="1"/>
            <p:nvPr/>
          </p:nvSpPr>
          <p:spPr>
            <a:xfrm>
              <a:off x="0" y="28575"/>
              <a:ext cx="2273413" cy="65519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16" name="Google Shape;216;p14"/>
          <p:cNvGrpSpPr/>
          <p:nvPr/>
        </p:nvGrpSpPr>
        <p:grpSpPr>
          <a:xfrm>
            <a:off x="512133" y="3622301"/>
            <a:ext cx="8631871" cy="6156939"/>
            <a:chOff x="0" y="0"/>
            <a:chExt cx="2273414" cy="1621581"/>
          </a:xfrm>
        </p:grpSpPr>
        <p:sp>
          <p:nvSpPr>
            <p:cNvPr id="217" name="Google Shape;217;p14"/>
            <p:cNvSpPr/>
            <p:nvPr/>
          </p:nvSpPr>
          <p:spPr>
            <a:xfrm>
              <a:off x="0" y="0"/>
              <a:ext cx="2273414" cy="1621581"/>
            </a:xfrm>
            <a:custGeom>
              <a:rect b="b" l="l" r="r" t="t"/>
              <a:pathLst>
                <a:path extrusionOk="0" h="1621581" w="2273414">
                  <a:moveTo>
                    <a:pt x="45742" y="0"/>
                  </a:moveTo>
                  <a:lnTo>
                    <a:pt x="2227672" y="0"/>
                  </a:lnTo>
                  <a:cubicBezTo>
                    <a:pt x="2239803" y="0"/>
                    <a:pt x="2251438" y="4819"/>
                    <a:pt x="2260016" y="13397"/>
                  </a:cubicBezTo>
                  <a:cubicBezTo>
                    <a:pt x="2268594" y="21976"/>
                    <a:pt x="2273414" y="33610"/>
                    <a:pt x="2273414" y="45742"/>
                  </a:cubicBezTo>
                  <a:lnTo>
                    <a:pt x="2273414" y="1575839"/>
                  </a:lnTo>
                  <a:cubicBezTo>
                    <a:pt x="2273414" y="1587970"/>
                    <a:pt x="2268594" y="1599605"/>
                    <a:pt x="2260016" y="1608183"/>
                  </a:cubicBezTo>
                  <a:cubicBezTo>
                    <a:pt x="2251438" y="1616761"/>
                    <a:pt x="2239803" y="1621581"/>
                    <a:pt x="2227672" y="1621581"/>
                  </a:cubicBezTo>
                  <a:lnTo>
                    <a:pt x="45742" y="1621581"/>
                  </a:lnTo>
                  <a:cubicBezTo>
                    <a:pt x="33610" y="1621581"/>
                    <a:pt x="21976" y="1616761"/>
                    <a:pt x="13397" y="1608183"/>
                  </a:cubicBezTo>
                  <a:cubicBezTo>
                    <a:pt x="4819" y="1599605"/>
                    <a:pt x="0" y="1587970"/>
                    <a:pt x="0" y="1575839"/>
                  </a:cubicBezTo>
                  <a:lnTo>
                    <a:pt x="0" y="45742"/>
                  </a:lnTo>
                  <a:cubicBezTo>
                    <a:pt x="0" y="33610"/>
                    <a:pt x="4819" y="21976"/>
                    <a:pt x="13397" y="13397"/>
                  </a:cubicBezTo>
                  <a:cubicBezTo>
                    <a:pt x="21976" y="4819"/>
                    <a:pt x="33610" y="0"/>
                    <a:pt x="45742"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4"/>
            <p:cNvSpPr txBox="1"/>
            <p:nvPr/>
          </p:nvSpPr>
          <p:spPr>
            <a:xfrm>
              <a:off x="0" y="28575"/>
              <a:ext cx="2273413" cy="159300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19" name="Google Shape;219;p14"/>
          <p:cNvGrpSpPr/>
          <p:nvPr/>
        </p:nvGrpSpPr>
        <p:grpSpPr>
          <a:xfrm>
            <a:off x="9427594" y="4911331"/>
            <a:ext cx="8348273" cy="4867909"/>
            <a:chOff x="0" y="0"/>
            <a:chExt cx="2198722" cy="1282083"/>
          </a:xfrm>
        </p:grpSpPr>
        <p:sp>
          <p:nvSpPr>
            <p:cNvPr id="220" name="Google Shape;220;p14"/>
            <p:cNvSpPr/>
            <p:nvPr/>
          </p:nvSpPr>
          <p:spPr>
            <a:xfrm>
              <a:off x="0" y="0"/>
              <a:ext cx="2198722" cy="1282083"/>
            </a:xfrm>
            <a:custGeom>
              <a:rect b="b" l="l" r="r" t="t"/>
              <a:pathLst>
                <a:path extrusionOk="0" h="1282083" w="2198722">
                  <a:moveTo>
                    <a:pt x="47296" y="0"/>
                  </a:moveTo>
                  <a:lnTo>
                    <a:pt x="2151426" y="0"/>
                  </a:lnTo>
                  <a:cubicBezTo>
                    <a:pt x="2177547" y="0"/>
                    <a:pt x="2198722" y="21175"/>
                    <a:pt x="2198722" y="47296"/>
                  </a:cubicBezTo>
                  <a:lnTo>
                    <a:pt x="2198722" y="1234787"/>
                  </a:lnTo>
                  <a:cubicBezTo>
                    <a:pt x="2198722" y="1247331"/>
                    <a:pt x="2193739" y="1259361"/>
                    <a:pt x="2184869" y="1268230"/>
                  </a:cubicBezTo>
                  <a:cubicBezTo>
                    <a:pt x="2176000" y="1277100"/>
                    <a:pt x="2163970" y="1282083"/>
                    <a:pt x="2151426" y="1282083"/>
                  </a:cubicBezTo>
                  <a:lnTo>
                    <a:pt x="47296" y="1282083"/>
                  </a:lnTo>
                  <a:cubicBezTo>
                    <a:pt x="34752" y="1282083"/>
                    <a:pt x="22722" y="1277100"/>
                    <a:pt x="13853" y="1268230"/>
                  </a:cubicBezTo>
                  <a:cubicBezTo>
                    <a:pt x="4983" y="1259361"/>
                    <a:pt x="0" y="1247331"/>
                    <a:pt x="0" y="1234787"/>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4"/>
            <p:cNvSpPr txBox="1"/>
            <p:nvPr/>
          </p:nvSpPr>
          <p:spPr>
            <a:xfrm>
              <a:off x="0" y="28575"/>
              <a:ext cx="2198722" cy="125350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22" name="Google Shape;222;p14"/>
          <p:cNvSpPr txBox="1"/>
          <p:nvPr/>
        </p:nvSpPr>
        <p:spPr>
          <a:xfrm>
            <a:off x="9942256" y="5746991"/>
            <a:ext cx="73188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Presentations are communication tools that can be used as demonstrations, lectures, speeches, reports, and more. It is mostly presented before an audience.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Semper quis lectus nulla at. Risus quis varius quam quisque id diam vel quam. Dictum fusce ut placerat orci. Orci porta non pulvinar neque laoreet. Lectus vestibulum mattis ullamcorper velit. Eu ultrices vitae auctor eu augue ut. Proin libero nunc consequat interdum varius. Aliquet enim tortor at auctor urna nunc. </a:t>
            </a:r>
            <a:endParaRPr/>
          </a:p>
        </p:txBody>
      </p:sp>
      <p:sp>
        <p:nvSpPr>
          <p:cNvPr id="223" name="Google Shape;223;p14"/>
          <p:cNvSpPr txBox="1"/>
          <p:nvPr/>
        </p:nvSpPr>
        <p:spPr>
          <a:xfrm>
            <a:off x="1028700" y="1200150"/>
            <a:ext cx="7598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FFE518"/>
                </a:solidFill>
                <a:latin typeface="Inter"/>
                <a:ea typeface="Inter"/>
                <a:cs typeface="Inter"/>
                <a:sym typeface="Inter"/>
              </a:rPr>
              <a:t>Our History</a:t>
            </a:r>
            <a:endParaRPr/>
          </a:p>
        </p:txBody>
      </p:sp>
      <p:sp>
        <p:nvSpPr>
          <p:cNvPr id="224" name="Google Shape;224;p14"/>
          <p:cNvSpPr txBox="1"/>
          <p:nvPr/>
        </p:nvSpPr>
        <p:spPr>
          <a:xfrm>
            <a:off x="1506583" y="5171488"/>
            <a:ext cx="6642968" cy="2102937"/>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15673" u="none" cap="none" strike="noStrike">
                <a:solidFill>
                  <a:srgbClr val="FFFFFF"/>
                </a:solidFill>
                <a:latin typeface="Inter"/>
                <a:ea typeface="Inter"/>
                <a:cs typeface="Inter"/>
                <a:sym typeface="Inter"/>
              </a:rPr>
              <a:t>09:00</a:t>
            </a:r>
            <a:endParaRPr/>
          </a:p>
        </p:txBody>
      </p:sp>
      <p:sp>
        <p:nvSpPr>
          <p:cNvPr id="225" name="Google Shape;225;p14"/>
          <p:cNvSpPr txBox="1"/>
          <p:nvPr/>
        </p:nvSpPr>
        <p:spPr>
          <a:xfrm>
            <a:off x="1170497" y="7495064"/>
            <a:ext cx="7315139"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Monday</a:t>
            </a:r>
            <a:endParaRPr/>
          </a:p>
        </p:txBody>
      </p:sp>
      <p:sp>
        <p:nvSpPr>
          <p:cNvPr id="226" name="Google Shape;226;p14"/>
          <p:cNvSpPr txBox="1"/>
          <p:nvPr/>
        </p:nvSpPr>
        <p:spPr>
          <a:xfrm>
            <a:off x="1170497" y="8188144"/>
            <a:ext cx="7315139" cy="32766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400" u="none" cap="none" strike="noStrike">
                <a:solidFill>
                  <a:srgbClr val="ABABAB"/>
                </a:solidFill>
                <a:latin typeface="Inter"/>
                <a:ea typeface="Inter"/>
                <a:cs typeface="Inter"/>
                <a:sym typeface="Inter"/>
              </a:rPr>
              <a:t>April 15, 1997</a:t>
            </a:r>
            <a:endParaRPr/>
          </a:p>
        </p:txBody>
      </p:sp>
    </p:spTree>
  </p:cSld>
  <p:clrMapOvr>
    <a:masterClrMapping/>
  </p:clrMapOvr>
  <p:transition spd="slow">
    <p:fade/>
  </p:transition>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0" name="Shape 230"/>
        <p:cNvGrpSpPr/>
        <p:nvPr/>
      </p:nvGrpSpPr>
      <p:grpSpPr>
        <a:xfrm>
          <a:off x="0" y="0"/>
          <a:ext cx="0" cy="0"/>
          <a:chOff x="0" y="0"/>
          <a:chExt cx="0" cy="0"/>
        </a:xfrm>
      </p:grpSpPr>
      <p:pic>
        <p:nvPicPr>
          <p:cNvPr id="231" name="Google Shape;231;p15"/>
          <p:cNvPicPr preferRelativeResize="0"/>
          <p:nvPr/>
        </p:nvPicPr>
        <p:blipFill>
          <a:blip r:embed="rId3">
            <a:alphaModFix/>
          </a:blip>
          <a:stretch>
            <a:fillRect/>
          </a:stretch>
        </p:blipFill>
        <p:spPr>
          <a:xfrm>
            <a:off x="512125" y="507750"/>
            <a:ext cx="5202900" cy="6051000"/>
          </a:xfrm>
          <a:prstGeom prst="roundRect">
            <a:avLst>
              <a:gd fmla="val 8464" name="adj"/>
            </a:avLst>
          </a:prstGeom>
          <a:noFill/>
          <a:ln>
            <a:noFill/>
          </a:ln>
        </p:spPr>
      </p:pic>
      <p:pic>
        <p:nvPicPr>
          <p:cNvPr id="232" name="Google Shape;232;p15"/>
          <p:cNvPicPr preferRelativeResize="0"/>
          <p:nvPr/>
        </p:nvPicPr>
        <p:blipFill>
          <a:blip r:embed="rId4">
            <a:alphaModFix/>
          </a:blip>
          <a:stretch>
            <a:fillRect/>
          </a:stretch>
        </p:blipFill>
        <p:spPr>
          <a:xfrm>
            <a:off x="5963425" y="510125"/>
            <a:ext cx="6359700" cy="2819400"/>
          </a:xfrm>
          <a:prstGeom prst="roundRect">
            <a:avLst>
              <a:gd fmla="val 13711" name="adj"/>
            </a:avLst>
          </a:prstGeom>
          <a:noFill/>
          <a:ln>
            <a:noFill/>
          </a:ln>
        </p:spPr>
      </p:pic>
      <p:pic>
        <p:nvPicPr>
          <p:cNvPr id="233" name="Google Shape;233;p15"/>
          <p:cNvPicPr preferRelativeResize="0"/>
          <p:nvPr/>
        </p:nvPicPr>
        <p:blipFill>
          <a:blip r:embed="rId5">
            <a:alphaModFix/>
          </a:blip>
          <a:stretch>
            <a:fillRect/>
          </a:stretch>
        </p:blipFill>
        <p:spPr>
          <a:xfrm>
            <a:off x="12571450" y="510125"/>
            <a:ext cx="5202900" cy="2816100"/>
          </a:xfrm>
          <a:prstGeom prst="roundRect">
            <a:avLst>
              <a:gd fmla="val 12764" name="adj"/>
            </a:avLst>
          </a:prstGeom>
          <a:noFill/>
          <a:ln>
            <a:noFill/>
          </a:ln>
        </p:spPr>
      </p:pic>
      <p:pic>
        <p:nvPicPr>
          <p:cNvPr id="234" name="Google Shape;234;p15"/>
          <p:cNvPicPr preferRelativeResize="0"/>
          <p:nvPr/>
        </p:nvPicPr>
        <p:blipFill>
          <a:blip r:embed="rId6">
            <a:alphaModFix/>
          </a:blip>
          <a:stretch>
            <a:fillRect/>
          </a:stretch>
        </p:blipFill>
        <p:spPr>
          <a:xfrm>
            <a:off x="12571425" y="3757958"/>
            <a:ext cx="5202900" cy="6023700"/>
          </a:xfrm>
          <a:prstGeom prst="roundRect">
            <a:avLst>
              <a:gd fmla="val 9129" name="adj"/>
            </a:avLst>
          </a:prstGeom>
          <a:noFill/>
          <a:ln>
            <a:noFill/>
          </a:ln>
        </p:spPr>
      </p:pic>
      <p:pic>
        <p:nvPicPr>
          <p:cNvPr id="235" name="Google Shape;235;p15"/>
          <p:cNvPicPr preferRelativeResize="0"/>
          <p:nvPr/>
        </p:nvPicPr>
        <p:blipFill>
          <a:blip r:embed="rId7">
            <a:alphaModFix/>
          </a:blip>
          <a:stretch>
            <a:fillRect/>
          </a:stretch>
        </p:blipFill>
        <p:spPr>
          <a:xfrm>
            <a:off x="512125" y="6956306"/>
            <a:ext cx="5202900" cy="2823000"/>
          </a:xfrm>
          <a:prstGeom prst="roundRect">
            <a:avLst>
              <a:gd fmla="val 13555" name="adj"/>
            </a:avLst>
          </a:prstGeom>
          <a:noFill/>
          <a:ln>
            <a:noFill/>
          </a:ln>
        </p:spPr>
      </p:pic>
      <p:pic>
        <p:nvPicPr>
          <p:cNvPr id="236" name="Google Shape;236;p15"/>
          <p:cNvPicPr preferRelativeResize="0"/>
          <p:nvPr/>
        </p:nvPicPr>
        <p:blipFill>
          <a:blip r:embed="rId8">
            <a:alphaModFix/>
          </a:blip>
          <a:stretch>
            <a:fillRect/>
          </a:stretch>
        </p:blipFill>
        <p:spPr>
          <a:xfrm>
            <a:off x="5964225" y="6959818"/>
            <a:ext cx="6359400" cy="2819400"/>
          </a:xfrm>
          <a:prstGeom prst="roundRect">
            <a:avLst>
              <a:gd fmla="val 10611" name="adj"/>
            </a:avLst>
          </a:prstGeom>
          <a:noFill/>
          <a:ln>
            <a:noFill/>
          </a:ln>
        </p:spPr>
      </p:pic>
      <p:grpSp>
        <p:nvGrpSpPr>
          <p:cNvPr id="237" name="Google Shape;237;p15"/>
          <p:cNvGrpSpPr/>
          <p:nvPr/>
        </p:nvGrpSpPr>
        <p:grpSpPr>
          <a:xfrm>
            <a:off x="5964232" y="3740343"/>
            <a:ext cx="6359535" cy="2806314"/>
            <a:chOff x="0" y="0"/>
            <a:chExt cx="1674939" cy="739112"/>
          </a:xfrm>
        </p:grpSpPr>
        <p:sp>
          <p:nvSpPr>
            <p:cNvPr id="238" name="Google Shape;238;p15"/>
            <p:cNvSpPr/>
            <p:nvPr/>
          </p:nvSpPr>
          <p:spPr>
            <a:xfrm>
              <a:off x="0" y="0"/>
              <a:ext cx="1674939" cy="739112"/>
            </a:xfrm>
            <a:custGeom>
              <a:rect b="b" l="l" r="r" t="t"/>
              <a:pathLst>
                <a:path extrusionOk="0" h="739112" w="1674939">
                  <a:moveTo>
                    <a:pt x="62086" y="0"/>
                  </a:moveTo>
                  <a:lnTo>
                    <a:pt x="1612853" y="0"/>
                  </a:lnTo>
                  <a:cubicBezTo>
                    <a:pt x="1629320" y="0"/>
                    <a:pt x="1645112" y="6541"/>
                    <a:pt x="1656755" y="18185"/>
                  </a:cubicBezTo>
                  <a:cubicBezTo>
                    <a:pt x="1668398" y="29828"/>
                    <a:pt x="1674939" y="45620"/>
                    <a:pt x="1674939" y="62086"/>
                  </a:cubicBezTo>
                  <a:lnTo>
                    <a:pt x="1674939" y="677026"/>
                  </a:lnTo>
                  <a:cubicBezTo>
                    <a:pt x="1674939" y="711315"/>
                    <a:pt x="1647143" y="739112"/>
                    <a:pt x="1612853" y="739112"/>
                  </a:cubicBezTo>
                  <a:lnTo>
                    <a:pt x="62086" y="739112"/>
                  </a:lnTo>
                  <a:cubicBezTo>
                    <a:pt x="45620" y="739112"/>
                    <a:pt x="29828" y="732570"/>
                    <a:pt x="18185" y="720927"/>
                  </a:cubicBezTo>
                  <a:cubicBezTo>
                    <a:pt x="6541" y="709284"/>
                    <a:pt x="0" y="693492"/>
                    <a:pt x="0" y="677026"/>
                  </a:cubicBezTo>
                  <a:lnTo>
                    <a:pt x="0" y="62086"/>
                  </a:lnTo>
                  <a:cubicBezTo>
                    <a:pt x="0" y="45620"/>
                    <a:pt x="6541" y="29828"/>
                    <a:pt x="18185" y="18185"/>
                  </a:cubicBezTo>
                  <a:cubicBezTo>
                    <a:pt x="29828" y="6541"/>
                    <a:pt x="45620" y="0"/>
                    <a:pt x="62086"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5"/>
            <p:cNvSpPr txBox="1"/>
            <p:nvPr/>
          </p:nvSpPr>
          <p:spPr>
            <a:xfrm>
              <a:off x="0" y="28575"/>
              <a:ext cx="1674939"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40" name="Google Shape;240;p15"/>
          <p:cNvSpPr txBox="1"/>
          <p:nvPr/>
        </p:nvSpPr>
        <p:spPr>
          <a:xfrm>
            <a:off x="6137263" y="4521625"/>
            <a:ext cx="60135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EEA6FF"/>
                </a:solidFill>
                <a:latin typeface="Inter"/>
                <a:ea typeface="Inter"/>
                <a:cs typeface="Inter"/>
                <a:sym typeface="Inter"/>
              </a:rPr>
              <a:t>Gallery</a:t>
            </a:r>
            <a:endParaRPr/>
          </a:p>
        </p:txBody>
      </p:sp>
    </p:spTree>
  </p:cSld>
  <p:clrMapOvr>
    <a:masterClrMapping/>
  </p:clrMapOvr>
  <p:transition spd="slow">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44" name="Shape 244"/>
        <p:cNvGrpSpPr/>
        <p:nvPr/>
      </p:nvGrpSpPr>
      <p:grpSpPr>
        <a:xfrm>
          <a:off x="0" y="0"/>
          <a:ext cx="0" cy="0"/>
          <a:chOff x="0" y="0"/>
          <a:chExt cx="0" cy="0"/>
        </a:xfrm>
      </p:grpSpPr>
      <p:grpSp>
        <p:nvGrpSpPr>
          <p:cNvPr id="245" name="Google Shape;245;p16"/>
          <p:cNvGrpSpPr/>
          <p:nvPr/>
        </p:nvGrpSpPr>
        <p:grpSpPr>
          <a:xfrm>
            <a:off x="512133" y="507760"/>
            <a:ext cx="5467527" cy="4173120"/>
            <a:chOff x="0" y="0"/>
            <a:chExt cx="1440007" cy="1099093"/>
          </a:xfrm>
        </p:grpSpPr>
        <p:sp>
          <p:nvSpPr>
            <p:cNvPr id="246" name="Google Shape;246;p16"/>
            <p:cNvSpPr/>
            <p:nvPr/>
          </p:nvSpPr>
          <p:spPr>
            <a:xfrm>
              <a:off x="0" y="0"/>
              <a:ext cx="1440007" cy="1099093"/>
            </a:xfrm>
            <a:custGeom>
              <a:rect b="b" l="l" r="r" t="t"/>
              <a:pathLst>
                <a:path extrusionOk="0" h="1099093" w="1440007">
                  <a:moveTo>
                    <a:pt x="72215" y="0"/>
                  </a:moveTo>
                  <a:lnTo>
                    <a:pt x="1367792" y="0"/>
                  </a:lnTo>
                  <a:cubicBezTo>
                    <a:pt x="1386945" y="0"/>
                    <a:pt x="1405313" y="7608"/>
                    <a:pt x="1418856" y="21151"/>
                  </a:cubicBezTo>
                  <a:cubicBezTo>
                    <a:pt x="1432399" y="34694"/>
                    <a:pt x="1440007" y="53062"/>
                    <a:pt x="1440007" y="72215"/>
                  </a:cubicBezTo>
                  <a:lnTo>
                    <a:pt x="1440007" y="1026878"/>
                  </a:lnTo>
                  <a:cubicBezTo>
                    <a:pt x="1440007" y="1046031"/>
                    <a:pt x="1432399" y="1064399"/>
                    <a:pt x="1418856" y="1077942"/>
                  </a:cubicBezTo>
                  <a:cubicBezTo>
                    <a:pt x="1405313" y="1091485"/>
                    <a:pt x="1386945" y="1099093"/>
                    <a:pt x="1367792" y="1099093"/>
                  </a:cubicBezTo>
                  <a:lnTo>
                    <a:pt x="72215" y="1099093"/>
                  </a:lnTo>
                  <a:cubicBezTo>
                    <a:pt x="53062" y="1099093"/>
                    <a:pt x="34694" y="1091485"/>
                    <a:pt x="21151" y="1077942"/>
                  </a:cubicBezTo>
                  <a:cubicBezTo>
                    <a:pt x="7608" y="1064399"/>
                    <a:pt x="0" y="1046031"/>
                    <a:pt x="0" y="1026878"/>
                  </a:cubicBezTo>
                  <a:lnTo>
                    <a:pt x="0" y="72215"/>
                  </a:lnTo>
                  <a:cubicBezTo>
                    <a:pt x="0" y="53062"/>
                    <a:pt x="7608" y="34694"/>
                    <a:pt x="21151" y="21151"/>
                  </a:cubicBezTo>
                  <a:cubicBezTo>
                    <a:pt x="34694" y="7608"/>
                    <a:pt x="53062" y="0"/>
                    <a:pt x="72215"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6"/>
            <p:cNvSpPr txBox="1"/>
            <p:nvPr/>
          </p:nvSpPr>
          <p:spPr>
            <a:xfrm>
              <a:off x="0" y="28575"/>
              <a:ext cx="1440007" cy="10705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48" name="Google Shape;248;p16"/>
          <p:cNvGrpSpPr/>
          <p:nvPr/>
        </p:nvGrpSpPr>
        <p:grpSpPr>
          <a:xfrm>
            <a:off x="6408111" y="507760"/>
            <a:ext cx="5467527" cy="4173120"/>
            <a:chOff x="0" y="0"/>
            <a:chExt cx="1440007" cy="1099093"/>
          </a:xfrm>
        </p:grpSpPr>
        <p:sp>
          <p:nvSpPr>
            <p:cNvPr id="249" name="Google Shape;249;p16"/>
            <p:cNvSpPr/>
            <p:nvPr/>
          </p:nvSpPr>
          <p:spPr>
            <a:xfrm>
              <a:off x="0" y="0"/>
              <a:ext cx="1440007" cy="1099093"/>
            </a:xfrm>
            <a:custGeom>
              <a:rect b="b" l="l" r="r" t="t"/>
              <a:pathLst>
                <a:path extrusionOk="0" h="1099093" w="1440007">
                  <a:moveTo>
                    <a:pt x="72215" y="0"/>
                  </a:moveTo>
                  <a:lnTo>
                    <a:pt x="1367792" y="0"/>
                  </a:lnTo>
                  <a:cubicBezTo>
                    <a:pt x="1386945" y="0"/>
                    <a:pt x="1405313" y="7608"/>
                    <a:pt x="1418856" y="21151"/>
                  </a:cubicBezTo>
                  <a:cubicBezTo>
                    <a:pt x="1432399" y="34694"/>
                    <a:pt x="1440007" y="53062"/>
                    <a:pt x="1440007" y="72215"/>
                  </a:cubicBezTo>
                  <a:lnTo>
                    <a:pt x="1440007" y="1026878"/>
                  </a:lnTo>
                  <a:cubicBezTo>
                    <a:pt x="1440007" y="1046031"/>
                    <a:pt x="1432399" y="1064399"/>
                    <a:pt x="1418856" y="1077942"/>
                  </a:cubicBezTo>
                  <a:cubicBezTo>
                    <a:pt x="1405313" y="1091485"/>
                    <a:pt x="1386945" y="1099093"/>
                    <a:pt x="1367792" y="1099093"/>
                  </a:cubicBezTo>
                  <a:lnTo>
                    <a:pt x="72215" y="1099093"/>
                  </a:lnTo>
                  <a:cubicBezTo>
                    <a:pt x="53062" y="1099093"/>
                    <a:pt x="34694" y="1091485"/>
                    <a:pt x="21151" y="1077942"/>
                  </a:cubicBezTo>
                  <a:cubicBezTo>
                    <a:pt x="7608" y="1064399"/>
                    <a:pt x="0" y="1046031"/>
                    <a:pt x="0" y="1026878"/>
                  </a:cubicBezTo>
                  <a:lnTo>
                    <a:pt x="0" y="72215"/>
                  </a:lnTo>
                  <a:cubicBezTo>
                    <a:pt x="0" y="53062"/>
                    <a:pt x="7608" y="34694"/>
                    <a:pt x="21151" y="21151"/>
                  </a:cubicBezTo>
                  <a:cubicBezTo>
                    <a:pt x="34694" y="7608"/>
                    <a:pt x="53062" y="0"/>
                    <a:pt x="72215"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6"/>
            <p:cNvSpPr txBox="1"/>
            <p:nvPr/>
          </p:nvSpPr>
          <p:spPr>
            <a:xfrm>
              <a:off x="0" y="28575"/>
              <a:ext cx="1440007" cy="10705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51" name="Google Shape;251;p16"/>
          <p:cNvGrpSpPr/>
          <p:nvPr/>
        </p:nvGrpSpPr>
        <p:grpSpPr>
          <a:xfrm>
            <a:off x="12308340" y="507760"/>
            <a:ext cx="5467527" cy="4173120"/>
            <a:chOff x="0" y="0"/>
            <a:chExt cx="1440007" cy="1099093"/>
          </a:xfrm>
        </p:grpSpPr>
        <p:sp>
          <p:nvSpPr>
            <p:cNvPr id="252" name="Google Shape;252;p16"/>
            <p:cNvSpPr/>
            <p:nvPr/>
          </p:nvSpPr>
          <p:spPr>
            <a:xfrm>
              <a:off x="0" y="0"/>
              <a:ext cx="1440007" cy="1099093"/>
            </a:xfrm>
            <a:custGeom>
              <a:rect b="b" l="l" r="r" t="t"/>
              <a:pathLst>
                <a:path extrusionOk="0" h="1099093" w="1440007">
                  <a:moveTo>
                    <a:pt x="72215" y="0"/>
                  </a:moveTo>
                  <a:lnTo>
                    <a:pt x="1367792" y="0"/>
                  </a:lnTo>
                  <a:cubicBezTo>
                    <a:pt x="1386945" y="0"/>
                    <a:pt x="1405313" y="7608"/>
                    <a:pt x="1418856" y="21151"/>
                  </a:cubicBezTo>
                  <a:cubicBezTo>
                    <a:pt x="1432399" y="34694"/>
                    <a:pt x="1440007" y="53062"/>
                    <a:pt x="1440007" y="72215"/>
                  </a:cubicBezTo>
                  <a:lnTo>
                    <a:pt x="1440007" y="1026878"/>
                  </a:lnTo>
                  <a:cubicBezTo>
                    <a:pt x="1440007" y="1046031"/>
                    <a:pt x="1432399" y="1064399"/>
                    <a:pt x="1418856" y="1077942"/>
                  </a:cubicBezTo>
                  <a:cubicBezTo>
                    <a:pt x="1405313" y="1091485"/>
                    <a:pt x="1386945" y="1099093"/>
                    <a:pt x="1367792" y="1099093"/>
                  </a:cubicBezTo>
                  <a:lnTo>
                    <a:pt x="72215" y="1099093"/>
                  </a:lnTo>
                  <a:cubicBezTo>
                    <a:pt x="53062" y="1099093"/>
                    <a:pt x="34694" y="1091485"/>
                    <a:pt x="21151" y="1077942"/>
                  </a:cubicBezTo>
                  <a:cubicBezTo>
                    <a:pt x="7608" y="1064399"/>
                    <a:pt x="0" y="1046031"/>
                    <a:pt x="0" y="1026878"/>
                  </a:cubicBezTo>
                  <a:lnTo>
                    <a:pt x="0" y="72215"/>
                  </a:lnTo>
                  <a:cubicBezTo>
                    <a:pt x="0" y="53062"/>
                    <a:pt x="7608" y="34694"/>
                    <a:pt x="21151" y="21151"/>
                  </a:cubicBezTo>
                  <a:cubicBezTo>
                    <a:pt x="34694" y="7608"/>
                    <a:pt x="53062" y="0"/>
                    <a:pt x="72215"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6"/>
            <p:cNvSpPr txBox="1"/>
            <p:nvPr/>
          </p:nvSpPr>
          <p:spPr>
            <a:xfrm>
              <a:off x="0" y="28575"/>
              <a:ext cx="1440007" cy="10705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54" name="Google Shape;254;p16"/>
          <p:cNvGrpSpPr/>
          <p:nvPr/>
        </p:nvGrpSpPr>
        <p:grpSpPr>
          <a:xfrm>
            <a:off x="510008" y="5648325"/>
            <a:ext cx="5467527" cy="4130915"/>
            <a:chOff x="0" y="0"/>
            <a:chExt cx="1440007" cy="1087978"/>
          </a:xfrm>
        </p:grpSpPr>
        <p:sp>
          <p:nvSpPr>
            <p:cNvPr id="255" name="Google Shape;255;p16"/>
            <p:cNvSpPr/>
            <p:nvPr/>
          </p:nvSpPr>
          <p:spPr>
            <a:xfrm>
              <a:off x="0" y="0"/>
              <a:ext cx="1440007" cy="1087978"/>
            </a:xfrm>
            <a:custGeom>
              <a:rect b="b" l="l" r="r" t="t"/>
              <a:pathLst>
                <a:path extrusionOk="0" h="1087978" w="1440007">
                  <a:moveTo>
                    <a:pt x="72215" y="0"/>
                  </a:moveTo>
                  <a:lnTo>
                    <a:pt x="1367792" y="0"/>
                  </a:lnTo>
                  <a:cubicBezTo>
                    <a:pt x="1386945" y="0"/>
                    <a:pt x="1405313" y="7608"/>
                    <a:pt x="1418856" y="21151"/>
                  </a:cubicBezTo>
                  <a:cubicBezTo>
                    <a:pt x="1432399" y="34694"/>
                    <a:pt x="1440007" y="53062"/>
                    <a:pt x="1440007" y="72215"/>
                  </a:cubicBezTo>
                  <a:lnTo>
                    <a:pt x="1440007" y="1015763"/>
                  </a:lnTo>
                  <a:cubicBezTo>
                    <a:pt x="1440007" y="1034915"/>
                    <a:pt x="1432399" y="1053283"/>
                    <a:pt x="1418856" y="1066826"/>
                  </a:cubicBezTo>
                  <a:cubicBezTo>
                    <a:pt x="1405313" y="1080369"/>
                    <a:pt x="1386945" y="1087978"/>
                    <a:pt x="1367792" y="1087978"/>
                  </a:cubicBezTo>
                  <a:lnTo>
                    <a:pt x="72215" y="1087978"/>
                  </a:lnTo>
                  <a:cubicBezTo>
                    <a:pt x="53062" y="1087978"/>
                    <a:pt x="34694" y="1080369"/>
                    <a:pt x="21151" y="1066826"/>
                  </a:cubicBezTo>
                  <a:cubicBezTo>
                    <a:pt x="7608" y="1053283"/>
                    <a:pt x="0" y="1034915"/>
                    <a:pt x="0" y="1015763"/>
                  </a:cubicBezTo>
                  <a:lnTo>
                    <a:pt x="0" y="72215"/>
                  </a:lnTo>
                  <a:cubicBezTo>
                    <a:pt x="0" y="53062"/>
                    <a:pt x="7608" y="34694"/>
                    <a:pt x="21151" y="21151"/>
                  </a:cubicBezTo>
                  <a:cubicBezTo>
                    <a:pt x="34694" y="7608"/>
                    <a:pt x="53062" y="0"/>
                    <a:pt x="72215"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6"/>
            <p:cNvSpPr txBox="1"/>
            <p:nvPr/>
          </p:nvSpPr>
          <p:spPr>
            <a:xfrm>
              <a:off x="0" y="28575"/>
              <a:ext cx="1440007" cy="1059403"/>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57" name="Google Shape;257;p16"/>
          <p:cNvGrpSpPr/>
          <p:nvPr/>
        </p:nvGrpSpPr>
        <p:grpSpPr>
          <a:xfrm>
            <a:off x="6405986" y="5648325"/>
            <a:ext cx="5467527" cy="4130915"/>
            <a:chOff x="0" y="0"/>
            <a:chExt cx="1440007" cy="1087978"/>
          </a:xfrm>
        </p:grpSpPr>
        <p:sp>
          <p:nvSpPr>
            <p:cNvPr id="258" name="Google Shape;258;p16"/>
            <p:cNvSpPr/>
            <p:nvPr/>
          </p:nvSpPr>
          <p:spPr>
            <a:xfrm>
              <a:off x="0" y="0"/>
              <a:ext cx="1440007" cy="1087978"/>
            </a:xfrm>
            <a:custGeom>
              <a:rect b="b" l="l" r="r" t="t"/>
              <a:pathLst>
                <a:path extrusionOk="0" h="1087978" w="1440007">
                  <a:moveTo>
                    <a:pt x="72215" y="0"/>
                  </a:moveTo>
                  <a:lnTo>
                    <a:pt x="1367792" y="0"/>
                  </a:lnTo>
                  <a:cubicBezTo>
                    <a:pt x="1386945" y="0"/>
                    <a:pt x="1405313" y="7608"/>
                    <a:pt x="1418856" y="21151"/>
                  </a:cubicBezTo>
                  <a:cubicBezTo>
                    <a:pt x="1432399" y="34694"/>
                    <a:pt x="1440007" y="53062"/>
                    <a:pt x="1440007" y="72215"/>
                  </a:cubicBezTo>
                  <a:lnTo>
                    <a:pt x="1440007" y="1015763"/>
                  </a:lnTo>
                  <a:cubicBezTo>
                    <a:pt x="1440007" y="1034915"/>
                    <a:pt x="1432399" y="1053283"/>
                    <a:pt x="1418856" y="1066826"/>
                  </a:cubicBezTo>
                  <a:cubicBezTo>
                    <a:pt x="1405313" y="1080369"/>
                    <a:pt x="1386945" y="1087978"/>
                    <a:pt x="1367792" y="1087978"/>
                  </a:cubicBezTo>
                  <a:lnTo>
                    <a:pt x="72215" y="1087978"/>
                  </a:lnTo>
                  <a:cubicBezTo>
                    <a:pt x="53062" y="1087978"/>
                    <a:pt x="34694" y="1080369"/>
                    <a:pt x="21151" y="1066826"/>
                  </a:cubicBezTo>
                  <a:cubicBezTo>
                    <a:pt x="7608" y="1053283"/>
                    <a:pt x="0" y="1034915"/>
                    <a:pt x="0" y="1015763"/>
                  </a:cubicBezTo>
                  <a:lnTo>
                    <a:pt x="0" y="72215"/>
                  </a:lnTo>
                  <a:cubicBezTo>
                    <a:pt x="0" y="53062"/>
                    <a:pt x="7608" y="34694"/>
                    <a:pt x="21151" y="21151"/>
                  </a:cubicBezTo>
                  <a:cubicBezTo>
                    <a:pt x="34694" y="7608"/>
                    <a:pt x="53062" y="0"/>
                    <a:pt x="72215"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6"/>
            <p:cNvSpPr txBox="1"/>
            <p:nvPr/>
          </p:nvSpPr>
          <p:spPr>
            <a:xfrm>
              <a:off x="0" y="28575"/>
              <a:ext cx="1440007" cy="1059403"/>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60" name="Google Shape;260;p16"/>
          <p:cNvGrpSpPr/>
          <p:nvPr/>
        </p:nvGrpSpPr>
        <p:grpSpPr>
          <a:xfrm>
            <a:off x="12306214" y="5648325"/>
            <a:ext cx="5467527" cy="4130915"/>
            <a:chOff x="0" y="0"/>
            <a:chExt cx="1440007" cy="1087978"/>
          </a:xfrm>
        </p:grpSpPr>
        <p:sp>
          <p:nvSpPr>
            <p:cNvPr id="261" name="Google Shape;261;p16"/>
            <p:cNvSpPr/>
            <p:nvPr/>
          </p:nvSpPr>
          <p:spPr>
            <a:xfrm>
              <a:off x="0" y="0"/>
              <a:ext cx="1440007" cy="1087978"/>
            </a:xfrm>
            <a:custGeom>
              <a:rect b="b" l="l" r="r" t="t"/>
              <a:pathLst>
                <a:path extrusionOk="0" h="1087978" w="1440007">
                  <a:moveTo>
                    <a:pt x="72215" y="0"/>
                  </a:moveTo>
                  <a:lnTo>
                    <a:pt x="1367792" y="0"/>
                  </a:lnTo>
                  <a:cubicBezTo>
                    <a:pt x="1386945" y="0"/>
                    <a:pt x="1405313" y="7608"/>
                    <a:pt x="1418856" y="21151"/>
                  </a:cubicBezTo>
                  <a:cubicBezTo>
                    <a:pt x="1432399" y="34694"/>
                    <a:pt x="1440007" y="53062"/>
                    <a:pt x="1440007" y="72215"/>
                  </a:cubicBezTo>
                  <a:lnTo>
                    <a:pt x="1440007" y="1015763"/>
                  </a:lnTo>
                  <a:cubicBezTo>
                    <a:pt x="1440007" y="1034915"/>
                    <a:pt x="1432399" y="1053283"/>
                    <a:pt x="1418856" y="1066826"/>
                  </a:cubicBezTo>
                  <a:cubicBezTo>
                    <a:pt x="1405313" y="1080369"/>
                    <a:pt x="1386945" y="1087978"/>
                    <a:pt x="1367792" y="1087978"/>
                  </a:cubicBezTo>
                  <a:lnTo>
                    <a:pt x="72215" y="1087978"/>
                  </a:lnTo>
                  <a:cubicBezTo>
                    <a:pt x="53062" y="1087978"/>
                    <a:pt x="34694" y="1080369"/>
                    <a:pt x="21151" y="1066826"/>
                  </a:cubicBezTo>
                  <a:cubicBezTo>
                    <a:pt x="7608" y="1053283"/>
                    <a:pt x="0" y="1034915"/>
                    <a:pt x="0" y="1015763"/>
                  </a:cubicBezTo>
                  <a:lnTo>
                    <a:pt x="0" y="72215"/>
                  </a:lnTo>
                  <a:cubicBezTo>
                    <a:pt x="0" y="53062"/>
                    <a:pt x="7608" y="34694"/>
                    <a:pt x="21151" y="21151"/>
                  </a:cubicBezTo>
                  <a:cubicBezTo>
                    <a:pt x="34694" y="7608"/>
                    <a:pt x="53062" y="0"/>
                    <a:pt x="72215"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6"/>
            <p:cNvSpPr txBox="1"/>
            <p:nvPr/>
          </p:nvSpPr>
          <p:spPr>
            <a:xfrm>
              <a:off x="0" y="28575"/>
              <a:ext cx="1440007" cy="1059403"/>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63" name="Google Shape;263;p16"/>
          <p:cNvPicPr preferRelativeResize="0"/>
          <p:nvPr/>
        </p:nvPicPr>
        <p:blipFill>
          <a:blip r:embed="rId3">
            <a:alphaModFix/>
          </a:blip>
          <a:stretch>
            <a:fillRect/>
          </a:stretch>
        </p:blipFill>
        <p:spPr>
          <a:xfrm>
            <a:off x="673700" y="5987975"/>
            <a:ext cx="4856899" cy="3451599"/>
          </a:xfrm>
          <a:prstGeom prst="rect">
            <a:avLst/>
          </a:prstGeom>
          <a:noFill/>
          <a:ln>
            <a:noFill/>
          </a:ln>
        </p:spPr>
      </p:pic>
      <p:cxnSp>
        <p:nvCxnSpPr>
          <p:cNvPr id="264" name="Google Shape;264;p16"/>
          <p:cNvCxnSpPr/>
          <p:nvPr/>
        </p:nvCxnSpPr>
        <p:spPr>
          <a:xfrm flipH="1" rot="10800000">
            <a:off x="0" y="5143500"/>
            <a:ext cx="18288000" cy="38100"/>
          </a:xfrm>
          <a:prstGeom prst="straightConnector1">
            <a:avLst/>
          </a:prstGeom>
          <a:noFill/>
          <a:ln cap="flat" cmpd="sng" w="19050">
            <a:solidFill>
              <a:srgbClr val="FFFFFF"/>
            </a:solidFill>
            <a:prstDash val="solid"/>
            <a:round/>
            <a:headEnd len="sm" w="sm" type="none"/>
            <a:tailEnd len="sm" w="sm" type="none"/>
          </a:ln>
        </p:spPr>
      </p:cxnSp>
      <p:grpSp>
        <p:nvGrpSpPr>
          <p:cNvPr id="265" name="Google Shape;265;p16"/>
          <p:cNvGrpSpPr/>
          <p:nvPr/>
        </p:nvGrpSpPr>
        <p:grpSpPr>
          <a:xfrm>
            <a:off x="3102149" y="5001878"/>
            <a:ext cx="283244" cy="283244"/>
            <a:chOff x="0" y="0"/>
            <a:chExt cx="812800" cy="812800"/>
          </a:xfrm>
        </p:grpSpPr>
        <p:sp>
          <p:nvSpPr>
            <p:cNvPr id="266" name="Google Shape;266;p1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6"/>
            <p:cNvSpPr txBox="1"/>
            <p:nvPr/>
          </p:nvSpPr>
          <p:spPr>
            <a:xfrm>
              <a:off x="76200" y="104775"/>
              <a:ext cx="660400" cy="631825"/>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68" name="Google Shape;268;p16"/>
          <p:cNvGrpSpPr/>
          <p:nvPr/>
        </p:nvGrpSpPr>
        <p:grpSpPr>
          <a:xfrm>
            <a:off x="8998127" y="5022980"/>
            <a:ext cx="283244" cy="283244"/>
            <a:chOff x="0" y="0"/>
            <a:chExt cx="812800" cy="812800"/>
          </a:xfrm>
        </p:grpSpPr>
        <p:sp>
          <p:nvSpPr>
            <p:cNvPr id="269" name="Google Shape;269;p1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6"/>
            <p:cNvSpPr txBox="1"/>
            <p:nvPr/>
          </p:nvSpPr>
          <p:spPr>
            <a:xfrm>
              <a:off x="76200" y="104775"/>
              <a:ext cx="660400" cy="631825"/>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71" name="Google Shape;271;p16"/>
          <p:cNvGrpSpPr/>
          <p:nvPr/>
        </p:nvGrpSpPr>
        <p:grpSpPr>
          <a:xfrm>
            <a:off x="14900481" y="5022980"/>
            <a:ext cx="283244" cy="283244"/>
            <a:chOff x="0" y="0"/>
            <a:chExt cx="812800" cy="812800"/>
          </a:xfrm>
        </p:grpSpPr>
        <p:sp>
          <p:nvSpPr>
            <p:cNvPr id="272" name="Google Shape;272;p1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6"/>
            <p:cNvSpPr txBox="1"/>
            <p:nvPr/>
          </p:nvSpPr>
          <p:spPr>
            <a:xfrm>
              <a:off x="76200" y="104775"/>
              <a:ext cx="660400" cy="631825"/>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74" name="Google Shape;274;p16"/>
          <p:cNvPicPr preferRelativeResize="0"/>
          <p:nvPr/>
        </p:nvPicPr>
        <p:blipFill>
          <a:blip r:embed="rId4">
            <a:alphaModFix/>
          </a:blip>
          <a:stretch>
            <a:fillRect/>
          </a:stretch>
        </p:blipFill>
        <p:spPr>
          <a:xfrm>
            <a:off x="7529050" y="507750"/>
            <a:ext cx="3229950" cy="4167269"/>
          </a:xfrm>
          <a:prstGeom prst="rect">
            <a:avLst/>
          </a:prstGeom>
          <a:noFill/>
          <a:ln>
            <a:noFill/>
          </a:ln>
        </p:spPr>
      </p:pic>
      <p:sp>
        <p:nvSpPr>
          <p:cNvPr id="275" name="Google Shape;275;p16"/>
          <p:cNvSpPr txBox="1"/>
          <p:nvPr/>
        </p:nvSpPr>
        <p:spPr>
          <a:xfrm>
            <a:off x="1028700" y="1653590"/>
            <a:ext cx="4430143"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12BBFE"/>
                </a:solidFill>
                <a:latin typeface="Inter"/>
                <a:ea typeface="Inter"/>
                <a:cs typeface="Inter"/>
                <a:sym typeface="Inter"/>
              </a:rPr>
              <a:t>Main point</a:t>
            </a:r>
            <a:endParaRPr/>
          </a:p>
        </p:txBody>
      </p:sp>
      <p:sp>
        <p:nvSpPr>
          <p:cNvPr id="276" name="Google Shape;276;p16"/>
          <p:cNvSpPr txBox="1"/>
          <p:nvPr/>
        </p:nvSpPr>
        <p:spPr>
          <a:xfrm>
            <a:off x="1028700" y="2233934"/>
            <a:ext cx="4430100" cy="1454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sp>
        <p:nvSpPr>
          <p:cNvPr id="277" name="Google Shape;277;p16"/>
          <p:cNvSpPr txBox="1"/>
          <p:nvPr/>
        </p:nvSpPr>
        <p:spPr>
          <a:xfrm>
            <a:off x="6928929" y="6773053"/>
            <a:ext cx="4430143"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3BEE96"/>
                </a:solidFill>
                <a:latin typeface="Inter"/>
                <a:ea typeface="Inter"/>
                <a:cs typeface="Inter"/>
                <a:sym typeface="Inter"/>
              </a:rPr>
              <a:t>Main point</a:t>
            </a:r>
            <a:endParaRPr/>
          </a:p>
        </p:txBody>
      </p:sp>
      <p:sp>
        <p:nvSpPr>
          <p:cNvPr id="278" name="Google Shape;278;p16"/>
          <p:cNvSpPr txBox="1"/>
          <p:nvPr/>
        </p:nvSpPr>
        <p:spPr>
          <a:xfrm>
            <a:off x="6928929" y="7353397"/>
            <a:ext cx="4430100" cy="1454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sp>
        <p:nvSpPr>
          <p:cNvPr id="279" name="Google Shape;279;p16"/>
          <p:cNvSpPr txBox="1"/>
          <p:nvPr/>
        </p:nvSpPr>
        <p:spPr>
          <a:xfrm>
            <a:off x="12824907" y="1653590"/>
            <a:ext cx="4430143"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E518"/>
                </a:solidFill>
                <a:latin typeface="Inter"/>
                <a:ea typeface="Inter"/>
                <a:cs typeface="Inter"/>
                <a:sym typeface="Inter"/>
              </a:rPr>
              <a:t>Main point</a:t>
            </a:r>
            <a:endParaRPr/>
          </a:p>
        </p:txBody>
      </p:sp>
      <p:sp>
        <p:nvSpPr>
          <p:cNvPr id="280" name="Google Shape;280;p16"/>
          <p:cNvSpPr txBox="1"/>
          <p:nvPr/>
        </p:nvSpPr>
        <p:spPr>
          <a:xfrm>
            <a:off x="12824907" y="2233934"/>
            <a:ext cx="4430100" cy="1454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pic>
        <p:nvPicPr>
          <p:cNvPr id="281" name="Google Shape;281;p16"/>
          <p:cNvPicPr preferRelativeResize="0"/>
          <p:nvPr/>
        </p:nvPicPr>
        <p:blipFill>
          <a:blip r:embed="rId5">
            <a:alphaModFix/>
          </a:blip>
          <a:stretch>
            <a:fillRect/>
          </a:stretch>
        </p:blipFill>
        <p:spPr>
          <a:xfrm>
            <a:off x="12306175" y="6564399"/>
            <a:ext cx="5467575" cy="2587901"/>
          </a:xfrm>
          <a:prstGeom prst="rect">
            <a:avLst/>
          </a:prstGeom>
          <a:noFill/>
          <a:ln>
            <a:noFill/>
          </a:ln>
        </p:spPr>
      </p:pic>
    </p:spTree>
  </p:cSld>
  <p:clrMapOvr>
    <a:masterClrMapping/>
  </p:clrMapOvr>
  <p:transition spd="slow">
    <p:fade/>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85" name="Shape 285"/>
        <p:cNvGrpSpPr/>
        <p:nvPr/>
      </p:nvGrpSpPr>
      <p:grpSpPr>
        <a:xfrm>
          <a:off x="0" y="0"/>
          <a:ext cx="0" cy="0"/>
          <a:chOff x="0" y="0"/>
          <a:chExt cx="0" cy="0"/>
        </a:xfrm>
      </p:grpSpPr>
      <p:grpSp>
        <p:nvGrpSpPr>
          <p:cNvPr id="286" name="Google Shape;286;p17"/>
          <p:cNvGrpSpPr/>
          <p:nvPr/>
        </p:nvGrpSpPr>
        <p:grpSpPr>
          <a:xfrm>
            <a:off x="512133" y="507760"/>
            <a:ext cx="17263734" cy="2583745"/>
            <a:chOff x="0" y="0"/>
            <a:chExt cx="4546827" cy="680493"/>
          </a:xfrm>
        </p:grpSpPr>
        <p:sp>
          <p:nvSpPr>
            <p:cNvPr id="287" name="Google Shape;287;p17"/>
            <p:cNvSpPr/>
            <p:nvPr/>
          </p:nvSpPr>
          <p:spPr>
            <a:xfrm>
              <a:off x="0" y="0"/>
              <a:ext cx="4546827" cy="680493"/>
            </a:xfrm>
            <a:custGeom>
              <a:rect b="b" l="l" r="r" t="t"/>
              <a:pathLst>
                <a:path extrusionOk="0" h="680493" w="4546827">
                  <a:moveTo>
                    <a:pt x="22871" y="0"/>
                  </a:moveTo>
                  <a:lnTo>
                    <a:pt x="4523956" y="0"/>
                  </a:lnTo>
                  <a:cubicBezTo>
                    <a:pt x="4536587" y="0"/>
                    <a:pt x="4546827" y="10240"/>
                    <a:pt x="4546827" y="22871"/>
                  </a:cubicBezTo>
                  <a:lnTo>
                    <a:pt x="4546827" y="657622"/>
                  </a:lnTo>
                  <a:cubicBezTo>
                    <a:pt x="4546827" y="670253"/>
                    <a:pt x="4536587" y="680493"/>
                    <a:pt x="4523956" y="680493"/>
                  </a:cubicBezTo>
                  <a:lnTo>
                    <a:pt x="22871" y="680493"/>
                  </a:lnTo>
                  <a:cubicBezTo>
                    <a:pt x="10240" y="680493"/>
                    <a:pt x="0" y="670253"/>
                    <a:pt x="0" y="657622"/>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7"/>
            <p:cNvSpPr txBox="1"/>
            <p:nvPr/>
          </p:nvSpPr>
          <p:spPr>
            <a:xfrm>
              <a:off x="0" y="28575"/>
              <a:ext cx="4546827"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89" name="Google Shape;289;p17"/>
          <p:cNvGrpSpPr/>
          <p:nvPr/>
        </p:nvGrpSpPr>
        <p:grpSpPr>
          <a:xfrm>
            <a:off x="512133" y="3527318"/>
            <a:ext cx="5891384" cy="6251922"/>
            <a:chOff x="0" y="0"/>
            <a:chExt cx="1551640" cy="1646597"/>
          </a:xfrm>
        </p:grpSpPr>
        <p:sp>
          <p:nvSpPr>
            <p:cNvPr id="290" name="Google Shape;290;p17"/>
            <p:cNvSpPr/>
            <p:nvPr/>
          </p:nvSpPr>
          <p:spPr>
            <a:xfrm>
              <a:off x="0" y="0"/>
              <a:ext cx="1551640" cy="1646597"/>
            </a:xfrm>
            <a:custGeom>
              <a:rect b="b" l="l" r="r" t="t"/>
              <a:pathLst>
                <a:path extrusionOk="0" h="1646597" w="1551640">
                  <a:moveTo>
                    <a:pt x="67020" y="0"/>
                  </a:moveTo>
                  <a:lnTo>
                    <a:pt x="1484621" y="0"/>
                  </a:lnTo>
                  <a:cubicBezTo>
                    <a:pt x="1502395" y="0"/>
                    <a:pt x="1519442" y="7061"/>
                    <a:pt x="1532011" y="19630"/>
                  </a:cubicBezTo>
                  <a:cubicBezTo>
                    <a:pt x="1544579" y="32198"/>
                    <a:pt x="1551640" y="49245"/>
                    <a:pt x="1551640" y="67020"/>
                  </a:cubicBezTo>
                  <a:lnTo>
                    <a:pt x="1551640" y="1579577"/>
                  </a:lnTo>
                  <a:cubicBezTo>
                    <a:pt x="1551640" y="1616591"/>
                    <a:pt x="1521635" y="1646597"/>
                    <a:pt x="1484621" y="1646597"/>
                  </a:cubicBezTo>
                  <a:lnTo>
                    <a:pt x="67020" y="1646597"/>
                  </a:lnTo>
                  <a:cubicBezTo>
                    <a:pt x="49245" y="1646597"/>
                    <a:pt x="32198" y="1639536"/>
                    <a:pt x="19630" y="1626967"/>
                  </a:cubicBezTo>
                  <a:cubicBezTo>
                    <a:pt x="7061" y="1614399"/>
                    <a:pt x="0" y="1597352"/>
                    <a:pt x="0" y="1579577"/>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7"/>
            <p:cNvSpPr txBox="1"/>
            <p:nvPr/>
          </p:nvSpPr>
          <p:spPr>
            <a:xfrm>
              <a:off x="0" y="28575"/>
              <a:ext cx="1551640" cy="161802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92" name="Google Shape;292;p17"/>
          <p:cNvSpPr txBox="1"/>
          <p:nvPr/>
        </p:nvSpPr>
        <p:spPr>
          <a:xfrm>
            <a:off x="1028700" y="1200150"/>
            <a:ext cx="162306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FFFFFF"/>
                </a:solidFill>
                <a:latin typeface="Inter"/>
                <a:ea typeface="Inter"/>
                <a:cs typeface="Inter"/>
                <a:sym typeface="Inter"/>
              </a:rPr>
              <a:t>Market Research</a:t>
            </a:r>
            <a:endParaRPr/>
          </a:p>
        </p:txBody>
      </p:sp>
      <p:sp>
        <p:nvSpPr>
          <p:cNvPr id="293" name="Google Shape;293;p17"/>
          <p:cNvSpPr txBox="1"/>
          <p:nvPr/>
        </p:nvSpPr>
        <p:spPr>
          <a:xfrm>
            <a:off x="1028700" y="4299585"/>
            <a:ext cx="4858200" cy="52365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I'm Rain, and I'll be sharing with you my beautiful ideas.</a:t>
            </a: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Follow me at @reallygreatsite to learn more.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p:txBody>
      </p:sp>
      <p:grpSp>
        <p:nvGrpSpPr>
          <p:cNvPr id="294" name="Google Shape;294;p17"/>
          <p:cNvGrpSpPr/>
          <p:nvPr/>
        </p:nvGrpSpPr>
        <p:grpSpPr>
          <a:xfrm>
            <a:off x="6801707" y="3527318"/>
            <a:ext cx="10974160" cy="6251922"/>
            <a:chOff x="0" y="0"/>
            <a:chExt cx="2890314" cy="1646597"/>
          </a:xfrm>
        </p:grpSpPr>
        <p:sp>
          <p:nvSpPr>
            <p:cNvPr id="295" name="Google Shape;295;p17"/>
            <p:cNvSpPr/>
            <p:nvPr/>
          </p:nvSpPr>
          <p:spPr>
            <a:xfrm>
              <a:off x="0" y="0"/>
              <a:ext cx="2890314" cy="1646597"/>
            </a:xfrm>
            <a:custGeom>
              <a:rect b="b" l="l" r="r" t="t"/>
              <a:pathLst>
                <a:path extrusionOk="0" h="1646597" w="2890314">
                  <a:moveTo>
                    <a:pt x="35979" y="0"/>
                  </a:moveTo>
                  <a:lnTo>
                    <a:pt x="2854335" y="0"/>
                  </a:lnTo>
                  <a:cubicBezTo>
                    <a:pt x="2874205" y="0"/>
                    <a:pt x="2890314" y="16108"/>
                    <a:pt x="2890314" y="35979"/>
                  </a:cubicBezTo>
                  <a:lnTo>
                    <a:pt x="2890314" y="1610618"/>
                  </a:lnTo>
                  <a:cubicBezTo>
                    <a:pt x="2890314" y="1630488"/>
                    <a:pt x="2874205" y="1646597"/>
                    <a:pt x="2854335" y="1646597"/>
                  </a:cubicBezTo>
                  <a:lnTo>
                    <a:pt x="35979" y="1646597"/>
                  </a:lnTo>
                  <a:cubicBezTo>
                    <a:pt x="16108" y="1646597"/>
                    <a:pt x="0" y="1630488"/>
                    <a:pt x="0" y="1610618"/>
                  </a:cubicBezTo>
                  <a:lnTo>
                    <a:pt x="0" y="35979"/>
                  </a:lnTo>
                  <a:cubicBezTo>
                    <a:pt x="0" y="16108"/>
                    <a:pt x="16108" y="0"/>
                    <a:pt x="35979"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7"/>
            <p:cNvSpPr txBox="1"/>
            <p:nvPr/>
          </p:nvSpPr>
          <p:spPr>
            <a:xfrm>
              <a:off x="0" y="28575"/>
              <a:ext cx="2890314" cy="161802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97" name="Google Shape;297;p17"/>
          <p:cNvPicPr preferRelativeResize="0"/>
          <p:nvPr/>
        </p:nvPicPr>
        <p:blipFill rotWithShape="1">
          <a:blip r:embed="rId3">
            <a:alphaModFix/>
          </a:blip>
          <a:srcRect b="0" l="0" r="0" t="0"/>
          <a:stretch/>
        </p:blipFill>
        <p:spPr>
          <a:xfrm>
            <a:off x="6255939" y="2941540"/>
            <a:ext cx="12065696" cy="7423477"/>
          </a:xfrm>
          <a:prstGeom prst="rect">
            <a:avLst/>
          </a:prstGeom>
          <a:noFill/>
          <a:ln>
            <a:noFill/>
          </a:ln>
        </p:spPr>
      </p:pic>
    </p:spTree>
  </p:cSld>
  <p:clrMapOvr>
    <a:masterClrMapping/>
  </p:clrMapOvr>
  <p:transition spd="slow">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01" name="Shape 301"/>
        <p:cNvGrpSpPr/>
        <p:nvPr/>
      </p:nvGrpSpPr>
      <p:grpSpPr>
        <a:xfrm>
          <a:off x="0" y="0"/>
          <a:ext cx="0" cy="0"/>
          <a:chOff x="0" y="0"/>
          <a:chExt cx="0" cy="0"/>
        </a:xfrm>
      </p:grpSpPr>
      <p:grpSp>
        <p:nvGrpSpPr>
          <p:cNvPr id="302" name="Google Shape;302;p18"/>
          <p:cNvGrpSpPr/>
          <p:nvPr/>
        </p:nvGrpSpPr>
        <p:grpSpPr>
          <a:xfrm>
            <a:off x="512133" y="507760"/>
            <a:ext cx="5891384" cy="3918852"/>
            <a:chOff x="0" y="0"/>
            <a:chExt cx="1551640" cy="1032126"/>
          </a:xfrm>
        </p:grpSpPr>
        <p:sp>
          <p:nvSpPr>
            <p:cNvPr id="303" name="Google Shape;303;p18"/>
            <p:cNvSpPr/>
            <p:nvPr/>
          </p:nvSpPr>
          <p:spPr>
            <a:xfrm>
              <a:off x="0" y="0"/>
              <a:ext cx="1551640" cy="1032126"/>
            </a:xfrm>
            <a:custGeom>
              <a:rect b="b" l="l" r="r" t="t"/>
              <a:pathLst>
                <a:path extrusionOk="0" h="1032126" w="1551640">
                  <a:moveTo>
                    <a:pt x="67020" y="0"/>
                  </a:moveTo>
                  <a:lnTo>
                    <a:pt x="1484621" y="0"/>
                  </a:lnTo>
                  <a:cubicBezTo>
                    <a:pt x="1502395" y="0"/>
                    <a:pt x="1519442" y="7061"/>
                    <a:pt x="1532011" y="19630"/>
                  </a:cubicBezTo>
                  <a:cubicBezTo>
                    <a:pt x="1544579" y="32198"/>
                    <a:pt x="1551640" y="49245"/>
                    <a:pt x="1551640" y="67020"/>
                  </a:cubicBezTo>
                  <a:lnTo>
                    <a:pt x="1551640" y="965106"/>
                  </a:lnTo>
                  <a:cubicBezTo>
                    <a:pt x="1551640" y="1002120"/>
                    <a:pt x="1521635" y="1032126"/>
                    <a:pt x="1484621" y="1032126"/>
                  </a:cubicBezTo>
                  <a:lnTo>
                    <a:pt x="67020" y="1032126"/>
                  </a:lnTo>
                  <a:cubicBezTo>
                    <a:pt x="49245" y="1032126"/>
                    <a:pt x="32198" y="1025065"/>
                    <a:pt x="19630" y="1012496"/>
                  </a:cubicBezTo>
                  <a:cubicBezTo>
                    <a:pt x="7061" y="999927"/>
                    <a:pt x="0" y="982881"/>
                    <a:pt x="0" y="965106"/>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8"/>
            <p:cNvSpPr txBox="1"/>
            <p:nvPr/>
          </p:nvSpPr>
          <p:spPr>
            <a:xfrm>
              <a:off x="0" y="28575"/>
              <a:ext cx="1551640" cy="1003551"/>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05" name="Google Shape;305;p18"/>
          <p:cNvGrpSpPr/>
          <p:nvPr/>
        </p:nvGrpSpPr>
        <p:grpSpPr>
          <a:xfrm>
            <a:off x="512133" y="4956117"/>
            <a:ext cx="5891384" cy="4823124"/>
            <a:chOff x="0" y="0"/>
            <a:chExt cx="1551640" cy="1270288"/>
          </a:xfrm>
        </p:grpSpPr>
        <p:sp>
          <p:nvSpPr>
            <p:cNvPr id="306" name="Google Shape;306;p18"/>
            <p:cNvSpPr/>
            <p:nvPr/>
          </p:nvSpPr>
          <p:spPr>
            <a:xfrm>
              <a:off x="0" y="0"/>
              <a:ext cx="1551640" cy="1270288"/>
            </a:xfrm>
            <a:custGeom>
              <a:rect b="b" l="l" r="r" t="t"/>
              <a:pathLst>
                <a:path extrusionOk="0" h="1270288" w="1551640">
                  <a:moveTo>
                    <a:pt x="67020" y="0"/>
                  </a:moveTo>
                  <a:lnTo>
                    <a:pt x="1484621" y="0"/>
                  </a:lnTo>
                  <a:cubicBezTo>
                    <a:pt x="1502395" y="0"/>
                    <a:pt x="1519442" y="7061"/>
                    <a:pt x="1532011" y="19630"/>
                  </a:cubicBezTo>
                  <a:cubicBezTo>
                    <a:pt x="1544579" y="32198"/>
                    <a:pt x="1551640" y="49245"/>
                    <a:pt x="1551640" y="67020"/>
                  </a:cubicBezTo>
                  <a:lnTo>
                    <a:pt x="1551640" y="1203268"/>
                  </a:lnTo>
                  <a:cubicBezTo>
                    <a:pt x="1551640" y="1221043"/>
                    <a:pt x="1544579" y="1238090"/>
                    <a:pt x="1532011" y="1250658"/>
                  </a:cubicBezTo>
                  <a:cubicBezTo>
                    <a:pt x="1519442" y="1263227"/>
                    <a:pt x="1502395" y="1270288"/>
                    <a:pt x="1484621" y="1270288"/>
                  </a:cubicBezTo>
                  <a:lnTo>
                    <a:pt x="67020" y="1270288"/>
                  </a:lnTo>
                  <a:cubicBezTo>
                    <a:pt x="49245" y="1270288"/>
                    <a:pt x="32198" y="1263227"/>
                    <a:pt x="19630" y="1250658"/>
                  </a:cubicBezTo>
                  <a:cubicBezTo>
                    <a:pt x="7061" y="1238090"/>
                    <a:pt x="0" y="1221043"/>
                    <a:pt x="0" y="1203268"/>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8"/>
            <p:cNvSpPr txBox="1"/>
            <p:nvPr/>
          </p:nvSpPr>
          <p:spPr>
            <a:xfrm>
              <a:off x="0" y="28575"/>
              <a:ext cx="1551640" cy="1241713"/>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08" name="Google Shape;308;p18"/>
          <p:cNvSpPr txBox="1"/>
          <p:nvPr/>
        </p:nvSpPr>
        <p:spPr>
          <a:xfrm>
            <a:off x="512112" y="1200150"/>
            <a:ext cx="5891400" cy="2364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FFFFFF"/>
                </a:solidFill>
                <a:latin typeface="Inter"/>
                <a:ea typeface="Inter"/>
                <a:cs typeface="Inter"/>
                <a:sym typeface="Inter"/>
              </a:rPr>
              <a:t>Market Research</a:t>
            </a:r>
            <a:endParaRPr/>
          </a:p>
        </p:txBody>
      </p:sp>
      <p:sp>
        <p:nvSpPr>
          <p:cNvPr id="309" name="Google Shape;309;p18"/>
          <p:cNvSpPr txBox="1"/>
          <p:nvPr/>
        </p:nvSpPr>
        <p:spPr>
          <a:xfrm>
            <a:off x="1028700" y="5769383"/>
            <a:ext cx="48582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I'm Rain, and I'll be sharing with you my beautiful ideas.</a:t>
            </a: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Follow me at @reallygreatsite to learn more.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Excepteur sint occaecat cupidatat non proident, sunt in culpa qui officia deserunt mollit anim id est laborum.</a:t>
            </a:r>
            <a:endParaRPr/>
          </a:p>
        </p:txBody>
      </p:sp>
      <p:grpSp>
        <p:nvGrpSpPr>
          <p:cNvPr id="310" name="Google Shape;310;p18"/>
          <p:cNvGrpSpPr/>
          <p:nvPr/>
        </p:nvGrpSpPr>
        <p:grpSpPr>
          <a:xfrm>
            <a:off x="13003693" y="507760"/>
            <a:ext cx="4776404" cy="4375334"/>
            <a:chOff x="0" y="0"/>
            <a:chExt cx="1257983" cy="1152351"/>
          </a:xfrm>
        </p:grpSpPr>
        <p:sp>
          <p:nvSpPr>
            <p:cNvPr id="311" name="Google Shape;311;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3" name="Google Shape;313;p18"/>
          <p:cNvGrpSpPr/>
          <p:nvPr/>
        </p:nvGrpSpPr>
        <p:grpSpPr>
          <a:xfrm>
            <a:off x="6713612" y="507760"/>
            <a:ext cx="5975756" cy="9271481"/>
            <a:chOff x="0" y="0"/>
            <a:chExt cx="1573862" cy="2441871"/>
          </a:xfrm>
        </p:grpSpPr>
        <p:sp>
          <p:nvSpPr>
            <p:cNvPr id="314" name="Google Shape;314;p18"/>
            <p:cNvSpPr/>
            <p:nvPr/>
          </p:nvSpPr>
          <p:spPr>
            <a:xfrm>
              <a:off x="0" y="0"/>
              <a:ext cx="1573862" cy="2441871"/>
            </a:xfrm>
            <a:custGeom>
              <a:rect b="b" l="l" r="r" t="t"/>
              <a:pathLst>
                <a:path extrusionOk="0" h="2441871" w="1573862">
                  <a:moveTo>
                    <a:pt x="66073" y="0"/>
                  </a:moveTo>
                  <a:lnTo>
                    <a:pt x="1507788" y="0"/>
                  </a:lnTo>
                  <a:cubicBezTo>
                    <a:pt x="1525312" y="0"/>
                    <a:pt x="1542118" y="6961"/>
                    <a:pt x="1554509" y="19352"/>
                  </a:cubicBezTo>
                  <a:cubicBezTo>
                    <a:pt x="1566900" y="31744"/>
                    <a:pt x="1573862" y="48550"/>
                    <a:pt x="1573862" y="66073"/>
                  </a:cubicBezTo>
                  <a:lnTo>
                    <a:pt x="1573862" y="2375798"/>
                  </a:lnTo>
                  <a:cubicBezTo>
                    <a:pt x="1573862" y="2393322"/>
                    <a:pt x="1566900" y="2410128"/>
                    <a:pt x="1554509" y="2422519"/>
                  </a:cubicBezTo>
                  <a:cubicBezTo>
                    <a:pt x="1542118" y="2434910"/>
                    <a:pt x="1525312" y="2441871"/>
                    <a:pt x="1507788" y="2441871"/>
                  </a:cubicBezTo>
                  <a:lnTo>
                    <a:pt x="66073" y="2441871"/>
                  </a:lnTo>
                  <a:cubicBezTo>
                    <a:pt x="48550" y="2441871"/>
                    <a:pt x="31744" y="2434910"/>
                    <a:pt x="19352" y="2422519"/>
                  </a:cubicBezTo>
                  <a:cubicBezTo>
                    <a:pt x="6961" y="2410128"/>
                    <a:pt x="0" y="2393322"/>
                    <a:pt x="0" y="2375798"/>
                  </a:cubicBezTo>
                  <a:lnTo>
                    <a:pt x="0" y="66073"/>
                  </a:lnTo>
                  <a:cubicBezTo>
                    <a:pt x="0" y="48550"/>
                    <a:pt x="6961" y="31744"/>
                    <a:pt x="19352" y="19352"/>
                  </a:cubicBezTo>
                  <a:cubicBezTo>
                    <a:pt x="31744" y="6961"/>
                    <a:pt x="48550" y="0"/>
                    <a:pt x="6607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8"/>
            <p:cNvSpPr txBox="1"/>
            <p:nvPr/>
          </p:nvSpPr>
          <p:spPr>
            <a:xfrm>
              <a:off x="0" y="28575"/>
              <a:ext cx="1573862"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16" name="Google Shape;316;p18"/>
          <p:cNvPicPr preferRelativeResize="0"/>
          <p:nvPr/>
        </p:nvPicPr>
        <p:blipFill rotWithShape="1">
          <a:blip r:embed="rId3">
            <a:alphaModFix/>
          </a:blip>
          <a:srcRect b="0" l="0" r="0" t="0"/>
          <a:stretch/>
        </p:blipFill>
        <p:spPr>
          <a:xfrm>
            <a:off x="6441270" y="265747"/>
            <a:ext cx="6520441" cy="9755506"/>
          </a:xfrm>
          <a:prstGeom prst="rect">
            <a:avLst/>
          </a:prstGeom>
          <a:noFill/>
          <a:ln>
            <a:noFill/>
          </a:ln>
        </p:spPr>
      </p:pic>
      <p:grpSp>
        <p:nvGrpSpPr>
          <p:cNvPr id="317" name="Google Shape;317;p18"/>
          <p:cNvGrpSpPr/>
          <p:nvPr/>
        </p:nvGrpSpPr>
        <p:grpSpPr>
          <a:xfrm>
            <a:off x="13003693" y="5403906"/>
            <a:ext cx="4776404" cy="4375334"/>
            <a:chOff x="0" y="0"/>
            <a:chExt cx="1257983" cy="1152351"/>
          </a:xfrm>
        </p:grpSpPr>
        <p:sp>
          <p:nvSpPr>
            <p:cNvPr id="318" name="Google Shape;318;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20" name="Google Shape;320;p18"/>
          <p:cNvPicPr preferRelativeResize="0"/>
          <p:nvPr/>
        </p:nvPicPr>
        <p:blipFill rotWithShape="1">
          <a:blip r:embed="rId4">
            <a:alphaModFix/>
          </a:blip>
          <a:srcRect b="0" l="0" r="0" t="0"/>
          <a:stretch/>
        </p:blipFill>
        <p:spPr>
          <a:xfrm>
            <a:off x="13391823" y="695355"/>
            <a:ext cx="4000144" cy="4000144"/>
          </a:xfrm>
          <a:prstGeom prst="rect">
            <a:avLst/>
          </a:prstGeom>
          <a:noFill/>
          <a:ln>
            <a:noFill/>
          </a:ln>
        </p:spPr>
      </p:pic>
      <p:pic>
        <p:nvPicPr>
          <p:cNvPr id="321" name="Google Shape;321;p18"/>
          <p:cNvPicPr preferRelativeResize="0"/>
          <p:nvPr/>
        </p:nvPicPr>
        <p:blipFill rotWithShape="1">
          <a:blip r:embed="rId5">
            <a:alphaModFix/>
          </a:blip>
          <a:srcRect b="0" l="0" r="0" t="0"/>
          <a:stretch/>
        </p:blipFill>
        <p:spPr>
          <a:xfrm>
            <a:off x="12995100" y="5194779"/>
            <a:ext cx="4793588" cy="4793588"/>
          </a:xfrm>
          <a:prstGeom prst="rect">
            <a:avLst/>
          </a:prstGeom>
          <a:noFill/>
          <a:ln>
            <a:noFill/>
          </a:ln>
        </p:spPr>
      </p:pic>
    </p:spTree>
  </p:cSld>
  <p:clrMapOvr>
    <a:masterClrMapping/>
  </p:clrMapOvr>
  <p:transition spd="slow">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25" name="Shape 325"/>
        <p:cNvGrpSpPr/>
        <p:nvPr/>
      </p:nvGrpSpPr>
      <p:grpSpPr>
        <a:xfrm>
          <a:off x="0" y="0"/>
          <a:ext cx="0" cy="0"/>
          <a:chOff x="0" y="0"/>
          <a:chExt cx="0" cy="0"/>
        </a:xfrm>
      </p:grpSpPr>
      <p:grpSp>
        <p:nvGrpSpPr>
          <p:cNvPr id="326" name="Google Shape;326;p19"/>
          <p:cNvGrpSpPr/>
          <p:nvPr/>
        </p:nvGrpSpPr>
        <p:grpSpPr>
          <a:xfrm>
            <a:off x="512133" y="507760"/>
            <a:ext cx="17263734" cy="9271481"/>
            <a:chOff x="0" y="0"/>
            <a:chExt cx="4546827" cy="2441871"/>
          </a:xfrm>
        </p:grpSpPr>
        <p:sp>
          <p:nvSpPr>
            <p:cNvPr id="327" name="Google Shape;327;p19"/>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9"/>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29" name="Google Shape;329;p19"/>
          <p:cNvPicPr preferRelativeResize="0"/>
          <p:nvPr/>
        </p:nvPicPr>
        <p:blipFill>
          <a:blip r:embed="rId3">
            <a:alphaModFix/>
          </a:blip>
          <a:stretch>
            <a:fillRect/>
          </a:stretch>
        </p:blipFill>
        <p:spPr>
          <a:xfrm>
            <a:off x="512125" y="507751"/>
            <a:ext cx="17263800" cy="9264300"/>
          </a:xfrm>
          <a:prstGeom prst="roundRect">
            <a:avLst>
              <a:gd fmla="val 859" name="adj"/>
            </a:avLst>
          </a:prstGeom>
          <a:noFill/>
          <a:ln>
            <a:noFill/>
          </a:ln>
        </p:spPr>
      </p:pic>
      <p:sp>
        <p:nvSpPr>
          <p:cNvPr id="330" name="Google Shape;330;p19"/>
          <p:cNvSpPr txBox="1"/>
          <p:nvPr/>
        </p:nvSpPr>
        <p:spPr>
          <a:xfrm>
            <a:off x="1519610" y="4090947"/>
            <a:ext cx="152487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18194" u="none" cap="none" strike="noStrike">
                <a:solidFill>
                  <a:srgbClr val="FFFFFF"/>
                </a:solidFill>
                <a:latin typeface="Inter"/>
                <a:ea typeface="Inter"/>
                <a:cs typeface="Inter"/>
                <a:sym typeface="Inter"/>
              </a:rPr>
              <a:t>Our Products</a:t>
            </a:r>
            <a:endParaRPr/>
          </a:p>
        </p:txBody>
      </p:sp>
      <p:sp>
        <p:nvSpPr>
          <p:cNvPr id="331" name="Google Shape;331;p19"/>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99" u="none" cap="none" strike="noStrike">
                <a:solidFill>
                  <a:srgbClr val="FFFFFF"/>
                </a:solidFill>
                <a:latin typeface="Inter"/>
                <a:ea typeface="Inter"/>
                <a:cs typeface="Inter"/>
                <a:sym typeface="Inter"/>
              </a:rPr>
              <a:t>Brand</a:t>
            </a:r>
            <a:endParaRPr/>
          </a:p>
        </p:txBody>
      </p:sp>
    </p:spTree>
  </p:cSld>
  <p:clrMapOvr>
    <a:masterClrMapping/>
  </p:clrMapOvr>
  <p:transition spd="slow">
    <p:fade/>
  </p:transition>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35" name="Shape 335"/>
        <p:cNvGrpSpPr/>
        <p:nvPr/>
      </p:nvGrpSpPr>
      <p:grpSpPr>
        <a:xfrm>
          <a:off x="0" y="0"/>
          <a:ext cx="0" cy="0"/>
          <a:chOff x="0" y="0"/>
          <a:chExt cx="0" cy="0"/>
        </a:xfrm>
      </p:grpSpPr>
      <p:grpSp>
        <p:nvGrpSpPr>
          <p:cNvPr id="336" name="Google Shape;336;p20"/>
          <p:cNvGrpSpPr/>
          <p:nvPr/>
        </p:nvGrpSpPr>
        <p:grpSpPr>
          <a:xfrm>
            <a:off x="512133" y="3512547"/>
            <a:ext cx="8251450" cy="6266694"/>
            <a:chOff x="0" y="0"/>
            <a:chExt cx="2173221" cy="1650487"/>
          </a:xfrm>
        </p:grpSpPr>
        <p:sp>
          <p:nvSpPr>
            <p:cNvPr id="337" name="Google Shape;337;p20"/>
            <p:cNvSpPr/>
            <p:nvPr/>
          </p:nvSpPr>
          <p:spPr>
            <a:xfrm>
              <a:off x="0" y="0"/>
              <a:ext cx="2173221" cy="1650487"/>
            </a:xfrm>
            <a:custGeom>
              <a:rect b="b" l="l" r="r" t="t"/>
              <a:pathLst>
                <a:path extrusionOk="0" h="1650487" w="2173221">
                  <a:moveTo>
                    <a:pt x="47851" y="0"/>
                  </a:moveTo>
                  <a:lnTo>
                    <a:pt x="2125371" y="0"/>
                  </a:lnTo>
                  <a:cubicBezTo>
                    <a:pt x="2151798" y="0"/>
                    <a:pt x="2173221" y="21424"/>
                    <a:pt x="2173221" y="47851"/>
                  </a:cubicBezTo>
                  <a:lnTo>
                    <a:pt x="2173221" y="1602636"/>
                  </a:lnTo>
                  <a:cubicBezTo>
                    <a:pt x="2173221" y="1615327"/>
                    <a:pt x="2168180" y="1627498"/>
                    <a:pt x="2159206" y="1636472"/>
                  </a:cubicBezTo>
                  <a:cubicBezTo>
                    <a:pt x="2150233" y="1645446"/>
                    <a:pt x="2138062" y="1650487"/>
                    <a:pt x="2125371" y="1650487"/>
                  </a:cubicBezTo>
                  <a:lnTo>
                    <a:pt x="47851" y="1650487"/>
                  </a:lnTo>
                  <a:cubicBezTo>
                    <a:pt x="35160" y="1650487"/>
                    <a:pt x="22989" y="1645446"/>
                    <a:pt x="14015" y="1636472"/>
                  </a:cubicBezTo>
                  <a:cubicBezTo>
                    <a:pt x="5041" y="1627498"/>
                    <a:pt x="0" y="1615327"/>
                    <a:pt x="0" y="1602636"/>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txBox="1"/>
            <p:nvPr/>
          </p:nvSpPr>
          <p:spPr>
            <a:xfrm>
              <a:off x="0" y="28575"/>
              <a:ext cx="2173221" cy="162191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39" name="Google Shape;339;p20"/>
          <p:cNvSpPr txBox="1"/>
          <p:nvPr/>
        </p:nvSpPr>
        <p:spPr>
          <a:xfrm>
            <a:off x="1028700" y="4801853"/>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Project One</a:t>
            </a:r>
            <a:endParaRPr/>
          </a:p>
        </p:txBody>
      </p:sp>
      <p:sp>
        <p:nvSpPr>
          <p:cNvPr id="340" name="Google Shape;340;p20"/>
          <p:cNvSpPr txBox="1"/>
          <p:nvPr/>
        </p:nvSpPr>
        <p:spPr>
          <a:xfrm>
            <a:off x="1028700" y="5321918"/>
            <a:ext cx="72183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Elaborate on what you want to discuss.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Semper quis lectus nulla at. Risus quis varius quam quisque id diam vel quam.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p:txBody>
      </p:sp>
      <p:grpSp>
        <p:nvGrpSpPr>
          <p:cNvPr id="341" name="Google Shape;341;p20"/>
          <p:cNvGrpSpPr/>
          <p:nvPr/>
        </p:nvGrpSpPr>
        <p:grpSpPr>
          <a:xfrm>
            <a:off x="9524417" y="507760"/>
            <a:ext cx="8251450" cy="4366144"/>
            <a:chOff x="0" y="0"/>
            <a:chExt cx="2173221" cy="1149931"/>
          </a:xfrm>
        </p:grpSpPr>
        <p:sp>
          <p:nvSpPr>
            <p:cNvPr id="342" name="Google Shape;342;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4" name="Google Shape;344;p20"/>
          <p:cNvGrpSpPr/>
          <p:nvPr/>
        </p:nvGrpSpPr>
        <p:grpSpPr>
          <a:xfrm>
            <a:off x="9524417" y="5413096"/>
            <a:ext cx="8251450" cy="4366144"/>
            <a:chOff x="0" y="0"/>
            <a:chExt cx="2173221" cy="1149931"/>
          </a:xfrm>
        </p:grpSpPr>
        <p:sp>
          <p:nvSpPr>
            <p:cNvPr id="345" name="Google Shape;345;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7" name="Google Shape;347;p20"/>
          <p:cNvGrpSpPr/>
          <p:nvPr/>
        </p:nvGrpSpPr>
        <p:grpSpPr>
          <a:xfrm>
            <a:off x="512133" y="507760"/>
            <a:ext cx="8251450" cy="2583745"/>
            <a:chOff x="0" y="0"/>
            <a:chExt cx="2173221" cy="680493"/>
          </a:xfrm>
        </p:grpSpPr>
        <p:sp>
          <p:nvSpPr>
            <p:cNvPr id="348" name="Google Shape;348;p20"/>
            <p:cNvSpPr/>
            <p:nvPr/>
          </p:nvSpPr>
          <p:spPr>
            <a:xfrm>
              <a:off x="0" y="0"/>
              <a:ext cx="2173221" cy="680493"/>
            </a:xfrm>
            <a:custGeom>
              <a:rect b="b" l="l" r="r" t="t"/>
              <a:pathLst>
                <a:path extrusionOk="0" h="680493" w="2173221">
                  <a:moveTo>
                    <a:pt x="47851" y="0"/>
                  </a:moveTo>
                  <a:lnTo>
                    <a:pt x="2125371" y="0"/>
                  </a:lnTo>
                  <a:cubicBezTo>
                    <a:pt x="2151798" y="0"/>
                    <a:pt x="2173221" y="21424"/>
                    <a:pt x="2173221" y="47851"/>
                  </a:cubicBezTo>
                  <a:lnTo>
                    <a:pt x="2173221" y="632642"/>
                  </a:lnTo>
                  <a:cubicBezTo>
                    <a:pt x="2173221" y="645333"/>
                    <a:pt x="2168180" y="657504"/>
                    <a:pt x="2159206" y="666477"/>
                  </a:cubicBezTo>
                  <a:cubicBezTo>
                    <a:pt x="2150233" y="675451"/>
                    <a:pt x="2138062" y="680493"/>
                    <a:pt x="2125371" y="680493"/>
                  </a:cubicBezTo>
                  <a:lnTo>
                    <a:pt x="47851" y="680493"/>
                  </a:lnTo>
                  <a:cubicBezTo>
                    <a:pt x="35160" y="680493"/>
                    <a:pt x="22989" y="675451"/>
                    <a:pt x="14015" y="666477"/>
                  </a:cubicBezTo>
                  <a:cubicBezTo>
                    <a:pt x="5041" y="657504"/>
                    <a:pt x="0" y="645333"/>
                    <a:pt x="0" y="632642"/>
                  </a:cubicBezTo>
                  <a:lnTo>
                    <a:pt x="0" y="47851"/>
                  </a:lnTo>
                  <a:cubicBezTo>
                    <a:pt x="0" y="35160"/>
                    <a:pt x="5041" y="22989"/>
                    <a:pt x="14015" y="14015"/>
                  </a:cubicBezTo>
                  <a:cubicBezTo>
                    <a:pt x="22989" y="5041"/>
                    <a:pt x="35160" y="0"/>
                    <a:pt x="4785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txBox="1"/>
            <p:nvPr/>
          </p:nvSpPr>
          <p:spPr>
            <a:xfrm>
              <a:off x="0" y="28575"/>
              <a:ext cx="2173221"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50" name="Google Shape;350;p20"/>
          <p:cNvSpPr txBox="1"/>
          <p:nvPr/>
        </p:nvSpPr>
        <p:spPr>
          <a:xfrm>
            <a:off x="759034" y="1200150"/>
            <a:ext cx="7757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3BEE96"/>
                </a:solidFill>
                <a:latin typeface="Inter"/>
                <a:ea typeface="Inter"/>
                <a:cs typeface="Inter"/>
                <a:sym typeface="Inter"/>
              </a:rPr>
              <a:t>Our Projects</a:t>
            </a:r>
            <a:endParaRPr/>
          </a:p>
        </p:txBody>
      </p:sp>
      <p:sp>
        <p:nvSpPr>
          <p:cNvPr id="351" name="Google Shape;351;p20"/>
          <p:cNvSpPr txBox="1"/>
          <p:nvPr/>
        </p:nvSpPr>
        <p:spPr>
          <a:xfrm>
            <a:off x="10040983" y="1380192"/>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Project Two</a:t>
            </a:r>
            <a:endParaRPr/>
          </a:p>
        </p:txBody>
      </p:sp>
      <p:sp>
        <p:nvSpPr>
          <p:cNvPr id="352" name="Google Shape;352;p20"/>
          <p:cNvSpPr txBox="1"/>
          <p:nvPr/>
        </p:nvSpPr>
        <p:spPr>
          <a:xfrm>
            <a:off x="10040983" y="1900257"/>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Elaborate on what you want to discuss.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Semper quis lectus nulla at. Risus quis varius quam quisque id diam vel quam. Ut enim ad minim veniam, quis nostrud exercitation ullamco laboris nisi ut aliquip ex ea commodo consequat. </a:t>
            </a:r>
            <a:endParaRPr/>
          </a:p>
        </p:txBody>
      </p:sp>
      <p:sp>
        <p:nvSpPr>
          <p:cNvPr id="353" name="Google Shape;353;p20"/>
          <p:cNvSpPr txBox="1"/>
          <p:nvPr/>
        </p:nvSpPr>
        <p:spPr>
          <a:xfrm>
            <a:off x="10040983" y="6285528"/>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FFFFFF"/>
                </a:solidFill>
                <a:latin typeface="Inter"/>
                <a:ea typeface="Inter"/>
                <a:cs typeface="Inter"/>
                <a:sym typeface="Inter"/>
              </a:rPr>
              <a:t>Project Three</a:t>
            </a:r>
            <a:endParaRPr/>
          </a:p>
        </p:txBody>
      </p:sp>
      <p:sp>
        <p:nvSpPr>
          <p:cNvPr id="354" name="Google Shape;354;p20"/>
          <p:cNvSpPr txBox="1"/>
          <p:nvPr/>
        </p:nvSpPr>
        <p:spPr>
          <a:xfrm>
            <a:off x="10040983" y="6805593"/>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Elaborate on what you want to discuss.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Semper quis lectus nulla at. Risus quis varius quam quisque id diam vel quam. Ut enim ad minim veniam, quis nostrud exercitation ullamco laboris nisi ut aliquip ex ea commodo consequat. </a:t>
            </a:r>
            <a:endParaRPr/>
          </a:p>
        </p:txBody>
      </p:sp>
    </p:spTree>
  </p:cSld>
  <p:clrMapOvr>
    <a:masterClrMapping/>
  </p:clrMapOvr>
  <p:transition spd="slow">
    <p:fade/>
  </p:transition>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8" name="Shape 358"/>
        <p:cNvGrpSpPr/>
        <p:nvPr/>
      </p:nvGrpSpPr>
      <p:grpSpPr>
        <a:xfrm>
          <a:off x="0" y="0"/>
          <a:ext cx="0" cy="0"/>
          <a:chOff x="0" y="0"/>
          <a:chExt cx="0" cy="0"/>
        </a:xfrm>
      </p:grpSpPr>
      <p:grpSp>
        <p:nvGrpSpPr>
          <p:cNvPr id="359" name="Google Shape;359;p21"/>
          <p:cNvGrpSpPr/>
          <p:nvPr/>
        </p:nvGrpSpPr>
        <p:grpSpPr>
          <a:xfrm>
            <a:off x="9427594" y="507760"/>
            <a:ext cx="8348273" cy="3954690"/>
            <a:chOff x="0" y="0"/>
            <a:chExt cx="2198722" cy="1041564"/>
          </a:xfrm>
        </p:grpSpPr>
        <p:sp>
          <p:nvSpPr>
            <p:cNvPr id="360" name="Google Shape;360;p21"/>
            <p:cNvSpPr/>
            <p:nvPr/>
          </p:nvSpPr>
          <p:spPr>
            <a:xfrm>
              <a:off x="0" y="0"/>
              <a:ext cx="2198722" cy="1041564"/>
            </a:xfrm>
            <a:custGeom>
              <a:rect b="b" l="l" r="r" t="t"/>
              <a:pathLst>
                <a:path extrusionOk="0" h="1041564" w="2198722">
                  <a:moveTo>
                    <a:pt x="47296" y="0"/>
                  </a:moveTo>
                  <a:lnTo>
                    <a:pt x="2151426" y="0"/>
                  </a:lnTo>
                  <a:cubicBezTo>
                    <a:pt x="2177547" y="0"/>
                    <a:pt x="2198722" y="21175"/>
                    <a:pt x="2198722" y="47296"/>
                  </a:cubicBezTo>
                  <a:lnTo>
                    <a:pt x="2198722" y="994269"/>
                  </a:lnTo>
                  <a:cubicBezTo>
                    <a:pt x="2198722" y="1006812"/>
                    <a:pt x="2193739" y="1018842"/>
                    <a:pt x="2184869" y="1027712"/>
                  </a:cubicBezTo>
                  <a:cubicBezTo>
                    <a:pt x="2176000" y="1036581"/>
                    <a:pt x="2163970" y="1041564"/>
                    <a:pt x="2151426" y="1041564"/>
                  </a:cubicBezTo>
                  <a:lnTo>
                    <a:pt x="47296" y="1041564"/>
                  </a:lnTo>
                  <a:cubicBezTo>
                    <a:pt x="34752" y="1041564"/>
                    <a:pt x="22722" y="1036581"/>
                    <a:pt x="13853" y="1027712"/>
                  </a:cubicBezTo>
                  <a:cubicBezTo>
                    <a:pt x="4983" y="1018842"/>
                    <a:pt x="0" y="1006812"/>
                    <a:pt x="0" y="994269"/>
                  </a:cubicBezTo>
                  <a:lnTo>
                    <a:pt x="0" y="47296"/>
                  </a:lnTo>
                  <a:cubicBezTo>
                    <a:pt x="0" y="34752"/>
                    <a:pt x="4983" y="22722"/>
                    <a:pt x="13853" y="13853"/>
                  </a:cubicBezTo>
                  <a:cubicBezTo>
                    <a:pt x="22722" y="4983"/>
                    <a:pt x="34752" y="0"/>
                    <a:pt x="47296"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21"/>
            <p:cNvSpPr txBox="1"/>
            <p:nvPr/>
          </p:nvSpPr>
          <p:spPr>
            <a:xfrm>
              <a:off x="0" y="28575"/>
              <a:ext cx="2198722" cy="1012989"/>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62" name="Google Shape;362;p21"/>
          <p:cNvPicPr preferRelativeResize="0"/>
          <p:nvPr/>
        </p:nvPicPr>
        <p:blipFill>
          <a:blip r:embed="rId3">
            <a:alphaModFix/>
          </a:blip>
          <a:stretch>
            <a:fillRect/>
          </a:stretch>
        </p:blipFill>
        <p:spPr>
          <a:xfrm>
            <a:off x="9427600" y="507750"/>
            <a:ext cx="8348400" cy="3958500"/>
          </a:xfrm>
          <a:prstGeom prst="roundRect">
            <a:avLst>
              <a:gd fmla="val 4913" name="adj"/>
            </a:avLst>
          </a:prstGeom>
          <a:noFill/>
          <a:ln>
            <a:noFill/>
          </a:ln>
        </p:spPr>
      </p:pic>
      <p:grpSp>
        <p:nvGrpSpPr>
          <p:cNvPr id="363" name="Google Shape;363;p21"/>
          <p:cNvGrpSpPr/>
          <p:nvPr/>
        </p:nvGrpSpPr>
        <p:grpSpPr>
          <a:xfrm>
            <a:off x="512133" y="507760"/>
            <a:ext cx="8631871" cy="2596202"/>
            <a:chOff x="0" y="0"/>
            <a:chExt cx="2273414" cy="683773"/>
          </a:xfrm>
        </p:grpSpPr>
        <p:sp>
          <p:nvSpPr>
            <p:cNvPr id="364" name="Google Shape;364;p21"/>
            <p:cNvSpPr/>
            <p:nvPr/>
          </p:nvSpPr>
          <p:spPr>
            <a:xfrm>
              <a:off x="0" y="0"/>
              <a:ext cx="2273414" cy="683773"/>
            </a:xfrm>
            <a:custGeom>
              <a:rect b="b" l="l" r="r" t="t"/>
              <a:pathLst>
                <a:path extrusionOk="0" h="683773" w="2273414">
                  <a:moveTo>
                    <a:pt x="45742" y="0"/>
                  </a:moveTo>
                  <a:lnTo>
                    <a:pt x="2227672" y="0"/>
                  </a:lnTo>
                  <a:cubicBezTo>
                    <a:pt x="2239803" y="0"/>
                    <a:pt x="2251438" y="4819"/>
                    <a:pt x="2260016" y="13397"/>
                  </a:cubicBezTo>
                  <a:cubicBezTo>
                    <a:pt x="2268594" y="21976"/>
                    <a:pt x="2273414" y="33610"/>
                    <a:pt x="2273414" y="45742"/>
                  </a:cubicBezTo>
                  <a:lnTo>
                    <a:pt x="2273414" y="638031"/>
                  </a:lnTo>
                  <a:cubicBezTo>
                    <a:pt x="2273414" y="650163"/>
                    <a:pt x="2268594" y="661798"/>
                    <a:pt x="2260016" y="670376"/>
                  </a:cubicBezTo>
                  <a:cubicBezTo>
                    <a:pt x="2251438" y="678954"/>
                    <a:pt x="2239803" y="683773"/>
                    <a:pt x="2227672" y="683773"/>
                  </a:cubicBezTo>
                  <a:lnTo>
                    <a:pt x="45742" y="683773"/>
                  </a:lnTo>
                  <a:cubicBezTo>
                    <a:pt x="33610" y="683773"/>
                    <a:pt x="21976" y="678954"/>
                    <a:pt x="13397" y="670376"/>
                  </a:cubicBezTo>
                  <a:cubicBezTo>
                    <a:pt x="4819" y="661798"/>
                    <a:pt x="0" y="650163"/>
                    <a:pt x="0" y="638031"/>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1"/>
            <p:cNvSpPr txBox="1"/>
            <p:nvPr/>
          </p:nvSpPr>
          <p:spPr>
            <a:xfrm>
              <a:off x="0" y="28575"/>
              <a:ext cx="2273413" cy="65519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66" name="Google Shape;366;p21"/>
          <p:cNvGrpSpPr/>
          <p:nvPr/>
        </p:nvGrpSpPr>
        <p:grpSpPr>
          <a:xfrm>
            <a:off x="512133" y="3622301"/>
            <a:ext cx="8631871" cy="6156939"/>
            <a:chOff x="0" y="0"/>
            <a:chExt cx="2273414" cy="1621581"/>
          </a:xfrm>
        </p:grpSpPr>
        <p:sp>
          <p:nvSpPr>
            <p:cNvPr id="367" name="Google Shape;367;p21"/>
            <p:cNvSpPr/>
            <p:nvPr/>
          </p:nvSpPr>
          <p:spPr>
            <a:xfrm>
              <a:off x="0" y="0"/>
              <a:ext cx="2273414" cy="1621581"/>
            </a:xfrm>
            <a:custGeom>
              <a:rect b="b" l="l" r="r" t="t"/>
              <a:pathLst>
                <a:path extrusionOk="0" h="1621581" w="2273414">
                  <a:moveTo>
                    <a:pt x="45742" y="0"/>
                  </a:moveTo>
                  <a:lnTo>
                    <a:pt x="2227672" y="0"/>
                  </a:lnTo>
                  <a:cubicBezTo>
                    <a:pt x="2239803" y="0"/>
                    <a:pt x="2251438" y="4819"/>
                    <a:pt x="2260016" y="13397"/>
                  </a:cubicBezTo>
                  <a:cubicBezTo>
                    <a:pt x="2268594" y="21976"/>
                    <a:pt x="2273414" y="33610"/>
                    <a:pt x="2273414" y="45742"/>
                  </a:cubicBezTo>
                  <a:lnTo>
                    <a:pt x="2273414" y="1575839"/>
                  </a:lnTo>
                  <a:cubicBezTo>
                    <a:pt x="2273414" y="1587970"/>
                    <a:pt x="2268594" y="1599605"/>
                    <a:pt x="2260016" y="1608183"/>
                  </a:cubicBezTo>
                  <a:cubicBezTo>
                    <a:pt x="2251438" y="1616761"/>
                    <a:pt x="2239803" y="1621581"/>
                    <a:pt x="2227672" y="1621581"/>
                  </a:cubicBezTo>
                  <a:lnTo>
                    <a:pt x="45742" y="1621581"/>
                  </a:lnTo>
                  <a:cubicBezTo>
                    <a:pt x="33610" y="1621581"/>
                    <a:pt x="21976" y="1616761"/>
                    <a:pt x="13397" y="1608183"/>
                  </a:cubicBezTo>
                  <a:cubicBezTo>
                    <a:pt x="4819" y="1599605"/>
                    <a:pt x="0" y="1587970"/>
                    <a:pt x="0" y="1575839"/>
                  </a:cubicBezTo>
                  <a:lnTo>
                    <a:pt x="0" y="45742"/>
                  </a:lnTo>
                  <a:cubicBezTo>
                    <a:pt x="0" y="33610"/>
                    <a:pt x="4819" y="21976"/>
                    <a:pt x="13397" y="13397"/>
                  </a:cubicBezTo>
                  <a:cubicBezTo>
                    <a:pt x="21976" y="4819"/>
                    <a:pt x="33610" y="0"/>
                    <a:pt x="45742"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21"/>
            <p:cNvSpPr txBox="1"/>
            <p:nvPr/>
          </p:nvSpPr>
          <p:spPr>
            <a:xfrm>
              <a:off x="0" y="28575"/>
              <a:ext cx="2273413" cy="159300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69" name="Google Shape;369;p21"/>
          <p:cNvPicPr preferRelativeResize="0"/>
          <p:nvPr/>
        </p:nvPicPr>
        <p:blipFill>
          <a:blip r:embed="rId4">
            <a:alphaModFix/>
          </a:blip>
          <a:stretch>
            <a:fillRect/>
          </a:stretch>
        </p:blipFill>
        <p:spPr>
          <a:xfrm>
            <a:off x="512125" y="3606567"/>
            <a:ext cx="8631876" cy="6156558"/>
          </a:xfrm>
          <a:prstGeom prst="rect">
            <a:avLst/>
          </a:prstGeom>
          <a:noFill/>
          <a:ln>
            <a:noFill/>
          </a:ln>
        </p:spPr>
      </p:pic>
      <p:grpSp>
        <p:nvGrpSpPr>
          <p:cNvPr id="370" name="Google Shape;370;p21"/>
          <p:cNvGrpSpPr/>
          <p:nvPr/>
        </p:nvGrpSpPr>
        <p:grpSpPr>
          <a:xfrm>
            <a:off x="9427594" y="4911331"/>
            <a:ext cx="8348273" cy="4867909"/>
            <a:chOff x="0" y="0"/>
            <a:chExt cx="2198722" cy="1282083"/>
          </a:xfrm>
        </p:grpSpPr>
        <p:sp>
          <p:nvSpPr>
            <p:cNvPr id="371" name="Google Shape;371;p21"/>
            <p:cNvSpPr/>
            <p:nvPr/>
          </p:nvSpPr>
          <p:spPr>
            <a:xfrm>
              <a:off x="0" y="0"/>
              <a:ext cx="2198722" cy="1282083"/>
            </a:xfrm>
            <a:custGeom>
              <a:rect b="b" l="l" r="r" t="t"/>
              <a:pathLst>
                <a:path extrusionOk="0" h="1282083" w="2198722">
                  <a:moveTo>
                    <a:pt x="47296" y="0"/>
                  </a:moveTo>
                  <a:lnTo>
                    <a:pt x="2151426" y="0"/>
                  </a:lnTo>
                  <a:cubicBezTo>
                    <a:pt x="2177547" y="0"/>
                    <a:pt x="2198722" y="21175"/>
                    <a:pt x="2198722" y="47296"/>
                  </a:cubicBezTo>
                  <a:lnTo>
                    <a:pt x="2198722" y="1234787"/>
                  </a:lnTo>
                  <a:cubicBezTo>
                    <a:pt x="2198722" y="1247331"/>
                    <a:pt x="2193739" y="1259361"/>
                    <a:pt x="2184869" y="1268230"/>
                  </a:cubicBezTo>
                  <a:cubicBezTo>
                    <a:pt x="2176000" y="1277100"/>
                    <a:pt x="2163970" y="1282083"/>
                    <a:pt x="2151426" y="1282083"/>
                  </a:cubicBezTo>
                  <a:lnTo>
                    <a:pt x="47296" y="1282083"/>
                  </a:lnTo>
                  <a:cubicBezTo>
                    <a:pt x="34752" y="1282083"/>
                    <a:pt x="22722" y="1277100"/>
                    <a:pt x="13853" y="1268230"/>
                  </a:cubicBezTo>
                  <a:cubicBezTo>
                    <a:pt x="4983" y="1259361"/>
                    <a:pt x="0" y="1247331"/>
                    <a:pt x="0" y="1234787"/>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21"/>
            <p:cNvSpPr txBox="1"/>
            <p:nvPr/>
          </p:nvSpPr>
          <p:spPr>
            <a:xfrm>
              <a:off x="0" y="28575"/>
              <a:ext cx="2198722" cy="125350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73" name="Google Shape;373;p21"/>
          <p:cNvSpPr txBox="1"/>
          <p:nvPr/>
        </p:nvSpPr>
        <p:spPr>
          <a:xfrm>
            <a:off x="9942256" y="5746991"/>
            <a:ext cx="73188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Presentations are communication tools that can be used as demonstrations, lectures, speeches, reports, and more. It is mostly presented before an audience.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Semper quis lectus nulla at. Risus quis varius quam quisque id diam vel quam. Dictum fusce ut placerat orci. Orci porta non pulvinar neque laoreet. Lectus vestibulum mattis ullamcorper velit. Eu ultrices vitae auctor eu augue ut. Proin libero nunc consequat interdum varius. Aliquet enim tortor at auctor urna nunc. </a:t>
            </a:r>
            <a:endParaRPr/>
          </a:p>
        </p:txBody>
      </p:sp>
      <p:sp>
        <p:nvSpPr>
          <p:cNvPr id="374" name="Google Shape;374;p21"/>
          <p:cNvSpPr txBox="1"/>
          <p:nvPr/>
        </p:nvSpPr>
        <p:spPr>
          <a:xfrm>
            <a:off x="1028700" y="1200150"/>
            <a:ext cx="7598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12BBFE"/>
                </a:solidFill>
                <a:latin typeface="Inter"/>
                <a:ea typeface="Inter"/>
                <a:cs typeface="Inter"/>
                <a:sym typeface="Inter"/>
              </a:rPr>
              <a:t>Project One</a:t>
            </a:r>
            <a:endParaRPr/>
          </a:p>
        </p:txBody>
      </p:sp>
    </p:spTree>
  </p:cSld>
  <p:clrMapOvr>
    <a:masterClrMapping/>
  </p:clrMapOvr>
  <p:transition spd="slow">
    <p:fade/>
  </p:transition>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78" name="Shape 378"/>
        <p:cNvGrpSpPr/>
        <p:nvPr/>
      </p:nvGrpSpPr>
      <p:grpSpPr>
        <a:xfrm>
          <a:off x="0" y="0"/>
          <a:ext cx="0" cy="0"/>
          <a:chOff x="0" y="0"/>
          <a:chExt cx="0" cy="0"/>
        </a:xfrm>
      </p:grpSpPr>
      <p:grpSp>
        <p:nvGrpSpPr>
          <p:cNvPr id="379" name="Google Shape;379;p22"/>
          <p:cNvGrpSpPr/>
          <p:nvPr/>
        </p:nvGrpSpPr>
        <p:grpSpPr>
          <a:xfrm>
            <a:off x="9427594" y="507760"/>
            <a:ext cx="3964136" cy="3954690"/>
            <a:chOff x="0" y="0"/>
            <a:chExt cx="1044052" cy="1041564"/>
          </a:xfrm>
        </p:grpSpPr>
        <p:sp>
          <p:nvSpPr>
            <p:cNvPr id="380" name="Google Shape;380;p22"/>
            <p:cNvSpPr/>
            <p:nvPr/>
          </p:nvSpPr>
          <p:spPr>
            <a:xfrm>
              <a:off x="0" y="0"/>
              <a:ext cx="1044052" cy="1041564"/>
            </a:xfrm>
            <a:custGeom>
              <a:rect b="b" l="l" r="r" t="t"/>
              <a:pathLst>
                <a:path extrusionOk="0" h="1041564" w="1044052">
                  <a:moveTo>
                    <a:pt x="99603" y="0"/>
                  </a:moveTo>
                  <a:lnTo>
                    <a:pt x="944450" y="0"/>
                  </a:lnTo>
                  <a:cubicBezTo>
                    <a:pt x="970866" y="0"/>
                    <a:pt x="996200" y="10494"/>
                    <a:pt x="1014879" y="29173"/>
                  </a:cubicBezTo>
                  <a:cubicBezTo>
                    <a:pt x="1033558" y="47852"/>
                    <a:pt x="1044052" y="73186"/>
                    <a:pt x="1044052" y="99603"/>
                  </a:cubicBezTo>
                  <a:lnTo>
                    <a:pt x="1044052" y="941962"/>
                  </a:lnTo>
                  <a:cubicBezTo>
                    <a:pt x="1044052" y="996971"/>
                    <a:pt x="999459" y="1041564"/>
                    <a:pt x="944450" y="1041564"/>
                  </a:cubicBezTo>
                  <a:lnTo>
                    <a:pt x="99603" y="1041564"/>
                  </a:lnTo>
                  <a:cubicBezTo>
                    <a:pt x="73186" y="1041564"/>
                    <a:pt x="47852" y="1031070"/>
                    <a:pt x="29173" y="1012391"/>
                  </a:cubicBezTo>
                  <a:cubicBezTo>
                    <a:pt x="10494" y="993712"/>
                    <a:pt x="0" y="968378"/>
                    <a:pt x="0" y="941962"/>
                  </a:cubicBezTo>
                  <a:lnTo>
                    <a:pt x="0" y="99603"/>
                  </a:lnTo>
                  <a:cubicBezTo>
                    <a:pt x="0" y="73186"/>
                    <a:pt x="10494" y="47852"/>
                    <a:pt x="29173" y="29173"/>
                  </a:cubicBezTo>
                  <a:cubicBezTo>
                    <a:pt x="47852" y="10494"/>
                    <a:pt x="73186" y="0"/>
                    <a:pt x="99603"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22"/>
            <p:cNvSpPr txBox="1"/>
            <p:nvPr/>
          </p:nvSpPr>
          <p:spPr>
            <a:xfrm>
              <a:off x="0" y="28575"/>
              <a:ext cx="1044052" cy="1012989"/>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82" name="Google Shape;382;p22"/>
          <p:cNvGrpSpPr/>
          <p:nvPr/>
        </p:nvGrpSpPr>
        <p:grpSpPr>
          <a:xfrm>
            <a:off x="9427594" y="4911331"/>
            <a:ext cx="8348273" cy="4867909"/>
            <a:chOff x="0" y="0"/>
            <a:chExt cx="2198722" cy="1282083"/>
          </a:xfrm>
        </p:grpSpPr>
        <p:sp>
          <p:nvSpPr>
            <p:cNvPr id="383" name="Google Shape;383;p22"/>
            <p:cNvSpPr/>
            <p:nvPr/>
          </p:nvSpPr>
          <p:spPr>
            <a:xfrm>
              <a:off x="0" y="0"/>
              <a:ext cx="2198722" cy="1282083"/>
            </a:xfrm>
            <a:custGeom>
              <a:rect b="b" l="l" r="r" t="t"/>
              <a:pathLst>
                <a:path extrusionOk="0" h="1282083" w="2198722">
                  <a:moveTo>
                    <a:pt x="47296" y="0"/>
                  </a:moveTo>
                  <a:lnTo>
                    <a:pt x="2151426" y="0"/>
                  </a:lnTo>
                  <a:cubicBezTo>
                    <a:pt x="2177547" y="0"/>
                    <a:pt x="2198722" y="21175"/>
                    <a:pt x="2198722" y="47296"/>
                  </a:cubicBezTo>
                  <a:lnTo>
                    <a:pt x="2198722" y="1234787"/>
                  </a:lnTo>
                  <a:cubicBezTo>
                    <a:pt x="2198722" y="1247331"/>
                    <a:pt x="2193739" y="1259361"/>
                    <a:pt x="2184869" y="1268230"/>
                  </a:cubicBezTo>
                  <a:cubicBezTo>
                    <a:pt x="2176000" y="1277100"/>
                    <a:pt x="2163970" y="1282083"/>
                    <a:pt x="2151426" y="1282083"/>
                  </a:cubicBezTo>
                  <a:lnTo>
                    <a:pt x="47296" y="1282083"/>
                  </a:lnTo>
                  <a:cubicBezTo>
                    <a:pt x="34752" y="1282083"/>
                    <a:pt x="22722" y="1277100"/>
                    <a:pt x="13853" y="1268230"/>
                  </a:cubicBezTo>
                  <a:cubicBezTo>
                    <a:pt x="4983" y="1259361"/>
                    <a:pt x="0" y="1247331"/>
                    <a:pt x="0" y="1234787"/>
                  </a:cubicBezTo>
                  <a:lnTo>
                    <a:pt x="0" y="47296"/>
                  </a:lnTo>
                  <a:cubicBezTo>
                    <a:pt x="0" y="34752"/>
                    <a:pt x="4983" y="22722"/>
                    <a:pt x="13853" y="13853"/>
                  </a:cubicBezTo>
                  <a:cubicBezTo>
                    <a:pt x="22722" y="4983"/>
                    <a:pt x="34752" y="0"/>
                    <a:pt x="47296"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2"/>
            <p:cNvSpPr txBox="1"/>
            <p:nvPr/>
          </p:nvSpPr>
          <p:spPr>
            <a:xfrm>
              <a:off x="0" y="28575"/>
              <a:ext cx="2198722" cy="125350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85" name="Google Shape;385;p22"/>
          <p:cNvGrpSpPr/>
          <p:nvPr/>
        </p:nvGrpSpPr>
        <p:grpSpPr>
          <a:xfrm>
            <a:off x="512133" y="507760"/>
            <a:ext cx="8631871" cy="2596202"/>
            <a:chOff x="0" y="0"/>
            <a:chExt cx="2273414" cy="683773"/>
          </a:xfrm>
        </p:grpSpPr>
        <p:sp>
          <p:nvSpPr>
            <p:cNvPr id="386" name="Google Shape;386;p22"/>
            <p:cNvSpPr/>
            <p:nvPr/>
          </p:nvSpPr>
          <p:spPr>
            <a:xfrm>
              <a:off x="0" y="0"/>
              <a:ext cx="2273414" cy="683773"/>
            </a:xfrm>
            <a:custGeom>
              <a:rect b="b" l="l" r="r" t="t"/>
              <a:pathLst>
                <a:path extrusionOk="0" h="683773" w="2273414">
                  <a:moveTo>
                    <a:pt x="45742" y="0"/>
                  </a:moveTo>
                  <a:lnTo>
                    <a:pt x="2227672" y="0"/>
                  </a:lnTo>
                  <a:cubicBezTo>
                    <a:pt x="2239803" y="0"/>
                    <a:pt x="2251438" y="4819"/>
                    <a:pt x="2260016" y="13397"/>
                  </a:cubicBezTo>
                  <a:cubicBezTo>
                    <a:pt x="2268594" y="21976"/>
                    <a:pt x="2273414" y="33610"/>
                    <a:pt x="2273414" y="45742"/>
                  </a:cubicBezTo>
                  <a:lnTo>
                    <a:pt x="2273414" y="638031"/>
                  </a:lnTo>
                  <a:cubicBezTo>
                    <a:pt x="2273414" y="650163"/>
                    <a:pt x="2268594" y="661798"/>
                    <a:pt x="2260016" y="670376"/>
                  </a:cubicBezTo>
                  <a:cubicBezTo>
                    <a:pt x="2251438" y="678954"/>
                    <a:pt x="2239803" y="683773"/>
                    <a:pt x="2227672" y="683773"/>
                  </a:cubicBezTo>
                  <a:lnTo>
                    <a:pt x="45742" y="683773"/>
                  </a:lnTo>
                  <a:cubicBezTo>
                    <a:pt x="33610" y="683773"/>
                    <a:pt x="21976" y="678954"/>
                    <a:pt x="13397" y="670376"/>
                  </a:cubicBezTo>
                  <a:cubicBezTo>
                    <a:pt x="4819" y="661798"/>
                    <a:pt x="0" y="650163"/>
                    <a:pt x="0" y="638031"/>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2"/>
            <p:cNvSpPr txBox="1"/>
            <p:nvPr/>
          </p:nvSpPr>
          <p:spPr>
            <a:xfrm>
              <a:off x="0" y="28575"/>
              <a:ext cx="2273413" cy="65519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88" name="Google Shape;388;p22"/>
          <p:cNvPicPr preferRelativeResize="0"/>
          <p:nvPr/>
        </p:nvPicPr>
        <p:blipFill>
          <a:blip r:embed="rId3">
            <a:alphaModFix/>
          </a:blip>
          <a:stretch>
            <a:fillRect/>
          </a:stretch>
        </p:blipFill>
        <p:spPr>
          <a:xfrm>
            <a:off x="10660588" y="4911123"/>
            <a:ext cx="5882351" cy="4868152"/>
          </a:xfrm>
          <a:prstGeom prst="rect">
            <a:avLst/>
          </a:prstGeom>
          <a:noFill/>
          <a:ln>
            <a:noFill/>
          </a:ln>
        </p:spPr>
      </p:pic>
      <p:grpSp>
        <p:nvGrpSpPr>
          <p:cNvPr id="389" name="Google Shape;389;p22"/>
          <p:cNvGrpSpPr/>
          <p:nvPr/>
        </p:nvGrpSpPr>
        <p:grpSpPr>
          <a:xfrm>
            <a:off x="512133" y="3622301"/>
            <a:ext cx="8631871" cy="6156939"/>
            <a:chOff x="0" y="0"/>
            <a:chExt cx="2273414" cy="1621581"/>
          </a:xfrm>
        </p:grpSpPr>
        <p:sp>
          <p:nvSpPr>
            <p:cNvPr id="390" name="Google Shape;390;p22"/>
            <p:cNvSpPr/>
            <p:nvPr/>
          </p:nvSpPr>
          <p:spPr>
            <a:xfrm>
              <a:off x="0" y="0"/>
              <a:ext cx="2273414" cy="1621581"/>
            </a:xfrm>
            <a:custGeom>
              <a:rect b="b" l="l" r="r" t="t"/>
              <a:pathLst>
                <a:path extrusionOk="0" h="1621581" w="2273414">
                  <a:moveTo>
                    <a:pt x="45742" y="0"/>
                  </a:moveTo>
                  <a:lnTo>
                    <a:pt x="2227672" y="0"/>
                  </a:lnTo>
                  <a:cubicBezTo>
                    <a:pt x="2239803" y="0"/>
                    <a:pt x="2251438" y="4819"/>
                    <a:pt x="2260016" y="13397"/>
                  </a:cubicBezTo>
                  <a:cubicBezTo>
                    <a:pt x="2268594" y="21976"/>
                    <a:pt x="2273414" y="33610"/>
                    <a:pt x="2273414" y="45742"/>
                  </a:cubicBezTo>
                  <a:lnTo>
                    <a:pt x="2273414" y="1575839"/>
                  </a:lnTo>
                  <a:cubicBezTo>
                    <a:pt x="2273414" y="1587970"/>
                    <a:pt x="2268594" y="1599605"/>
                    <a:pt x="2260016" y="1608183"/>
                  </a:cubicBezTo>
                  <a:cubicBezTo>
                    <a:pt x="2251438" y="1616761"/>
                    <a:pt x="2239803" y="1621581"/>
                    <a:pt x="2227672" y="1621581"/>
                  </a:cubicBezTo>
                  <a:lnTo>
                    <a:pt x="45742" y="1621581"/>
                  </a:lnTo>
                  <a:cubicBezTo>
                    <a:pt x="33610" y="1621581"/>
                    <a:pt x="21976" y="1616761"/>
                    <a:pt x="13397" y="1608183"/>
                  </a:cubicBezTo>
                  <a:cubicBezTo>
                    <a:pt x="4819" y="1599605"/>
                    <a:pt x="0" y="1587970"/>
                    <a:pt x="0" y="1575839"/>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2"/>
            <p:cNvSpPr txBox="1"/>
            <p:nvPr/>
          </p:nvSpPr>
          <p:spPr>
            <a:xfrm>
              <a:off x="0" y="28575"/>
              <a:ext cx="2273413" cy="159300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92" name="Google Shape;392;p22"/>
          <p:cNvGrpSpPr/>
          <p:nvPr/>
        </p:nvGrpSpPr>
        <p:grpSpPr>
          <a:xfrm>
            <a:off x="13788892" y="507760"/>
            <a:ext cx="3964136" cy="3954690"/>
            <a:chOff x="0" y="0"/>
            <a:chExt cx="1044052" cy="1041564"/>
          </a:xfrm>
        </p:grpSpPr>
        <p:sp>
          <p:nvSpPr>
            <p:cNvPr id="393" name="Google Shape;393;p22"/>
            <p:cNvSpPr/>
            <p:nvPr/>
          </p:nvSpPr>
          <p:spPr>
            <a:xfrm>
              <a:off x="0" y="0"/>
              <a:ext cx="1044052" cy="1041564"/>
            </a:xfrm>
            <a:custGeom>
              <a:rect b="b" l="l" r="r" t="t"/>
              <a:pathLst>
                <a:path extrusionOk="0" h="1041564" w="1044052">
                  <a:moveTo>
                    <a:pt x="99603" y="0"/>
                  </a:moveTo>
                  <a:lnTo>
                    <a:pt x="944450" y="0"/>
                  </a:lnTo>
                  <a:cubicBezTo>
                    <a:pt x="970866" y="0"/>
                    <a:pt x="996200" y="10494"/>
                    <a:pt x="1014879" y="29173"/>
                  </a:cubicBezTo>
                  <a:cubicBezTo>
                    <a:pt x="1033558" y="47852"/>
                    <a:pt x="1044052" y="73186"/>
                    <a:pt x="1044052" y="99603"/>
                  </a:cubicBezTo>
                  <a:lnTo>
                    <a:pt x="1044052" y="941962"/>
                  </a:lnTo>
                  <a:cubicBezTo>
                    <a:pt x="1044052" y="996971"/>
                    <a:pt x="999459" y="1041564"/>
                    <a:pt x="944450" y="1041564"/>
                  </a:cubicBezTo>
                  <a:lnTo>
                    <a:pt x="99603" y="1041564"/>
                  </a:lnTo>
                  <a:cubicBezTo>
                    <a:pt x="73186" y="1041564"/>
                    <a:pt x="47852" y="1031070"/>
                    <a:pt x="29173" y="1012391"/>
                  </a:cubicBezTo>
                  <a:cubicBezTo>
                    <a:pt x="10494" y="993712"/>
                    <a:pt x="0" y="968378"/>
                    <a:pt x="0" y="941962"/>
                  </a:cubicBezTo>
                  <a:lnTo>
                    <a:pt x="0" y="99603"/>
                  </a:lnTo>
                  <a:cubicBezTo>
                    <a:pt x="0" y="73186"/>
                    <a:pt x="10494" y="47852"/>
                    <a:pt x="29173" y="29173"/>
                  </a:cubicBezTo>
                  <a:cubicBezTo>
                    <a:pt x="47852" y="10494"/>
                    <a:pt x="73186" y="0"/>
                    <a:pt x="99603"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22"/>
            <p:cNvSpPr txBox="1"/>
            <p:nvPr/>
          </p:nvSpPr>
          <p:spPr>
            <a:xfrm>
              <a:off x="0" y="28575"/>
              <a:ext cx="1044052" cy="1012989"/>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95" name="Google Shape;395;p22"/>
          <p:cNvSpPr txBox="1"/>
          <p:nvPr/>
        </p:nvSpPr>
        <p:spPr>
          <a:xfrm>
            <a:off x="1168592" y="4702426"/>
            <a:ext cx="7318800" cy="43638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Presentations are communication tools that can be used as demonstrations, lectures, speeches, reports, and more. It is mostly presented before an audience. </a:t>
            </a:r>
            <a:endParaRPr/>
          </a:p>
          <a:p>
            <a:pPr indent="0" lvl="0" marL="0" marR="0" rtl="0" algn="ctr">
              <a:lnSpc>
                <a:spcPct val="90000"/>
              </a:lnSpc>
              <a:spcBef>
                <a:spcPts val="0"/>
              </a:spcBef>
              <a:spcAft>
                <a:spcPts val="0"/>
              </a:spcAft>
              <a:buNone/>
            </a:pPr>
            <a:r>
              <a:t/>
            </a:r>
            <a:endParaRPr b="0" i="0" sz="210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Lorem ipsum dolor sit amet, consectetur adipiscing elit, sed do eiusmod tempor incididunt ut labore et dolore magna aliqua. Semper quis lectus nulla at. Risus quis varius quam quisque id diam vel quam. Dictum fusce ut placerat orci. Orci porta non pulvinar neque laoreet. Lectus vestibulum mattis ullamcorper velit. Eu ultrices vitae auctor eu augue ut. Proin libero nunc consequat interdum varius. Aliquet enim tortor at auctor urna nunc. Penatibus et magnis dis parturient montes nascetur ridiculus. Dui sapien eget mi proin sed libero enim sed faucibus. Cras fermentum odio eu feugiat pretium nibh ip.</a:t>
            </a:r>
            <a:endParaRPr/>
          </a:p>
        </p:txBody>
      </p:sp>
      <p:sp>
        <p:nvSpPr>
          <p:cNvPr id="396" name="Google Shape;396;p22"/>
          <p:cNvSpPr txBox="1"/>
          <p:nvPr/>
        </p:nvSpPr>
        <p:spPr>
          <a:xfrm>
            <a:off x="1028700" y="1200150"/>
            <a:ext cx="7598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EEA6FF"/>
                </a:solidFill>
                <a:latin typeface="Inter"/>
                <a:ea typeface="Inter"/>
                <a:cs typeface="Inter"/>
                <a:sym typeface="Inter"/>
              </a:rPr>
              <a:t>Project Two</a:t>
            </a:r>
            <a:endParaRPr/>
          </a:p>
        </p:txBody>
      </p:sp>
      <p:sp>
        <p:nvSpPr>
          <p:cNvPr id="397" name="Google Shape;397;p22"/>
          <p:cNvSpPr txBox="1"/>
          <p:nvPr/>
        </p:nvSpPr>
        <p:spPr>
          <a:xfrm>
            <a:off x="9763328" y="2913175"/>
            <a:ext cx="3292668"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12BBFE"/>
                </a:solidFill>
                <a:latin typeface="Inter"/>
                <a:ea typeface="Inter"/>
                <a:cs typeface="Inter"/>
                <a:sym typeface="Inter"/>
              </a:rPr>
              <a:t>Tech Specs</a:t>
            </a:r>
            <a:endParaRPr/>
          </a:p>
        </p:txBody>
      </p:sp>
      <p:sp>
        <p:nvSpPr>
          <p:cNvPr id="398" name="Google Shape;398;p22"/>
          <p:cNvSpPr txBox="1"/>
          <p:nvPr/>
        </p:nvSpPr>
        <p:spPr>
          <a:xfrm>
            <a:off x="9530488" y="1546500"/>
            <a:ext cx="3758400" cy="1477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9600" u="none" cap="none" strike="noStrike">
                <a:solidFill>
                  <a:srgbClr val="12BBFE"/>
                </a:solidFill>
                <a:latin typeface="Inter"/>
                <a:ea typeface="Inter"/>
                <a:cs typeface="Inter"/>
                <a:sym typeface="Inter"/>
              </a:rPr>
              <a:t>100%</a:t>
            </a:r>
            <a:endParaRPr/>
          </a:p>
        </p:txBody>
      </p:sp>
      <p:sp>
        <p:nvSpPr>
          <p:cNvPr id="399" name="Google Shape;399;p22"/>
          <p:cNvSpPr txBox="1"/>
          <p:nvPr/>
        </p:nvSpPr>
        <p:spPr>
          <a:xfrm>
            <a:off x="14124626" y="2913175"/>
            <a:ext cx="3292668"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3600" u="none" cap="none" strike="noStrike">
                <a:solidFill>
                  <a:srgbClr val="3BEE96"/>
                </a:solidFill>
                <a:latin typeface="Inter"/>
                <a:ea typeface="Inter"/>
                <a:cs typeface="Inter"/>
                <a:sym typeface="Inter"/>
              </a:rPr>
              <a:t>Tech Specs</a:t>
            </a:r>
            <a:endParaRPr/>
          </a:p>
        </p:txBody>
      </p:sp>
      <p:sp>
        <p:nvSpPr>
          <p:cNvPr id="400" name="Google Shape;400;p22"/>
          <p:cNvSpPr txBox="1"/>
          <p:nvPr/>
        </p:nvSpPr>
        <p:spPr>
          <a:xfrm>
            <a:off x="14124626" y="1546494"/>
            <a:ext cx="3292668" cy="12915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9600" u="none" cap="none" strike="noStrike">
                <a:solidFill>
                  <a:srgbClr val="3BEE96"/>
                </a:solidFill>
                <a:latin typeface="Inter"/>
                <a:ea typeface="Inter"/>
                <a:cs typeface="Inter"/>
                <a:sym typeface="Inter"/>
              </a:rPr>
              <a:t>90m</a:t>
            </a:r>
            <a:endParaRPr/>
          </a:p>
        </p:txBody>
      </p:sp>
    </p:spTree>
  </p:cSld>
  <p:clrMapOvr>
    <a:masterClrMapping/>
  </p:clrMapOvr>
  <p:transition spd="slow">
    <p:fade/>
  </p:transition>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04" name="Shape 404"/>
        <p:cNvGrpSpPr/>
        <p:nvPr/>
      </p:nvGrpSpPr>
      <p:grpSpPr>
        <a:xfrm>
          <a:off x="0" y="0"/>
          <a:ext cx="0" cy="0"/>
          <a:chOff x="0" y="0"/>
          <a:chExt cx="0" cy="0"/>
        </a:xfrm>
      </p:grpSpPr>
      <p:grpSp>
        <p:nvGrpSpPr>
          <p:cNvPr id="405" name="Google Shape;405;p23"/>
          <p:cNvGrpSpPr/>
          <p:nvPr/>
        </p:nvGrpSpPr>
        <p:grpSpPr>
          <a:xfrm>
            <a:off x="512133" y="507760"/>
            <a:ext cx="17263734" cy="9271481"/>
            <a:chOff x="0" y="0"/>
            <a:chExt cx="4546827" cy="2441871"/>
          </a:xfrm>
        </p:grpSpPr>
        <p:sp>
          <p:nvSpPr>
            <p:cNvPr id="406" name="Google Shape;406;p23"/>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23"/>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408" name="Google Shape;408;p23"/>
          <p:cNvPicPr preferRelativeResize="0"/>
          <p:nvPr/>
        </p:nvPicPr>
        <p:blipFill>
          <a:blip r:embed="rId3">
            <a:alphaModFix/>
          </a:blip>
          <a:stretch>
            <a:fillRect/>
          </a:stretch>
        </p:blipFill>
        <p:spPr>
          <a:xfrm>
            <a:off x="512125" y="507750"/>
            <a:ext cx="17241000" cy="7214700"/>
          </a:xfrm>
          <a:prstGeom prst="roundRect">
            <a:avLst>
              <a:gd fmla="val 2603" name="adj"/>
            </a:avLst>
          </a:prstGeom>
          <a:noFill/>
          <a:ln>
            <a:noFill/>
          </a:ln>
        </p:spPr>
      </p:pic>
      <p:sp>
        <p:nvSpPr>
          <p:cNvPr id="409" name="Google Shape;409;p23"/>
          <p:cNvSpPr txBox="1"/>
          <p:nvPr/>
        </p:nvSpPr>
        <p:spPr>
          <a:xfrm>
            <a:off x="470925" y="8178800"/>
            <a:ext cx="17305200" cy="1139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7400" u="none" cap="none" strike="noStrike">
                <a:solidFill>
                  <a:srgbClr val="FFFFFF"/>
                </a:solidFill>
                <a:latin typeface="Inter"/>
                <a:ea typeface="Inter"/>
                <a:cs typeface="Inter"/>
                <a:sym typeface="Inter"/>
              </a:rPr>
              <a:t>A picture is worth a thousand words.</a:t>
            </a:r>
            <a:endParaRPr sz="7400"/>
          </a:p>
        </p:txBody>
      </p:sp>
    </p:spTree>
  </p:cSld>
  <p:clrMapOvr>
    <a:masterClrMapping/>
  </p:clrMapOvr>
  <p:transition spd="slow">
    <p:fade/>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13" name="Shape 413"/>
        <p:cNvGrpSpPr/>
        <p:nvPr/>
      </p:nvGrpSpPr>
      <p:grpSpPr>
        <a:xfrm>
          <a:off x="0" y="0"/>
          <a:ext cx="0" cy="0"/>
          <a:chOff x="0" y="0"/>
          <a:chExt cx="0" cy="0"/>
        </a:xfrm>
      </p:grpSpPr>
      <p:grpSp>
        <p:nvGrpSpPr>
          <p:cNvPr id="414" name="Google Shape;414;p24"/>
          <p:cNvGrpSpPr/>
          <p:nvPr/>
        </p:nvGrpSpPr>
        <p:grpSpPr>
          <a:xfrm>
            <a:off x="512133" y="507760"/>
            <a:ext cx="17263734" cy="9271481"/>
            <a:chOff x="0" y="0"/>
            <a:chExt cx="4546827" cy="2441871"/>
          </a:xfrm>
        </p:grpSpPr>
        <p:sp>
          <p:nvSpPr>
            <p:cNvPr id="415" name="Google Shape;415;p24"/>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24"/>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17" name="Google Shape;417;p24"/>
          <p:cNvSpPr txBox="1"/>
          <p:nvPr/>
        </p:nvSpPr>
        <p:spPr>
          <a:xfrm>
            <a:off x="5599002" y="1320385"/>
            <a:ext cx="7089900" cy="32892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26712" u="none" cap="none" strike="noStrike">
                <a:solidFill>
                  <a:srgbClr val="FFFFFF"/>
                </a:solidFill>
                <a:latin typeface="Inter"/>
                <a:ea typeface="Inter"/>
                <a:cs typeface="Inter"/>
                <a:sym typeface="Inter"/>
              </a:rPr>
              <a:t>“</a:t>
            </a:r>
            <a:endParaRPr/>
          </a:p>
        </p:txBody>
      </p:sp>
      <p:sp>
        <p:nvSpPr>
          <p:cNvPr id="418" name="Google Shape;418;p24"/>
          <p:cNvSpPr txBox="1"/>
          <p:nvPr/>
        </p:nvSpPr>
        <p:spPr>
          <a:xfrm>
            <a:off x="3387813" y="3115222"/>
            <a:ext cx="11512500" cy="3546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FFFFFF"/>
                </a:solidFill>
                <a:latin typeface="Inter"/>
                <a:ea typeface="Inter"/>
                <a:cs typeface="Inter"/>
                <a:sym typeface="Inter"/>
              </a:rPr>
              <a:t>Write an original statement or inspiring quote</a:t>
            </a:r>
            <a:endParaRPr/>
          </a:p>
        </p:txBody>
      </p:sp>
      <p:sp>
        <p:nvSpPr>
          <p:cNvPr id="419" name="Google Shape;419;p24"/>
          <p:cNvSpPr txBox="1"/>
          <p:nvPr/>
        </p:nvSpPr>
        <p:spPr>
          <a:xfrm>
            <a:off x="2741618" y="7355888"/>
            <a:ext cx="12804900" cy="323100"/>
          </a:xfrm>
          <a:prstGeom prst="rect">
            <a:avLst/>
          </a:prstGeom>
          <a:noFill/>
          <a:ln>
            <a:noFill/>
          </a:ln>
        </p:spPr>
        <p:txBody>
          <a:bodyPr anchorCtr="0" anchor="t" bIns="0" lIns="0" spcFirstLastPara="1" rIns="0" wrap="square" tIns="0">
            <a:spAutoFit/>
          </a:bodyPr>
          <a:lstStyle/>
          <a:p>
            <a:pPr indent="0" lvl="1" marL="0" marR="0" rtl="0" algn="ctr">
              <a:lnSpc>
                <a:spcPct val="140000"/>
              </a:lnSpc>
              <a:spcBef>
                <a:spcPts val="0"/>
              </a:spcBef>
              <a:spcAft>
                <a:spcPts val="0"/>
              </a:spcAft>
              <a:buNone/>
            </a:pPr>
            <a:r>
              <a:rPr b="0" i="0" lang="en-US" sz="2100" u="none" cap="none" strike="noStrike">
                <a:solidFill>
                  <a:srgbClr val="FFFFFF"/>
                </a:solidFill>
                <a:latin typeface="Inter"/>
                <a:ea typeface="Inter"/>
                <a:cs typeface="Inter"/>
                <a:sym typeface="Inter"/>
              </a:rPr>
              <a:t>— Include a credit, citation, or supporting message</a:t>
            </a:r>
            <a:endParaRPr/>
          </a:p>
        </p:txBody>
      </p:sp>
      <p:sp>
        <p:nvSpPr>
          <p:cNvPr id="420" name="Google Shape;420;p24"/>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99" u="none" cap="none" strike="noStrike">
                <a:solidFill>
                  <a:srgbClr val="FFFFFF"/>
                </a:solidFill>
                <a:latin typeface="Inter"/>
                <a:ea typeface="Inter"/>
                <a:cs typeface="Inter"/>
                <a:sym typeface="Inter"/>
              </a:rPr>
              <a:t>Brand</a:t>
            </a:r>
            <a:endParaRPr/>
          </a:p>
        </p:txBody>
      </p:sp>
    </p:spTree>
  </p:cSld>
  <p:clrMapOvr>
    <a:masterClrMapping/>
  </p:clrMapOvr>
  <p:transition spd="slow">
    <p:fade/>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24" name="Shape 424"/>
        <p:cNvGrpSpPr/>
        <p:nvPr/>
      </p:nvGrpSpPr>
      <p:grpSpPr>
        <a:xfrm>
          <a:off x="0" y="0"/>
          <a:ext cx="0" cy="0"/>
          <a:chOff x="0" y="0"/>
          <a:chExt cx="0" cy="0"/>
        </a:xfrm>
      </p:grpSpPr>
      <p:grpSp>
        <p:nvGrpSpPr>
          <p:cNvPr id="425" name="Google Shape;425;p25"/>
          <p:cNvGrpSpPr/>
          <p:nvPr/>
        </p:nvGrpSpPr>
        <p:grpSpPr>
          <a:xfrm>
            <a:off x="512133" y="3622301"/>
            <a:ext cx="8631871" cy="6156939"/>
            <a:chOff x="0" y="0"/>
            <a:chExt cx="2273414" cy="1621581"/>
          </a:xfrm>
        </p:grpSpPr>
        <p:sp>
          <p:nvSpPr>
            <p:cNvPr id="426" name="Google Shape;426;p25"/>
            <p:cNvSpPr/>
            <p:nvPr/>
          </p:nvSpPr>
          <p:spPr>
            <a:xfrm>
              <a:off x="0" y="0"/>
              <a:ext cx="2273414" cy="1621581"/>
            </a:xfrm>
            <a:custGeom>
              <a:rect b="b" l="l" r="r" t="t"/>
              <a:pathLst>
                <a:path extrusionOk="0" h="1621581" w="2273414">
                  <a:moveTo>
                    <a:pt x="45742" y="0"/>
                  </a:moveTo>
                  <a:lnTo>
                    <a:pt x="2227672" y="0"/>
                  </a:lnTo>
                  <a:cubicBezTo>
                    <a:pt x="2239803" y="0"/>
                    <a:pt x="2251438" y="4819"/>
                    <a:pt x="2260016" y="13397"/>
                  </a:cubicBezTo>
                  <a:cubicBezTo>
                    <a:pt x="2268594" y="21976"/>
                    <a:pt x="2273414" y="33610"/>
                    <a:pt x="2273414" y="45742"/>
                  </a:cubicBezTo>
                  <a:lnTo>
                    <a:pt x="2273414" y="1575839"/>
                  </a:lnTo>
                  <a:cubicBezTo>
                    <a:pt x="2273414" y="1587970"/>
                    <a:pt x="2268594" y="1599605"/>
                    <a:pt x="2260016" y="1608183"/>
                  </a:cubicBezTo>
                  <a:cubicBezTo>
                    <a:pt x="2251438" y="1616761"/>
                    <a:pt x="2239803" y="1621581"/>
                    <a:pt x="2227672" y="1621581"/>
                  </a:cubicBezTo>
                  <a:lnTo>
                    <a:pt x="45742" y="1621581"/>
                  </a:lnTo>
                  <a:cubicBezTo>
                    <a:pt x="33610" y="1621581"/>
                    <a:pt x="21976" y="1616761"/>
                    <a:pt x="13397" y="1608183"/>
                  </a:cubicBezTo>
                  <a:cubicBezTo>
                    <a:pt x="4819" y="1599605"/>
                    <a:pt x="0" y="1587970"/>
                    <a:pt x="0" y="1575839"/>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5"/>
            <p:cNvSpPr txBox="1"/>
            <p:nvPr/>
          </p:nvSpPr>
          <p:spPr>
            <a:xfrm>
              <a:off x="0" y="28575"/>
              <a:ext cx="2273413" cy="159300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28" name="Google Shape;428;p25"/>
          <p:cNvGrpSpPr/>
          <p:nvPr/>
        </p:nvGrpSpPr>
        <p:grpSpPr>
          <a:xfrm>
            <a:off x="512133" y="507760"/>
            <a:ext cx="8631871" cy="2596202"/>
            <a:chOff x="0" y="0"/>
            <a:chExt cx="2273414" cy="683773"/>
          </a:xfrm>
        </p:grpSpPr>
        <p:sp>
          <p:nvSpPr>
            <p:cNvPr id="429" name="Google Shape;429;p25"/>
            <p:cNvSpPr/>
            <p:nvPr/>
          </p:nvSpPr>
          <p:spPr>
            <a:xfrm>
              <a:off x="0" y="0"/>
              <a:ext cx="2273414" cy="683773"/>
            </a:xfrm>
            <a:custGeom>
              <a:rect b="b" l="l" r="r" t="t"/>
              <a:pathLst>
                <a:path extrusionOk="0" h="683773" w="2273414">
                  <a:moveTo>
                    <a:pt x="45742" y="0"/>
                  </a:moveTo>
                  <a:lnTo>
                    <a:pt x="2227672" y="0"/>
                  </a:lnTo>
                  <a:cubicBezTo>
                    <a:pt x="2239803" y="0"/>
                    <a:pt x="2251438" y="4819"/>
                    <a:pt x="2260016" y="13397"/>
                  </a:cubicBezTo>
                  <a:cubicBezTo>
                    <a:pt x="2268594" y="21976"/>
                    <a:pt x="2273414" y="33610"/>
                    <a:pt x="2273414" y="45742"/>
                  </a:cubicBezTo>
                  <a:lnTo>
                    <a:pt x="2273414" y="638031"/>
                  </a:lnTo>
                  <a:cubicBezTo>
                    <a:pt x="2273414" y="650163"/>
                    <a:pt x="2268594" y="661798"/>
                    <a:pt x="2260016" y="670376"/>
                  </a:cubicBezTo>
                  <a:cubicBezTo>
                    <a:pt x="2251438" y="678954"/>
                    <a:pt x="2239803" y="683773"/>
                    <a:pt x="2227672" y="683773"/>
                  </a:cubicBezTo>
                  <a:lnTo>
                    <a:pt x="45742" y="683773"/>
                  </a:lnTo>
                  <a:cubicBezTo>
                    <a:pt x="33610" y="683773"/>
                    <a:pt x="21976" y="678954"/>
                    <a:pt x="13397" y="670376"/>
                  </a:cubicBezTo>
                  <a:cubicBezTo>
                    <a:pt x="4819" y="661798"/>
                    <a:pt x="0" y="650163"/>
                    <a:pt x="0" y="638031"/>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25"/>
            <p:cNvSpPr txBox="1"/>
            <p:nvPr/>
          </p:nvSpPr>
          <p:spPr>
            <a:xfrm>
              <a:off x="0" y="28575"/>
              <a:ext cx="2273413" cy="65519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31" name="Google Shape;431;p25"/>
          <p:cNvGrpSpPr/>
          <p:nvPr/>
        </p:nvGrpSpPr>
        <p:grpSpPr>
          <a:xfrm>
            <a:off x="9754846" y="507760"/>
            <a:ext cx="8021021" cy="9271481"/>
            <a:chOff x="0" y="0"/>
            <a:chExt cx="2112532" cy="2441871"/>
          </a:xfrm>
        </p:grpSpPr>
        <p:sp>
          <p:nvSpPr>
            <p:cNvPr id="432" name="Google Shape;432;p25"/>
            <p:cNvSpPr/>
            <p:nvPr/>
          </p:nvSpPr>
          <p:spPr>
            <a:xfrm>
              <a:off x="0" y="0"/>
              <a:ext cx="2112532" cy="2441871"/>
            </a:xfrm>
            <a:custGeom>
              <a:rect b="b" l="l" r="r" t="t"/>
              <a:pathLst>
                <a:path extrusionOk="0" h="2441871" w="2112532">
                  <a:moveTo>
                    <a:pt x="49225" y="0"/>
                  </a:moveTo>
                  <a:lnTo>
                    <a:pt x="2063307" y="0"/>
                  </a:lnTo>
                  <a:cubicBezTo>
                    <a:pt x="2076362" y="0"/>
                    <a:pt x="2088883" y="5186"/>
                    <a:pt x="2098115" y="14418"/>
                  </a:cubicBezTo>
                  <a:cubicBezTo>
                    <a:pt x="2107346" y="23649"/>
                    <a:pt x="2112532" y="36170"/>
                    <a:pt x="2112532" y="49225"/>
                  </a:cubicBezTo>
                  <a:lnTo>
                    <a:pt x="2112532" y="2392646"/>
                  </a:lnTo>
                  <a:cubicBezTo>
                    <a:pt x="2112532" y="2405701"/>
                    <a:pt x="2107346" y="2418222"/>
                    <a:pt x="2098115" y="2427454"/>
                  </a:cubicBezTo>
                  <a:cubicBezTo>
                    <a:pt x="2088883" y="2436685"/>
                    <a:pt x="2076362" y="2441871"/>
                    <a:pt x="2063307" y="2441871"/>
                  </a:cubicBezTo>
                  <a:lnTo>
                    <a:pt x="49225" y="2441871"/>
                  </a:lnTo>
                  <a:cubicBezTo>
                    <a:pt x="36170" y="2441871"/>
                    <a:pt x="23649" y="2436685"/>
                    <a:pt x="14418" y="2427454"/>
                  </a:cubicBezTo>
                  <a:cubicBezTo>
                    <a:pt x="5186" y="2418222"/>
                    <a:pt x="0" y="2405701"/>
                    <a:pt x="0" y="2392646"/>
                  </a:cubicBezTo>
                  <a:lnTo>
                    <a:pt x="0" y="49225"/>
                  </a:lnTo>
                  <a:cubicBezTo>
                    <a:pt x="0" y="36170"/>
                    <a:pt x="5186" y="23649"/>
                    <a:pt x="14418" y="14418"/>
                  </a:cubicBezTo>
                  <a:cubicBezTo>
                    <a:pt x="23649" y="5186"/>
                    <a:pt x="36170" y="0"/>
                    <a:pt x="49225" y="0"/>
                  </a:cubicBezTo>
                  <a:close/>
                </a:path>
              </a:pathLst>
            </a:custGeom>
            <a:solidFill>
              <a:srgbClr val="101010"/>
            </a:solidFill>
            <a:ln cap="rnd" cmpd="sng" w="1905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5"/>
            <p:cNvSpPr txBox="1"/>
            <p:nvPr/>
          </p:nvSpPr>
          <p:spPr>
            <a:xfrm>
              <a:off x="0" y="28575"/>
              <a:ext cx="2112532"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434" name="Google Shape;434;p25"/>
          <p:cNvPicPr preferRelativeResize="0"/>
          <p:nvPr/>
        </p:nvPicPr>
        <p:blipFill>
          <a:blip r:embed="rId3">
            <a:alphaModFix/>
          </a:blip>
          <a:stretch>
            <a:fillRect/>
          </a:stretch>
        </p:blipFill>
        <p:spPr>
          <a:xfrm>
            <a:off x="9779738" y="523039"/>
            <a:ext cx="7971300" cy="9240900"/>
          </a:xfrm>
          <a:prstGeom prst="roundRect">
            <a:avLst>
              <a:gd fmla="val 1307" name="adj"/>
            </a:avLst>
          </a:prstGeom>
          <a:noFill/>
          <a:ln>
            <a:noFill/>
          </a:ln>
        </p:spPr>
      </p:pic>
      <p:sp>
        <p:nvSpPr>
          <p:cNvPr id="435" name="Google Shape;435;p25"/>
          <p:cNvSpPr txBox="1"/>
          <p:nvPr/>
        </p:nvSpPr>
        <p:spPr>
          <a:xfrm>
            <a:off x="1028700" y="5607230"/>
            <a:ext cx="7591999" cy="29146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123 Anywhere St., Any City,ST 12345</a:t>
            </a:r>
            <a:endParaRPr/>
          </a:p>
        </p:txBody>
      </p:sp>
      <p:sp>
        <p:nvSpPr>
          <p:cNvPr id="436" name="Google Shape;436;p25"/>
          <p:cNvSpPr txBox="1"/>
          <p:nvPr/>
        </p:nvSpPr>
        <p:spPr>
          <a:xfrm>
            <a:off x="1028700" y="6088278"/>
            <a:ext cx="7767656" cy="29146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123-456-7890</a:t>
            </a:r>
            <a:endParaRPr/>
          </a:p>
        </p:txBody>
      </p:sp>
      <p:sp>
        <p:nvSpPr>
          <p:cNvPr id="437" name="Google Shape;437;p25"/>
          <p:cNvSpPr txBox="1"/>
          <p:nvPr/>
        </p:nvSpPr>
        <p:spPr>
          <a:xfrm>
            <a:off x="1028700" y="6569326"/>
            <a:ext cx="7767656" cy="29146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hello@reallygreatsite.com</a:t>
            </a:r>
            <a:endParaRPr/>
          </a:p>
        </p:txBody>
      </p:sp>
      <p:sp>
        <p:nvSpPr>
          <p:cNvPr id="438" name="Google Shape;438;p25"/>
          <p:cNvSpPr txBox="1"/>
          <p:nvPr/>
        </p:nvSpPr>
        <p:spPr>
          <a:xfrm>
            <a:off x="1028700" y="7531421"/>
            <a:ext cx="7767656" cy="29146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reallygreatsite.com</a:t>
            </a:r>
            <a:endParaRPr/>
          </a:p>
        </p:txBody>
      </p:sp>
      <p:sp>
        <p:nvSpPr>
          <p:cNvPr id="439" name="Google Shape;439;p25"/>
          <p:cNvSpPr txBox="1"/>
          <p:nvPr/>
        </p:nvSpPr>
        <p:spPr>
          <a:xfrm>
            <a:off x="1028700" y="7050374"/>
            <a:ext cx="7767656" cy="29146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2100" u="none" cap="none" strike="noStrike">
                <a:solidFill>
                  <a:srgbClr val="FFFFFF"/>
                </a:solidFill>
                <a:latin typeface="Inter"/>
                <a:ea typeface="Inter"/>
                <a:cs typeface="Inter"/>
                <a:sym typeface="Inter"/>
              </a:rPr>
              <a:t>@reallygreatsite</a:t>
            </a:r>
            <a:endParaRPr/>
          </a:p>
        </p:txBody>
      </p:sp>
      <p:sp>
        <p:nvSpPr>
          <p:cNvPr id="440" name="Google Shape;440;p25"/>
          <p:cNvSpPr txBox="1"/>
          <p:nvPr/>
        </p:nvSpPr>
        <p:spPr>
          <a:xfrm>
            <a:off x="1028700" y="1200150"/>
            <a:ext cx="7598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rPr b="1" i="0" lang="en-US" sz="9600" u="none" cap="none" strike="noStrike">
                <a:solidFill>
                  <a:srgbClr val="FFFFFF"/>
                </a:solidFill>
                <a:latin typeface="Inter"/>
                <a:ea typeface="Inter"/>
                <a:cs typeface="Inter"/>
                <a:sym typeface="Inter"/>
              </a:rPr>
              <a:t>Contact Us</a:t>
            </a:r>
            <a:endParaRPr/>
          </a:p>
        </p:txBody>
      </p:sp>
    </p:spTree>
  </p:cSld>
  <p:clrMapOvr>
    <a:masterClrMapping/>
  </p:clrMapOvr>
  <p:transition spd="slow">
    <p:fade/>
  </p:transition>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44" name="Shape 444"/>
        <p:cNvGrpSpPr/>
        <p:nvPr/>
      </p:nvGrpSpPr>
      <p:grpSpPr>
        <a:xfrm>
          <a:off x="0" y="0"/>
          <a:ext cx="0" cy="0"/>
          <a:chOff x="0" y="0"/>
          <a:chExt cx="0" cy="0"/>
        </a:xfrm>
      </p:grpSpPr>
      <p:grpSp>
        <p:nvGrpSpPr>
          <p:cNvPr id="445" name="Google Shape;445;p26"/>
          <p:cNvGrpSpPr/>
          <p:nvPr/>
        </p:nvGrpSpPr>
        <p:grpSpPr>
          <a:xfrm>
            <a:off x="774218" y="2177400"/>
            <a:ext cx="5097641" cy="7508818"/>
            <a:chOff x="0" y="-28575"/>
            <a:chExt cx="1342589" cy="1977631"/>
          </a:xfrm>
        </p:grpSpPr>
        <p:sp>
          <p:nvSpPr>
            <p:cNvPr id="446" name="Google Shape;446;p26"/>
            <p:cNvSpPr/>
            <p:nvPr/>
          </p:nvSpPr>
          <p:spPr>
            <a:xfrm>
              <a:off x="0" y="0"/>
              <a:ext cx="1342589" cy="1949056"/>
            </a:xfrm>
            <a:custGeom>
              <a:rect b="b" l="l" r="r" t="t"/>
              <a:pathLst>
                <a:path extrusionOk="0" h="1949056" w="1342589">
                  <a:moveTo>
                    <a:pt x="36449" y="0"/>
                  </a:moveTo>
                  <a:lnTo>
                    <a:pt x="1306139" y="0"/>
                  </a:lnTo>
                  <a:cubicBezTo>
                    <a:pt x="1315806" y="0"/>
                    <a:pt x="1325077" y="3840"/>
                    <a:pt x="1331913" y="10676"/>
                  </a:cubicBezTo>
                  <a:cubicBezTo>
                    <a:pt x="1338748" y="17511"/>
                    <a:pt x="1342589" y="26782"/>
                    <a:pt x="1342589" y="36449"/>
                  </a:cubicBezTo>
                  <a:lnTo>
                    <a:pt x="1342589" y="1912607"/>
                  </a:lnTo>
                  <a:cubicBezTo>
                    <a:pt x="1342589" y="1932737"/>
                    <a:pt x="1326270" y="1949056"/>
                    <a:pt x="1306139" y="1949056"/>
                  </a:cubicBezTo>
                  <a:lnTo>
                    <a:pt x="36449" y="1949056"/>
                  </a:lnTo>
                  <a:cubicBezTo>
                    <a:pt x="16319" y="1949056"/>
                    <a:pt x="0" y="1932737"/>
                    <a:pt x="0" y="1912607"/>
                  </a:cubicBezTo>
                  <a:lnTo>
                    <a:pt x="0" y="36449"/>
                  </a:lnTo>
                  <a:cubicBezTo>
                    <a:pt x="0" y="16319"/>
                    <a:pt x="16319" y="0"/>
                    <a:pt x="36449" y="0"/>
                  </a:cubicBezTo>
                  <a:close/>
                </a:path>
              </a:pathLst>
            </a:custGeom>
            <a:solidFill>
              <a:srgbClr val="000000">
                <a:alpha val="0"/>
              </a:srgbClr>
            </a:solidFill>
            <a:ln cap="rnd" cmpd="sng" w="1905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6"/>
            <p:cNvSpPr txBox="1"/>
            <p:nvPr/>
          </p:nvSpPr>
          <p:spPr>
            <a:xfrm>
              <a:off x="0" y="-28575"/>
              <a:ext cx="1342589" cy="1977631"/>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48" name="Google Shape;448;p26"/>
          <p:cNvGrpSpPr/>
          <p:nvPr/>
        </p:nvGrpSpPr>
        <p:grpSpPr>
          <a:xfrm>
            <a:off x="6109984" y="2177400"/>
            <a:ext cx="11512980" cy="7508818"/>
            <a:chOff x="0" y="-28575"/>
            <a:chExt cx="3032225" cy="1977631"/>
          </a:xfrm>
        </p:grpSpPr>
        <p:sp>
          <p:nvSpPr>
            <p:cNvPr id="449" name="Google Shape;449;p26"/>
            <p:cNvSpPr/>
            <p:nvPr/>
          </p:nvSpPr>
          <p:spPr>
            <a:xfrm>
              <a:off x="0" y="0"/>
              <a:ext cx="3032225" cy="1949056"/>
            </a:xfrm>
            <a:custGeom>
              <a:rect b="b" l="l" r="r" t="t"/>
              <a:pathLst>
                <a:path extrusionOk="0" h="1949056" w="3032225">
                  <a:moveTo>
                    <a:pt x="16139" y="0"/>
                  </a:moveTo>
                  <a:lnTo>
                    <a:pt x="3016086" y="0"/>
                  </a:lnTo>
                  <a:cubicBezTo>
                    <a:pt x="3020366" y="0"/>
                    <a:pt x="3024471" y="1700"/>
                    <a:pt x="3027498" y="4727"/>
                  </a:cubicBezTo>
                  <a:cubicBezTo>
                    <a:pt x="3030525" y="7754"/>
                    <a:pt x="3032225" y="11859"/>
                    <a:pt x="3032225" y="16139"/>
                  </a:cubicBezTo>
                  <a:lnTo>
                    <a:pt x="3032225" y="1932917"/>
                  </a:lnTo>
                  <a:cubicBezTo>
                    <a:pt x="3032225" y="1937197"/>
                    <a:pt x="3030525" y="1941302"/>
                    <a:pt x="3027498" y="1944329"/>
                  </a:cubicBezTo>
                  <a:cubicBezTo>
                    <a:pt x="3024471" y="1947356"/>
                    <a:pt x="3020366" y="1949056"/>
                    <a:pt x="3016086" y="1949056"/>
                  </a:cubicBezTo>
                  <a:lnTo>
                    <a:pt x="16139" y="1949056"/>
                  </a:lnTo>
                  <a:cubicBezTo>
                    <a:pt x="11859" y="1949056"/>
                    <a:pt x="7754" y="1947356"/>
                    <a:pt x="4727" y="1944329"/>
                  </a:cubicBezTo>
                  <a:cubicBezTo>
                    <a:pt x="1700" y="1941302"/>
                    <a:pt x="0" y="1937197"/>
                    <a:pt x="0" y="1932917"/>
                  </a:cubicBezTo>
                  <a:lnTo>
                    <a:pt x="0" y="16139"/>
                  </a:lnTo>
                  <a:cubicBezTo>
                    <a:pt x="0" y="11859"/>
                    <a:pt x="1700" y="7754"/>
                    <a:pt x="4727" y="4727"/>
                  </a:cubicBezTo>
                  <a:cubicBezTo>
                    <a:pt x="7754" y="1700"/>
                    <a:pt x="11859" y="0"/>
                    <a:pt x="16139" y="0"/>
                  </a:cubicBezTo>
                  <a:close/>
                </a:path>
              </a:pathLst>
            </a:custGeom>
            <a:solidFill>
              <a:srgbClr val="000000">
                <a:alpha val="0"/>
              </a:srgbClr>
            </a:solidFill>
            <a:ln cap="rnd" cmpd="sng" w="1905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6"/>
            <p:cNvSpPr txBox="1"/>
            <p:nvPr/>
          </p:nvSpPr>
          <p:spPr>
            <a:xfrm>
              <a:off x="0" y="-28575"/>
              <a:ext cx="3032225" cy="1977631"/>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51" name="Google Shape;451;p26"/>
          <p:cNvGrpSpPr/>
          <p:nvPr/>
        </p:nvGrpSpPr>
        <p:grpSpPr>
          <a:xfrm>
            <a:off x="1139005" y="2458118"/>
            <a:ext cx="4368067" cy="755733"/>
            <a:chOff x="0" y="-28575"/>
            <a:chExt cx="1150437" cy="199041"/>
          </a:xfrm>
        </p:grpSpPr>
        <p:sp>
          <p:nvSpPr>
            <p:cNvPr id="452" name="Google Shape;452;p26"/>
            <p:cNvSpPr/>
            <p:nvPr/>
          </p:nvSpPr>
          <p:spPr>
            <a:xfrm>
              <a:off x="0" y="0"/>
              <a:ext cx="1150437" cy="170466"/>
            </a:xfrm>
            <a:custGeom>
              <a:rect b="b" l="l" r="r" t="t"/>
              <a:pathLst>
                <a:path extrusionOk="0" h="170466" w="1150437">
                  <a:moveTo>
                    <a:pt x="31903" y="0"/>
                  </a:moveTo>
                  <a:lnTo>
                    <a:pt x="1118534" y="0"/>
                  </a:lnTo>
                  <a:cubicBezTo>
                    <a:pt x="1126995" y="0"/>
                    <a:pt x="1135110" y="3361"/>
                    <a:pt x="1141093" y="9344"/>
                  </a:cubicBezTo>
                  <a:cubicBezTo>
                    <a:pt x="1147076" y="15327"/>
                    <a:pt x="1150437" y="23442"/>
                    <a:pt x="1150437" y="31903"/>
                  </a:cubicBezTo>
                  <a:lnTo>
                    <a:pt x="1150437" y="138563"/>
                  </a:lnTo>
                  <a:cubicBezTo>
                    <a:pt x="1150437" y="147024"/>
                    <a:pt x="1147076" y="155139"/>
                    <a:pt x="1141093" y="161122"/>
                  </a:cubicBezTo>
                  <a:cubicBezTo>
                    <a:pt x="1135110" y="167104"/>
                    <a:pt x="1126995" y="170466"/>
                    <a:pt x="1118534" y="170466"/>
                  </a:cubicBezTo>
                  <a:lnTo>
                    <a:pt x="31903" y="170466"/>
                  </a:lnTo>
                  <a:cubicBezTo>
                    <a:pt x="23442" y="170466"/>
                    <a:pt x="15327" y="167104"/>
                    <a:pt x="9344" y="161122"/>
                  </a:cubicBezTo>
                  <a:cubicBezTo>
                    <a:pt x="3361" y="155139"/>
                    <a:pt x="0" y="147024"/>
                    <a:pt x="0" y="138563"/>
                  </a:cubicBezTo>
                  <a:lnTo>
                    <a:pt x="0" y="31903"/>
                  </a:lnTo>
                  <a:cubicBezTo>
                    <a:pt x="0" y="23442"/>
                    <a:pt x="3361" y="15327"/>
                    <a:pt x="9344" y="9344"/>
                  </a:cubicBezTo>
                  <a:cubicBezTo>
                    <a:pt x="15327" y="3361"/>
                    <a:pt x="23442" y="0"/>
                    <a:pt x="31903" y="0"/>
                  </a:cubicBezTo>
                  <a:close/>
                </a:path>
              </a:pathLst>
            </a:custGeom>
            <a:solidFill>
              <a:srgbClr val="000000">
                <a:alpha val="0"/>
              </a:srgbClr>
            </a:solidFill>
            <a:ln cap="sq" cmpd="sng" w="19050">
              <a:solidFill>
                <a:srgbClr val="242424"/>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6"/>
            <p:cNvSpPr txBox="1"/>
            <p:nvPr/>
          </p:nvSpPr>
          <p:spPr>
            <a:xfrm>
              <a:off x="0" y="-28575"/>
              <a:ext cx="1150437" cy="199041"/>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54" name="Google Shape;454;p26"/>
          <p:cNvGrpSpPr/>
          <p:nvPr/>
        </p:nvGrpSpPr>
        <p:grpSpPr>
          <a:xfrm>
            <a:off x="9682440" y="2458118"/>
            <a:ext cx="4368067" cy="755733"/>
            <a:chOff x="0" y="-28575"/>
            <a:chExt cx="1150437" cy="199041"/>
          </a:xfrm>
        </p:grpSpPr>
        <p:sp>
          <p:nvSpPr>
            <p:cNvPr id="455" name="Google Shape;455;p26"/>
            <p:cNvSpPr/>
            <p:nvPr/>
          </p:nvSpPr>
          <p:spPr>
            <a:xfrm>
              <a:off x="0" y="0"/>
              <a:ext cx="1150437" cy="170466"/>
            </a:xfrm>
            <a:custGeom>
              <a:rect b="b" l="l" r="r" t="t"/>
              <a:pathLst>
                <a:path extrusionOk="0" h="170466" w="1150437">
                  <a:moveTo>
                    <a:pt x="31903" y="0"/>
                  </a:moveTo>
                  <a:lnTo>
                    <a:pt x="1118534" y="0"/>
                  </a:lnTo>
                  <a:cubicBezTo>
                    <a:pt x="1126995" y="0"/>
                    <a:pt x="1135110" y="3361"/>
                    <a:pt x="1141093" y="9344"/>
                  </a:cubicBezTo>
                  <a:cubicBezTo>
                    <a:pt x="1147076" y="15327"/>
                    <a:pt x="1150437" y="23442"/>
                    <a:pt x="1150437" y="31903"/>
                  </a:cubicBezTo>
                  <a:lnTo>
                    <a:pt x="1150437" y="138563"/>
                  </a:lnTo>
                  <a:cubicBezTo>
                    <a:pt x="1150437" y="147024"/>
                    <a:pt x="1147076" y="155139"/>
                    <a:pt x="1141093" y="161122"/>
                  </a:cubicBezTo>
                  <a:cubicBezTo>
                    <a:pt x="1135110" y="167104"/>
                    <a:pt x="1126995" y="170466"/>
                    <a:pt x="1118534" y="170466"/>
                  </a:cubicBezTo>
                  <a:lnTo>
                    <a:pt x="31903" y="170466"/>
                  </a:lnTo>
                  <a:cubicBezTo>
                    <a:pt x="23442" y="170466"/>
                    <a:pt x="15327" y="167104"/>
                    <a:pt x="9344" y="161122"/>
                  </a:cubicBezTo>
                  <a:cubicBezTo>
                    <a:pt x="3361" y="155139"/>
                    <a:pt x="0" y="147024"/>
                    <a:pt x="0" y="138563"/>
                  </a:cubicBezTo>
                  <a:lnTo>
                    <a:pt x="0" y="31903"/>
                  </a:lnTo>
                  <a:cubicBezTo>
                    <a:pt x="0" y="23442"/>
                    <a:pt x="3361" y="15327"/>
                    <a:pt x="9344" y="9344"/>
                  </a:cubicBezTo>
                  <a:cubicBezTo>
                    <a:pt x="15327" y="3361"/>
                    <a:pt x="23442" y="0"/>
                    <a:pt x="31903" y="0"/>
                  </a:cubicBezTo>
                  <a:close/>
                </a:path>
              </a:pathLst>
            </a:custGeom>
            <a:solidFill>
              <a:srgbClr val="000000">
                <a:alpha val="0"/>
              </a:srgbClr>
            </a:solidFill>
            <a:ln cap="sq" cmpd="sng" w="19050">
              <a:solidFill>
                <a:srgbClr val="242424"/>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26"/>
            <p:cNvSpPr txBox="1"/>
            <p:nvPr/>
          </p:nvSpPr>
          <p:spPr>
            <a:xfrm>
              <a:off x="0" y="-28575"/>
              <a:ext cx="1150437" cy="199041"/>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57" name="Google Shape;457;p26"/>
          <p:cNvGrpSpPr/>
          <p:nvPr/>
        </p:nvGrpSpPr>
        <p:grpSpPr>
          <a:xfrm>
            <a:off x="1139005" y="7092517"/>
            <a:ext cx="4368067" cy="755733"/>
            <a:chOff x="0" y="-28575"/>
            <a:chExt cx="1150437" cy="199041"/>
          </a:xfrm>
        </p:grpSpPr>
        <p:sp>
          <p:nvSpPr>
            <p:cNvPr id="458" name="Google Shape;458;p26"/>
            <p:cNvSpPr/>
            <p:nvPr/>
          </p:nvSpPr>
          <p:spPr>
            <a:xfrm>
              <a:off x="0" y="0"/>
              <a:ext cx="1150437" cy="170466"/>
            </a:xfrm>
            <a:custGeom>
              <a:rect b="b" l="l" r="r" t="t"/>
              <a:pathLst>
                <a:path extrusionOk="0" h="170466" w="1150437">
                  <a:moveTo>
                    <a:pt x="31903" y="0"/>
                  </a:moveTo>
                  <a:lnTo>
                    <a:pt x="1118534" y="0"/>
                  </a:lnTo>
                  <a:cubicBezTo>
                    <a:pt x="1126995" y="0"/>
                    <a:pt x="1135110" y="3361"/>
                    <a:pt x="1141093" y="9344"/>
                  </a:cubicBezTo>
                  <a:cubicBezTo>
                    <a:pt x="1147076" y="15327"/>
                    <a:pt x="1150437" y="23442"/>
                    <a:pt x="1150437" y="31903"/>
                  </a:cubicBezTo>
                  <a:lnTo>
                    <a:pt x="1150437" y="138563"/>
                  </a:lnTo>
                  <a:cubicBezTo>
                    <a:pt x="1150437" y="147024"/>
                    <a:pt x="1147076" y="155139"/>
                    <a:pt x="1141093" y="161122"/>
                  </a:cubicBezTo>
                  <a:cubicBezTo>
                    <a:pt x="1135110" y="167104"/>
                    <a:pt x="1126995" y="170466"/>
                    <a:pt x="1118534" y="170466"/>
                  </a:cubicBezTo>
                  <a:lnTo>
                    <a:pt x="31903" y="170466"/>
                  </a:lnTo>
                  <a:cubicBezTo>
                    <a:pt x="23442" y="170466"/>
                    <a:pt x="15327" y="167104"/>
                    <a:pt x="9344" y="161122"/>
                  </a:cubicBezTo>
                  <a:cubicBezTo>
                    <a:pt x="3361" y="155139"/>
                    <a:pt x="0" y="147024"/>
                    <a:pt x="0" y="138563"/>
                  </a:cubicBezTo>
                  <a:lnTo>
                    <a:pt x="0" y="31903"/>
                  </a:lnTo>
                  <a:cubicBezTo>
                    <a:pt x="0" y="23442"/>
                    <a:pt x="3361" y="15327"/>
                    <a:pt x="9344" y="9344"/>
                  </a:cubicBezTo>
                  <a:cubicBezTo>
                    <a:pt x="15327" y="3361"/>
                    <a:pt x="23442" y="0"/>
                    <a:pt x="31903" y="0"/>
                  </a:cubicBezTo>
                  <a:close/>
                </a:path>
              </a:pathLst>
            </a:custGeom>
            <a:solidFill>
              <a:srgbClr val="000000">
                <a:alpha val="0"/>
              </a:srgbClr>
            </a:solidFill>
            <a:ln cap="sq" cmpd="sng" w="19050">
              <a:solidFill>
                <a:srgbClr val="242424"/>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6"/>
            <p:cNvSpPr txBox="1"/>
            <p:nvPr/>
          </p:nvSpPr>
          <p:spPr>
            <a:xfrm>
              <a:off x="0" y="-28575"/>
              <a:ext cx="1150437" cy="199041"/>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60" name="Google Shape;460;p26"/>
          <p:cNvGrpSpPr/>
          <p:nvPr/>
        </p:nvGrpSpPr>
        <p:grpSpPr>
          <a:xfrm>
            <a:off x="1981355" y="8078910"/>
            <a:ext cx="754204" cy="780719"/>
            <a:chOff x="0" y="-28575"/>
            <a:chExt cx="812800" cy="841375"/>
          </a:xfrm>
        </p:grpSpPr>
        <p:sp>
          <p:nvSpPr>
            <p:cNvPr id="461" name="Google Shape;461;p26"/>
            <p:cNvSpPr/>
            <p:nvPr/>
          </p:nvSpPr>
          <p:spPr>
            <a:xfrm>
              <a:off x="0" y="0"/>
              <a:ext cx="812800" cy="812800"/>
            </a:xfrm>
            <a:custGeom>
              <a:rect b="b" l="l" r="r" t="t"/>
              <a:pathLst>
                <a:path extrusionOk="0" h="812800" w="812800">
                  <a:moveTo>
                    <a:pt x="406400" y="0"/>
                  </a:moveTo>
                  <a:lnTo>
                    <a:pt x="406400" y="0"/>
                  </a:lnTo>
                  <a:cubicBezTo>
                    <a:pt x="630849" y="0"/>
                    <a:pt x="812800" y="181951"/>
                    <a:pt x="812800" y="406400"/>
                  </a:cubicBezTo>
                  <a:lnTo>
                    <a:pt x="812800" y="406400"/>
                  </a:lnTo>
                  <a:cubicBezTo>
                    <a:pt x="812800" y="630849"/>
                    <a:pt x="630849" y="812800"/>
                    <a:pt x="406400" y="812800"/>
                  </a:cubicBezTo>
                  <a:lnTo>
                    <a:pt x="406400" y="812800"/>
                  </a:lnTo>
                  <a:cubicBezTo>
                    <a:pt x="181951" y="812800"/>
                    <a:pt x="0" y="630849"/>
                    <a:pt x="0" y="406400"/>
                  </a:cubicBezTo>
                  <a:lnTo>
                    <a:pt x="0" y="406400"/>
                  </a:lnTo>
                  <a:cubicBezTo>
                    <a:pt x="0" y="181951"/>
                    <a:pt x="181951" y="0"/>
                    <a:pt x="40640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6"/>
            <p:cNvSpPr txBox="1"/>
            <p:nvPr/>
          </p:nvSpPr>
          <p:spPr>
            <a:xfrm>
              <a:off x="0" y="-28575"/>
              <a:ext cx="812800" cy="841375"/>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63" name="Google Shape;463;p26"/>
          <p:cNvGrpSpPr/>
          <p:nvPr/>
        </p:nvGrpSpPr>
        <p:grpSpPr>
          <a:xfrm>
            <a:off x="2914918" y="8078910"/>
            <a:ext cx="754204" cy="780719"/>
            <a:chOff x="0" y="-28575"/>
            <a:chExt cx="812800" cy="841375"/>
          </a:xfrm>
        </p:grpSpPr>
        <p:sp>
          <p:nvSpPr>
            <p:cNvPr id="464" name="Google Shape;464;p26"/>
            <p:cNvSpPr/>
            <p:nvPr/>
          </p:nvSpPr>
          <p:spPr>
            <a:xfrm>
              <a:off x="0" y="0"/>
              <a:ext cx="812800" cy="812800"/>
            </a:xfrm>
            <a:custGeom>
              <a:rect b="b" l="l" r="r" t="t"/>
              <a:pathLst>
                <a:path extrusionOk="0" h="812800" w="812800">
                  <a:moveTo>
                    <a:pt x="406400" y="0"/>
                  </a:moveTo>
                  <a:lnTo>
                    <a:pt x="406400" y="0"/>
                  </a:lnTo>
                  <a:cubicBezTo>
                    <a:pt x="630849" y="0"/>
                    <a:pt x="812800" y="181951"/>
                    <a:pt x="812800" y="406400"/>
                  </a:cubicBezTo>
                  <a:lnTo>
                    <a:pt x="812800" y="406400"/>
                  </a:lnTo>
                  <a:cubicBezTo>
                    <a:pt x="812800" y="630849"/>
                    <a:pt x="630849" y="812800"/>
                    <a:pt x="406400" y="812800"/>
                  </a:cubicBezTo>
                  <a:lnTo>
                    <a:pt x="406400" y="812800"/>
                  </a:lnTo>
                  <a:cubicBezTo>
                    <a:pt x="181951" y="812800"/>
                    <a:pt x="0" y="630849"/>
                    <a:pt x="0" y="406400"/>
                  </a:cubicBezTo>
                  <a:lnTo>
                    <a:pt x="0" y="406400"/>
                  </a:lnTo>
                  <a:cubicBezTo>
                    <a:pt x="0" y="181951"/>
                    <a:pt x="181951" y="0"/>
                    <a:pt x="406400" y="0"/>
                  </a:cubicBezTo>
                  <a:close/>
                </a:path>
              </a:pathLst>
            </a:custGeom>
            <a:solidFill>
              <a:srgbClr val="000000"/>
            </a:solidFill>
            <a:ln cap="rnd" cmpd="sng" w="381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6"/>
            <p:cNvSpPr txBox="1"/>
            <p:nvPr/>
          </p:nvSpPr>
          <p:spPr>
            <a:xfrm>
              <a:off x="0" y="-28575"/>
              <a:ext cx="812800" cy="841375"/>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66" name="Google Shape;466;p26"/>
          <p:cNvSpPr txBox="1"/>
          <p:nvPr/>
        </p:nvSpPr>
        <p:spPr>
          <a:xfrm>
            <a:off x="1232396" y="3445771"/>
            <a:ext cx="4181285" cy="519557"/>
          </a:xfrm>
          <a:prstGeom prst="rect">
            <a:avLst/>
          </a:prstGeom>
          <a:noFill/>
          <a:ln>
            <a:noFill/>
          </a:ln>
        </p:spPr>
        <p:txBody>
          <a:bodyPr anchorCtr="0" anchor="t" bIns="0" lIns="0" spcFirstLastPara="1" rIns="0" wrap="square" tIns="0">
            <a:spAutoFit/>
          </a:bodyPr>
          <a:lstStyle/>
          <a:p>
            <a:pPr indent="0" lvl="0" marL="0" marR="0" rtl="0" algn="ctr">
              <a:lnSpc>
                <a:spcPct val="122000"/>
              </a:lnSpc>
              <a:spcBef>
                <a:spcPts val="0"/>
              </a:spcBef>
              <a:spcAft>
                <a:spcPts val="0"/>
              </a:spcAft>
              <a:buNone/>
            </a:pPr>
            <a:r>
              <a:rPr b="0" i="0" lang="en-US" sz="1700" u="none" cap="none" strike="noStrike">
                <a:solidFill>
                  <a:srgbClr val="FFFFFF"/>
                </a:solidFill>
                <a:latin typeface="Inter"/>
                <a:ea typeface="Inter"/>
                <a:cs typeface="Inter"/>
                <a:sym typeface="Inter"/>
              </a:rPr>
              <a:t>This presentation template</a:t>
            </a:r>
            <a:endParaRPr/>
          </a:p>
          <a:p>
            <a:pPr indent="0" lvl="0" marL="0" marR="0" rtl="0" algn="ctr">
              <a:lnSpc>
                <a:spcPct val="122000"/>
              </a:lnSpc>
              <a:spcBef>
                <a:spcPts val="0"/>
              </a:spcBef>
              <a:spcAft>
                <a:spcPts val="0"/>
              </a:spcAft>
              <a:buNone/>
            </a:pPr>
            <a:r>
              <a:rPr b="0" i="0" lang="en-US" sz="1700" u="none" cap="none" strike="noStrike">
                <a:solidFill>
                  <a:srgbClr val="FFFFFF"/>
                </a:solidFill>
                <a:latin typeface="Inter"/>
                <a:ea typeface="Inter"/>
                <a:cs typeface="Inter"/>
                <a:sym typeface="Inter"/>
              </a:rPr>
              <a:t>uses the following free fonts:</a:t>
            </a:r>
            <a:endParaRPr/>
          </a:p>
        </p:txBody>
      </p:sp>
      <p:sp>
        <p:nvSpPr>
          <p:cNvPr id="467" name="Google Shape;467;p26"/>
          <p:cNvSpPr txBox="1"/>
          <p:nvPr/>
        </p:nvSpPr>
        <p:spPr>
          <a:xfrm>
            <a:off x="1175455" y="6538581"/>
            <a:ext cx="4368067" cy="262382"/>
          </a:xfrm>
          <a:prstGeom prst="rect">
            <a:avLst/>
          </a:prstGeom>
          <a:noFill/>
          <a:ln>
            <a:noFill/>
          </a:ln>
        </p:spPr>
        <p:txBody>
          <a:bodyPr anchorCtr="0" anchor="t" bIns="0" lIns="0" spcFirstLastPara="1" rIns="0" wrap="square" tIns="0">
            <a:spAutoFit/>
          </a:bodyPr>
          <a:lstStyle/>
          <a:p>
            <a:pPr indent="0" lvl="0" marL="0" marR="0" rtl="0" algn="ctr">
              <a:lnSpc>
                <a:spcPct val="122000"/>
              </a:lnSpc>
              <a:spcBef>
                <a:spcPts val="0"/>
              </a:spcBef>
              <a:spcAft>
                <a:spcPts val="0"/>
              </a:spcAft>
              <a:buNone/>
            </a:pPr>
            <a:r>
              <a:rPr b="0" i="0" lang="en-US" sz="1700" u="none" cap="none" strike="noStrike">
                <a:solidFill>
                  <a:srgbClr val="FFFFFF"/>
                </a:solidFill>
                <a:latin typeface="Inter"/>
                <a:ea typeface="Inter"/>
                <a:cs typeface="Inter"/>
                <a:sym typeface="Inter"/>
              </a:rPr>
              <a:t>You can find these fonts online too.</a:t>
            </a:r>
            <a:endParaRPr/>
          </a:p>
        </p:txBody>
      </p:sp>
      <p:sp>
        <p:nvSpPr>
          <p:cNvPr id="468" name="Google Shape;468;p26"/>
          <p:cNvSpPr txBox="1"/>
          <p:nvPr/>
        </p:nvSpPr>
        <p:spPr>
          <a:xfrm>
            <a:off x="1747770" y="4317826"/>
            <a:ext cx="3150600" cy="20838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1497" u="none" cap="none" strike="noStrike">
                <a:solidFill>
                  <a:srgbClr val="FFFFFF"/>
                </a:solidFill>
                <a:latin typeface="Inter"/>
                <a:ea typeface="Inter"/>
                <a:cs typeface="Inter"/>
                <a:sym typeface="Inter"/>
              </a:rPr>
              <a:t>TITLES:</a:t>
            </a:r>
            <a:endParaRPr/>
          </a:p>
          <a:p>
            <a:pPr indent="0" lvl="0" marL="0" marR="0" rtl="0" algn="ctr">
              <a:lnSpc>
                <a:spcPct val="90000"/>
              </a:lnSpc>
              <a:spcBef>
                <a:spcPts val="0"/>
              </a:spcBef>
              <a:spcAft>
                <a:spcPts val="0"/>
              </a:spcAft>
              <a:buNone/>
            </a:pPr>
            <a:r>
              <a:rPr b="0" i="0" lang="en-US" sz="2110" u="none" cap="none" strike="noStrike">
                <a:solidFill>
                  <a:srgbClr val="FFFFFF"/>
                </a:solidFill>
                <a:latin typeface="Inter"/>
                <a:ea typeface="Inter"/>
                <a:cs typeface="Inter"/>
                <a:sym typeface="Inter"/>
              </a:rPr>
              <a:t>INTER</a:t>
            </a:r>
            <a:endParaRPr/>
          </a:p>
          <a:p>
            <a:pPr indent="0" lvl="0" marL="0" marR="0" rtl="0" algn="ctr">
              <a:lnSpc>
                <a:spcPct val="90000"/>
              </a:lnSpc>
              <a:spcBef>
                <a:spcPts val="0"/>
              </a:spcBef>
              <a:spcAft>
                <a:spcPts val="0"/>
              </a:spcAft>
              <a:buNone/>
            </a:pPr>
            <a:r>
              <a:t/>
            </a:r>
            <a:endParaRPr b="0" i="0" sz="211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1" i="0" lang="en-US" sz="1497" u="none" cap="none" strike="noStrike">
                <a:solidFill>
                  <a:srgbClr val="FFFFFF"/>
                </a:solidFill>
                <a:latin typeface="Inter"/>
                <a:ea typeface="Inter"/>
                <a:cs typeface="Inter"/>
                <a:sym typeface="Inter"/>
              </a:rPr>
              <a:t>HEADERS:</a:t>
            </a:r>
            <a:endParaRPr/>
          </a:p>
          <a:p>
            <a:pPr indent="0" lvl="0" marL="0" marR="0" rtl="0" algn="ctr">
              <a:lnSpc>
                <a:spcPct val="90000"/>
              </a:lnSpc>
              <a:spcBef>
                <a:spcPts val="0"/>
              </a:spcBef>
              <a:spcAft>
                <a:spcPts val="0"/>
              </a:spcAft>
              <a:buNone/>
            </a:pPr>
            <a:r>
              <a:rPr b="0" i="0" lang="en-US" sz="2110" u="none" cap="none" strike="noStrike">
                <a:solidFill>
                  <a:srgbClr val="FFFFFF"/>
                </a:solidFill>
                <a:latin typeface="Inter"/>
                <a:ea typeface="Inter"/>
                <a:cs typeface="Inter"/>
                <a:sym typeface="Inter"/>
              </a:rPr>
              <a:t>INTER</a:t>
            </a:r>
            <a:endParaRPr/>
          </a:p>
          <a:p>
            <a:pPr indent="0" lvl="0" marL="0" marR="0" rtl="0" algn="ctr">
              <a:lnSpc>
                <a:spcPct val="90000"/>
              </a:lnSpc>
              <a:spcBef>
                <a:spcPts val="0"/>
              </a:spcBef>
              <a:spcAft>
                <a:spcPts val="0"/>
              </a:spcAft>
              <a:buNone/>
            </a:pPr>
            <a:r>
              <a:t/>
            </a:r>
            <a:endParaRPr b="0" i="0" sz="2110" u="none" cap="none" strike="noStrike">
              <a:solidFill>
                <a:srgbClr val="FFFFFF"/>
              </a:solidFill>
              <a:latin typeface="Inter"/>
              <a:ea typeface="Inter"/>
              <a:cs typeface="Inter"/>
              <a:sym typeface="Inter"/>
            </a:endParaRPr>
          </a:p>
          <a:p>
            <a:pPr indent="0" lvl="0" marL="0" marR="0" rtl="0" algn="ctr">
              <a:lnSpc>
                <a:spcPct val="90000"/>
              </a:lnSpc>
              <a:spcBef>
                <a:spcPts val="0"/>
              </a:spcBef>
              <a:spcAft>
                <a:spcPts val="0"/>
              </a:spcAft>
              <a:buNone/>
            </a:pPr>
            <a:r>
              <a:rPr b="1" i="0" lang="en-US" sz="1497" u="none" cap="none" strike="noStrike">
                <a:solidFill>
                  <a:srgbClr val="FFFFFF"/>
                </a:solidFill>
                <a:latin typeface="Inter"/>
                <a:ea typeface="Inter"/>
                <a:cs typeface="Inter"/>
                <a:sym typeface="Inter"/>
              </a:rPr>
              <a:t>BODY COPY:</a:t>
            </a:r>
            <a:endParaRPr/>
          </a:p>
          <a:p>
            <a:pPr indent="0" lvl="0" marL="0" marR="0" rtl="0" algn="ctr">
              <a:lnSpc>
                <a:spcPct val="90000"/>
              </a:lnSpc>
              <a:spcBef>
                <a:spcPts val="0"/>
              </a:spcBef>
              <a:spcAft>
                <a:spcPts val="0"/>
              </a:spcAft>
              <a:buNone/>
            </a:pPr>
            <a:r>
              <a:rPr b="0" i="0" lang="en-US" sz="2110" u="none" cap="none" strike="noStrike">
                <a:solidFill>
                  <a:srgbClr val="FFFFFF"/>
                </a:solidFill>
                <a:latin typeface="Inter"/>
                <a:ea typeface="Inter"/>
                <a:cs typeface="Inter"/>
                <a:sym typeface="Inter"/>
              </a:rPr>
              <a:t>INTER</a:t>
            </a:r>
            <a:endParaRPr/>
          </a:p>
        </p:txBody>
      </p:sp>
      <p:sp>
        <p:nvSpPr>
          <p:cNvPr id="469" name="Google Shape;469;p26"/>
          <p:cNvSpPr txBox="1"/>
          <p:nvPr/>
        </p:nvSpPr>
        <p:spPr>
          <a:xfrm>
            <a:off x="1747770" y="8992602"/>
            <a:ext cx="1221374" cy="170942"/>
          </a:xfrm>
          <a:prstGeom prst="rect">
            <a:avLst/>
          </a:prstGeom>
          <a:noFill/>
          <a:ln>
            <a:noFill/>
          </a:ln>
        </p:spPr>
        <p:txBody>
          <a:bodyPr anchorCtr="0" anchor="t" bIns="0" lIns="0" spcFirstLastPara="1" rIns="0" wrap="square" tIns="0">
            <a:spAutoFit/>
          </a:bodyPr>
          <a:lstStyle/>
          <a:p>
            <a:pPr indent="0" lvl="0" marL="0" marR="0" rtl="0" algn="ctr">
              <a:lnSpc>
                <a:spcPct val="103000"/>
              </a:lnSpc>
              <a:spcBef>
                <a:spcPts val="0"/>
              </a:spcBef>
              <a:spcAft>
                <a:spcPts val="0"/>
              </a:spcAft>
              <a:buNone/>
            </a:pPr>
            <a:r>
              <a:rPr b="1" i="0" lang="en-US" sz="1300" u="none" cap="none" strike="noStrike">
                <a:solidFill>
                  <a:srgbClr val="FFFFFF"/>
                </a:solidFill>
                <a:latin typeface="Inter"/>
                <a:ea typeface="Inter"/>
                <a:cs typeface="Inter"/>
                <a:sym typeface="Inter"/>
              </a:rPr>
              <a:t>#FFFFFF</a:t>
            </a:r>
            <a:endParaRPr/>
          </a:p>
        </p:txBody>
      </p:sp>
      <p:sp>
        <p:nvSpPr>
          <p:cNvPr id="470" name="Google Shape;470;p26"/>
          <p:cNvSpPr txBox="1"/>
          <p:nvPr/>
        </p:nvSpPr>
        <p:spPr>
          <a:xfrm>
            <a:off x="2681333" y="8992602"/>
            <a:ext cx="1221374" cy="170942"/>
          </a:xfrm>
          <a:prstGeom prst="rect">
            <a:avLst/>
          </a:prstGeom>
          <a:noFill/>
          <a:ln>
            <a:noFill/>
          </a:ln>
        </p:spPr>
        <p:txBody>
          <a:bodyPr anchorCtr="0" anchor="t" bIns="0" lIns="0" spcFirstLastPara="1" rIns="0" wrap="square" tIns="0">
            <a:spAutoFit/>
          </a:bodyPr>
          <a:lstStyle/>
          <a:p>
            <a:pPr indent="0" lvl="0" marL="0" marR="0" rtl="0" algn="ctr">
              <a:lnSpc>
                <a:spcPct val="103000"/>
              </a:lnSpc>
              <a:spcBef>
                <a:spcPts val="0"/>
              </a:spcBef>
              <a:spcAft>
                <a:spcPts val="0"/>
              </a:spcAft>
              <a:buNone/>
            </a:pPr>
            <a:r>
              <a:rPr b="1" i="0" lang="en-US" sz="1300" u="none" cap="none" strike="noStrike">
                <a:solidFill>
                  <a:srgbClr val="FFFFFF"/>
                </a:solidFill>
                <a:latin typeface="Inter"/>
                <a:ea typeface="Inter"/>
                <a:cs typeface="Inter"/>
                <a:sym typeface="Inter"/>
              </a:rPr>
              <a:t>#000000</a:t>
            </a:r>
            <a:endParaRPr/>
          </a:p>
        </p:txBody>
      </p:sp>
      <p:sp>
        <p:nvSpPr>
          <p:cNvPr id="471" name="Google Shape;471;p26"/>
          <p:cNvSpPr txBox="1"/>
          <p:nvPr/>
        </p:nvSpPr>
        <p:spPr>
          <a:xfrm>
            <a:off x="4210005" y="1446041"/>
            <a:ext cx="9867990" cy="327787"/>
          </a:xfrm>
          <a:prstGeom prst="rect">
            <a:avLst/>
          </a:prstGeom>
          <a:noFill/>
          <a:ln>
            <a:noFill/>
          </a:ln>
        </p:spPr>
        <p:txBody>
          <a:bodyPr anchorCtr="0" anchor="t" bIns="0" lIns="0" spcFirstLastPara="1" rIns="0" wrap="square" tIns="0">
            <a:spAutoFit/>
          </a:bodyPr>
          <a:lstStyle/>
          <a:p>
            <a:pPr indent="0" lvl="1" marL="0" marR="0" rtl="0" algn="ctr">
              <a:lnSpc>
                <a:spcPct val="122010"/>
              </a:lnSpc>
              <a:spcBef>
                <a:spcPts val="0"/>
              </a:spcBef>
              <a:spcAft>
                <a:spcPts val="0"/>
              </a:spcAft>
              <a:buNone/>
            </a:pPr>
            <a:r>
              <a:rPr b="0" i="0" lang="en-US" sz="2199" u="none" cap="none" strike="noStrike">
                <a:solidFill>
                  <a:srgbClr val="FFFFFF"/>
                </a:solidFill>
                <a:latin typeface="Inter"/>
                <a:ea typeface="Inter"/>
                <a:cs typeface="Inter"/>
                <a:sym typeface="Inter"/>
              </a:rPr>
              <a:t>Use these design resources in your Canva Presentation.</a:t>
            </a:r>
            <a:endParaRPr/>
          </a:p>
        </p:txBody>
      </p:sp>
      <p:sp>
        <p:nvSpPr>
          <p:cNvPr id="472" name="Google Shape;472;p26"/>
          <p:cNvSpPr txBox="1"/>
          <p:nvPr/>
        </p:nvSpPr>
        <p:spPr>
          <a:xfrm>
            <a:off x="11706206" y="9906311"/>
            <a:ext cx="5916757" cy="185049"/>
          </a:xfrm>
          <a:prstGeom prst="rect">
            <a:avLst/>
          </a:prstGeom>
          <a:noFill/>
          <a:ln>
            <a:noFill/>
          </a:ln>
        </p:spPr>
        <p:txBody>
          <a:bodyPr anchorCtr="0" anchor="t" bIns="0" lIns="0" spcFirstLastPara="1" rIns="0" wrap="square" tIns="0">
            <a:spAutoFit/>
          </a:bodyPr>
          <a:lstStyle/>
          <a:p>
            <a:pPr indent="0" lvl="1" marL="0" marR="0" rtl="0" algn="r">
              <a:lnSpc>
                <a:spcPct val="122018"/>
              </a:lnSpc>
              <a:spcBef>
                <a:spcPts val="0"/>
              </a:spcBef>
              <a:spcAft>
                <a:spcPts val="0"/>
              </a:spcAft>
              <a:buNone/>
            </a:pPr>
            <a:r>
              <a:rPr b="1" i="0" lang="en-US" sz="1199" u="none" cap="none" strike="noStrike">
                <a:solidFill>
                  <a:srgbClr val="FFFFFF"/>
                </a:solidFill>
                <a:latin typeface="Inter"/>
                <a:ea typeface="Inter"/>
                <a:cs typeface="Inter"/>
                <a:sym typeface="Inter"/>
              </a:rPr>
              <a:t>DON'T FORGET TO DELETE THIS PAGE BEFORE PRESENTING. </a:t>
            </a:r>
            <a:endParaRPr/>
          </a:p>
        </p:txBody>
      </p:sp>
      <p:sp>
        <p:nvSpPr>
          <p:cNvPr id="473" name="Google Shape;473;p26"/>
          <p:cNvSpPr txBox="1"/>
          <p:nvPr/>
        </p:nvSpPr>
        <p:spPr>
          <a:xfrm>
            <a:off x="5469973" y="543899"/>
            <a:ext cx="7348055" cy="75184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5600" u="none" cap="none" strike="noStrike">
                <a:solidFill>
                  <a:srgbClr val="FFFFFF"/>
                </a:solidFill>
                <a:latin typeface="Inter"/>
                <a:ea typeface="Inter"/>
                <a:cs typeface="Inter"/>
                <a:sym typeface="Inter"/>
              </a:rPr>
              <a:t>Resource Page</a:t>
            </a:r>
            <a:endParaRPr/>
          </a:p>
        </p:txBody>
      </p:sp>
      <p:sp>
        <p:nvSpPr>
          <p:cNvPr id="474" name="Google Shape;474;p26"/>
          <p:cNvSpPr txBox="1"/>
          <p:nvPr/>
        </p:nvSpPr>
        <p:spPr>
          <a:xfrm>
            <a:off x="1747770" y="2693383"/>
            <a:ext cx="3150536" cy="384175"/>
          </a:xfrm>
          <a:prstGeom prst="rect">
            <a:avLst/>
          </a:prstGeom>
          <a:noFill/>
          <a:ln>
            <a:noFill/>
          </a:ln>
        </p:spPr>
        <p:txBody>
          <a:bodyPr anchorCtr="0" anchor="t" bIns="0" lIns="0" spcFirstLastPara="1" rIns="0" wrap="square" tIns="0">
            <a:spAutoFit/>
          </a:bodyPr>
          <a:lstStyle/>
          <a:p>
            <a:pPr indent="0" lvl="0" marL="0" marR="0" rtl="0" algn="ctr">
              <a:lnSpc>
                <a:spcPct val="122008"/>
              </a:lnSpc>
              <a:spcBef>
                <a:spcPts val="0"/>
              </a:spcBef>
              <a:spcAft>
                <a:spcPts val="0"/>
              </a:spcAft>
              <a:buNone/>
            </a:pPr>
            <a:r>
              <a:rPr b="1" i="0" lang="en-US" sz="2499" u="none" cap="none" strike="noStrike">
                <a:solidFill>
                  <a:srgbClr val="FFFFFF"/>
                </a:solidFill>
                <a:latin typeface="Inter"/>
                <a:ea typeface="Inter"/>
                <a:cs typeface="Inter"/>
                <a:sym typeface="Inter"/>
              </a:rPr>
              <a:t>FONTS</a:t>
            </a:r>
            <a:endParaRPr/>
          </a:p>
        </p:txBody>
      </p:sp>
      <p:sp>
        <p:nvSpPr>
          <p:cNvPr id="475" name="Google Shape;475;p26"/>
          <p:cNvSpPr txBox="1"/>
          <p:nvPr/>
        </p:nvSpPr>
        <p:spPr>
          <a:xfrm>
            <a:off x="10291206" y="2693383"/>
            <a:ext cx="3150536" cy="384175"/>
          </a:xfrm>
          <a:prstGeom prst="rect">
            <a:avLst/>
          </a:prstGeom>
          <a:noFill/>
          <a:ln>
            <a:noFill/>
          </a:ln>
        </p:spPr>
        <p:txBody>
          <a:bodyPr anchorCtr="0" anchor="t" bIns="0" lIns="0" spcFirstLastPara="1" rIns="0" wrap="square" tIns="0">
            <a:spAutoFit/>
          </a:bodyPr>
          <a:lstStyle/>
          <a:p>
            <a:pPr indent="0" lvl="0" marL="0" marR="0" rtl="0" algn="ctr">
              <a:lnSpc>
                <a:spcPct val="122008"/>
              </a:lnSpc>
              <a:spcBef>
                <a:spcPts val="0"/>
              </a:spcBef>
              <a:spcAft>
                <a:spcPts val="0"/>
              </a:spcAft>
              <a:buNone/>
            </a:pPr>
            <a:r>
              <a:rPr b="1" i="0" lang="en-US" sz="2499" u="none" cap="none" strike="noStrike">
                <a:solidFill>
                  <a:srgbClr val="FFFFFF"/>
                </a:solidFill>
                <a:latin typeface="Inter"/>
                <a:ea typeface="Inter"/>
                <a:cs typeface="Inter"/>
                <a:sym typeface="Inter"/>
              </a:rPr>
              <a:t>DESIGN ELEMENTS</a:t>
            </a:r>
            <a:endParaRPr/>
          </a:p>
        </p:txBody>
      </p:sp>
      <p:sp>
        <p:nvSpPr>
          <p:cNvPr id="476" name="Google Shape;476;p26"/>
          <p:cNvSpPr txBox="1"/>
          <p:nvPr/>
        </p:nvSpPr>
        <p:spPr>
          <a:xfrm>
            <a:off x="1747770" y="7296522"/>
            <a:ext cx="3150536" cy="384175"/>
          </a:xfrm>
          <a:prstGeom prst="rect">
            <a:avLst/>
          </a:prstGeom>
          <a:noFill/>
          <a:ln>
            <a:noFill/>
          </a:ln>
        </p:spPr>
        <p:txBody>
          <a:bodyPr anchorCtr="0" anchor="t" bIns="0" lIns="0" spcFirstLastPara="1" rIns="0" wrap="square" tIns="0">
            <a:spAutoFit/>
          </a:bodyPr>
          <a:lstStyle/>
          <a:p>
            <a:pPr indent="0" lvl="0" marL="0" marR="0" rtl="0" algn="ctr">
              <a:lnSpc>
                <a:spcPct val="122008"/>
              </a:lnSpc>
              <a:spcBef>
                <a:spcPts val="0"/>
              </a:spcBef>
              <a:spcAft>
                <a:spcPts val="0"/>
              </a:spcAft>
              <a:buNone/>
            </a:pPr>
            <a:r>
              <a:rPr b="1" i="0" lang="en-US" sz="2499" u="none" cap="none" strike="noStrike">
                <a:solidFill>
                  <a:srgbClr val="FFFFFF"/>
                </a:solidFill>
                <a:latin typeface="Inter"/>
                <a:ea typeface="Inter"/>
                <a:cs typeface="Inter"/>
                <a:sym typeface="Inter"/>
              </a:rPr>
              <a:t>COLORS</a:t>
            </a:r>
            <a:endParaRPr/>
          </a:p>
        </p:txBody>
      </p:sp>
      <p:grpSp>
        <p:nvGrpSpPr>
          <p:cNvPr id="477" name="Google Shape;477;p26"/>
          <p:cNvGrpSpPr/>
          <p:nvPr/>
        </p:nvGrpSpPr>
        <p:grpSpPr>
          <a:xfrm>
            <a:off x="6712288" y="3926882"/>
            <a:ext cx="10308370" cy="4720903"/>
            <a:chOff x="0" y="0"/>
            <a:chExt cx="13744493" cy="6294537"/>
          </a:xfrm>
        </p:grpSpPr>
        <p:sp>
          <p:nvSpPr>
            <p:cNvPr id="478" name="Google Shape;478;p26"/>
            <p:cNvSpPr/>
            <p:nvPr/>
          </p:nvSpPr>
          <p:spPr>
            <a:xfrm>
              <a:off x="11214879" y="1830530"/>
              <a:ext cx="966416" cy="831118"/>
            </a:xfrm>
            <a:custGeom>
              <a:rect b="b" l="l" r="r" t="t"/>
              <a:pathLst>
                <a:path extrusionOk="0" h="831118" w="966416">
                  <a:moveTo>
                    <a:pt x="0" y="0"/>
                  </a:moveTo>
                  <a:lnTo>
                    <a:pt x="966417" y="0"/>
                  </a:lnTo>
                  <a:lnTo>
                    <a:pt x="966417" y="831118"/>
                  </a:lnTo>
                  <a:lnTo>
                    <a:pt x="0" y="831118"/>
                  </a:lnTo>
                  <a:lnTo>
                    <a:pt x="0" y="0"/>
                  </a:lnTo>
                  <a:close/>
                </a:path>
              </a:pathLst>
            </a:custGeom>
            <a:blipFill rotWithShape="1">
              <a:blip r:embed="rId3">
                <a:alphaModFix/>
              </a:blip>
              <a:stretch>
                <a:fillRect b="0" l="0" r="0" t="0"/>
              </a:stretch>
            </a:blipFill>
            <a:ln>
              <a:noFill/>
            </a:ln>
          </p:spPr>
        </p:sp>
        <p:sp>
          <p:nvSpPr>
            <p:cNvPr id="479" name="Google Shape;479;p26"/>
            <p:cNvSpPr/>
            <p:nvPr/>
          </p:nvSpPr>
          <p:spPr>
            <a:xfrm>
              <a:off x="12981936" y="3436603"/>
              <a:ext cx="686872" cy="949194"/>
            </a:xfrm>
            <a:custGeom>
              <a:rect b="b" l="l" r="r" t="t"/>
              <a:pathLst>
                <a:path extrusionOk="0" h="949194" w="686872">
                  <a:moveTo>
                    <a:pt x="0" y="0"/>
                  </a:moveTo>
                  <a:lnTo>
                    <a:pt x="686872" y="0"/>
                  </a:lnTo>
                  <a:lnTo>
                    <a:pt x="686872" y="949194"/>
                  </a:lnTo>
                  <a:lnTo>
                    <a:pt x="0" y="949194"/>
                  </a:lnTo>
                  <a:lnTo>
                    <a:pt x="0" y="0"/>
                  </a:lnTo>
                  <a:close/>
                </a:path>
              </a:pathLst>
            </a:custGeom>
            <a:blipFill rotWithShape="1">
              <a:blip r:embed="rId4">
                <a:alphaModFix/>
              </a:blip>
              <a:stretch>
                <a:fillRect b="0" l="0" r="0" t="0"/>
              </a:stretch>
            </a:blipFill>
            <a:ln>
              <a:noFill/>
            </a:ln>
          </p:spPr>
        </p:sp>
        <p:sp>
          <p:nvSpPr>
            <p:cNvPr id="480" name="Google Shape;480;p26"/>
            <p:cNvSpPr/>
            <p:nvPr/>
          </p:nvSpPr>
          <p:spPr>
            <a:xfrm>
              <a:off x="11415585" y="3537730"/>
              <a:ext cx="565892" cy="848067"/>
            </a:xfrm>
            <a:custGeom>
              <a:rect b="b" l="l" r="r" t="t"/>
              <a:pathLst>
                <a:path extrusionOk="0" h="848067" w="565892">
                  <a:moveTo>
                    <a:pt x="0" y="0"/>
                  </a:moveTo>
                  <a:lnTo>
                    <a:pt x="565893" y="0"/>
                  </a:lnTo>
                  <a:lnTo>
                    <a:pt x="565893" y="848067"/>
                  </a:lnTo>
                  <a:lnTo>
                    <a:pt x="0" y="848067"/>
                  </a:lnTo>
                  <a:lnTo>
                    <a:pt x="0" y="0"/>
                  </a:lnTo>
                  <a:close/>
                </a:path>
              </a:pathLst>
            </a:custGeom>
            <a:blipFill rotWithShape="1">
              <a:blip r:embed="rId5">
                <a:alphaModFix/>
              </a:blip>
              <a:stretch>
                <a:fillRect b="0" l="0" r="0" t="0"/>
              </a:stretch>
            </a:blipFill>
            <a:ln>
              <a:noFill/>
            </a:ln>
          </p:spPr>
        </p:sp>
        <p:sp>
          <p:nvSpPr>
            <p:cNvPr id="481" name="Google Shape;481;p26"/>
            <p:cNvSpPr/>
            <p:nvPr/>
          </p:nvSpPr>
          <p:spPr>
            <a:xfrm>
              <a:off x="12805988" y="5240826"/>
              <a:ext cx="938505" cy="848067"/>
            </a:xfrm>
            <a:custGeom>
              <a:rect b="b" l="l" r="r" t="t"/>
              <a:pathLst>
                <a:path extrusionOk="0" h="848067" w="938505">
                  <a:moveTo>
                    <a:pt x="0" y="0"/>
                  </a:moveTo>
                  <a:lnTo>
                    <a:pt x="938505" y="0"/>
                  </a:lnTo>
                  <a:lnTo>
                    <a:pt x="938505" y="848068"/>
                  </a:lnTo>
                  <a:lnTo>
                    <a:pt x="0" y="848068"/>
                  </a:lnTo>
                  <a:lnTo>
                    <a:pt x="0" y="0"/>
                  </a:lnTo>
                  <a:close/>
                </a:path>
              </a:pathLst>
            </a:custGeom>
            <a:blipFill rotWithShape="1">
              <a:blip r:embed="rId6">
                <a:alphaModFix/>
              </a:blip>
              <a:stretch>
                <a:fillRect b="0" l="0" r="0" t="0"/>
              </a:stretch>
            </a:blipFill>
            <a:ln>
              <a:noFill/>
            </a:ln>
          </p:spPr>
        </p:sp>
        <p:sp>
          <p:nvSpPr>
            <p:cNvPr id="482" name="Google Shape;482;p26"/>
            <p:cNvSpPr/>
            <p:nvPr/>
          </p:nvSpPr>
          <p:spPr>
            <a:xfrm>
              <a:off x="12805988" y="50563"/>
              <a:ext cx="848067" cy="848067"/>
            </a:xfrm>
            <a:custGeom>
              <a:rect b="b" l="l" r="r" t="t"/>
              <a:pathLst>
                <a:path extrusionOk="0" h="848067" w="848067">
                  <a:moveTo>
                    <a:pt x="0" y="0"/>
                  </a:moveTo>
                  <a:lnTo>
                    <a:pt x="848068" y="0"/>
                  </a:lnTo>
                  <a:lnTo>
                    <a:pt x="848068" y="848068"/>
                  </a:lnTo>
                  <a:lnTo>
                    <a:pt x="0" y="848068"/>
                  </a:lnTo>
                  <a:lnTo>
                    <a:pt x="0" y="0"/>
                  </a:lnTo>
                  <a:close/>
                </a:path>
              </a:pathLst>
            </a:custGeom>
            <a:blipFill rotWithShape="1">
              <a:blip r:embed="rId7">
                <a:alphaModFix/>
              </a:blip>
              <a:stretch>
                <a:fillRect b="0" l="0" r="0" t="0"/>
              </a:stretch>
            </a:blipFill>
            <a:ln>
              <a:noFill/>
            </a:ln>
          </p:spPr>
        </p:sp>
        <p:sp>
          <p:nvSpPr>
            <p:cNvPr id="483" name="Google Shape;483;p26"/>
            <p:cNvSpPr/>
            <p:nvPr/>
          </p:nvSpPr>
          <p:spPr>
            <a:xfrm>
              <a:off x="11107396" y="59038"/>
              <a:ext cx="1160275" cy="713042"/>
            </a:xfrm>
            <a:custGeom>
              <a:rect b="b" l="l" r="r" t="t"/>
              <a:pathLst>
                <a:path extrusionOk="0" h="713042" w="1160275">
                  <a:moveTo>
                    <a:pt x="0" y="0"/>
                  </a:moveTo>
                  <a:lnTo>
                    <a:pt x="1160274" y="0"/>
                  </a:lnTo>
                  <a:lnTo>
                    <a:pt x="1160274" y="713042"/>
                  </a:lnTo>
                  <a:lnTo>
                    <a:pt x="0" y="713042"/>
                  </a:lnTo>
                  <a:lnTo>
                    <a:pt x="0" y="0"/>
                  </a:lnTo>
                  <a:close/>
                </a:path>
              </a:pathLst>
            </a:custGeom>
            <a:blipFill rotWithShape="1">
              <a:blip r:embed="rId8">
                <a:alphaModFix/>
              </a:blip>
              <a:stretch>
                <a:fillRect b="0" l="0" r="0" t="0"/>
              </a:stretch>
            </a:blipFill>
            <a:ln>
              <a:noFill/>
            </a:ln>
          </p:spPr>
        </p:sp>
        <p:sp>
          <p:nvSpPr>
            <p:cNvPr id="484" name="Google Shape;484;p26"/>
            <p:cNvSpPr/>
            <p:nvPr/>
          </p:nvSpPr>
          <p:spPr>
            <a:xfrm>
              <a:off x="12719613" y="1830530"/>
              <a:ext cx="949194" cy="949194"/>
            </a:xfrm>
            <a:custGeom>
              <a:rect b="b" l="l" r="r" t="t"/>
              <a:pathLst>
                <a:path extrusionOk="0" h="949194" w="949194">
                  <a:moveTo>
                    <a:pt x="0" y="0"/>
                  </a:moveTo>
                  <a:lnTo>
                    <a:pt x="949195" y="0"/>
                  </a:lnTo>
                  <a:lnTo>
                    <a:pt x="949195" y="949195"/>
                  </a:lnTo>
                  <a:lnTo>
                    <a:pt x="0" y="949195"/>
                  </a:lnTo>
                  <a:lnTo>
                    <a:pt x="0" y="0"/>
                  </a:lnTo>
                  <a:close/>
                </a:path>
              </a:pathLst>
            </a:custGeom>
            <a:blipFill rotWithShape="1">
              <a:blip r:embed="rId9">
                <a:alphaModFix/>
              </a:blip>
              <a:stretch>
                <a:fillRect b="0" l="0" r="0" t="0"/>
              </a:stretch>
            </a:blipFill>
            <a:ln>
              <a:noFill/>
            </a:ln>
          </p:spPr>
        </p:sp>
        <p:sp>
          <p:nvSpPr>
            <p:cNvPr id="485" name="Google Shape;485;p26"/>
            <p:cNvSpPr/>
            <p:nvPr/>
          </p:nvSpPr>
          <p:spPr>
            <a:xfrm>
              <a:off x="11320493" y="5261878"/>
              <a:ext cx="660984" cy="949194"/>
            </a:xfrm>
            <a:custGeom>
              <a:rect b="b" l="l" r="r" t="t"/>
              <a:pathLst>
                <a:path extrusionOk="0" h="949194" w="660984">
                  <a:moveTo>
                    <a:pt x="0" y="0"/>
                  </a:moveTo>
                  <a:lnTo>
                    <a:pt x="660985" y="0"/>
                  </a:lnTo>
                  <a:lnTo>
                    <a:pt x="660985" y="949195"/>
                  </a:lnTo>
                  <a:lnTo>
                    <a:pt x="0" y="949195"/>
                  </a:lnTo>
                  <a:lnTo>
                    <a:pt x="0" y="0"/>
                  </a:lnTo>
                  <a:close/>
                </a:path>
              </a:pathLst>
            </a:custGeom>
            <a:blipFill rotWithShape="1">
              <a:blip r:embed="rId10">
                <a:alphaModFix/>
              </a:blip>
              <a:stretch>
                <a:fillRect b="0" l="0" r="0" t="0"/>
              </a:stretch>
            </a:blipFill>
            <a:ln>
              <a:noFill/>
            </a:ln>
          </p:spPr>
        </p:sp>
        <p:sp>
          <p:nvSpPr>
            <p:cNvPr id="486" name="Google Shape;486;p26"/>
            <p:cNvSpPr/>
            <p:nvPr/>
          </p:nvSpPr>
          <p:spPr>
            <a:xfrm>
              <a:off x="6792616" y="9326"/>
              <a:ext cx="833565" cy="949194"/>
            </a:xfrm>
            <a:custGeom>
              <a:rect b="b" l="l" r="r" t="t"/>
              <a:pathLst>
                <a:path extrusionOk="0" h="949194" w="833565">
                  <a:moveTo>
                    <a:pt x="0" y="0"/>
                  </a:moveTo>
                  <a:lnTo>
                    <a:pt x="833565" y="0"/>
                  </a:lnTo>
                  <a:lnTo>
                    <a:pt x="833565" y="949194"/>
                  </a:lnTo>
                  <a:lnTo>
                    <a:pt x="0" y="949194"/>
                  </a:lnTo>
                  <a:lnTo>
                    <a:pt x="0" y="0"/>
                  </a:lnTo>
                  <a:close/>
                </a:path>
              </a:pathLst>
            </a:custGeom>
            <a:blipFill rotWithShape="1">
              <a:blip r:embed="rId11">
                <a:alphaModFix/>
              </a:blip>
              <a:stretch>
                <a:fillRect b="0" l="0" r="0" t="0"/>
              </a:stretch>
            </a:blipFill>
            <a:ln>
              <a:noFill/>
            </a:ln>
          </p:spPr>
        </p:sp>
        <p:sp>
          <p:nvSpPr>
            <p:cNvPr id="487" name="Google Shape;487;p26"/>
            <p:cNvSpPr/>
            <p:nvPr/>
          </p:nvSpPr>
          <p:spPr>
            <a:xfrm>
              <a:off x="9546278" y="181541"/>
              <a:ext cx="1100526" cy="654313"/>
            </a:xfrm>
            <a:custGeom>
              <a:rect b="b" l="l" r="r" t="t"/>
              <a:pathLst>
                <a:path extrusionOk="0" h="654313" w="1100526">
                  <a:moveTo>
                    <a:pt x="0" y="0"/>
                  </a:moveTo>
                  <a:lnTo>
                    <a:pt x="1100526" y="0"/>
                  </a:lnTo>
                  <a:lnTo>
                    <a:pt x="1100526" y="654313"/>
                  </a:lnTo>
                  <a:lnTo>
                    <a:pt x="0" y="654313"/>
                  </a:lnTo>
                  <a:lnTo>
                    <a:pt x="0" y="0"/>
                  </a:lnTo>
                  <a:close/>
                </a:path>
              </a:pathLst>
            </a:custGeom>
            <a:blipFill rotWithShape="1">
              <a:blip r:embed="rId12">
                <a:alphaModFix/>
              </a:blip>
              <a:stretch>
                <a:fillRect b="0" l="0" r="0" t="0"/>
              </a:stretch>
            </a:blipFill>
            <a:ln>
              <a:noFill/>
            </a:ln>
          </p:spPr>
        </p:sp>
        <p:sp>
          <p:nvSpPr>
            <p:cNvPr id="488" name="Google Shape;488;p26"/>
            <p:cNvSpPr/>
            <p:nvPr/>
          </p:nvSpPr>
          <p:spPr>
            <a:xfrm>
              <a:off x="1320280" y="59889"/>
              <a:ext cx="848067" cy="848067"/>
            </a:xfrm>
            <a:custGeom>
              <a:rect b="b" l="l" r="r" t="t"/>
              <a:pathLst>
                <a:path extrusionOk="0" h="848067" w="848067">
                  <a:moveTo>
                    <a:pt x="0" y="0"/>
                  </a:moveTo>
                  <a:lnTo>
                    <a:pt x="848067" y="0"/>
                  </a:lnTo>
                  <a:lnTo>
                    <a:pt x="848067" y="848068"/>
                  </a:lnTo>
                  <a:lnTo>
                    <a:pt x="0" y="848068"/>
                  </a:lnTo>
                  <a:lnTo>
                    <a:pt x="0" y="0"/>
                  </a:lnTo>
                  <a:close/>
                </a:path>
              </a:pathLst>
            </a:custGeom>
            <a:blipFill rotWithShape="1">
              <a:blip r:embed="rId13">
                <a:alphaModFix/>
              </a:blip>
              <a:stretch>
                <a:fillRect b="0" l="0" r="0" t="0"/>
              </a:stretch>
            </a:blipFill>
            <a:ln>
              <a:noFill/>
            </a:ln>
          </p:spPr>
        </p:sp>
        <p:sp>
          <p:nvSpPr>
            <p:cNvPr id="489" name="Google Shape;489;p26"/>
            <p:cNvSpPr/>
            <p:nvPr/>
          </p:nvSpPr>
          <p:spPr>
            <a:xfrm>
              <a:off x="6889" y="59889"/>
              <a:ext cx="848067" cy="848067"/>
            </a:xfrm>
            <a:custGeom>
              <a:rect b="b" l="l" r="r" t="t"/>
              <a:pathLst>
                <a:path extrusionOk="0" h="848067" w="848067">
                  <a:moveTo>
                    <a:pt x="0" y="0"/>
                  </a:moveTo>
                  <a:lnTo>
                    <a:pt x="848068" y="0"/>
                  </a:lnTo>
                  <a:lnTo>
                    <a:pt x="848068" y="848068"/>
                  </a:lnTo>
                  <a:lnTo>
                    <a:pt x="0" y="848068"/>
                  </a:lnTo>
                  <a:lnTo>
                    <a:pt x="0" y="0"/>
                  </a:lnTo>
                  <a:close/>
                </a:path>
              </a:pathLst>
            </a:custGeom>
            <a:blipFill rotWithShape="1">
              <a:blip r:embed="rId14">
                <a:alphaModFix/>
              </a:blip>
              <a:stretch>
                <a:fillRect b="0" l="0" r="0" t="0"/>
              </a:stretch>
            </a:blipFill>
            <a:ln>
              <a:noFill/>
            </a:ln>
          </p:spPr>
        </p:sp>
        <p:sp>
          <p:nvSpPr>
            <p:cNvPr id="490" name="Google Shape;490;p26"/>
            <p:cNvSpPr/>
            <p:nvPr/>
          </p:nvSpPr>
          <p:spPr>
            <a:xfrm>
              <a:off x="5345042" y="34740"/>
              <a:ext cx="941146" cy="898366"/>
            </a:xfrm>
            <a:custGeom>
              <a:rect b="b" l="l" r="r" t="t"/>
              <a:pathLst>
                <a:path extrusionOk="0" h="898366" w="941146">
                  <a:moveTo>
                    <a:pt x="0" y="0"/>
                  </a:moveTo>
                  <a:lnTo>
                    <a:pt x="941146" y="0"/>
                  </a:lnTo>
                  <a:lnTo>
                    <a:pt x="941146" y="898366"/>
                  </a:lnTo>
                  <a:lnTo>
                    <a:pt x="0" y="898366"/>
                  </a:lnTo>
                  <a:lnTo>
                    <a:pt x="0" y="0"/>
                  </a:lnTo>
                  <a:close/>
                </a:path>
              </a:pathLst>
            </a:custGeom>
            <a:blipFill rotWithShape="1">
              <a:blip r:embed="rId15">
                <a:alphaModFix/>
              </a:blip>
              <a:stretch>
                <a:fillRect b="0" l="0" r="0" t="0"/>
              </a:stretch>
            </a:blipFill>
            <a:ln>
              <a:noFill/>
            </a:ln>
          </p:spPr>
        </p:sp>
        <p:sp>
          <p:nvSpPr>
            <p:cNvPr id="491" name="Google Shape;491;p26"/>
            <p:cNvSpPr/>
            <p:nvPr/>
          </p:nvSpPr>
          <p:spPr>
            <a:xfrm>
              <a:off x="2652851" y="9326"/>
              <a:ext cx="942291" cy="949194"/>
            </a:xfrm>
            <a:custGeom>
              <a:rect b="b" l="l" r="r" t="t"/>
              <a:pathLst>
                <a:path extrusionOk="0" h="949194" w="942291">
                  <a:moveTo>
                    <a:pt x="0" y="0"/>
                  </a:moveTo>
                  <a:lnTo>
                    <a:pt x="942291" y="0"/>
                  </a:lnTo>
                  <a:lnTo>
                    <a:pt x="942291" y="949194"/>
                  </a:lnTo>
                  <a:lnTo>
                    <a:pt x="0" y="949194"/>
                  </a:lnTo>
                  <a:lnTo>
                    <a:pt x="0" y="0"/>
                  </a:lnTo>
                  <a:close/>
                </a:path>
              </a:pathLst>
            </a:custGeom>
            <a:blipFill rotWithShape="1">
              <a:blip r:embed="rId16">
                <a:alphaModFix/>
              </a:blip>
              <a:stretch>
                <a:fillRect b="0" l="0" r="0" t="0"/>
              </a:stretch>
            </a:blipFill>
            <a:ln>
              <a:noFill/>
            </a:ln>
          </p:spPr>
        </p:sp>
        <p:sp>
          <p:nvSpPr>
            <p:cNvPr id="492" name="Google Shape;492;p26"/>
            <p:cNvSpPr/>
            <p:nvPr/>
          </p:nvSpPr>
          <p:spPr>
            <a:xfrm>
              <a:off x="4070056" y="0"/>
              <a:ext cx="785987" cy="958520"/>
            </a:xfrm>
            <a:custGeom>
              <a:rect b="b" l="l" r="r" t="t"/>
              <a:pathLst>
                <a:path extrusionOk="0" h="958520" w="785987">
                  <a:moveTo>
                    <a:pt x="0" y="0"/>
                  </a:moveTo>
                  <a:lnTo>
                    <a:pt x="785986" y="0"/>
                  </a:lnTo>
                  <a:lnTo>
                    <a:pt x="785986" y="958520"/>
                  </a:lnTo>
                  <a:lnTo>
                    <a:pt x="0" y="958520"/>
                  </a:lnTo>
                  <a:lnTo>
                    <a:pt x="0" y="0"/>
                  </a:lnTo>
                  <a:close/>
                </a:path>
              </a:pathLst>
            </a:custGeom>
            <a:blipFill rotWithShape="1">
              <a:blip r:embed="rId17">
                <a:alphaModFix/>
              </a:blip>
              <a:stretch>
                <a:fillRect b="0" l="0" r="0" t="0"/>
              </a:stretch>
            </a:blipFill>
            <a:ln>
              <a:noFill/>
            </a:ln>
          </p:spPr>
        </p:sp>
        <p:sp>
          <p:nvSpPr>
            <p:cNvPr id="493" name="Google Shape;493;p26"/>
            <p:cNvSpPr/>
            <p:nvPr/>
          </p:nvSpPr>
          <p:spPr>
            <a:xfrm>
              <a:off x="8154932" y="59889"/>
              <a:ext cx="892720" cy="897616"/>
            </a:xfrm>
            <a:custGeom>
              <a:rect b="b" l="l" r="r" t="t"/>
              <a:pathLst>
                <a:path extrusionOk="0" h="897616" w="892720">
                  <a:moveTo>
                    <a:pt x="0" y="0"/>
                  </a:moveTo>
                  <a:lnTo>
                    <a:pt x="892720" y="0"/>
                  </a:lnTo>
                  <a:lnTo>
                    <a:pt x="892720" y="897616"/>
                  </a:lnTo>
                  <a:lnTo>
                    <a:pt x="0" y="897616"/>
                  </a:lnTo>
                  <a:lnTo>
                    <a:pt x="0" y="0"/>
                  </a:lnTo>
                  <a:close/>
                </a:path>
              </a:pathLst>
            </a:custGeom>
            <a:blipFill rotWithShape="1">
              <a:blip r:embed="rId18">
                <a:alphaModFix/>
              </a:blip>
              <a:stretch>
                <a:fillRect b="0" l="0" r="0" t="0"/>
              </a:stretch>
            </a:blipFill>
            <a:ln>
              <a:noFill/>
            </a:ln>
          </p:spPr>
        </p:sp>
        <p:sp>
          <p:nvSpPr>
            <p:cNvPr id="494" name="Google Shape;494;p26"/>
            <p:cNvSpPr/>
            <p:nvPr/>
          </p:nvSpPr>
          <p:spPr>
            <a:xfrm>
              <a:off x="8059512" y="1753734"/>
              <a:ext cx="766259" cy="949194"/>
            </a:xfrm>
            <a:custGeom>
              <a:rect b="b" l="l" r="r" t="t"/>
              <a:pathLst>
                <a:path extrusionOk="0" h="949194" w="766259">
                  <a:moveTo>
                    <a:pt x="0" y="0"/>
                  </a:moveTo>
                  <a:lnTo>
                    <a:pt x="766258" y="0"/>
                  </a:lnTo>
                  <a:lnTo>
                    <a:pt x="766258" y="949195"/>
                  </a:lnTo>
                  <a:lnTo>
                    <a:pt x="0" y="949195"/>
                  </a:lnTo>
                  <a:lnTo>
                    <a:pt x="0" y="0"/>
                  </a:lnTo>
                  <a:close/>
                </a:path>
              </a:pathLst>
            </a:custGeom>
            <a:blipFill rotWithShape="1">
              <a:blip r:embed="rId19">
                <a:alphaModFix/>
              </a:blip>
              <a:stretch>
                <a:fillRect b="0" l="0" r="0" t="0"/>
              </a:stretch>
            </a:blipFill>
            <a:ln>
              <a:noFill/>
            </a:ln>
          </p:spPr>
        </p:sp>
        <p:sp>
          <p:nvSpPr>
            <p:cNvPr id="495" name="Google Shape;495;p26"/>
            <p:cNvSpPr/>
            <p:nvPr/>
          </p:nvSpPr>
          <p:spPr>
            <a:xfrm>
              <a:off x="6408379" y="1753734"/>
              <a:ext cx="1031733" cy="949194"/>
            </a:xfrm>
            <a:custGeom>
              <a:rect b="b" l="l" r="r" t="t"/>
              <a:pathLst>
                <a:path extrusionOk="0" h="949194" w="1031733">
                  <a:moveTo>
                    <a:pt x="0" y="0"/>
                  </a:moveTo>
                  <a:lnTo>
                    <a:pt x="1031733" y="0"/>
                  </a:lnTo>
                  <a:lnTo>
                    <a:pt x="1031733" y="949195"/>
                  </a:lnTo>
                  <a:lnTo>
                    <a:pt x="0" y="949195"/>
                  </a:lnTo>
                  <a:lnTo>
                    <a:pt x="0" y="0"/>
                  </a:lnTo>
                  <a:close/>
                </a:path>
              </a:pathLst>
            </a:custGeom>
            <a:blipFill rotWithShape="1">
              <a:blip r:embed="rId20">
                <a:alphaModFix/>
              </a:blip>
              <a:stretch>
                <a:fillRect b="0" l="0" r="0" t="0"/>
              </a:stretch>
            </a:blipFill>
            <a:ln>
              <a:noFill/>
            </a:ln>
          </p:spPr>
        </p:sp>
        <p:sp>
          <p:nvSpPr>
            <p:cNvPr id="496" name="Google Shape;496;p26"/>
            <p:cNvSpPr/>
            <p:nvPr/>
          </p:nvSpPr>
          <p:spPr>
            <a:xfrm>
              <a:off x="9508894" y="1968989"/>
              <a:ext cx="1084722" cy="623222"/>
            </a:xfrm>
            <a:custGeom>
              <a:rect b="b" l="l" r="r" t="t"/>
              <a:pathLst>
                <a:path extrusionOk="0" h="623222" w="1084722">
                  <a:moveTo>
                    <a:pt x="0" y="0"/>
                  </a:moveTo>
                  <a:lnTo>
                    <a:pt x="1084722" y="0"/>
                  </a:lnTo>
                  <a:lnTo>
                    <a:pt x="1084722" y="623222"/>
                  </a:lnTo>
                  <a:lnTo>
                    <a:pt x="0" y="623222"/>
                  </a:lnTo>
                  <a:lnTo>
                    <a:pt x="0" y="0"/>
                  </a:lnTo>
                  <a:close/>
                </a:path>
              </a:pathLst>
            </a:custGeom>
            <a:blipFill rotWithShape="1">
              <a:blip r:embed="rId21">
                <a:alphaModFix/>
              </a:blip>
              <a:stretch>
                <a:fillRect b="0" l="0" r="0" t="0"/>
              </a:stretch>
            </a:blipFill>
            <a:ln>
              <a:noFill/>
            </a:ln>
          </p:spPr>
        </p:sp>
        <p:sp>
          <p:nvSpPr>
            <p:cNvPr id="497" name="Google Shape;497;p26"/>
            <p:cNvSpPr/>
            <p:nvPr/>
          </p:nvSpPr>
          <p:spPr>
            <a:xfrm>
              <a:off x="3292047" y="1753734"/>
              <a:ext cx="949194" cy="949194"/>
            </a:xfrm>
            <a:custGeom>
              <a:rect b="b" l="l" r="r" t="t"/>
              <a:pathLst>
                <a:path extrusionOk="0" h="949194" w="949194">
                  <a:moveTo>
                    <a:pt x="0" y="0"/>
                  </a:moveTo>
                  <a:lnTo>
                    <a:pt x="949194" y="0"/>
                  </a:lnTo>
                  <a:lnTo>
                    <a:pt x="949194" y="949195"/>
                  </a:lnTo>
                  <a:lnTo>
                    <a:pt x="0" y="949195"/>
                  </a:lnTo>
                  <a:lnTo>
                    <a:pt x="0" y="0"/>
                  </a:lnTo>
                  <a:close/>
                </a:path>
              </a:pathLst>
            </a:custGeom>
            <a:blipFill rotWithShape="1">
              <a:blip r:embed="rId22">
                <a:alphaModFix/>
              </a:blip>
              <a:stretch>
                <a:fillRect b="0" l="0" r="0" t="0"/>
              </a:stretch>
            </a:blipFill>
            <a:ln>
              <a:noFill/>
            </a:ln>
          </p:spPr>
        </p:sp>
        <p:sp>
          <p:nvSpPr>
            <p:cNvPr id="498" name="Google Shape;498;p26"/>
            <p:cNvSpPr/>
            <p:nvPr/>
          </p:nvSpPr>
          <p:spPr>
            <a:xfrm>
              <a:off x="6889" y="1753734"/>
              <a:ext cx="1103714" cy="949194"/>
            </a:xfrm>
            <a:custGeom>
              <a:rect b="b" l="l" r="r" t="t"/>
              <a:pathLst>
                <a:path extrusionOk="0" h="949194" w="1103714">
                  <a:moveTo>
                    <a:pt x="0" y="0"/>
                  </a:moveTo>
                  <a:lnTo>
                    <a:pt x="1103715" y="0"/>
                  </a:lnTo>
                  <a:lnTo>
                    <a:pt x="1103715" y="949195"/>
                  </a:lnTo>
                  <a:lnTo>
                    <a:pt x="0" y="949195"/>
                  </a:lnTo>
                  <a:lnTo>
                    <a:pt x="0" y="0"/>
                  </a:lnTo>
                  <a:close/>
                </a:path>
              </a:pathLst>
            </a:custGeom>
            <a:blipFill rotWithShape="1">
              <a:blip r:embed="rId23">
                <a:alphaModFix/>
              </a:blip>
              <a:stretch>
                <a:fillRect b="0" l="0" r="0" t="0"/>
              </a:stretch>
            </a:blipFill>
            <a:ln>
              <a:noFill/>
            </a:ln>
          </p:spPr>
        </p:sp>
        <p:sp>
          <p:nvSpPr>
            <p:cNvPr id="499" name="Google Shape;499;p26"/>
            <p:cNvSpPr/>
            <p:nvPr/>
          </p:nvSpPr>
          <p:spPr>
            <a:xfrm>
              <a:off x="4748432" y="1753734"/>
              <a:ext cx="947469" cy="949194"/>
            </a:xfrm>
            <a:custGeom>
              <a:rect b="b" l="l" r="r" t="t"/>
              <a:pathLst>
                <a:path extrusionOk="0" h="949194" w="947469">
                  <a:moveTo>
                    <a:pt x="0" y="0"/>
                  </a:moveTo>
                  <a:lnTo>
                    <a:pt x="947468" y="0"/>
                  </a:lnTo>
                  <a:lnTo>
                    <a:pt x="947468" y="949195"/>
                  </a:lnTo>
                  <a:lnTo>
                    <a:pt x="0" y="949195"/>
                  </a:lnTo>
                  <a:lnTo>
                    <a:pt x="0" y="0"/>
                  </a:lnTo>
                  <a:close/>
                </a:path>
              </a:pathLst>
            </a:custGeom>
            <a:blipFill rotWithShape="1">
              <a:blip r:embed="rId24">
                <a:alphaModFix/>
              </a:blip>
              <a:stretch>
                <a:fillRect b="0" l="0" r="0" t="0"/>
              </a:stretch>
            </a:blipFill>
            <a:ln>
              <a:noFill/>
            </a:ln>
          </p:spPr>
        </p:sp>
        <p:sp>
          <p:nvSpPr>
            <p:cNvPr id="500" name="Google Shape;500;p26"/>
            <p:cNvSpPr/>
            <p:nvPr/>
          </p:nvSpPr>
          <p:spPr>
            <a:xfrm>
              <a:off x="1726728" y="1753734"/>
              <a:ext cx="949194" cy="949194"/>
            </a:xfrm>
            <a:custGeom>
              <a:rect b="b" l="l" r="r" t="t"/>
              <a:pathLst>
                <a:path extrusionOk="0" h="949194" w="949194">
                  <a:moveTo>
                    <a:pt x="0" y="0"/>
                  </a:moveTo>
                  <a:lnTo>
                    <a:pt x="949195" y="0"/>
                  </a:lnTo>
                  <a:lnTo>
                    <a:pt x="949195" y="949195"/>
                  </a:lnTo>
                  <a:lnTo>
                    <a:pt x="0" y="949195"/>
                  </a:lnTo>
                  <a:lnTo>
                    <a:pt x="0" y="0"/>
                  </a:lnTo>
                  <a:close/>
                </a:path>
              </a:pathLst>
            </a:custGeom>
            <a:blipFill rotWithShape="1">
              <a:blip r:embed="rId25">
                <a:alphaModFix/>
              </a:blip>
              <a:stretch>
                <a:fillRect b="0" l="0" r="0" t="0"/>
              </a:stretch>
            </a:blipFill>
            <a:ln>
              <a:noFill/>
            </a:ln>
          </p:spPr>
        </p:sp>
        <p:sp>
          <p:nvSpPr>
            <p:cNvPr id="501" name="Google Shape;501;p26"/>
            <p:cNvSpPr/>
            <p:nvPr/>
          </p:nvSpPr>
          <p:spPr>
            <a:xfrm>
              <a:off x="6923841" y="3524236"/>
              <a:ext cx="1040268" cy="820866"/>
            </a:xfrm>
            <a:custGeom>
              <a:rect b="b" l="l" r="r" t="t"/>
              <a:pathLst>
                <a:path extrusionOk="0" h="820866" w="1040268">
                  <a:moveTo>
                    <a:pt x="0" y="0"/>
                  </a:moveTo>
                  <a:lnTo>
                    <a:pt x="1040268" y="0"/>
                  </a:lnTo>
                  <a:lnTo>
                    <a:pt x="1040268" y="820866"/>
                  </a:lnTo>
                  <a:lnTo>
                    <a:pt x="0" y="820866"/>
                  </a:lnTo>
                  <a:lnTo>
                    <a:pt x="0" y="0"/>
                  </a:lnTo>
                  <a:close/>
                </a:path>
              </a:pathLst>
            </a:custGeom>
            <a:blipFill rotWithShape="1">
              <a:blip r:embed="rId26">
                <a:alphaModFix/>
              </a:blip>
              <a:stretch>
                <a:fillRect b="0" l="0" r="0" t="0"/>
              </a:stretch>
            </a:blipFill>
            <a:ln>
              <a:noFill/>
            </a:ln>
          </p:spPr>
        </p:sp>
        <p:sp>
          <p:nvSpPr>
            <p:cNvPr id="502" name="Google Shape;502;p26"/>
            <p:cNvSpPr/>
            <p:nvPr/>
          </p:nvSpPr>
          <p:spPr>
            <a:xfrm>
              <a:off x="5329397" y="3562814"/>
              <a:ext cx="1072844" cy="645657"/>
            </a:xfrm>
            <a:custGeom>
              <a:rect b="b" l="l" r="r" t="t"/>
              <a:pathLst>
                <a:path extrusionOk="0" h="645657" w="1072844">
                  <a:moveTo>
                    <a:pt x="0" y="0"/>
                  </a:moveTo>
                  <a:lnTo>
                    <a:pt x="1072844" y="0"/>
                  </a:lnTo>
                  <a:lnTo>
                    <a:pt x="1072844" y="645657"/>
                  </a:lnTo>
                  <a:lnTo>
                    <a:pt x="0" y="645657"/>
                  </a:lnTo>
                  <a:lnTo>
                    <a:pt x="0" y="0"/>
                  </a:lnTo>
                  <a:close/>
                </a:path>
              </a:pathLst>
            </a:custGeom>
            <a:blipFill rotWithShape="1">
              <a:blip r:embed="rId27">
                <a:alphaModFix/>
              </a:blip>
              <a:stretch>
                <a:fillRect b="0" l="0" r="0" t="0"/>
              </a:stretch>
            </a:blipFill>
            <a:ln>
              <a:noFill/>
            </a:ln>
          </p:spPr>
        </p:sp>
        <p:sp>
          <p:nvSpPr>
            <p:cNvPr id="503" name="Google Shape;503;p26"/>
            <p:cNvSpPr/>
            <p:nvPr/>
          </p:nvSpPr>
          <p:spPr>
            <a:xfrm>
              <a:off x="2803422" y="3464186"/>
              <a:ext cx="882797" cy="940966"/>
            </a:xfrm>
            <a:custGeom>
              <a:rect b="b" l="l" r="r" t="t"/>
              <a:pathLst>
                <a:path extrusionOk="0" h="940966" w="882797">
                  <a:moveTo>
                    <a:pt x="0" y="0"/>
                  </a:moveTo>
                  <a:lnTo>
                    <a:pt x="882797" y="0"/>
                  </a:lnTo>
                  <a:lnTo>
                    <a:pt x="882797" y="940966"/>
                  </a:lnTo>
                  <a:lnTo>
                    <a:pt x="0" y="940966"/>
                  </a:lnTo>
                  <a:lnTo>
                    <a:pt x="0" y="0"/>
                  </a:lnTo>
                  <a:close/>
                </a:path>
              </a:pathLst>
            </a:custGeom>
            <a:blipFill rotWithShape="1">
              <a:blip r:embed="rId28">
                <a:alphaModFix/>
              </a:blip>
              <a:stretch>
                <a:fillRect b="0" l="0" r="0" t="0"/>
              </a:stretch>
            </a:blipFill>
            <a:ln>
              <a:noFill/>
            </a:ln>
          </p:spPr>
        </p:sp>
        <p:sp>
          <p:nvSpPr>
            <p:cNvPr id="504" name="Google Shape;504;p26"/>
            <p:cNvSpPr/>
            <p:nvPr/>
          </p:nvSpPr>
          <p:spPr>
            <a:xfrm>
              <a:off x="4207819" y="3475209"/>
              <a:ext cx="599979" cy="820866"/>
            </a:xfrm>
            <a:custGeom>
              <a:rect b="b" l="l" r="r" t="t"/>
              <a:pathLst>
                <a:path extrusionOk="0" h="820866" w="599979">
                  <a:moveTo>
                    <a:pt x="0" y="0"/>
                  </a:moveTo>
                  <a:lnTo>
                    <a:pt x="599978" y="0"/>
                  </a:lnTo>
                  <a:lnTo>
                    <a:pt x="599978" y="820866"/>
                  </a:lnTo>
                  <a:lnTo>
                    <a:pt x="0" y="820866"/>
                  </a:lnTo>
                  <a:lnTo>
                    <a:pt x="0" y="0"/>
                  </a:lnTo>
                  <a:close/>
                </a:path>
              </a:pathLst>
            </a:custGeom>
            <a:blipFill rotWithShape="1">
              <a:blip r:embed="rId29">
                <a:alphaModFix/>
              </a:blip>
              <a:stretch>
                <a:fillRect b="0" l="0" r="0" t="0"/>
              </a:stretch>
            </a:blipFill>
            <a:ln>
              <a:noFill/>
            </a:ln>
          </p:spPr>
        </p:sp>
        <p:sp>
          <p:nvSpPr>
            <p:cNvPr id="505" name="Google Shape;505;p26"/>
            <p:cNvSpPr/>
            <p:nvPr/>
          </p:nvSpPr>
          <p:spPr>
            <a:xfrm>
              <a:off x="1593085" y="3464186"/>
              <a:ext cx="686050" cy="940966"/>
            </a:xfrm>
            <a:custGeom>
              <a:rect b="b" l="l" r="r" t="t"/>
              <a:pathLst>
                <a:path extrusionOk="0" h="940966" w="686050">
                  <a:moveTo>
                    <a:pt x="0" y="0"/>
                  </a:moveTo>
                  <a:lnTo>
                    <a:pt x="686050" y="0"/>
                  </a:lnTo>
                  <a:lnTo>
                    <a:pt x="686050" y="940966"/>
                  </a:lnTo>
                  <a:lnTo>
                    <a:pt x="0" y="940966"/>
                  </a:lnTo>
                  <a:lnTo>
                    <a:pt x="0" y="0"/>
                  </a:lnTo>
                  <a:close/>
                </a:path>
              </a:pathLst>
            </a:custGeom>
            <a:blipFill rotWithShape="1">
              <a:blip r:embed="rId30">
                <a:alphaModFix/>
              </a:blip>
              <a:stretch>
                <a:fillRect b="0" l="0" r="0" t="0"/>
              </a:stretch>
            </a:blipFill>
            <a:ln>
              <a:noFill/>
            </a:ln>
          </p:spPr>
        </p:sp>
        <p:sp>
          <p:nvSpPr>
            <p:cNvPr id="506" name="Google Shape;506;p26"/>
            <p:cNvSpPr/>
            <p:nvPr/>
          </p:nvSpPr>
          <p:spPr>
            <a:xfrm>
              <a:off x="9833550" y="3524236"/>
              <a:ext cx="820866" cy="820866"/>
            </a:xfrm>
            <a:custGeom>
              <a:rect b="b" l="l" r="r" t="t"/>
              <a:pathLst>
                <a:path extrusionOk="0" h="820866" w="820866">
                  <a:moveTo>
                    <a:pt x="0" y="0"/>
                  </a:moveTo>
                  <a:lnTo>
                    <a:pt x="820866" y="0"/>
                  </a:lnTo>
                  <a:lnTo>
                    <a:pt x="820866" y="820866"/>
                  </a:lnTo>
                  <a:lnTo>
                    <a:pt x="0" y="820866"/>
                  </a:lnTo>
                  <a:lnTo>
                    <a:pt x="0" y="0"/>
                  </a:lnTo>
                  <a:close/>
                </a:path>
              </a:pathLst>
            </a:custGeom>
            <a:blipFill rotWithShape="1">
              <a:blip r:embed="rId31">
                <a:alphaModFix/>
              </a:blip>
              <a:stretch>
                <a:fillRect b="0" l="0" r="0" t="0"/>
              </a:stretch>
            </a:blipFill>
            <a:ln>
              <a:noFill/>
            </a:ln>
          </p:spPr>
        </p:sp>
        <p:sp>
          <p:nvSpPr>
            <p:cNvPr id="507" name="Google Shape;507;p26"/>
            <p:cNvSpPr/>
            <p:nvPr/>
          </p:nvSpPr>
          <p:spPr>
            <a:xfrm>
              <a:off x="8489740" y="3524236"/>
              <a:ext cx="820866" cy="820866"/>
            </a:xfrm>
            <a:custGeom>
              <a:rect b="b" l="l" r="r" t="t"/>
              <a:pathLst>
                <a:path extrusionOk="0" h="820866" w="820866">
                  <a:moveTo>
                    <a:pt x="0" y="0"/>
                  </a:moveTo>
                  <a:lnTo>
                    <a:pt x="820866" y="0"/>
                  </a:lnTo>
                  <a:lnTo>
                    <a:pt x="820866" y="820866"/>
                  </a:lnTo>
                  <a:lnTo>
                    <a:pt x="0" y="820866"/>
                  </a:lnTo>
                  <a:lnTo>
                    <a:pt x="0" y="0"/>
                  </a:lnTo>
                  <a:close/>
                </a:path>
              </a:pathLst>
            </a:custGeom>
            <a:blipFill rotWithShape="1">
              <a:blip r:embed="rId32">
                <a:alphaModFix/>
              </a:blip>
              <a:stretch>
                <a:fillRect b="0" l="0" r="0" t="0"/>
              </a:stretch>
            </a:blipFill>
            <a:ln>
              <a:noFill/>
            </a:ln>
          </p:spPr>
        </p:sp>
        <p:sp>
          <p:nvSpPr>
            <p:cNvPr id="508" name="Google Shape;508;p26"/>
            <p:cNvSpPr/>
            <p:nvPr/>
          </p:nvSpPr>
          <p:spPr>
            <a:xfrm>
              <a:off x="6889" y="3411045"/>
              <a:ext cx="1063252" cy="949194"/>
            </a:xfrm>
            <a:custGeom>
              <a:rect b="b" l="l" r="r" t="t"/>
              <a:pathLst>
                <a:path extrusionOk="0" h="949194" w="1063252">
                  <a:moveTo>
                    <a:pt x="0" y="0"/>
                  </a:moveTo>
                  <a:lnTo>
                    <a:pt x="1063253" y="0"/>
                  </a:lnTo>
                  <a:lnTo>
                    <a:pt x="1063253" y="949194"/>
                  </a:lnTo>
                  <a:lnTo>
                    <a:pt x="0" y="949194"/>
                  </a:lnTo>
                  <a:lnTo>
                    <a:pt x="0" y="0"/>
                  </a:lnTo>
                  <a:close/>
                </a:path>
              </a:pathLst>
            </a:custGeom>
            <a:blipFill rotWithShape="1">
              <a:blip r:embed="rId33">
                <a:alphaModFix/>
              </a:blip>
              <a:stretch>
                <a:fillRect b="0" l="0" r="0" t="0"/>
              </a:stretch>
            </a:blipFill>
            <a:ln>
              <a:noFill/>
            </a:ln>
          </p:spPr>
        </p:sp>
        <p:sp>
          <p:nvSpPr>
            <p:cNvPr id="509" name="Google Shape;509;p26"/>
            <p:cNvSpPr/>
            <p:nvPr/>
          </p:nvSpPr>
          <p:spPr>
            <a:xfrm>
              <a:off x="9631713" y="5281882"/>
              <a:ext cx="812619" cy="929190"/>
            </a:xfrm>
            <a:custGeom>
              <a:rect b="b" l="l" r="r" t="t"/>
              <a:pathLst>
                <a:path extrusionOk="0" h="929190" w="812619">
                  <a:moveTo>
                    <a:pt x="0" y="0"/>
                  </a:moveTo>
                  <a:lnTo>
                    <a:pt x="812619" y="0"/>
                  </a:lnTo>
                  <a:lnTo>
                    <a:pt x="812619" y="929191"/>
                  </a:lnTo>
                  <a:lnTo>
                    <a:pt x="0" y="929191"/>
                  </a:lnTo>
                  <a:lnTo>
                    <a:pt x="0" y="0"/>
                  </a:lnTo>
                  <a:close/>
                </a:path>
              </a:pathLst>
            </a:custGeom>
            <a:blipFill rotWithShape="1">
              <a:blip r:embed="rId34">
                <a:alphaModFix/>
              </a:blip>
              <a:stretch>
                <a:fillRect b="0" l="0" r="0" t="0"/>
              </a:stretch>
            </a:blipFill>
            <a:ln>
              <a:noFill/>
            </a:ln>
          </p:spPr>
        </p:sp>
        <p:sp>
          <p:nvSpPr>
            <p:cNvPr id="510" name="Google Shape;510;p26"/>
            <p:cNvSpPr/>
            <p:nvPr/>
          </p:nvSpPr>
          <p:spPr>
            <a:xfrm>
              <a:off x="8023115" y="5404062"/>
              <a:ext cx="978331" cy="684832"/>
            </a:xfrm>
            <a:custGeom>
              <a:rect b="b" l="l" r="r" t="t"/>
              <a:pathLst>
                <a:path extrusionOk="0" h="684832" w="978331">
                  <a:moveTo>
                    <a:pt x="0" y="0"/>
                  </a:moveTo>
                  <a:lnTo>
                    <a:pt x="978331" y="0"/>
                  </a:lnTo>
                  <a:lnTo>
                    <a:pt x="978331" y="684832"/>
                  </a:lnTo>
                  <a:lnTo>
                    <a:pt x="0" y="684832"/>
                  </a:lnTo>
                  <a:lnTo>
                    <a:pt x="0" y="0"/>
                  </a:lnTo>
                  <a:close/>
                </a:path>
              </a:pathLst>
            </a:custGeom>
            <a:blipFill rotWithShape="1">
              <a:blip r:embed="rId35">
                <a:alphaModFix/>
              </a:blip>
              <a:stretch>
                <a:fillRect b="0" l="0" r="0" t="0"/>
              </a:stretch>
            </a:blipFill>
            <a:ln>
              <a:noFill/>
            </a:ln>
          </p:spPr>
        </p:sp>
        <p:sp>
          <p:nvSpPr>
            <p:cNvPr id="511" name="Google Shape;511;p26"/>
            <p:cNvSpPr/>
            <p:nvPr/>
          </p:nvSpPr>
          <p:spPr>
            <a:xfrm>
              <a:off x="6547243" y="5404062"/>
              <a:ext cx="837017" cy="684832"/>
            </a:xfrm>
            <a:custGeom>
              <a:rect b="b" l="l" r="r" t="t"/>
              <a:pathLst>
                <a:path extrusionOk="0" h="684832" w="837017">
                  <a:moveTo>
                    <a:pt x="0" y="0"/>
                  </a:moveTo>
                  <a:lnTo>
                    <a:pt x="837016" y="0"/>
                  </a:lnTo>
                  <a:lnTo>
                    <a:pt x="837016" y="684832"/>
                  </a:lnTo>
                  <a:lnTo>
                    <a:pt x="0" y="684832"/>
                  </a:lnTo>
                  <a:lnTo>
                    <a:pt x="0" y="0"/>
                  </a:lnTo>
                  <a:close/>
                </a:path>
              </a:pathLst>
            </a:custGeom>
            <a:blipFill rotWithShape="1">
              <a:blip r:embed="rId36">
                <a:alphaModFix/>
              </a:blip>
              <a:stretch>
                <a:fillRect b="0" l="0" r="0" t="0"/>
              </a:stretch>
            </a:blipFill>
            <a:ln>
              <a:noFill/>
            </a:ln>
          </p:spPr>
        </p:sp>
        <p:sp>
          <p:nvSpPr>
            <p:cNvPr id="512" name="Google Shape;512;p26"/>
            <p:cNvSpPr/>
            <p:nvPr/>
          </p:nvSpPr>
          <p:spPr>
            <a:xfrm>
              <a:off x="4133904" y="5281882"/>
              <a:ext cx="467974" cy="929190"/>
            </a:xfrm>
            <a:custGeom>
              <a:rect b="b" l="l" r="r" t="t"/>
              <a:pathLst>
                <a:path extrusionOk="0" h="929190" w="467974">
                  <a:moveTo>
                    <a:pt x="0" y="0"/>
                  </a:moveTo>
                  <a:lnTo>
                    <a:pt x="467974" y="0"/>
                  </a:lnTo>
                  <a:lnTo>
                    <a:pt x="467974" y="929191"/>
                  </a:lnTo>
                  <a:lnTo>
                    <a:pt x="0" y="929191"/>
                  </a:lnTo>
                  <a:lnTo>
                    <a:pt x="0" y="0"/>
                  </a:lnTo>
                  <a:close/>
                </a:path>
              </a:pathLst>
            </a:custGeom>
            <a:blipFill rotWithShape="1">
              <a:blip r:embed="rId37">
                <a:alphaModFix/>
              </a:blip>
              <a:stretch>
                <a:fillRect b="0" l="0" r="0" t="0"/>
              </a:stretch>
            </a:blipFill>
            <a:ln>
              <a:noFill/>
            </a:ln>
          </p:spPr>
        </p:sp>
        <p:sp>
          <p:nvSpPr>
            <p:cNvPr id="513" name="Google Shape;513;p26"/>
            <p:cNvSpPr/>
            <p:nvPr/>
          </p:nvSpPr>
          <p:spPr>
            <a:xfrm>
              <a:off x="5232144" y="5404062"/>
              <a:ext cx="684832" cy="684832"/>
            </a:xfrm>
            <a:custGeom>
              <a:rect b="b" l="l" r="r" t="t"/>
              <a:pathLst>
                <a:path extrusionOk="0" h="684832" w="684832">
                  <a:moveTo>
                    <a:pt x="0" y="0"/>
                  </a:moveTo>
                  <a:lnTo>
                    <a:pt x="684832" y="0"/>
                  </a:lnTo>
                  <a:lnTo>
                    <a:pt x="684832" y="684832"/>
                  </a:lnTo>
                  <a:lnTo>
                    <a:pt x="0" y="684832"/>
                  </a:lnTo>
                  <a:lnTo>
                    <a:pt x="0" y="0"/>
                  </a:lnTo>
                  <a:close/>
                </a:path>
              </a:pathLst>
            </a:custGeom>
            <a:blipFill rotWithShape="1">
              <a:blip r:embed="rId38">
                <a:alphaModFix/>
              </a:blip>
              <a:stretch>
                <a:fillRect b="0" l="0" r="0" t="0"/>
              </a:stretch>
            </a:blipFill>
            <a:ln>
              <a:noFill/>
            </a:ln>
          </p:spPr>
        </p:sp>
        <p:sp>
          <p:nvSpPr>
            <p:cNvPr id="514" name="Google Shape;514;p26"/>
            <p:cNvSpPr/>
            <p:nvPr/>
          </p:nvSpPr>
          <p:spPr>
            <a:xfrm>
              <a:off x="0" y="5198418"/>
              <a:ext cx="589911" cy="1096119"/>
            </a:xfrm>
            <a:custGeom>
              <a:rect b="b" l="l" r="r" t="t"/>
              <a:pathLst>
                <a:path extrusionOk="0" h="1096119" w="589911">
                  <a:moveTo>
                    <a:pt x="0" y="0"/>
                  </a:moveTo>
                  <a:lnTo>
                    <a:pt x="589911" y="0"/>
                  </a:lnTo>
                  <a:lnTo>
                    <a:pt x="589911" y="1096119"/>
                  </a:lnTo>
                  <a:lnTo>
                    <a:pt x="0" y="1096119"/>
                  </a:lnTo>
                  <a:lnTo>
                    <a:pt x="0" y="0"/>
                  </a:lnTo>
                  <a:close/>
                </a:path>
              </a:pathLst>
            </a:custGeom>
            <a:blipFill rotWithShape="1">
              <a:blip r:embed="rId39">
                <a:alphaModFix/>
              </a:blip>
              <a:stretch>
                <a:fillRect b="0" l="0" r="0" t="0"/>
              </a:stretch>
            </a:blipFill>
            <a:ln>
              <a:noFill/>
            </a:ln>
          </p:spPr>
        </p:sp>
        <p:sp>
          <p:nvSpPr>
            <p:cNvPr id="515" name="Google Shape;515;p26"/>
            <p:cNvSpPr/>
            <p:nvPr/>
          </p:nvSpPr>
          <p:spPr>
            <a:xfrm>
              <a:off x="1221895" y="5198418"/>
              <a:ext cx="848994" cy="1096119"/>
            </a:xfrm>
            <a:custGeom>
              <a:rect b="b" l="l" r="r" t="t"/>
              <a:pathLst>
                <a:path extrusionOk="0" h="1096119" w="848994">
                  <a:moveTo>
                    <a:pt x="0" y="0"/>
                  </a:moveTo>
                  <a:lnTo>
                    <a:pt x="848994" y="0"/>
                  </a:lnTo>
                  <a:lnTo>
                    <a:pt x="848994" y="1096119"/>
                  </a:lnTo>
                  <a:lnTo>
                    <a:pt x="0" y="1096119"/>
                  </a:lnTo>
                  <a:lnTo>
                    <a:pt x="0" y="0"/>
                  </a:lnTo>
                  <a:close/>
                </a:path>
              </a:pathLst>
            </a:custGeom>
            <a:blipFill rotWithShape="1">
              <a:blip r:embed="rId40">
                <a:alphaModFix/>
              </a:blip>
              <a:stretch>
                <a:fillRect b="0" l="0" r="0" t="0"/>
              </a:stretch>
            </a:blipFill>
            <a:ln>
              <a:noFill/>
            </a:ln>
          </p:spPr>
        </p:sp>
        <p:sp>
          <p:nvSpPr>
            <p:cNvPr id="516" name="Google Shape;516;p26"/>
            <p:cNvSpPr/>
            <p:nvPr/>
          </p:nvSpPr>
          <p:spPr>
            <a:xfrm>
              <a:off x="2701155" y="5281882"/>
              <a:ext cx="802483" cy="929190"/>
            </a:xfrm>
            <a:custGeom>
              <a:rect b="b" l="l" r="r" t="t"/>
              <a:pathLst>
                <a:path extrusionOk="0" h="929190" w="802483">
                  <a:moveTo>
                    <a:pt x="0" y="0"/>
                  </a:moveTo>
                  <a:lnTo>
                    <a:pt x="802483" y="0"/>
                  </a:lnTo>
                  <a:lnTo>
                    <a:pt x="802483" y="929191"/>
                  </a:lnTo>
                  <a:lnTo>
                    <a:pt x="0" y="929191"/>
                  </a:lnTo>
                  <a:lnTo>
                    <a:pt x="0" y="0"/>
                  </a:lnTo>
                  <a:close/>
                </a:path>
              </a:pathLst>
            </a:custGeom>
            <a:blipFill rotWithShape="1">
              <a:blip r:embed="rId41">
                <a:alphaModFix/>
              </a:blip>
              <a:stretch>
                <a:fillRect b="0" l="0" r="0" t="0"/>
              </a:stretch>
            </a:blipFill>
            <a:ln>
              <a:noFill/>
            </a:ln>
          </p:spPr>
        </p:sp>
      </p:grpSp>
      <p:grpSp>
        <p:nvGrpSpPr>
          <p:cNvPr id="517" name="Google Shape;517;p26"/>
          <p:cNvGrpSpPr/>
          <p:nvPr/>
        </p:nvGrpSpPr>
        <p:grpSpPr>
          <a:xfrm>
            <a:off x="3832903" y="8078910"/>
            <a:ext cx="754204" cy="780719"/>
            <a:chOff x="0" y="-28575"/>
            <a:chExt cx="812800" cy="841375"/>
          </a:xfrm>
        </p:grpSpPr>
        <p:sp>
          <p:nvSpPr>
            <p:cNvPr id="518" name="Google Shape;518;p26"/>
            <p:cNvSpPr/>
            <p:nvPr/>
          </p:nvSpPr>
          <p:spPr>
            <a:xfrm>
              <a:off x="0" y="0"/>
              <a:ext cx="812800" cy="812800"/>
            </a:xfrm>
            <a:custGeom>
              <a:rect b="b" l="l" r="r" t="t"/>
              <a:pathLst>
                <a:path extrusionOk="0" h="812800" w="812800">
                  <a:moveTo>
                    <a:pt x="406400" y="0"/>
                  </a:moveTo>
                  <a:lnTo>
                    <a:pt x="406400" y="0"/>
                  </a:lnTo>
                  <a:cubicBezTo>
                    <a:pt x="630849" y="0"/>
                    <a:pt x="812800" y="181951"/>
                    <a:pt x="812800" y="406400"/>
                  </a:cubicBezTo>
                  <a:lnTo>
                    <a:pt x="812800" y="406400"/>
                  </a:lnTo>
                  <a:cubicBezTo>
                    <a:pt x="812800" y="630849"/>
                    <a:pt x="630849" y="812800"/>
                    <a:pt x="406400" y="812800"/>
                  </a:cubicBezTo>
                  <a:lnTo>
                    <a:pt x="406400" y="812800"/>
                  </a:lnTo>
                  <a:cubicBezTo>
                    <a:pt x="181951" y="812800"/>
                    <a:pt x="0" y="630849"/>
                    <a:pt x="0" y="406400"/>
                  </a:cubicBezTo>
                  <a:lnTo>
                    <a:pt x="0" y="406400"/>
                  </a:lnTo>
                  <a:cubicBezTo>
                    <a:pt x="0" y="181951"/>
                    <a:pt x="181951" y="0"/>
                    <a:pt x="406400" y="0"/>
                  </a:cubicBezTo>
                  <a:close/>
                </a:path>
              </a:pathLst>
            </a:custGeom>
            <a:solidFill>
              <a:srgbClr val="101010"/>
            </a:solidFill>
            <a:ln cap="rnd" cmpd="sng" w="381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6"/>
            <p:cNvSpPr txBox="1"/>
            <p:nvPr/>
          </p:nvSpPr>
          <p:spPr>
            <a:xfrm>
              <a:off x="0" y="-28575"/>
              <a:ext cx="812800" cy="841375"/>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520" name="Google Shape;520;p26"/>
          <p:cNvSpPr txBox="1"/>
          <p:nvPr/>
        </p:nvSpPr>
        <p:spPr>
          <a:xfrm>
            <a:off x="3599318" y="8992602"/>
            <a:ext cx="1221374" cy="170942"/>
          </a:xfrm>
          <a:prstGeom prst="rect">
            <a:avLst/>
          </a:prstGeom>
          <a:noFill/>
          <a:ln>
            <a:noFill/>
          </a:ln>
        </p:spPr>
        <p:txBody>
          <a:bodyPr anchorCtr="0" anchor="t" bIns="0" lIns="0" spcFirstLastPara="1" rIns="0" wrap="square" tIns="0">
            <a:spAutoFit/>
          </a:bodyPr>
          <a:lstStyle/>
          <a:p>
            <a:pPr indent="0" lvl="0" marL="0" marR="0" rtl="0" algn="ctr">
              <a:lnSpc>
                <a:spcPct val="103000"/>
              </a:lnSpc>
              <a:spcBef>
                <a:spcPts val="0"/>
              </a:spcBef>
              <a:spcAft>
                <a:spcPts val="0"/>
              </a:spcAft>
              <a:buNone/>
            </a:pPr>
            <a:r>
              <a:rPr b="1" i="0" lang="en-US" sz="1300" u="none" cap="none" strike="noStrike">
                <a:solidFill>
                  <a:srgbClr val="FFFFFF"/>
                </a:solidFill>
                <a:latin typeface="Inter"/>
                <a:ea typeface="Inter"/>
                <a:cs typeface="Inter"/>
                <a:sym typeface="Inter"/>
              </a:rPr>
              <a:t>#101010</a:t>
            </a:r>
            <a:endParaRPr/>
          </a:p>
        </p:txBody>
      </p:sp>
    </p:spTree>
  </p:cSld>
  <p:clrMapOvr>
    <a:masterClrMapping/>
  </p:clrMapOvr>
  <p:transition spd="slow">
    <p:fade/>
  </p:transition>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24" name="Shape 524"/>
        <p:cNvGrpSpPr/>
        <p:nvPr/>
      </p:nvGrpSpPr>
      <p:grpSpPr>
        <a:xfrm>
          <a:off x="0" y="0"/>
          <a:ext cx="0" cy="0"/>
          <a:chOff x="0" y="0"/>
          <a:chExt cx="0" cy="0"/>
        </a:xfrm>
      </p:grpSpPr>
      <p:grpSp>
        <p:nvGrpSpPr>
          <p:cNvPr id="525" name="Google Shape;525;p27"/>
          <p:cNvGrpSpPr/>
          <p:nvPr/>
        </p:nvGrpSpPr>
        <p:grpSpPr>
          <a:xfrm>
            <a:off x="5995272" y="2401409"/>
            <a:ext cx="6297456" cy="2611613"/>
            <a:chOff x="0" y="-28575"/>
            <a:chExt cx="1658589" cy="687832"/>
          </a:xfrm>
        </p:grpSpPr>
        <p:sp>
          <p:nvSpPr>
            <p:cNvPr id="526" name="Google Shape;526;p27"/>
            <p:cNvSpPr/>
            <p:nvPr/>
          </p:nvSpPr>
          <p:spPr>
            <a:xfrm>
              <a:off x="0" y="0"/>
              <a:ext cx="1658589" cy="659257"/>
            </a:xfrm>
            <a:custGeom>
              <a:rect b="b" l="l" r="r" t="t"/>
              <a:pathLst>
                <a:path extrusionOk="0" h="659257" w="1658589">
                  <a:moveTo>
                    <a:pt x="29505" y="0"/>
                  </a:moveTo>
                  <a:lnTo>
                    <a:pt x="1629084" y="0"/>
                  </a:lnTo>
                  <a:cubicBezTo>
                    <a:pt x="1636910" y="0"/>
                    <a:pt x="1644414" y="3109"/>
                    <a:pt x="1649948" y="8642"/>
                  </a:cubicBezTo>
                  <a:cubicBezTo>
                    <a:pt x="1655481" y="14175"/>
                    <a:pt x="1658589" y="21680"/>
                    <a:pt x="1658589" y="29505"/>
                  </a:cubicBezTo>
                  <a:lnTo>
                    <a:pt x="1658589" y="629752"/>
                  </a:lnTo>
                  <a:cubicBezTo>
                    <a:pt x="1658589" y="637577"/>
                    <a:pt x="1655481" y="645082"/>
                    <a:pt x="1649948" y="650615"/>
                  </a:cubicBezTo>
                  <a:cubicBezTo>
                    <a:pt x="1644414" y="656149"/>
                    <a:pt x="1636910" y="659257"/>
                    <a:pt x="1629084" y="659257"/>
                  </a:cubicBezTo>
                  <a:lnTo>
                    <a:pt x="29505" y="659257"/>
                  </a:lnTo>
                  <a:cubicBezTo>
                    <a:pt x="21680" y="659257"/>
                    <a:pt x="14175" y="656149"/>
                    <a:pt x="8642" y="650615"/>
                  </a:cubicBezTo>
                  <a:cubicBezTo>
                    <a:pt x="3109" y="645082"/>
                    <a:pt x="0" y="637577"/>
                    <a:pt x="0" y="629752"/>
                  </a:cubicBezTo>
                  <a:lnTo>
                    <a:pt x="0" y="29505"/>
                  </a:lnTo>
                  <a:cubicBezTo>
                    <a:pt x="0" y="21680"/>
                    <a:pt x="3109" y="14175"/>
                    <a:pt x="8642" y="8642"/>
                  </a:cubicBezTo>
                  <a:cubicBezTo>
                    <a:pt x="14175" y="3109"/>
                    <a:pt x="21680" y="0"/>
                    <a:pt x="29505" y="0"/>
                  </a:cubicBezTo>
                  <a:close/>
                </a:path>
              </a:pathLst>
            </a:custGeom>
            <a:solidFill>
              <a:srgbClr val="000000">
                <a:alpha val="0"/>
              </a:srgbClr>
            </a:solidFill>
            <a:ln cap="rnd" cmpd="sng" w="1905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7"/>
            <p:cNvSpPr txBox="1"/>
            <p:nvPr/>
          </p:nvSpPr>
          <p:spPr>
            <a:xfrm>
              <a:off x="0" y="-28575"/>
              <a:ext cx="1658589" cy="687832"/>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28" name="Google Shape;528;p27"/>
          <p:cNvGrpSpPr/>
          <p:nvPr/>
        </p:nvGrpSpPr>
        <p:grpSpPr>
          <a:xfrm>
            <a:off x="5995272" y="5476026"/>
            <a:ext cx="6297456" cy="2611613"/>
            <a:chOff x="0" y="-28575"/>
            <a:chExt cx="1658589" cy="687832"/>
          </a:xfrm>
        </p:grpSpPr>
        <p:sp>
          <p:nvSpPr>
            <p:cNvPr id="529" name="Google Shape;529;p27"/>
            <p:cNvSpPr/>
            <p:nvPr/>
          </p:nvSpPr>
          <p:spPr>
            <a:xfrm>
              <a:off x="0" y="0"/>
              <a:ext cx="1658589" cy="659257"/>
            </a:xfrm>
            <a:custGeom>
              <a:rect b="b" l="l" r="r" t="t"/>
              <a:pathLst>
                <a:path extrusionOk="0" h="659257" w="1658589">
                  <a:moveTo>
                    <a:pt x="29505" y="0"/>
                  </a:moveTo>
                  <a:lnTo>
                    <a:pt x="1629084" y="0"/>
                  </a:lnTo>
                  <a:cubicBezTo>
                    <a:pt x="1636910" y="0"/>
                    <a:pt x="1644414" y="3109"/>
                    <a:pt x="1649948" y="8642"/>
                  </a:cubicBezTo>
                  <a:cubicBezTo>
                    <a:pt x="1655481" y="14175"/>
                    <a:pt x="1658589" y="21680"/>
                    <a:pt x="1658589" y="29505"/>
                  </a:cubicBezTo>
                  <a:lnTo>
                    <a:pt x="1658589" y="629752"/>
                  </a:lnTo>
                  <a:cubicBezTo>
                    <a:pt x="1658589" y="637577"/>
                    <a:pt x="1655481" y="645082"/>
                    <a:pt x="1649948" y="650615"/>
                  </a:cubicBezTo>
                  <a:cubicBezTo>
                    <a:pt x="1644414" y="656149"/>
                    <a:pt x="1636910" y="659257"/>
                    <a:pt x="1629084" y="659257"/>
                  </a:cubicBezTo>
                  <a:lnTo>
                    <a:pt x="29505" y="659257"/>
                  </a:lnTo>
                  <a:cubicBezTo>
                    <a:pt x="21680" y="659257"/>
                    <a:pt x="14175" y="656149"/>
                    <a:pt x="8642" y="650615"/>
                  </a:cubicBezTo>
                  <a:cubicBezTo>
                    <a:pt x="3109" y="645082"/>
                    <a:pt x="0" y="637577"/>
                    <a:pt x="0" y="629752"/>
                  </a:cubicBezTo>
                  <a:lnTo>
                    <a:pt x="0" y="29505"/>
                  </a:lnTo>
                  <a:cubicBezTo>
                    <a:pt x="0" y="21680"/>
                    <a:pt x="3109" y="14175"/>
                    <a:pt x="8642" y="8642"/>
                  </a:cubicBezTo>
                  <a:cubicBezTo>
                    <a:pt x="14175" y="3109"/>
                    <a:pt x="21680" y="0"/>
                    <a:pt x="29505" y="0"/>
                  </a:cubicBezTo>
                  <a:close/>
                </a:path>
              </a:pathLst>
            </a:custGeom>
            <a:solidFill>
              <a:srgbClr val="000000">
                <a:alpha val="0"/>
              </a:srgbClr>
            </a:solidFill>
            <a:ln cap="rnd" cmpd="sng" w="1905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7"/>
            <p:cNvSpPr txBox="1"/>
            <p:nvPr/>
          </p:nvSpPr>
          <p:spPr>
            <a:xfrm>
              <a:off x="0" y="-28575"/>
              <a:ext cx="1658589" cy="687832"/>
            </a:xfrm>
            <a:prstGeom prst="rect">
              <a:avLst/>
            </a:prstGeom>
            <a:noFill/>
            <a:ln>
              <a:noFill/>
            </a:ln>
          </p:spPr>
          <p:txBody>
            <a:bodyPr anchorCtr="0" anchor="ctr" bIns="50800" lIns="50800" spcFirstLastPara="1" rIns="50800" wrap="square" tIns="50800">
              <a:noAutofit/>
            </a:bodyPr>
            <a:lstStyle/>
            <a:p>
              <a:pPr indent="0" lvl="0" marL="0" marR="0" rtl="0" algn="ctr">
                <a:lnSpc>
                  <a:spcPct val="136944"/>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531" name="Google Shape;531;p27"/>
          <p:cNvSpPr txBox="1"/>
          <p:nvPr/>
        </p:nvSpPr>
        <p:spPr>
          <a:xfrm>
            <a:off x="3377480" y="1642941"/>
            <a:ext cx="11533039" cy="327787"/>
          </a:xfrm>
          <a:prstGeom prst="rect">
            <a:avLst/>
          </a:prstGeom>
          <a:noFill/>
          <a:ln>
            <a:noFill/>
          </a:ln>
        </p:spPr>
        <p:txBody>
          <a:bodyPr anchorCtr="0" anchor="t" bIns="0" lIns="0" spcFirstLastPara="1" rIns="0" wrap="square" tIns="0">
            <a:spAutoFit/>
          </a:bodyPr>
          <a:lstStyle/>
          <a:p>
            <a:pPr indent="0" lvl="1" marL="0" marR="0" rtl="0" algn="ctr">
              <a:lnSpc>
                <a:spcPct val="122010"/>
              </a:lnSpc>
              <a:spcBef>
                <a:spcPts val="0"/>
              </a:spcBef>
              <a:spcAft>
                <a:spcPts val="0"/>
              </a:spcAft>
              <a:buNone/>
            </a:pPr>
            <a:r>
              <a:rPr b="0" i="0" lang="en-US" sz="2199" u="none" cap="none" strike="noStrike">
                <a:solidFill>
                  <a:srgbClr val="FFFFFF"/>
                </a:solidFill>
                <a:latin typeface="Inter"/>
                <a:ea typeface="Inter"/>
                <a:cs typeface="Inter"/>
                <a:sym typeface="Inter"/>
              </a:rPr>
              <a:t>This presentation template is free for everyone to use thanks to the following:</a:t>
            </a:r>
            <a:endParaRPr/>
          </a:p>
        </p:txBody>
      </p:sp>
      <p:sp>
        <p:nvSpPr>
          <p:cNvPr id="532" name="Google Shape;532;p27"/>
          <p:cNvSpPr txBox="1"/>
          <p:nvPr/>
        </p:nvSpPr>
        <p:spPr>
          <a:xfrm>
            <a:off x="7108732" y="8827262"/>
            <a:ext cx="4070535" cy="440563"/>
          </a:xfrm>
          <a:prstGeom prst="rect">
            <a:avLst/>
          </a:prstGeom>
          <a:noFill/>
          <a:ln>
            <a:noFill/>
          </a:ln>
        </p:spPr>
        <p:txBody>
          <a:bodyPr anchorCtr="0" anchor="t" bIns="0" lIns="0" spcFirstLastPara="1" rIns="0" wrap="square" tIns="0">
            <a:spAutoFit/>
          </a:bodyPr>
          <a:lstStyle/>
          <a:p>
            <a:pPr indent="0" lvl="1" marL="0" marR="0" rtl="0" algn="ctr">
              <a:lnSpc>
                <a:spcPct val="122007"/>
              </a:lnSpc>
              <a:spcBef>
                <a:spcPts val="0"/>
              </a:spcBef>
              <a:spcAft>
                <a:spcPts val="0"/>
              </a:spcAft>
              <a:buNone/>
            </a:pPr>
            <a:r>
              <a:rPr b="1" i="0" lang="en-US" sz="2799" u="none" cap="none" strike="noStrike">
                <a:solidFill>
                  <a:srgbClr val="FFFFFF"/>
                </a:solidFill>
                <a:latin typeface="Inter"/>
                <a:ea typeface="Inter"/>
                <a:cs typeface="Inter"/>
                <a:sym typeface="Inter"/>
              </a:rPr>
              <a:t>Happy designing!</a:t>
            </a:r>
            <a:endParaRPr/>
          </a:p>
        </p:txBody>
      </p:sp>
      <p:sp>
        <p:nvSpPr>
          <p:cNvPr id="533" name="Google Shape;533;p27"/>
          <p:cNvSpPr txBox="1"/>
          <p:nvPr/>
        </p:nvSpPr>
        <p:spPr>
          <a:xfrm>
            <a:off x="4210005" y="4348265"/>
            <a:ext cx="9867990" cy="309245"/>
          </a:xfrm>
          <a:prstGeom prst="rect">
            <a:avLst/>
          </a:prstGeom>
          <a:noFill/>
          <a:ln>
            <a:noFill/>
          </a:ln>
        </p:spPr>
        <p:txBody>
          <a:bodyPr anchorCtr="0" anchor="t" bIns="0" lIns="0" spcFirstLastPara="1" rIns="0" wrap="square" tIns="0">
            <a:spAutoFit/>
          </a:bodyPr>
          <a:lstStyle/>
          <a:p>
            <a:pPr indent="0" lvl="1" marL="0" marR="0" rtl="0" algn="ctr">
              <a:lnSpc>
                <a:spcPct val="122000"/>
              </a:lnSpc>
              <a:spcBef>
                <a:spcPts val="0"/>
              </a:spcBef>
              <a:spcAft>
                <a:spcPts val="0"/>
              </a:spcAft>
              <a:buNone/>
            </a:pPr>
            <a:r>
              <a:rPr b="0" i="0" lang="en-US" sz="2000" u="none" cap="none" strike="noStrike">
                <a:solidFill>
                  <a:srgbClr val="FFFFFF"/>
                </a:solidFill>
                <a:latin typeface="Inter"/>
                <a:ea typeface="Inter"/>
                <a:cs typeface="Inter"/>
                <a:sym typeface="Inter"/>
              </a:rPr>
              <a:t>for the presentation template</a:t>
            </a:r>
            <a:endParaRPr/>
          </a:p>
        </p:txBody>
      </p:sp>
      <p:sp>
        <p:nvSpPr>
          <p:cNvPr id="534" name="Google Shape;534;p27"/>
          <p:cNvSpPr txBox="1"/>
          <p:nvPr/>
        </p:nvSpPr>
        <p:spPr>
          <a:xfrm>
            <a:off x="4210005" y="7052773"/>
            <a:ext cx="9867990" cy="309245"/>
          </a:xfrm>
          <a:prstGeom prst="rect">
            <a:avLst/>
          </a:prstGeom>
          <a:noFill/>
          <a:ln>
            <a:noFill/>
          </a:ln>
        </p:spPr>
        <p:txBody>
          <a:bodyPr anchorCtr="0" anchor="t" bIns="0" lIns="0" spcFirstLastPara="1" rIns="0" wrap="square" tIns="0">
            <a:spAutoFit/>
          </a:bodyPr>
          <a:lstStyle/>
          <a:p>
            <a:pPr indent="0" lvl="1" marL="0" marR="0" rtl="0" algn="ctr">
              <a:lnSpc>
                <a:spcPct val="122000"/>
              </a:lnSpc>
              <a:spcBef>
                <a:spcPts val="0"/>
              </a:spcBef>
              <a:spcAft>
                <a:spcPts val="0"/>
              </a:spcAft>
              <a:buNone/>
            </a:pPr>
            <a:r>
              <a:rPr b="0" i="0" lang="en-US" sz="2000" u="none" cap="none" strike="noStrike">
                <a:solidFill>
                  <a:srgbClr val="FFFFFF"/>
                </a:solidFill>
                <a:latin typeface="Inter"/>
                <a:ea typeface="Inter"/>
                <a:cs typeface="Inter"/>
                <a:sym typeface="Inter"/>
              </a:rPr>
              <a:t>for the photos</a:t>
            </a:r>
            <a:endParaRPr/>
          </a:p>
        </p:txBody>
      </p:sp>
      <p:sp>
        <p:nvSpPr>
          <p:cNvPr id="535" name="Google Shape;535;p27"/>
          <p:cNvSpPr txBox="1"/>
          <p:nvPr/>
        </p:nvSpPr>
        <p:spPr>
          <a:xfrm>
            <a:off x="5469973" y="740799"/>
            <a:ext cx="7348055" cy="75184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5600" u="none" cap="none" strike="noStrike">
                <a:solidFill>
                  <a:srgbClr val="FFFFFF"/>
                </a:solidFill>
                <a:latin typeface="Inter"/>
                <a:ea typeface="Inter"/>
                <a:cs typeface="Inter"/>
                <a:sym typeface="Inter"/>
              </a:rPr>
              <a:t>Credits</a:t>
            </a:r>
            <a:endParaRPr/>
          </a:p>
        </p:txBody>
      </p:sp>
      <p:sp>
        <p:nvSpPr>
          <p:cNvPr id="536" name="Google Shape;536;p27"/>
          <p:cNvSpPr txBox="1"/>
          <p:nvPr/>
        </p:nvSpPr>
        <p:spPr>
          <a:xfrm>
            <a:off x="6110027" y="6320306"/>
            <a:ext cx="6067945" cy="624517"/>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4712" u="none" cap="none" strike="noStrike">
                <a:solidFill>
                  <a:srgbClr val="FFFFFF"/>
                </a:solidFill>
                <a:latin typeface="Inter"/>
                <a:ea typeface="Inter"/>
                <a:cs typeface="Inter"/>
                <a:sym typeface="Inter"/>
              </a:rPr>
              <a:t>Pexels, Pixabay</a:t>
            </a:r>
            <a:endParaRPr/>
          </a:p>
        </p:txBody>
      </p:sp>
      <p:pic>
        <p:nvPicPr>
          <p:cNvPr id="537" name="Google Shape;537;p27"/>
          <p:cNvPicPr preferRelativeResize="0"/>
          <p:nvPr/>
        </p:nvPicPr>
        <p:blipFill>
          <a:blip r:embed="rId3">
            <a:alphaModFix/>
          </a:blip>
          <a:stretch>
            <a:fillRect/>
          </a:stretch>
        </p:blipFill>
        <p:spPr>
          <a:xfrm>
            <a:off x="6757843" y="2940941"/>
            <a:ext cx="4774145" cy="1206100"/>
          </a:xfrm>
          <a:prstGeom prst="rect">
            <a:avLst/>
          </a:prstGeom>
          <a:noFill/>
          <a:ln>
            <a:noFill/>
          </a:ln>
        </p:spPr>
      </p:pic>
    </p:spTree>
  </p:cSld>
  <p:clrMapOvr>
    <a:masterClrMapping/>
  </p:clrMapOvr>
  <p:transition spd="slow">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80" name="Google Shape;80;p7"/>
          <p:cNvGrpSpPr/>
          <p:nvPr/>
        </p:nvGrpSpPr>
        <p:grpSpPr>
          <a:xfrm>
            <a:off x="512133" y="507760"/>
            <a:ext cx="17263734" cy="9271481"/>
            <a:chOff x="0" y="0"/>
            <a:chExt cx="4546827" cy="2441871"/>
          </a:xfrm>
        </p:grpSpPr>
        <p:sp>
          <p:nvSpPr>
            <p:cNvPr id="81" name="Google Shape;81;p7"/>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7"/>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83" name="Google Shape;83;p7"/>
          <p:cNvSpPr txBox="1"/>
          <p:nvPr/>
        </p:nvSpPr>
        <p:spPr>
          <a:xfrm>
            <a:off x="1028700" y="3973825"/>
            <a:ext cx="9127500" cy="23643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None/>
            </a:pPr>
            <a:r>
              <a:t>Meridian Consulting Group</a:t>
            </a:r>
            <a:endParaRPr/>
          </a:p>
        </p:txBody>
      </p:sp>
      <p:pic>
        <p:nvPicPr>
          <p:cNvPr id="84" name="Google Shape;84;p7"/>
          <p:cNvPicPr preferRelativeResize="0"/>
          <p:nvPr/>
        </p:nvPicPr>
        <p:blipFill>
          <a:blip r:embed="rId3">
            <a:alphaModFix/>
          </a:blip>
          <a:stretch>
            <a:fillRect/>
          </a:stretch>
        </p:blipFill>
        <p:spPr>
          <a:xfrm>
            <a:off x="7941925" y="507750"/>
            <a:ext cx="9833952" cy="9262930"/>
          </a:xfrm>
          <a:prstGeom prst="rect">
            <a:avLst/>
          </a:prstGeom>
          <a:noFill/>
          <a:ln>
            <a:noFill/>
          </a:ln>
        </p:spPr>
      </p:pic>
      <p:sp>
        <p:nvSpPr>
          <p:cNvPr id="85" name="Google Shape;85;p7"/>
          <p:cNvSpPr txBox="1"/>
          <p:nvPr/>
        </p:nvSpPr>
        <p:spPr>
          <a:xfrm>
            <a:off x="1104900" y="6756408"/>
            <a:ext cx="6604355" cy="3276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t>FY2025 Annual Performance Review</a:t>
            </a:r>
            <a:endParaRPr/>
          </a:p>
          <a:p>
            <a:r>
              <a:t>Executive Leadership Team</a:t>
            </a:r>
          </a:p>
          <a:p>
            <a:r>
              <a:t>May 29, 2026 · 30 minutes</a:t>
            </a:r>
          </a:p>
        </p:txBody>
      </p:sp>
      <p:sp>
        <p:nvSpPr>
          <p:cNvPr id="86" name="Google Shape;86;p7"/>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36" name="Google Shape;336;p20"/>
          <p:cNvGrpSpPr/>
          <p:nvPr/>
        </p:nvGrpSpPr>
        <p:grpSpPr>
          <a:xfrm>
            <a:off x="512133" y="3512547"/>
            <a:ext cx="8251450" cy="6266694"/>
            <a:chOff x="0" y="0"/>
            <a:chExt cx="2173221" cy="1650487"/>
          </a:xfrm>
        </p:grpSpPr>
        <p:sp>
          <p:nvSpPr>
            <p:cNvPr id="337" name="Google Shape;337;p20"/>
            <p:cNvSpPr/>
            <p:nvPr/>
          </p:nvSpPr>
          <p:spPr>
            <a:xfrm>
              <a:off x="0" y="0"/>
              <a:ext cx="2173221" cy="1650487"/>
            </a:xfrm>
            <a:custGeom>
              <a:rect b="b" l="l" r="r" t="t"/>
              <a:pathLst>
                <a:path extrusionOk="0" h="1650487" w="2173221">
                  <a:moveTo>
                    <a:pt x="47851" y="0"/>
                  </a:moveTo>
                  <a:lnTo>
                    <a:pt x="2125371" y="0"/>
                  </a:lnTo>
                  <a:cubicBezTo>
                    <a:pt x="2151798" y="0"/>
                    <a:pt x="2173221" y="21424"/>
                    <a:pt x="2173221" y="47851"/>
                  </a:cubicBezTo>
                  <a:lnTo>
                    <a:pt x="2173221" y="1602636"/>
                  </a:lnTo>
                  <a:cubicBezTo>
                    <a:pt x="2173221" y="1615327"/>
                    <a:pt x="2168180" y="1627498"/>
                    <a:pt x="2159206" y="1636472"/>
                  </a:cubicBezTo>
                  <a:cubicBezTo>
                    <a:pt x="2150233" y="1645446"/>
                    <a:pt x="2138062" y="1650487"/>
                    <a:pt x="2125371" y="1650487"/>
                  </a:cubicBezTo>
                  <a:lnTo>
                    <a:pt x="47851" y="1650487"/>
                  </a:lnTo>
                  <a:cubicBezTo>
                    <a:pt x="35160" y="1650487"/>
                    <a:pt x="22989" y="1645446"/>
                    <a:pt x="14015" y="1636472"/>
                  </a:cubicBezTo>
                  <a:cubicBezTo>
                    <a:pt x="5041" y="1627498"/>
                    <a:pt x="0" y="1615327"/>
                    <a:pt x="0" y="1602636"/>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txBox="1"/>
            <p:nvPr/>
          </p:nvSpPr>
          <p:spPr>
            <a:xfrm>
              <a:off x="0" y="28575"/>
              <a:ext cx="2173221" cy="162191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39" name="Google Shape;339;p20"/>
          <p:cNvSpPr txBox="1"/>
          <p:nvPr/>
        </p:nvSpPr>
        <p:spPr>
          <a:xfrm>
            <a:off x="1028700" y="4801853"/>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t>1. Executive Summary</a:t>
            </a:r>
            <a:endParaRPr/>
          </a:p>
          <a:p>
            <a:r>
              <a:t>2. Financial Performance</a:t>
            </a:r>
          </a:p>
          <a:p>
            <a:r>
              <a:t>3. Project Delivery Quality</a:t>
            </a:r>
          </a:p>
          <a:p>
            <a:r>
              <a:t>4. Client Health</a:t>
            </a:r>
          </a:p>
          <a:p>
            <a:r>
              <a:t>5. Active Pipeline &amp; Practice Capacity</a:t>
            </a:r>
          </a:p>
          <a:p>
            <a:r>
              <a:t>6. Strategic Priorities for FY2026</a:t>
            </a:r>
          </a:p>
        </p:txBody>
      </p:sp>
      <p:sp>
        <p:nvSpPr>
          <p:cNvPr id="340" name="Google Shape;340;p20"/>
          <p:cNvSpPr txBox="1"/>
          <p:nvPr/>
        </p:nvSpPr>
        <p:spPr>
          <a:xfrm>
            <a:off x="1028700" y="5321918"/>
            <a:ext cx="72183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Agenda</a:t>
            </a:r>
            <a:endParaRPr/>
          </a:p>
        </p:txBody>
      </p:sp>
      <p:grpSp>
        <p:nvGrpSpPr>
          <p:cNvPr id="341" name="Google Shape;341;p20"/>
          <p:cNvGrpSpPr/>
          <p:nvPr/>
        </p:nvGrpSpPr>
        <p:grpSpPr>
          <a:xfrm>
            <a:off x="9524417" y="507760"/>
            <a:ext cx="8251450" cy="4366144"/>
            <a:chOff x="0" y="0"/>
            <a:chExt cx="2173221" cy="1149931"/>
          </a:xfrm>
        </p:grpSpPr>
        <p:sp>
          <p:nvSpPr>
            <p:cNvPr id="342" name="Google Shape;342;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4" name="Google Shape;344;p20"/>
          <p:cNvGrpSpPr/>
          <p:nvPr/>
        </p:nvGrpSpPr>
        <p:grpSpPr>
          <a:xfrm>
            <a:off x="9524417" y="5413096"/>
            <a:ext cx="8251450" cy="4366144"/>
            <a:chOff x="0" y="0"/>
            <a:chExt cx="2173221" cy="1149931"/>
          </a:xfrm>
        </p:grpSpPr>
        <p:sp>
          <p:nvSpPr>
            <p:cNvPr id="345" name="Google Shape;345;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7" name="Google Shape;347;p20"/>
          <p:cNvGrpSpPr/>
          <p:nvPr/>
        </p:nvGrpSpPr>
        <p:grpSpPr>
          <a:xfrm>
            <a:off x="512133" y="507760"/>
            <a:ext cx="8251450" cy="2583745"/>
            <a:chOff x="0" y="0"/>
            <a:chExt cx="2173221" cy="680493"/>
          </a:xfrm>
        </p:grpSpPr>
        <p:sp>
          <p:nvSpPr>
            <p:cNvPr id="348" name="Google Shape;348;p20"/>
            <p:cNvSpPr/>
            <p:nvPr/>
          </p:nvSpPr>
          <p:spPr>
            <a:xfrm>
              <a:off x="0" y="0"/>
              <a:ext cx="2173221" cy="680493"/>
            </a:xfrm>
            <a:custGeom>
              <a:rect b="b" l="l" r="r" t="t"/>
              <a:pathLst>
                <a:path extrusionOk="0" h="680493" w="2173221">
                  <a:moveTo>
                    <a:pt x="47851" y="0"/>
                  </a:moveTo>
                  <a:lnTo>
                    <a:pt x="2125371" y="0"/>
                  </a:lnTo>
                  <a:cubicBezTo>
                    <a:pt x="2151798" y="0"/>
                    <a:pt x="2173221" y="21424"/>
                    <a:pt x="2173221" y="47851"/>
                  </a:cubicBezTo>
                  <a:lnTo>
                    <a:pt x="2173221" y="632642"/>
                  </a:lnTo>
                  <a:cubicBezTo>
                    <a:pt x="2173221" y="645333"/>
                    <a:pt x="2168180" y="657504"/>
                    <a:pt x="2159206" y="666477"/>
                  </a:cubicBezTo>
                  <a:cubicBezTo>
                    <a:pt x="2150233" y="675451"/>
                    <a:pt x="2138062" y="680493"/>
                    <a:pt x="2125371" y="680493"/>
                  </a:cubicBezTo>
                  <a:lnTo>
                    <a:pt x="47851" y="680493"/>
                  </a:lnTo>
                  <a:cubicBezTo>
                    <a:pt x="35160" y="680493"/>
                    <a:pt x="22989" y="675451"/>
                    <a:pt x="14015" y="666477"/>
                  </a:cubicBezTo>
                  <a:cubicBezTo>
                    <a:pt x="5041" y="657504"/>
                    <a:pt x="0" y="645333"/>
                    <a:pt x="0" y="632642"/>
                  </a:cubicBezTo>
                  <a:lnTo>
                    <a:pt x="0" y="47851"/>
                  </a:lnTo>
                  <a:cubicBezTo>
                    <a:pt x="0" y="35160"/>
                    <a:pt x="5041" y="22989"/>
                    <a:pt x="14015" y="14015"/>
                  </a:cubicBezTo>
                  <a:cubicBezTo>
                    <a:pt x="22989" y="5041"/>
                    <a:pt x="35160" y="0"/>
                    <a:pt x="4785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txBox="1"/>
            <p:nvPr/>
          </p:nvSpPr>
          <p:spPr>
            <a:xfrm>
              <a:off x="0" y="28575"/>
              <a:ext cx="2173221"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50" name="Google Shape;350;p20"/>
          <p:cNvSpPr txBox="1"/>
          <p:nvPr/>
        </p:nvSpPr>
        <p:spPr>
          <a:xfrm>
            <a:off x="759034" y="1200150"/>
            <a:ext cx="7757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endParaRPr/>
          </a:p>
        </p:txBody>
      </p:sp>
      <p:sp>
        <p:nvSpPr>
          <p:cNvPr id="351" name="Google Shape;351;p20"/>
          <p:cNvSpPr txBox="1"/>
          <p:nvPr/>
        </p:nvSpPr>
        <p:spPr>
          <a:xfrm>
            <a:off x="10040983" y="1380192"/>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2" name="Google Shape;352;p20"/>
          <p:cNvSpPr txBox="1"/>
          <p:nvPr/>
        </p:nvSpPr>
        <p:spPr>
          <a:xfrm>
            <a:off x="10040983" y="1900257"/>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
        <p:nvSpPr>
          <p:cNvPr id="353" name="Google Shape;353;p20"/>
          <p:cNvSpPr txBox="1"/>
          <p:nvPr/>
        </p:nvSpPr>
        <p:spPr>
          <a:xfrm>
            <a:off x="10040983" y="6285528"/>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4" name="Google Shape;354;p20"/>
          <p:cNvSpPr txBox="1"/>
          <p:nvPr/>
        </p:nvSpPr>
        <p:spPr>
          <a:xfrm>
            <a:off x="10040983" y="6805593"/>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36" name="Google Shape;336;p20"/>
          <p:cNvGrpSpPr/>
          <p:nvPr/>
        </p:nvGrpSpPr>
        <p:grpSpPr>
          <a:xfrm>
            <a:off x="512133" y="3512547"/>
            <a:ext cx="8251450" cy="6266694"/>
            <a:chOff x="0" y="0"/>
            <a:chExt cx="2173221" cy="1650487"/>
          </a:xfrm>
        </p:grpSpPr>
        <p:sp>
          <p:nvSpPr>
            <p:cNvPr id="337" name="Google Shape;337;p20"/>
            <p:cNvSpPr/>
            <p:nvPr/>
          </p:nvSpPr>
          <p:spPr>
            <a:xfrm>
              <a:off x="0" y="0"/>
              <a:ext cx="2173221" cy="1650487"/>
            </a:xfrm>
            <a:custGeom>
              <a:rect b="b" l="l" r="r" t="t"/>
              <a:pathLst>
                <a:path extrusionOk="0" h="1650487" w="2173221">
                  <a:moveTo>
                    <a:pt x="47851" y="0"/>
                  </a:moveTo>
                  <a:lnTo>
                    <a:pt x="2125371" y="0"/>
                  </a:lnTo>
                  <a:cubicBezTo>
                    <a:pt x="2151798" y="0"/>
                    <a:pt x="2173221" y="21424"/>
                    <a:pt x="2173221" y="47851"/>
                  </a:cubicBezTo>
                  <a:lnTo>
                    <a:pt x="2173221" y="1602636"/>
                  </a:lnTo>
                  <a:cubicBezTo>
                    <a:pt x="2173221" y="1615327"/>
                    <a:pt x="2168180" y="1627498"/>
                    <a:pt x="2159206" y="1636472"/>
                  </a:cubicBezTo>
                  <a:cubicBezTo>
                    <a:pt x="2150233" y="1645446"/>
                    <a:pt x="2138062" y="1650487"/>
                    <a:pt x="2125371" y="1650487"/>
                  </a:cubicBezTo>
                  <a:lnTo>
                    <a:pt x="47851" y="1650487"/>
                  </a:lnTo>
                  <a:cubicBezTo>
                    <a:pt x="35160" y="1650487"/>
                    <a:pt x="22989" y="1645446"/>
                    <a:pt x="14015" y="1636472"/>
                  </a:cubicBezTo>
                  <a:cubicBezTo>
                    <a:pt x="5041" y="1627498"/>
                    <a:pt x="0" y="1615327"/>
                    <a:pt x="0" y="1602636"/>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txBox="1"/>
            <p:nvPr/>
          </p:nvSpPr>
          <p:spPr>
            <a:xfrm>
              <a:off x="0" y="28575"/>
              <a:ext cx="2173221" cy="162191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39" name="Google Shape;339;p20"/>
          <p:cNvSpPr txBox="1"/>
          <p:nvPr/>
        </p:nvSpPr>
        <p:spPr>
          <a:xfrm>
            <a:off x="1028700" y="4801853"/>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a:t>Revenue:</a:t>
            </a:r>
            <a:r>
              <a:t> $43.7M (+13.0% YoY); margin held at 35.8% — third straight year of double-digit growth</a:t>
            </a:r>
            <a:endParaRPr/>
          </a:p>
          <a:p>
            <a:r>
              <a:rPr b="1"/>
              <a:t>Delivery:</a:t>
            </a:r>
            <a:r>
              <a:t> On-time completion fell to 54.8% (from 68.8%) — primary operational risk for FY2026</a:t>
            </a:r>
          </a:p>
          <a:p>
            <a:r>
              <a:rPr b="1"/>
              <a:t>Outlook:</a:t>
            </a:r>
            <a:r>
              <a:t> $48.5M backlog across 58 active projects; priority is converting growth into delivery consistency</a:t>
            </a:r>
          </a:p>
        </p:txBody>
      </p:sp>
      <p:sp>
        <p:nvSpPr>
          <p:cNvPr id="340" name="Google Shape;340;p20"/>
          <p:cNvSpPr txBox="1"/>
          <p:nvPr/>
        </p:nvSpPr>
        <p:spPr>
          <a:xfrm>
            <a:off x="1028700" y="5321918"/>
            <a:ext cx="72183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Executive Summary</a:t>
            </a:r>
            <a:endParaRPr/>
          </a:p>
        </p:txBody>
      </p:sp>
      <p:grpSp>
        <p:nvGrpSpPr>
          <p:cNvPr id="341" name="Google Shape;341;p20"/>
          <p:cNvGrpSpPr/>
          <p:nvPr/>
        </p:nvGrpSpPr>
        <p:grpSpPr>
          <a:xfrm>
            <a:off x="9524417" y="507760"/>
            <a:ext cx="8251450" cy="4366144"/>
            <a:chOff x="0" y="0"/>
            <a:chExt cx="2173221" cy="1149931"/>
          </a:xfrm>
        </p:grpSpPr>
        <p:sp>
          <p:nvSpPr>
            <p:cNvPr id="342" name="Google Shape;342;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4" name="Google Shape;344;p20"/>
          <p:cNvGrpSpPr/>
          <p:nvPr/>
        </p:nvGrpSpPr>
        <p:grpSpPr>
          <a:xfrm>
            <a:off x="9524417" y="5413096"/>
            <a:ext cx="8251450" cy="4366144"/>
            <a:chOff x="0" y="0"/>
            <a:chExt cx="2173221" cy="1149931"/>
          </a:xfrm>
        </p:grpSpPr>
        <p:sp>
          <p:nvSpPr>
            <p:cNvPr id="345" name="Google Shape;345;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7" name="Google Shape;347;p20"/>
          <p:cNvGrpSpPr/>
          <p:nvPr/>
        </p:nvGrpSpPr>
        <p:grpSpPr>
          <a:xfrm>
            <a:off x="512133" y="507760"/>
            <a:ext cx="8251450" cy="2583745"/>
            <a:chOff x="0" y="0"/>
            <a:chExt cx="2173221" cy="680493"/>
          </a:xfrm>
        </p:grpSpPr>
        <p:sp>
          <p:nvSpPr>
            <p:cNvPr id="348" name="Google Shape;348;p20"/>
            <p:cNvSpPr/>
            <p:nvPr/>
          </p:nvSpPr>
          <p:spPr>
            <a:xfrm>
              <a:off x="0" y="0"/>
              <a:ext cx="2173221" cy="680493"/>
            </a:xfrm>
            <a:custGeom>
              <a:rect b="b" l="l" r="r" t="t"/>
              <a:pathLst>
                <a:path extrusionOk="0" h="680493" w="2173221">
                  <a:moveTo>
                    <a:pt x="47851" y="0"/>
                  </a:moveTo>
                  <a:lnTo>
                    <a:pt x="2125371" y="0"/>
                  </a:lnTo>
                  <a:cubicBezTo>
                    <a:pt x="2151798" y="0"/>
                    <a:pt x="2173221" y="21424"/>
                    <a:pt x="2173221" y="47851"/>
                  </a:cubicBezTo>
                  <a:lnTo>
                    <a:pt x="2173221" y="632642"/>
                  </a:lnTo>
                  <a:cubicBezTo>
                    <a:pt x="2173221" y="645333"/>
                    <a:pt x="2168180" y="657504"/>
                    <a:pt x="2159206" y="666477"/>
                  </a:cubicBezTo>
                  <a:cubicBezTo>
                    <a:pt x="2150233" y="675451"/>
                    <a:pt x="2138062" y="680493"/>
                    <a:pt x="2125371" y="680493"/>
                  </a:cubicBezTo>
                  <a:lnTo>
                    <a:pt x="47851" y="680493"/>
                  </a:lnTo>
                  <a:cubicBezTo>
                    <a:pt x="35160" y="680493"/>
                    <a:pt x="22989" y="675451"/>
                    <a:pt x="14015" y="666477"/>
                  </a:cubicBezTo>
                  <a:cubicBezTo>
                    <a:pt x="5041" y="657504"/>
                    <a:pt x="0" y="645333"/>
                    <a:pt x="0" y="632642"/>
                  </a:cubicBezTo>
                  <a:lnTo>
                    <a:pt x="0" y="47851"/>
                  </a:lnTo>
                  <a:cubicBezTo>
                    <a:pt x="0" y="35160"/>
                    <a:pt x="5041" y="22989"/>
                    <a:pt x="14015" y="14015"/>
                  </a:cubicBezTo>
                  <a:cubicBezTo>
                    <a:pt x="22989" y="5041"/>
                    <a:pt x="35160" y="0"/>
                    <a:pt x="4785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txBox="1"/>
            <p:nvPr/>
          </p:nvSpPr>
          <p:spPr>
            <a:xfrm>
              <a:off x="0" y="28575"/>
              <a:ext cx="2173221"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50" name="Google Shape;350;p20"/>
          <p:cNvSpPr txBox="1"/>
          <p:nvPr/>
        </p:nvSpPr>
        <p:spPr>
          <a:xfrm>
            <a:off x="759034" y="1200150"/>
            <a:ext cx="7757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endParaRPr/>
          </a:p>
        </p:txBody>
      </p:sp>
      <p:sp>
        <p:nvSpPr>
          <p:cNvPr id="351" name="Google Shape;351;p20"/>
          <p:cNvSpPr txBox="1"/>
          <p:nvPr/>
        </p:nvSpPr>
        <p:spPr>
          <a:xfrm>
            <a:off x="10040983" y="1380192"/>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2" name="Google Shape;352;p20"/>
          <p:cNvSpPr txBox="1"/>
          <p:nvPr/>
        </p:nvSpPr>
        <p:spPr>
          <a:xfrm>
            <a:off x="10040983" y="1900257"/>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
        <p:nvSpPr>
          <p:cNvPr id="353" name="Google Shape;353;p20"/>
          <p:cNvSpPr txBox="1"/>
          <p:nvPr/>
        </p:nvSpPr>
        <p:spPr>
          <a:xfrm>
            <a:off x="10040983" y="6285528"/>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4" name="Google Shape;354;p20"/>
          <p:cNvSpPr txBox="1"/>
          <p:nvPr/>
        </p:nvSpPr>
        <p:spPr>
          <a:xfrm>
            <a:off x="10040983" y="6805593"/>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99" name="Google Shape;199;p13"/>
          <p:cNvGrpSpPr/>
          <p:nvPr/>
        </p:nvGrpSpPr>
        <p:grpSpPr>
          <a:xfrm>
            <a:off x="512133" y="507760"/>
            <a:ext cx="17263734" cy="9271481"/>
            <a:chOff x="0" y="0"/>
            <a:chExt cx="4546827" cy="2441871"/>
          </a:xfrm>
        </p:grpSpPr>
        <p:sp>
          <p:nvSpPr>
            <p:cNvPr id="200" name="Google Shape;200;p13"/>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3"/>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02" name="Google Shape;202;p13"/>
          <p:cNvPicPr preferRelativeResize="0"/>
          <p:nvPr/>
        </p:nvPicPr>
        <p:blipFill>
          <a:blip r:embed="rId3">
            <a:alphaModFix/>
          </a:blip>
          <a:stretch>
            <a:fillRect/>
          </a:stretch>
        </p:blipFill>
        <p:spPr>
          <a:xfrm>
            <a:off x="3499800" y="507750"/>
            <a:ext cx="11643224" cy="9258787"/>
          </a:xfrm>
          <a:prstGeom prst="rect">
            <a:avLst/>
          </a:prstGeom>
          <a:noFill/>
          <a:ln>
            <a:noFill/>
          </a:ln>
        </p:spPr>
      </p:pic>
      <p:sp>
        <p:nvSpPr>
          <p:cNvPr id="203" name="Google Shape;203;p13"/>
          <p:cNvSpPr txBox="1"/>
          <p:nvPr/>
        </p:nvSpPr>
        <p:spPr>
          <a:xfrm>
            <a:off x="1796271" y="4090947"/>
            <a:ext cx="146955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Financial Performance</a:t>
            </a:r>
            <a:endParaRPr/>
          </a:p>
        </p:txBody>
      </p:sp>
      <p:sp>
        <p:nvSpPr>
          <p:cNvPr id="204" name="Google Shape;204;p13"/>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02" name="Google Shape;302;p18"/>
          <p:cNvGrpSpPr/>
          <p:nvPr/>
        </p:nvGrpSpPr>
        <p:grpSpPr>
          <a:xfrm>
            <a:off x="512133" y="507760"/>
            <a:ext cx="5891384" cy="3918852"/>
            <a:chOff x="0" y="0"/>
            <a:chExt cx="1551640" cy="1032126"/>
          </a:xfrm>
        </p:grpSpPr>
        <p:sp>
          <p:nvSpPr>
            <p:cNvPr id="303" name="Google Shape;303;p18"/>
            <p:cNvSpPr/>
            <p:nvPr/>
          </p:nvSpPr>
          <p:spPr>
            <a:xfrm>
              <a:off x="0" y="0"/>
              <a:ext cx="1551640" cy="1032126"/>
            </a:xfrm>
            <a:custGeom>
              <a:rect b="b" l="l" r="r" t="t"/>
              <a:pathLst>
                <a:path extrusionOk="0" h="1032126" w="1551640">
                  <a:moveTo>
                    <a:pt x="67020" y="0"/>
                  </a:moveTo>
                  <a:lnTo>
                    <a:pt x="1484621" y="0"/>
                  </a:lnTo>
                  <a:cubicBezTo>
                    <a:pt x="1502395" y="0"/>
                    <a:pt x="1519442" y="7061"/>
                    <a:pt x="1532011" y="19630"/>
                  </a:cubicBezTo>
                  <a:cubicBezTo>
                    <a:pt x="1544579" y="32198"/>
                    <a:pt x="1551640" y="49245"/>
                    <a:pt x="1551640" y="67020"/>
                  </a:cubicBezTo>
                  <a:lnTo>
                    <a:pt x="1551640" y="965106"/>
                  </a:lnTo>
                  <a:cubicBezTo>
                    <a:pt x="1551640" y="1002120"/>
                    <a:pt x="1521635" y="1032126"/>
                    <a:pt x="1484621" y="1032126"/>
                  </a:cubicBezTo>
                  <a:lnTo>
                    <a:pt x="67020" y="1032126"/>
                  </a:lnTo>
                  <a:cubicBezTo>
                    <a:pt x="49245" y="1032126"/>
                    <a:pt x="32198" y="1025065"/>
                    <a:pt x="19630" y="1012496"/>
                  </a:cubicBezTo>
                  <a:cubicBezTo>
                    <a:pt x="7061" y="999927"/>
                    <a:pt x="0" y="982881"/>
                    <a:pt x="0" y="965106"/>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8"/>
            <p:cNvSpPr txBox="1"/>
            <p:nvPr/>
          </p:nvSpPr>
          <p:spPr>
            <a:xfrm>
              <a:off x="0" y="28575"/>
              <a:ext cx="1551640" cy="1003551"/>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05" name="Google Shape;305;p18"/>
          <p:cNvGrpSpPr/>
          <p:nvPr/>
        </p:nvGrpSpPr>
        <p:grpSpPr>
          <a:xfrm>
            <a:off x="512133" y="4956117"/>
            <a:ext cx="5891384" cy="4823124"/>
            <a:chOff x="0" y="0"/>
            <a:chExt cx="1551640" cy="1270288"/>
          </a:xfrm>
        </p:grpSpPr>
        <p:sp>
          <p:nvSpPr>
            <p:cNvPr id="306" name="Google Shape;306;p18"/>
            <p:cNvSpPr/>
            <p:nvPr/>
          </p:nvSpPr>
          <p:spPr>
            <a:xfrm>
              <a:off x="0" y="0"/>
              <a:ext cx="1551640" cy="1270288"/>
            </a:xfrm>
            <a:custGeom>
              <a:rect b="b" l="l" r="r" t="t"/>
              <a:pathLst>
                <a:path extrusionOk="0" h="1270288" w="1551640">
                  <a:moveTo>
                    <a:pt x="67020" y="0"/>
                  </a:moveTo>
                  <a:lnTo>
                    <a:pt x="1484621" y="0"/>
                  </a:lnTo>
                  <a:cubicBezTo>
                    <a:pt x="1502395" y="0"/>
                    <a:pt x="1519442" y="7061"/>
                    <a:pt x="1532011" y="19630"/>
                  </a:cubicBezTo>
                  <a:cubicBezTo>
                    <a:pt x="1544579" y="32198"/>
                    <a:pt x="1551640" y="49245"/>
                    <a:pt x="1551640" y="67020"/>
                  </a:cubicBezTo>
                  <a:lnTo>
                    <a:pt x="1551640" y="1203268"/>
                  </a:lnTo>
                  <a:cubicBezTo>
                    <a:pt x="1551640" y="1221043"/>
                    <a:pt x="1544579" y="1238090"/>
                    <a:pt x="1532011" y="1250658"/>
                  </a:cubicBezTo>
                  <a:cubicBezTo>
                    <a:pt x="1519442" y="1263227"/>
                    <a:pt x="1502395" y="1270288"/>
                    <a:pt x="1484621" y="1270288"/>
                  </a:cubicBezTo>
                  <a:lnTo>
                    <a:pt x="67020" y="1270288"/>
                  </a:lnTo>
                  <a:cubicBezTo>
                    <a:pt x="49245" y="1270288"/>
                    <a:pt x="32198" y="1263227"/>
                    <a:pt x="19630" y="1250658"/>
                  </a:cubicBezTo>
                  <a:cubicBezTo>
                    <a:pt x="7061" y="1238090"/>
                    <a:pt x="0" y="1221043"/>
                    <a:pt x="0" y="1203268"/>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8"/>
            <p:cNvSpPr txBox="1"/>
            <p:nvPr/>
          </p:nvSpPr>
          <p:spPr>
            <a:xfrm>
              <a:off x="0" y="28575"/>
              <a:ext cx="1551640" cy="1241713"/>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08" name="Google Shape;308;p18"/>
          <p:cNvSpPr txBox="1"/>
          <p:nvPr/>
        </p:nvSpPr>
        <p:spPr>
          <a:xfrm>
            <a:off x="512112" y="1200150"/>
            <a:ext cx="5891400" cy="2364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$43.7M in FY2025 (+13.0% YoY) — third consecutive year of double-digit growth. Three-year CAGR ~14.4%. Operating margin held in a tight 35.6–35.8% band throughout.</a:t>
            </a:r>
            <a:endParaRPr/>
          </a:p>
        </p:txBody>
      </p:sp>
      <p:sp>
        <p:nvSpPr>
          <p:cNvPr id="309" name="Google Shape;309;p18"/>
          <p:cNvSpPr txBox="1"/>
          <p:nvPr/>
        </p:nvSpPr>
        <p:spPr>
          <a:xfrm>
            <a:off x="1028700" y="5769383"/>
            <a:ext cx="48582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Revenue Growth</a:t>
            </a:r>
            <a:endParaRPr/>
          </a:p>
        </p:txBody>
      </p:sp>
      <p:grpSp>
        <p:nvGrpSpPr>
          <p:cNvPr id="310" name="Google Shape;310;p18"/>
          <p:cNvGrpSpPr/>
          <p:nvPr/>
        </p:nvGrpSpPr>
        <p:grpSpPr>
          <a:xfrm>
            <a:off x="13003693" y="507760"/>
            <a:ext cx="4776404" cy="4375334"/>
            <a:chOff x="0" y="0"/>
            <a:chExt cx="1257983" cy="1152351"/>
          </a:xfrm>
        </p:grpSpPr>
        <p:sp>
          <p:nvSpPr>
            <p:cNvPr id="311" name="Google Shape;311;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3" name="Google Shape;313;p18"/>
          <p:cNvGrpSpPr/>
          <p:nvPr/>
        </p:nvGrpSpPr>
        <p:grpSpPr>
          <a:xfrm>
            <a:off x="6713612" y="507760"/>
            <a:ext cx="5975756" cy="9271481"/>
            <a:chOff x="0" y="0"/>
            <a:chExt cx="1573862" cy="2441871"/>
          </a:xfrm>
        </p:grpSpPr>
        <p:sp>
          <p:nvSpPr>
            <p:cNvPr id="314" name="Google Shape;314;p18"/>
            <p:cNvSpPr/>
            <p:nvPr/>
          </p:nvSpPr>
          <p:spPr>
            <a:xfrm>
              <a:off x="0" y="0"/>
              <a:ext cx="1573862" cy="2441871"/>
            </a:xfrm>
            <a:custGeom>
              <a:rect b="b" l="l" r="r" t="t"/>
              <a:pathLst>
                <a:path extrusionOk="0" h="2441871" w="1573862">
                  <a:moveTo>
                    <a:pt x="66073" y="0"/>
                  </a:moveTo>
                  <a:lnTo>
                    <a:pt x="1507788" y="0"/>
                  </a:lnTo>
                  <a:cubicBezTo>
                    <a:pt x="1525312" y="0"/>
                    <a:pt x="1542118" y="6961"/>
                    <a:pt x="1554509" y="19352"/>
                  </a:cubicBezTo>
                  <a:cubicBezTo>
                    <a:pt x="1566900" y="31744"/>
                    <a:pt x="1573862" y="48550"/>
                    <a:pt x="1573862" y="66073"/>
                  </a:cubicBezTo>
                  <a:lnTo>
                    <a:pt x="1573862" y="2375798"/>
                  </a:lnTo>
                  <a:cubicBezTo>
                    <a:pt x="1573862" y="2393322"/>
                    <a:pt x="1566900" y="2410128"/>
                    <a:pt x="1554509" y="2422519"/>
                  </a:cubicBezTo>
                  <a:cubicBezTo>
                    <a:pt x="1542118" y="2434910"/>
                    <a:pt x="1525312" y="2441871"/>
                    <a:pt x="1507788" y="2441871"/>
                  </a:cubicBezTo>
                  <a:lnTo>
                    <a:pt x="66073" y="2441871"/>
                  </a:lnTo>
                  <a:cubicBezTo>
                    <a:pt x="48550" y="2441871"/>
                    <a:pt x="31744" y="2434910"/>
                    <a:pt x="19352" y="2422519"/>
                  </a:cubicBezTo>
                  <a:cubicBezTo>
                    <a:pt x="6961" y="2410128"/>
                    <a:pt x="0" y="2393322"/>
                    <a:pt x="0" y="2375798"/>
                  </a:cubicBezTo>
                  <a:lnTo>
                    <a:pt x="0" y="66073"/>
                  </a:lnTo>
                  <a:cubicBezTo>
                    <a:pt x="0" y="48550"/>
                    <a:pt x="6961" y="31744"/>
                    <a:pt x="19352" y="19352"/>
                  </a:cubicBezTo>
                  <a:cubicBezTo>
                    <a:pt x="31744" y="6961"/>
                    <a:pt x="48550" y="0"/>
                    <a:pt x="6607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8"/>
            <p:cNvSpPr txBox="1"/>
            <p:nvPr/>
          </p:nvSpPr>
          <p:spPr>
            <a:xfrm>
              <a:off x="0" y="28575"/>
              <a:ext cx="1573862"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7" name="Google Shape;317;p18"/>
          <p:cNvGrpSpPr/>
          <p:nvPr/>
        </p:nvGrpSpPr>
        <p:grpSpPr>
          <a:xfrm>
            <a:off x="13003693" y="5403906"/>
            <a:ext cx="4776404" cy="4375334"/>
            <a:chOff x="0" y="0"/>
            <a:chExt cx="1257983" cy="1152351"/>
          </a:xfrm>
        </p:grpSpPr>
        <p:sp>
          <p:nvSpPr>
            <p:cNvPr id="318" name="Google Shape;318;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20" name="Google Shape;320;p18"/>
          <p:cNvPicPr preferRelativeResize="0"/>
          <p:nvPr/>
        </p:nvPicPr>
        <p:blipFill rotWithShape="1">
          <a:blip r:embed="rId4">
            <a:alphaModFix/>
          </a:blip>
          <a:srcRect b="0" l="0" r="0" t="0"/>
          <a:stretch/>
        </p:blipFill>
        <p:spPr>
          <a:xfrm>
            <a:off x="13391823" y="695355"/>
            <a:ext cx="4000144" cy="4000144"/>
          </a:xfrm>
          <a:prstGeom prst="rect">
            <a:avLst/>
          </a:prstGeom>
          <a:noFill/>
          <a:ln>
            <a:noFill/>
          </a:ln>
        </p:spPr>
      </p:pic>
      <p:pic>
        <p:nvPicPr>
          <p:cNvPr id="321" name="Google Shape;321;p18"/>
          <p:cNvPicPr preferRelativeResize="0"/>
          <p:nvPr/>
        </p:nvPicPr>
        <p:blipFill rotWithShape="1">
          <a:blip r:embed="rId5">
            <a:alphaModFix/>
          </a:blip>
          <a:srcRect b="0" l="0" r="0" t="0"/>
          <a:stretch/>
        </p:blipFill>
        <p:spPr>
          <a:xfrm>
            <a:off x="12995100" y="5194779"/>
            <a:ext cx="4793588" cy="4793588"/>
          </a:xfrm>
          <a:prstGeom prst="rect">
            <a:avLst/>
          </a:prstGeom>
          <a:noFill/>
          <a:ln>
            <a:noFill/>
          </a:ln>
        </p:spPr>
      </p:pic>
      <p:graphicFrame>
        <p:nvGraphicFramePr>
          <p:cNvPr id="322" name="Chart 321"/>
          <p:cNvGraphicFramePr>
            <a:graphicFrameLocks noGrp="1"/>
          </p:cNvGraphicFramePr>
          <p:nvPr/>
        </p:nvGraphicFramePr>
        <p:xfrm>
          <a:off x="6441270" y="265747"/>
          <a:ext cx="6520441" cy="9755506"/>
        </p:xfrm>
        <a:graphic>
          <a:graphicData uri="http://schemas.openxmlformats.org/drawingml/2006/chart">
            <c:chart xmlns:c="http://schemas.openxmlformats.org/drawingml/2006/chart" r:id="rId6"/>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02" name="Google Shape;302;p18"/>
          <p:cNvGrpSpPr/>
          <p:nvPr/>
        </p:nvGrpSpPr>
        <p:grpSpPr>
          <a:xfrm>
            <a:off x="512133" y="507760"/>
            <a:ext cx="5891384" cy="3918852"/>
            <a:chOff x="0" y="0"/>
            <a:chExt cx="1551640" cy="1032126"/>
          </a:xfrm>
        </p:grpSpPr>
        <p:sp>
          <p:nvSpPr>
            <p:cNvPr id="303" name="Google Shape;303;p18"/>
            <p:cNvSpPr/>
            <p:nvPr/>
          </p:nvSpPr>
          <p:spPr>
            <a:xfrm>
              <a:off x="0" y="0"/>
              <a:ext cx="1551640" cy="1032126"/>
            </a:xfrm>
            <a:custGeom>
              <a:rect b="b" l="l" r="r" t="t"/>
              <a:pathLst>
                <a:path extrusionOk="0" h="1032126" w="1551640">
                  <a:moveTo>
                    <a:pt x="67020" y="0"/>
                  </a:moveTo>
                  <a:lnTo>
                    <a:pt x="1484621" y="0"/>
                  </a:lnTo>
                  <a:cubicBezTo>
                    <a:pt x="1502395" y="0"/>
                    <a:pt x="1519442" y="7061"/>
                    <a:pt x="1532011" y="19630"/>
                  </a:cubicBezTo>
                  <a:cubicBezTo>
                    <a:pt x="1544579" y="32198"/>
                    <a:pt x="1551640" y="49245"/>
                    <a:pt x="1551640" y="67020"/>
                  </a:cubicBezTo>
                  <a:lnTo>
                    <a:pt x="1551640" y="965106"/>
                  </a:lnTo>
                  <a:cubicBezTo>
                    <a:pt x="1551640" y="1002120"/>
                    <a:pt x="1521635" y="1032126"/>
                    <a:pt x="1484621" y="1032126"/>
                  </a:cubicBezTo>
                  <a:lnTo>
                    <a:pt x="67020" y="1032126"/>
                  </a:lnTo>
                  <a:cubicBezTo>
                    <a:pt x="49245" y="1032126"/>
                    <a:pt x="32198" y="1025065"/>
                    <a:pt x="19630" y="1012496"/>
                  </a:cubicBezTo>
                  <a:cubicBezTo>
                    <a:pt x="7061" y="999927"/>
                    <a:pt x="0" y="982881"/>
                    <a:pt x="0" y="965106"/>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8"/>
            <p:cNvSpPr txBox="1"/>
            <p:nvPr/>
          </p:nvSpPr>
          <p:spPr>
            <a:xfrm>
              <a:off x="0" y="28575"/>
              <a:ext cx="1551640" cy="1003551"/>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05" name="Google Shape;305;p18"/>
          <p:cNvGrpSpPr/>
          <p:nvPr/>
        </p:nvGrpSpPr>
        <p:grpSpPr>
          <a:xfrm>
            <a:off x="512133" y="4956117"/>
            <a:ext cx="5891384" cy="4823124"/>
            <a:chOff x="0" y="0"/>
            <a:chExt cx="1551640" cy="1270288"/>
          </a:xfrm>
        </p:grpSpPr>
        <p:sp>
          <p:nvSpPr>
            <p:cNvPr id="306" name="Google Shape;306;p18"/>
            <p:cNvSpPr/>
            <p:nvPr/>
          </p:nvSpPr>
          <p:spPr>
            <a:xfrm>
              <a:off x="0" y="0"/>
              <a:ext cx="1551640" cy="1270288"/>
            </a:xfrm>
            <a:custGeom>
              <a:rect b="b" l="l" r="r" t="t"/>
              <a:pathLst>
                <a:path extrusionOk="0" h="1270288" w="1551640">
                  <a:moveTo>
                    <a:pt x="67020" y="0"/>
                  </a:moveTo>
                  <a:lnTo>
                    <a:pt x="1484621" y="0"/>
                  </a:lnTo>
                  <a:cubicBezTo>
                    <a:pt x="1502395" y="0"/>
                    <a:pt x="1519442" y="7061"/>
                    <a:pt x="1532011" y="19630"/>
                  </a:cubicBezTo>
                  <a:cubicBezTo>
                    <a:pt x="1544579" y="32198"/>
                    <a:pt x="1551640" y="49245"/>
                    <a:pt x="1551640" y="67020"/>
                  </a:cubicBezTo>
                  <a:lnTo>
                    <a:pt x="1551640" y="1203268"/>
                  </a:lnTo>
                  <a:cubicBezTo>
                    <a:pt x="1551640" y="1221043"/>
                    <a:pt x="1544579" y="1238090"/>
                    <a:pt x="1532011" y="1250658"/>
                  </a:cubicBezTo>
                  <a:cubicBezTo>
                    <a:pt x="1519442" y="1263227"/>
                    <a:pt x="1502395" y="1270288"/>
                    <a:pt x="1484621" y="1270288"/>
                  </a:cubicBezTo>
                  <a:lnTo>
                    <a:pt x="67020" y="1270288"/>
                  </a:lnTo>
                  <a:cubicBezTo>
                    <a:pt x="49245" y="1270288"/>
                    <a:pt x="32198" y="1263227"/>
                    <a:pt x="19630" y="1250658"/>
                  </a:cubicBezTo>
                  <a:cubicBezTo>
                    <a:pt x="7061" y="1238090"/>
                    <a:pt x="0" y="1221043"/>
                    <a:pt x="0" y="1203268"/>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8"/>
            <p:cNvSpPr txBox="1"/>
            <p:nvPr/>
          </p:nvSpPr>
          <p:spPr>
            <a:xfrm>
              <a:off x="0" y="28575"/>
              <a:ext cx="1551640" cy="1241713"/>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08" name="Google Shape;308;p18"/>
          <p:cNvSpPr txBox="1"/>
          <p:nvPr/>
        </p:nvSpPr>
        <p:spPr>
          <a:xfrm>
            <a:off x="512112" y="1200150"/>
            <a:ext cx="5891400" cy="2364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Q2 and Q4 both exceeded $11.5M; Q1 and Q3 softer. Q1 margin peaked at 37.3% (favorable practice mix); Q2–Q4 normalized to 35.3–35.6%.</a:t>
            </a:r>
            <a:endParaRPr/>
          </a:p>
        </p:txBody>
      </p:sp>
      <p:sp>
        <p:nvSpPr>
          <p:cNvPr id="309" name="Google Shape;309;p18"/>
          <p:cNvSpPr txBox="1"/>
          <p:nvPr/>
        </p:nvSpPr>
        <p:spPr>
          <a:xfrm>
            <a:off x="1028700" y="5769383"/>
            <a:ext cx="48582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FY2025 Quarterly Progression</a:t>
            </a:r>
            <a:endParaRPr/>
          </a:p>
        </p:txBody>
      </p:sp>
      <p:grpSp>
        <p:nvGrpSpPr>
          <p:cNvPr id="310" name="Google Shape;310;p18"/>
          <p:cNvGrpSpPr/>
          <p:nvPr/>
        </p:nvGrpSpPr>
        <p:grpSpPr>
          <a:xfrm>
            <a:off x="13003693" y="507760"/>
            <a:ext cx="4776404" cy="4375334"/>
            <a:chOff x="0" y="0"/>
            <a:chExt cx="1257983" cy="1152351"/>
          </a:xfrm>
        </p:grpSpPr>
        <p:sp>
          <p:nvSpPr>
            <p:cNvPr id="311" name="Google Shape;311;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3" name="Google Shape;313;p18"/>
          <p:cNvGrpSpPr/>
          <p:nvPr/>
        </p:nvGrpSpPr>
        <p:grpSpPr>
          <a:xfrm>
            <a:off x="6713612" y="507760"/>
            <a:ext cx="5975756" cy="9271481"/>
            <a:chOff x="0" y="0"/>
            <a:chExt cx="1573862" cy="2441871"/>
          </a:xfrm>
        </p:grpSpPr>
        <p:sp>
          <p:nvSpPr>
            <p:cNvPr id="314" name="Google Shape;314;p18"/>
            <p:cNvSpPr/>
            <p:nvPr/>
          </p:nvSpPr>
          <p:spPr>
            <a:xfrm>
              <a:off x="0" y="0"/>
              <a:ext cx="1573862" cy="2441871"/>
            </a:xfrm>
            <a:custGeom>
              <a:rect b="b" l="l" r="r" t="t"/>
              <a:pathLst>
                <a:path extrusionOk="0" h="2441871" w="1573862">
                  <a:moveTo>
                    <a:pt x="66073" y="0"/>
                  </a:moveTo>
                  <a:lnTo>
                    <a:pt x="1507788" y="0"/>
                  </a:lnTo>
                  <a:cubicBezTo>
                    <a:pt x="1525312" y="0"/>
                    <a:pt x="1542118" y="6961"/>
                    <a:pt x="1554509" y="19352"/>
                  </a:cubicBezTo>
                  <a:cubicBezTo>
                    <a:pt x="1566900" y="31744"/>
                    <a:pt x="1573862" y="48550"/>
                    <a:pt x="1573862" y="66073"/>
                  </a:cubicBezTo>
                  <a:lnTo>
                    <a:pt x="1573862" y="2375798"/>
                  </a:lnTo>
                  <a:cubicBezTo>
                    <a:pt x="1573862" y="2393322"/>
                    <a:pt x="1566900" y="2410128"/>
                    <a:pt x="1554509" y="2422519"/>
                  </a:cubicBezTo>
                  <a:cubicBezTo>
                    <a:pt x="1542118" y="2434910"/>
                    <a:pt x="1525312" y="2441871"/>
                    <a:pt x="1507788" y="2441871"/>
                  </a:cubicBezTo>
                  <a:lnTo>
                    <a:pt x="66073" y="2441871"/>
                  </a:lnTo>
                  <a:cubicBezTo>
                    <a:pt x="48550" y="2441871"/>
                    <a:pt x="31744" y="2434910"/>
                    <a:pt x="19352" y="2422519"/>
                  </a:cubicBezTo>
                  <a:cubicBezTo>
                    <a:pt x="6961" y="2410128"/>
                    <a:pt x="0" y="2393322"/>
                    <a:pt x="0" y="2375798"/>
                  </a:cubicBezTo>
                  <a:lnTo>
                    <a:pt x="0" y="66073"/>
                  </a:lnTo>
                  <a:cubicBezTo>
                    <a:pt x="0" y="48550"/>
                    <a:pt x="6961" y="31744"/>
                    <a:pt x="19352" y="19352"/>
                  </a:cubicBezTo>
                  <a:cubicBezTo>
                    <a:pt x="31744" y="6961"/>
                    <a:pt x="48550" y="0"/>
                    <a:pt x="6607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8"/>
            <p:cNvSpPr txBox="1"/>
            <p:nvPr/>
          </p:nvSpPr>
          <p:spPr>
            <a:xfrm>
              <a:off x="0" y="28575"/>
              <a:ext cx="1573862"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7" name="Google Shape;317;p18"/>
          <p:cNvGrpSpPr/>
          <p:nvPr/>
        </p:nvGrpSpPr>
        <p:grpSpPr>
          <a:xfrm>
            <a:off x="13003693" y="5403906"/>
            <a:ext cx="4776404" cy="4375334"/>
            <a:chOff x="0" y="0"/>
            <a:chExt cx="1257983" cy="1152351"/>
          </a:xfrm>
        </p:grpSpPr>
        <p:sp>
          <p:nvSpPr>
            <p:cNvPr id="318" name="Google Shape;318;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20" name="Google Shape;320;p18"/>
          <p:cNvPicPr preferRelativeResize="0"/>
          <p:nvPr/>
        </p:nvPicPr>
        <p:blipFill rotWithShape="1">
          <a:blip r:embed="rId4">
            <a:alphaModFix/>
          </a:blip>
          <a:srcRect b="0" l="0" r="0" t="0"/>
          <a:stretch/>
        </p:blipFill>
        <p:spPr>
          <a:xfrm>
            <a:off x="13391823" y="695355"/>
            <a:ext cx="4000144" cy="4000144"/>
          </a:xfrm>
          <a:prstGeom prst="rect">
            <a:avLst/>
          </a:prstGeom>
          <a:noFill/>
          <a:ln>
            <a:noFill/>
          </a:ln>
        </p:spPr>
      </p:pic>
      <p:pic>
        <p:nvPicPr>
          <p:cNvPr id="321" name="Google Shape;321;p18"/>
          <p:cNvPicPr preferRelativeResize="0"/>
          <p:nvPr/>
        </p:nvPicPr>
        <p:blipFill rotWithShape="1">
          <a:blip r:embed="rId5">
            <a:alphaModFix/>
          </a:blip>
          <a:srcRect b="0" l="0" r="0" t="0"/>
          <a:stretch/>
        </p:blipFill>
        <p:spPr>
          <a:xfrm>
            <a:off x="12995100" y="5194779"/>
            <a:ext cx="4793588" cy="4793588"/>
          </a:xfrm>
          <a:prstGeom prst="rect">
            <a:avLst/>
          </a:prstGeom>
          <a:noFill/>
          <a:ln>
            <a:noFill/>
          </a:ln>
        </p:spPr>
      </p:pic>
      <p:graphicFrame>
        <p:nvGraphicFramePr>
          <p:cNvPr id="322" name="Chart 321"/>
          <p:cNvGraphicFramePr>
            <a:graphicFrameLocks noGrp="1"/>
          </p:cNvGraphicFramePr>
          <p:nvPr/>
        </p:nvGraphicFramePr>
        <p:xfrm>
          <a:off x="6441270" y="265747"/>
          <a:ext cx="6520441" cy="9755506"/>
        </p:xfrm>
        <a:graphic>
          <a:graphicData uri="http://schemas.openxmlformats.org/drawingml/2006/chart">
            <c:chart xmlns:c="http://schemas.openxmlformats.org/drawingml/2006/chart" r:id="rId6"/>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02" name="Google Shape;302;p18"/>
          <p:cNvGrpSpPr/>
          <p:nvPr/>
        </p:nvGrpSpPr>
        <p:grpSpPr>
          <a:xfrm>
            <a:off x="512133" y="507760"/>
            <a:ext cx="5891384" cy="3918852"/>
            <a:chOff x="0" y="0"/>
            <a:chExt cx="1551640" cy="1032126"/>
          </a:xfrm>
        </p:grpSpPr>
        <p:sp>
          <p:nvSpPr>
            <p:cNvPr id="303" name="Google Shape;303;p18"/>
            <p:cNvSpPr/>
            <p:nvPr/>
          </p:nvSpPr>
          <p:spPr>
            <a:xfrm>
              <a:off x="0" y="0"/>
              <a:ext cx="1551640" cy="1032126"/>
            </a:xfrm>
            <a:custGeom>
              <a:rect b="b" l="l" r="r" t="t"/>
              <a:pathLst>
                <a:path extrusionOk="0" h="1032126" w="1551640">
                  <a:moveTo>
                    <a:pt x="67020" y="0"/>
                  </a:moveTo>
                  <a:lnTo>
                    <a:pt x="1484621" y="0"/>
                  </a:lnTo>
                  <a:cubicBezTo>
                    <a:pt x="1502395" y="0"/>
                    <a:pt x="1519442" y="7061"/>
                    <a:pt x="1532011" y="19630"/>
                  </a:cubicBezTo>
                  <a:cubicBezTo>
                    <a:pt x="1544579" y="32198"/>
                    <a:pt x="1551640" y="49245"/>
                    <a:pt x="1551640" y="67020"/>
                  </a:cubicBezTo>
                  <a:lnTo>
                    <a:pt x="1551640" y="965106"/>
                  </a:lnTo>
                  <a:cubicBezTo>
                    <a:pt x="1551640" y="1002120"/>
                    <a:pt x="1521635" y="1032126"/>
                    <a:pt x="1484621" y="1032126"/>
                  </a:cubicBezTo>
                  <a:lnTo>
                    <a:pt x="67020" y="1032126"/>
                  </a:lnTo>
                  <a:cubicBezTo>
                    <a:pt x="49245" y="1032126"/>
                    <a:pt x="32198" y="1025065"/>
                    <a:pt x="19630" y="1012496"/>
                  </a:cubicBezTo>
                  <a:cubicBezTo>
                    <a:pt x="7061" y="999927"/>
                    <a:pt x="0" y="982881"/>
                    <a:pt x="0" y="965106"/>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8"/>
            <p:cNvSpPr txBox="1"/>
            <p:nvPr/>
          </p:nvSpPr>
          <p:spPr>
            <a:xfrm>
              <a:off x="0" y="28575"/>
              <a:ext cx="1551640" cy="1003551"/>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05" name="Google Shape;305;p18"/>
          <p:cNvGrpSpPr/>
          <p:nvPr/>
        </p:nvGrpSpPr>
        <p:grpSpPr>
          <a:xfrm>
            <a:off x="512133" y="4956117"/>
            <a:ext cx="5891384" cy="4823124"/>
            <a:chOff x="0" y="0"/>
            <a:chExt cx="1551640" cy="1270288"/>
          </a:xfrm>
        </p:grpSpPr>
        <p:sp>
          <p:nvSpPr>
            <p:cNvPr id="306" name="Google Shape;306;p18"/>
            <p:cNvSpPr/>
            <p:nvPr/>
          </p:nvSpPr>
          <p:spPr>
            <a:xfrm>
              <a:off x="0" y="0"/>
              <a:ext cx="1551640" cy="1270288"/>
            </a:xfrm>
            <a:custGeom>
              <a:rect b="b" l="l" r="r" t="t"/>
              <a:pathLst>
                <a:path extrusionOk="0" h="1270288" w="1551640">
                  <a:moveTo>
                    <a:pt x="67020" y="0"/>
                  </a:moveTo>
                  <a:lnTo>
                    <a:pt x="1484621" y="0"/>
                  </a:lnTo>
                  <a:cubicBezTo>
                    <a:pt x="1502395" y="0"/>
                    <a:pt x="1519442" y="7061"/>
                    <a:pt x="1532011" y="19630"/>
                  </a:cubicBezTo>
                  <a:cubicBezTo>
                    <a:pt x="1544579" y="32198"/>
                    <a:pt x="1551640" y="49245"/>
                    <a:pt x="1551640" y="67020"/>
                  </a:cubicBezTo>
                  <a:lnTo>
                    <a:pt x="1551640" y="1203268"/>
                  </a:lnTo>
                  <a:cubicBezTo>
                    <a:pt x="1551640" y="1221043"/>
                    <a:pt x="1544579" y="1238090"/>
                    <a:pt x="1532011" y="1250658"/>
                  </a:cubicBezTo>
                  <a:cubicBezTo>
                    <a:pt x="1519442" y="1263227"/>
                    <a:pt x="1502395" y="1270288"/>
                    <a:pt x="1484621" y="1270288"/>
                  </a:cubicBezTo>
                  <a:lnTo>
                    <a:pt x="67020" y="1270288"/>
                  </a:lnTo>
                  <a:cubicBezTo>
                    <a:pt x="49245" y="1270288"/>
                    <a:pt x="32198" y="1263227"/>
                    <a:pt x="19630" y="1250658"/>
                  </a:cubicBezTo>
                  <a:cubicBezTo>
                    <a:pt x="7061" y="1238090"/>
                    <a:pt x="0" y="1221043"/>
                    <a:pt x="0" y="1203268"/>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8"/>
            <p:cNvSpPr txBox="1"/>
            <p:nvPr/>
          </p:nvSpPr>
          <p:spPr>
            <a:xfrm>
              <a:off x="0" y="28575"/>
              <a:ext cx="1551640" cy="1241713"/>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08" name="Google Shape;308;p18"/>
          <p:cNvSpPr txBox="1"/>
          <p:nvPr/>
        </p:nvSpPr>
        <p:spPr>
          <a:xfrm>
            <a:off x="512112" y="1200150"/>
            <a:ext cx="5891400" cy="2364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All five practices grew within a 12.0–13.5% band — broad-based momentum, not a single-practice story. Technology &amp; Digital leads at $12.3M (28% of firm revenue).</a:t>
            </a:r>
            <a:endParaRPr/>
          </a:p>
        </p:txBody>
      </p:sp>
      <p:sp>
        <p:nvSpPr>
          <p:cNvPr id="309" name="Google Shape;309;p18"/>
          <p:cNvSpPr txBox="1"/>
          <p:nvPr/>
        </p:nvSpPr>
        <p:spPr>
          <a:xfrm>
            <a:off x="1028700" y="5769383"/>
            <a:ext cx="48582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Revenue by Practice</a:t>
            </a:r>
            <a:endParaRPr/>
          </a:p>
        </p:txBody>
      </p:sp>
      <p:grpSp>
        <p:nvGrpSpPr>
          <p:cNvPr id="310" name="Google Shape;310;p18"/>
          <p:cNvGrpSpPr/>
          <p:nvPr/>
        </p:nvGrpSpPr>
        <p:grpSpPr>
          <a:xfrm>
            <a:off x="13003693" y="507760"/>
            <a:ext cx="4776404" cy="4375334"/>
            <a:chOff x="0" y="0"/>
            <a:chExt cx="1257983" cy="1152351"/>
          </a:xfrm>
        </p:grpSpPr>
        <p:sp>
          <p:nvSpPr>
            <p:cNvPr id="311" name="Google Shape;311;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3" name="Google Shape;313;p18"/>
          <p:cNvGrpSpPr/>
          <p:nvPr/>
        </p:nvGrpSpPr>
        <p:grpSpPr>
          <a:xfrm>
            <a:off x="6713612" y="507760"/>
            <a:ext cx="5975756" cy="9271481"/>
            <a:chOff x="0" y="0"/>
            <a:chExt cx="1573862" cy="2441871"/>
          </a:xfrm>
        </p:grpSpPr>
        <p:sp>
          <p:nvSpPr>
            <p:cNvPr id="314" name="Google Shape;314;p18"/>
            <p:cNvSpPr/>
            <p:nvPr/>
          </p:nvSpPr>
          <p:spPr>
            <a:xfrm>
              <a:off x="0" y="0"/>
              <a:ext cx="1573862" cy="2441871"/>
            </a:xfrm>
            <a:custGeom>
              <a:rect b="b" l="l" r="r" t="t"/>
              <a:pathLst>
                <a:path extrusionOk="0" h="2441871" w="1573862">
                  <a:moveTo>
                    <a:pt x="66073" y="0"/>
                  </a:moveTo>
                  <a:lnTo>
                    <a:pt x="1507788" y="0"/>
                  </a:lnTo>
                  <a:cubicBezTo>
                    <a:pt x="1525312" y="0"/>
                    <a:pt x="1542118" y="6961"/>
                    <a:pt x="1554509" y="19352"/>
                  </a:cubicBezTo>
                  <a:cubicBezTo>
                    <a:pt x="1566900" y="31744"/>
                    <a:pt x="1573862" y="48550"/>
                    <a:pt x="1573862" y="66073"/>
                  </a:cubicBezTo>
                  <a:lnTo>
                    <a:pt x="1573862" y="2375798"/>
                  </a:lnTo>
                  <a:cubicBezTo>
                    <a:pt x="1573862" y="2393322"/>
                    <a:pt x="1566900" y="2410128"/>
                    <a:pt x="1554509" y="2422519"/>
                  </a:cubicBezTo>
                  <a:cubicBezTo>
                    <a:pt x="1542118" y="2434910"/>
                    <a:pt x="1525312" y="2441871"/>
                    <a:pt x="1507788" y="2441871"/>
                  </a:cubicBezTo>
                  <a:lnTo>
                    <a:pt x="66073" y="2441871"/>
                  </a:lnTo>
                  <a:cubicBezTo>
                    <a:pt x="48550" y="2441871"/>
                    <a:pt x="31744" y="2434910"/>
                    <a:pt x="19352" y="2422519"/>
                  </a:cubicBezTo>
                  <a:cubicBezTo>
                    <a:pt x="6961" y="2410128"/>
                    <a:pt x="0" y="2393322"/>
                    <a:pt x="0" y="2375798"/>
                  </a:cubicBezTo>
                  <a:lnTo>
                    <a:pt x="0" y="66073"/>
                  </a:lnTo>
                  <a:cubicBezTo>
                    <a:pt x="0" y="48550"/>
                    <a:pt x="6961" y="31744"/>
                    <a:pt x="19352" y="19352"/>
                  </a:cubicBezTo>
                  <a:cubicBezTo>
                    <a:pt x="31744" y="6961"/>
                    <a:pt x="48550" y="0"/>
                    <a:pt x="66073"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8"/>
            <p:cNvSpPr txBox="1"/>
            <p:nvPr/>
          </p:nvSpPr>
          <p:spPr>
            <a:xfrm>
              <a:off x="0" y="28575"/>
              <a:ext cx="1573862"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7" name="Google Shape;317;p18"/>
          <p:cNvGrpSpPr/>
          <p:nvPr/>
        </p:nvGrpSpPr>
        <p:grpSpPr>
          <a:xfrm>
            <a:off x="13003693" y="5403906"/>
            <a:ext cx="4776404" cy="4375334"/>
            <a:chOff x="0" y="0"/>
            <a:chExt cx="1257983" cy="1152351"/>
          </a:xfrm>
        </p:grpSpPr>
        <p:sp>
          <p:nvSpPr>
            <p:cNvPr id="318" name="Google Shape;318;p18"/>
            <p:cNvSpPr/>
            <p:nvPr/>
          </p:nvSpPr>
          <p:spPr>
            <a:xfrm>
              <a:off x="0" y="0"/>
              <a:ext cx="1257983" cy="1152351"/>
            </a:xfrm>
            <a:custGeom>
              <a:rect b="b" l="l" r="r" t="t"/>
              <a:pathLst>
                <a:path extrusionOk="0" h="1152351" w="1257983">
                  <a:moveTo>
                    <a:pt x="82664" y="0"/>
                  </a:moveTo>
                  <a:lnTo>
                    <a:pt x="1175319" y="0"/>
                  </a:lnTo>
                  <a:cubicBezTo>
                    <a:pt x="1220973" y="0"/>
                    <a:pt x="1257983" y="37010"/>
                    <a:pt x="1257983" y="82664"/>
                  </a:cubicBezTo>
                  <a:lnTo>
                    <a:pt x="1257983" y="1069687"/>
                  </a:lnTo>
                  <a:cubicBezTo>
                    <a:pt x="1257983" y="1091611"/>
                    <a:pt x="1249274" y="1112637"/>
                    <a:pt x="1233771" y="1128140"/>
                  </a:cubicBezTo>
                  <a:cubicBezTo>
                    <a:pt x="1218269" y="1143642"/>
                    <a:pt x="1197243" y="1152351"/>
                    <a:pt x="1175319" y="1152351"/>
                  </a:cubicBezTo>
                  <a:lnTo>
                    <a:pt x="82664" y="1152351"/>
                  </a:lnTo>
                  <a:cubicBezTo>
                    <a:pt x="37010" y="1152351"/>
                    <a:pt x="0" y="1115341"/>
                    <a:pt x="0" y="1069687"/>
                  </a:cubicBezTo>
                  <a:lnTo>
                    <a:pt x="0" y="82664"/>
                  </a:lnTo>
                  <a:cubicBezTo>
                    <a:pt x="0" y="37010"/>
                    <a:pt x="37010" y="0"/>
                    <a:pt x="82664"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8"/>
            <p:cNvSpPr txBox="1"/>
            <p:nvPr/>
          </p:nvSpPr>
          <p:spPr>
            <a:xfrm>
              <a:off x="0" y="28575"/>
              <a:ext cx="1257983" cy="112377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20" name="Google Shape;320;p18"/>
          <p:cNvPicPr preferRelativeResize="0"/>
          <p:nvPr/>
        </p:nvPicPr>
        <p:blipFill rotWithShape="1">
          <a:blip r:embed="rId4">
            <a:alphaModFix/>
          </a:blip>
          <a:srcRect b="0" l="0" r="0" t="0"/>
          <a:stretch/>
        </p:blipFill>
        <p:spPr>
          <a:xfrm>
            <a:off x="13391823" y="695355"/>
            <a:ext cx="4000144" cy="4000144"/>
          </a:xfrm>
          <a:prstGeom prst="rect">
            <a:avLst/>
          </a:prstGeom>
          <a:noFill/>
          <a:ln>
            <a:noFill/>
          </a:ln>
        </p:spPr>
      </p:pic>
      <p:pic>
        <p:nvPicPr>
          <p:cNvPr id="321" name="Google Shape;321;p18"/>
          <p:cNvPicPr preferRelativeResize="0"/>
          <p:nvPr/>
        </p:nvPicPr>
        <p:blipFill rotWithShape="1">
          <a:blip r:embed="rId5">
            <a:alphaModFix/>
          </a:blip>
          <a:srcRect b="0" l="0" r="0" t="0"/>
          <a:stretch/>
        </p:blipFill>
        <p:spPr>
          <a:xfrm>
            <a:off x="12995100" y="5194779"/>
            <a:ext cx="4793588" cy="4793588"/>
          </a:xfrm>
          <a:prstGeom prst="rect">
            <a:avLst/>
          </a:prstGeom>
          <a:noFill/>
          <a:ln>
            <a:noFill/>
          </a:ln>
        </p:spPr>
      </p:pic>
      <p:graphicFrame>
        <p:nvGraphicFramePr>
          <p:cNvPr id="322" name="Chart 321"/>
          <p:cNvGraphicFramePr>
            <a:graphicFrameLocks noGrp="1"/>
          </p:cNvGraphicFramePr>
          <p:nvPr/>
        </p:nvGraphicFramePr>
        <p:xfrm>
          <a:off x="6441270" y="265747"/>
          <a:ext cx="6520441" cy="9755506"/>
        </p:xfrm>
        <a:graphic>
          <a:graphicData uri="http://schemas.openxmlformats.org/drawingml/2006/chart">
            <c:chart xmlns:c="http://schemas.openxmlformats.org/drawingml/2006/chart" r:id="rId6"/>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26" name="Google Shape;326;p19"/>
          <p:cNvGrpSpPr/>
          <p:nvPr/>
        </p:nvGrpSpPr>
        <p:grpSpPr>
          <a:xfrm>
            <a:off x="512133" y="507760"/>
            <a:ext cx="17263734" cy="9271481"/>
            <a:chOff x="0" y="0"/>
            <a:chExt cx="4546827" cy="2441871"/>
          </a:xfrm>
        </p:grpSpPr>
        <p:sp>
          <p:nvSpPr>
            <p:cNvPr id="327" name="Google Shape;327;p19"/>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9"/>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329" name="Google Shape;329;p19"/>
          <p:cNvPicPr preferRelativeResize="0"/>
          <p:nvPr/>
        </p:nvPicPr>
        <p:blipFill>
          <a:blip r:embed="rId3">
            <a:alphaModFix/>
          </a:blip>
          <a:stretch>
            <a:fillRect/>
          </a:stretch>
        </p:blipFill>
        <p:spPr>
          <a:xfrm>
            <a:off x="512125" y="507751"/>
            <a:ext cx="17263800" cy="9264300"/>
          </a:xfrm>
          <a:prstGeom prst="roundRect">
            <a:avLst>
              <a:gd fmla="val 859" name="adj"/>
            </a:avLst>
          </a:prstGeom>
          <a:noFill/>
          <a:ln>
            <a:noFill/>
          </a:ln>
        </p:spPr>
      </p:pic>
      <p:sp>
        <p:nvSpPr>
          <p:cNvPr id="330" name="Google Shape;330;p19"/>
          <p:cNvSpPr txBox="1"/>
          <p:nvPr/>
        </p:nvSpPr>
        <p:spPr>
          <a:xfrm>
            <a:off x="1519610" y="4090947"/>
            <a:ext cx="152487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Project Delivery Quality</a:t>
            </a:r>
            <a:endParaRPr/>
          </a:p>
        </p:txBody>
      </p:sp>
      <p:sp>
        <p:nvSpPr>
          <p:cNvPr id="331" name="Google Shape;331;p19"/>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3" name="Google Shape;153;p11"/>
          <p:cNvGrpSpPr/>
          <p:nvPr/>
        </p:nvGrpSpPr>
        <p:grpSpPr>
          <a:xfrm>
            <a:off x="512133" y="3740343"/>
            <a:ext cx="17263734" cy="2806314"/>
            <a:chOff x="0" y="0"/>
            <a:chExt cx="4546827" cy="739112"/>
          </a:xfrm>
        </p:grpSpPr>
        <p:sp>
          <p:nvSpPr>
            <p:cNvPr id="154" name="Google Shape;154;p11"/>
            <p:cNvSpPr/>
            <p:nvPr/>
          </p:nvSpPr>
          <p:spPr>
            <a:xfrm>
              <a:off x="0" y="0"/>
              <a:ext cx="4546827" cy="739112"/>
            </a:xfrm>
            <a:custGeom>
              <a:rect b="b" l="l" r="r" t="t"/>
              <a:pathLst>
                <a:path extrusionOk="0" h="739112" w="4546827">
                  <a:moveTo>
                    <a:pt x="22871" y="0"/>
                  </a:moveTo>
                  <a:lnTo>
                    <a:pt x="4523956" y="0"/>
                  </a:lnTo>
                  <a:cubicBezTo>
                    <a:pt x="4536587" y="0"/>
                    <a:pt x="4546827" y="10240"/>
                    <a:pt x="4546827" y="22871"/>
                  </a:cubicBezTo>
                  <a:lnTo>
                    <a:pt x="4546827" y="716241"/>
                  </a:lnTo>
                  <a:cubicBezTo>
                    <a:pt x="4546827" y="728872"/>
                    <a:pt x="4536587" y="739112"/>
                    <a:pt x="4523956" y="739112"/>
                  </a:cubicBezTo>
                  <a:lnTo>
                    <a:pt x="22871" y="739112"/>
                  </a:lnTo>
                  <a:cubicBezTo>
                    <a:pt x="10240" y="739112"/>
                    <a:pt x="0" y="728872"/>
                    <a:pt x="0" y="71624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txBox="1"/>
            <p:nvPr/>
          </p:nvSpPr>
          <p:spPr>
            <a:xfrm>
              <a:off x="0" y="28575"/>
              <a:ext cx="4546827"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56" name="Google Shape;156;p11"/>
          <p:cNvSpPr txBox="1"/>
          <p:nvPr/>
        </p:nvSpPr>
        <p:spPr>
          <a:xfrm>
            <a:off x="3509825" y="4521625"/>
            <a:ext cx="112683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On-Time Completion and Client Satisfaction</a:t>
            </a:r>
            <a:endParaRPr/>
          </a:p>
        </p:txBody>
      </p:sp>
      <p:grpSp>
        <p:nvGrpSpPr>
          <p:cNvPr id="157" name="Google Shape;157;p11"/>
          <p:cNvGrpSpPr/>
          <p:nvPr/>
        </p:nvGrpSpPr>
        <p:grpSpPr>
          <a:xfrm>
            <a:off x="512133" y="507760"/>
            <a:ext cx="8348273" cy="2806314"/>
            <a:chOff x="0" y="0"/>
            <a:chExt cx="2198722" cy="739112"/>
          </a:xfrm>
        </p:grpSpPr>
        <p:sp>
          <p:nvSpPr>
            <p:cNvPr id="158" name="Google Shape;158;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0" name="Google Shape;160;p11"/>
          <p:cNvGrpSpPr/>
          <p:nvPr/>
        </p:nvGrpSpPr>
        <p:grpSpPr>
          <a:xfrm>
            <a:off x="1028700" y="1222600"/>
            <a:ext cx="7315200" cy="1460264"/>
            <a:chOff x="0" y="57150"/>
            <a:chExt cx="9753600" cy="1947018"/>
          </a:xfrm>
        </p:grpSpPr>
        <p:sp>
          <p:nvSpPr>
            <p:cNvPr id="161" name="Google Shape;161;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3BEE96"/>
                  </a:solidFill>
                  <a:latin typeface="Inter"/>
                  <a:ea typeface="Inter"/>
                  <a:cs typeface="Inter"/>
                  <a:sym typeface="Inter"/>
                </a:rPr>
                <a:t>What we do?</a:t>
              </a:r>
              <a:endParaRPr/>
            </a:p>
          </p:txBody>
        </p:sp>
        <p:sp>
          <p:nvSpPr>
            <p:cNvPr id="162" name="Google Shape;162;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63" name="Google Shape;163;p11"/>
          <p:cNvGrpSpPr/>
          <p:nvPr/>
        </p:nvGrpSpPr>
        <p:grpSpPr>
          <a:xfrm>
            <a:off x="9427594" y="507760"/>
            <a:ext cx="8348273" cy="2806314"/>
            <a:chOff x="0" y="0"/>
            <a:chExt cx="2198722" cy="739112"/>
          </a:xfrm>
        </p:grpSpPr>
        <p:sp>
          <p:nvSpPr>
            <p:cNvPr id="164" name="Google Shape;164;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6" name="Google Shape;166;p11"/>
          <p:cNvGrpSpPr/>
          <p:nvPr/>
        </p:nvGrpSpPr>
        <p:grpSpPr>
          <a:xfrm>
            <a:off x="512133" y="6975282"/>
            <a:ext cx="8348273" cy="2806314"/>
            <a:chOff x="0" y="0"/>
            <a:chExt cx="2198722" cy="739112"/>
          </a:xfrm>
        </p:grpSpPr>
        <p:sp>
          <p:nvSpPr>
            <p:cNvPr id="167" name="Google Shape;167;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9" name="Google Shape;169;p11"/>
          <p:cNvGrpSpPr/>
          <p:nvPr/>
        </p:nvGrpSpPr>
        <p:grpSpPr>
          <a:xfrm>
            <a:off x="9427594" y="6975282"/>
            <a:ext cx="8348273" cy="2806314"/>
            <a:chOff x="0" y="0"/>
            <a:chExt cx="2198722" cy="739112"/>
          </a:xfrm>
        </p:grpSpPr>
        <p:sp>
          <p:nvSpPr>
            <p:cNvPr id="170" name="Google Shape;170;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72" name="Google Shape;172;p11"/>
          <p:cNvGrpSpPr/>
          <p:nvPr/>
        </p:nvGrpSpPr>
        <p:grpSpPr>
          <a:xfrm>
            <a:off x="9944161" y="1222600"/>
            <a:ext cx="7315200" cy="1460264"/>
            <a:chOff x="0" y="57150"/>
            <a:chExt cx="9753600" cy="1947018"/>
          </a:xfrm>
        </p:grpSpPr>
        <p:sp>
          <p:nvSpPr>
            <p:cNvPr id="173" name="Google Shape;173;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12BBFE"/>
                  </a:solidFill>
                  <a:latin typeface="Inter"/>
                  <a:ea typeface="Inter"/>
                  <a:cs typeface="Inter"/>
                  <a:sym typeface="Inter"/>
                </a:rPr>
                <a:t>Who we are?</a:t>
              </a:r>
              <a:endParaRPr/>
            </a:p>
          </p:txBody>
        </p:sp>
        <p:sp>
          <p:nvSpPr>
            <p:cNvPr id="174" name="Google Shape;174;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5" name="Google Shape;175;p11"/>
          <p:cNvGrpSpPr/>
          <p:nvPr/>
        </p:nvGrpSpPr>
        <p:grpSpPr>
          <a:xfrm>
            <a:off x="1028700" y="7690122"/>
            <a:ext cx="7315200" cy="1460264"/>
            <a:chOff x="0" y="57150"/>
            <a:chExt cx="9753600" cy="1947018"/>
          </a:xfrm>
        </p:grpSpPr>
        <p:sp>
          <p:nvSpPr>
            <p:cNvPr id="176" name="Google Shape;176;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FFE518"/>
                  </a:solidFill>
                  <a:latin typeface="Inter"/>
                  <a:ea typeface="Inter"/>
                  <a:cs typeface="Inter"/>
                  <a:sym typeface="Inter"/>
                </a:rPr>
                <a:t>Why we do it?</a:t>
              </a:r>
              <a:endParaRPr/>
            </a:p>
          </p:txBody>
        </p:sp>
        <p:sp>
          <p:nvSpPr>
            <p:cNvPr id="177" name="Google Shape;177;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8" name="Google Shape;178;p11"/>
          <p:cNvGrpSpPr/>
          <p:nvPr/>
        </p:nvGrpSpPr>
        <p:grpSpPr>
          <a:xfrm>
            <a:off x="9944161" y="7690122"/>
            <a:ext cx="7315200" cy="1460264"/>
            <a:chOff x="0" y="57150"/>
            <a:chExt cx="9753600" cy="1947018"/>
          </a:xfrm>
        </p:grpSpPr>
        <p:sp>
          <p:nvSpPr>
            <p:cNvPr id="179" name="Google Shape;179;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EEA6FF"/>
                  </a:solidFill>
                  <a:latin typeface="Inter"/>
                  <a:ea typeface="Inter"/>
                  <a:cs typeface="Inter"/>
                  <a:sym typeface="Inter"/>
                </a:rPr>
                <a:t>How we do it?</a:t>
              </a:r>
              <a:endParaRPr/>
            </a:p>
          </p:txBody>
        </p:sp>
        <p:sp>
          <p:nvSpPr>
            <p:cNvPr id="180" name="Google Shape;180;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aphicFrame>
        <p:nvGraphicFramePr>
          <p:cNvPr id="181" name="Table 180"/>
          <p:cNvGraphicFramePr>
            <a:graphicFrameLocks noGrp="1"/>
          </p:cNvGraphicFramePr>
          <p:nvPr/>
        </p:nvGraphicFramePr>
        <p:xfrm>
          <a:off x="731520" y="2011680"/>
          <a:ext cx="7680960" cy="3840480"/>
        </p:xfrm>
        <a:graphic>
          <a:graphicData uri="http://schemas.openxmlformats.org/drawingml/2006/table">
            <a:tbl>
              <a:tblPr firstRow="1" bandRow="1">
                <a:tableStyleId>{5C22544A-7EE6-4342-B048-85BDC9FD1C3A}</a:tableStyleId>
              </a:tblPr>
              <a:tblGrid>
                <a:gridCol w="1536192"/>
                <a:gridCol w="1536192"/>
                <a:gridCol w="1536192"/>
                <a:gridCol w="1536192"/>
                <a:gridCol w="1536192"/>
              </a:tblGrid>
              <a:tr h="640080">
                <a:tc>
                  <a:txBody>
                    <a:bodyPr/>
                    <a:lstStyle/>
                    <a:p>
                      <a:r>
                        <a:t>Practice</a:t>
                      </a:r>
                    </a:p>
                  </a:txBody>
                  <a:tcPr/>
                </a:tc>
                <a:tc>
                  <a:txBody>
                    <a:bodyPr/>
                    <a:lstStyle/>
                    <a:p>
                      <a:r>
                        <a:t>Projects</a:t>
                      </a:r>
                    </a:p>
                  </a:txBody>
                  <a:tcPr/>
                </a:tc>
                <a:tc>
                  <a:txBody>
                    <a:bodyPr/>
                    <a:lstStyle/>
                    <a:p>
                      <a:r>
                        <a:t>On-Time Rate</a:t>
                      </a:r>
                    </a:p>
                  </a:txBody>
                  <a:tcPr/>
                </a:tc>
                <a:tc>
                  <a:txBody>
                    <a:bodyPr/>
                    <a:lstStyle/>
                    <a:p>
                      <a:r>
                        <a:t>Avg. Satisfaction</a:t>
                      </a:r>
                    </a:p>
                  </a:txBody>
                  <a:tcPr/>
                </a:tc>
                <a:tc>
                  <a:txBody>
                    <a:bodyPr/>
                    <a:lstStyle/>
                    <a:p>
                      <a:r>
                        <a:t>Avg. Margin</a:t>
                      </a:r>
                    </a:p>
                  </a:txBody>
                  <a:tcPr/>
                </a:tc>
              </a:tr>
              <a:tr h="640080">
                <a:tc>
                  <a:txBody>
                    <a:bodyPr/>
                    <a:lstStyle/>
                    <a:p>
                      <a:r>
                        <a:t>Operations Excellence</a:t>
                      </a:r>
                    </a:p>
                  </a:txBody>
                  <a:tcPr/>
                </a:tc>
                <a:tc>
                  <a:txBody>
                    <a:bodyPr/>
                    <a:lstStyle/>
                    <a:p>
                      <a:r>
                        <a:t>6</a:t>
                      </a:r>
                    </a:p>
                  </a:txBody>
                  <a:tcPr/>
                </a:tc>
                <a:tc>
                  <a:txBody>
                    <a:bodyPr/>
                    <a:lstStyle/>
                    <a:p>
                      <a:r>
                        <a:t>100%</a:t>
                      </a:r>
                    </a:p>
                  </a:txBody>
                  <a:tcPr/>
                </a:tc>
                <a:tc>
                  <a:txBody>
                    <a:bodyPr/>
                    <a:lstStyle/>
                    <a:p>
                      <a:r>
                        <a:t>3.92</a:t>
                      </a:r>
                    </a:p>
                  </a:txBody>
                  <a:tcPr/>
                </a:tc>
                <a:tc>
                  <a:txBody>
                    <a:bodyPr/>
                    <a:lstStyle/>
                    <a:p>
                      <a:r>
                        <a:t>29.8%</a:t>
                      </a:r>
                    </a:p>
                  </a:txBody>
                  <a:tcPr/>
                </a:tc>
              </a:tr>
              <a:tr h="640080">
                <a:tc>
                  <a:txBody>
                    <a:bodyPr/>
                    <a:lstStyle/>
                    <a:p>
                      <a:r>
                        <a:t>Strategy &amp; Growth</a:t>
                      </a:r>
                    </a:p>
                  </a:txBody>
                  <a:tcPr/>
                </a:tc>
                <a:tc>
                  <a:txBody>
                    <a:bodyPr/>
                    <a:lstStyle/>
                    <a:p>
                      <a:r>
                        <a:t>4</a:t>
                      </a:r>
                    </a:p>
                  </a:txBody>
                  <a:tcPr/>
                </a:tc>
                <a:tc>
                  <a:txBody>
                    <a:bodyPr/>
                    <a:lstStyle/>
                    <a:p>
                      <a:r>
                        <a:t>50%</a:t>
                      </a:r>
                    </a:p>
                  </a:txBody>
                  <a:tcPr/>
                </a:tc>
                <a:tc>
                  <a:txBody>
                    <a:bodyPr/>
                    <a:lstStyle/>
                    <a:p>
                      <a:r>
                        <a:t>4.5</a:t>
                      </a:r>
                    </a:p>
                  </a:txBody>
                  <a:tcPr/>
                </a:tc>
                <a:tc>
                  <a:txBody>
                    <a:bodyPr/>
                    <a:lstStyle/>
                    <a:p>
                      <a:r>
                        <a:t>27.1%</a:t>
                      </a:r>
                    </a:p>
                  </a:txBody>
                  <a:tcPr/>
                </a:tc>
              </a:tr>
              <a:tr h="640080">
                <a:tc>
                  <a:txBody>
                    <a:bodyPr/>
                    <a:lstStyle/>
                    <a:p>
                      <a:r>
                        <a:t>Technology &amp; Digital</a:t>
                      </a:r>
                    </a:p>
                  </a:txBody>
                  <a:tcPr/>
                </a:tc>
                <a:tc>
                  <a:txBody>
                    <a:bodyPr/>
                    <a:lstStyle/>
                    <a:p>
                      <a:r>
                        <a:t>7</a:t>
                      </a:r>
                    </a:p>
                  </a:txBody>
                  <a:tcPr/>
                </a:tc>
                <a:tc>
                  <a:txBody>
                    <a:bodyPr/>
                    <a:lstStyle/>
                    <a:p>
                      <a:r>
                        <a:t>43%</a:t>
                      </a:r>
                    </a:p>
                  </a:txBody>
                  <a:tcPr/>
                </a:tc>
                <a:tc>
                  <a:txBody>
                    <a:bodyPr/>
                    <a:lstStyle/>
                    <a:p>
                      <a:r>
                        <a:t>4.09</a:t>
                      </a:r>
                    </a:p>
                  </a:txBody>
                  <a:tcPr/>
                </a:tc>
                <a:tc>
                  <a:txBody>
                    <a:bodyPr/>
                    <a:lstStyle/>
                    <a:p>
                      <a:r>
                        <a:t>31.6%</a:t>
                      </a:r>
                    </a:p>
                  </a:txBody>
                  <a:tcPr/>
                </a:tc>
              </a:tr>
              <a:tr h="640080">
                <a:tc>
                  <a:txBody>
                    <a:bodyPr/>
                    <a:lstStyle/>
                    <a:p>
                      <a:r>
                        <a:t>HR &amp; People</a:t>
                      </a:r>
                    </a:p>
                  </a:txBody>
                  <a:tcPr/>
                </a:tc>
                <a:tc>
                  <a:txBody>
                    <a:bodyPr/>
                    <a:lstStyle/>
                    <a:p>
                      <a:r>
                        <a:t>7</a:t>
                      </a:r>
                    </a:p>
                  </a:txBody>
                  <a:tcPr/>
                </a:tc>
                <a:tc>
                  <a:txBody>
                    <a:bodyPr/>
                    <a:lstStyle/>
                    <a:p>
                      <a:r>
                        <a:t>43%</a:t>
                      </a:r>
                    </a:p>
                  </a:txBody>
                  <a:tcPr/>
                </a:tc>
                <a:tc>
                  <a:txBody>
                    <a:bodyPr/>
                    <a:lstStyle/>
                    <a:p>
                      <a:r>
                        <a:t>4.44</a:t>
                      </a:r>
                    </a:p>
                  </a:txBody>
                  <a:tcPr/>
                </a:tc>
                <a:tc>
                  <a:txBody>
                    <a:bodyPr/>
                    <a:lstStyle/>
                    <a:p>
                      <a:r>
                        <a:t>30.3%</a:t>
                      </a:r>
                    </a:p>
                  </a:txBody>
                  <a:tcPr/>
                </a:tc>
              </a:tr>
              <a:tr h="640080">
                <a:tc>
                  <a:txBody>
                    <a:bodyPr/>
                    <a:lstStyle/>
                    <a:p>
                      <a:r>
                        <a:t>Finance &amp; Risk</a:t>
                      </a:r>
                    </a:p>
                  </a:txBody>
                  <a:tcPr/>
                </a:tc>
                <a:tc>
                  <a:txBody>
                    <a:bodyPr/>
                    <a:lstStyle/>
                    <a:p>
                      <a:r>
                        <a:t>7</a:t>
                      </a:r>
                    </a:p>
                  </a:txBody>
                  <a:tcPr/>
                </a:tc>
                <a:tc>
                  <a:txBody>
                    <a:bodyPr/>
                    <a:lstStyle/>
                    <a:p>
                      <a:r>
                        <a:t>43%</a:t>
                      </a:r>
                    </a:p>
                  </a:txBody>
                  <a:tcPr/>
                </a:tc>
                <a:tc>
                  <a:txBody>
                    <a:bodyPr/>
                    <a:lstStyle/>
                    <a:p>
                      <a:r>
                        <a:t>3.91</a:t>
                      </a:r>
                    </a:p>
                  </a:txBody>
                  <a:tcPr/>
                </a:tc>
                <a:tc>
                  <a:txBody>
                    <a:bodyPr/>
                    <a:lstStyle/>
                    <a:p>
                      <a:r>
                        <a:t>32.6%</a:t>
                      </a:r>
                    </a:p>
                  </a:txBody>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36" name="Google Shape;336;p20"/>
          <p:cNvGrpSpPr/>
          <p:nvPr/>
        </p:nvGrpSpPr>
        <p:grpSpPr>
          <a:xfrm>
            <a:off x="512133" y="3512547"/>
            <a:ext cx="8251450" cy="6266694"/>
            <a:chOff x="0" y="0"/>
            <a:chExt cx="2173221" cy="1650487"/>
          </a:xfrm>
        </p:grpSpPr>
        <p:sp>
          <p:nvSpPr>
            <p:cNvPr id="337" name="Google Shape;337;p20"/>
            <p:cNvSpPr/>
            <p:nvPr/>
          </p:nvSpPr>
          <p:spPr>
            <a:xfrm>
              <a:off x="0" y="0"/>
              <a:ext cx="2173221" cy="1650487"/>
            </a:xfrm>
            <a:custGeom>
              <a:rect b="b" l="l" r="r" t="t"/>
              <a:pathLst>
                <a:path extrusionOk="0" h="1650487" w="2173221">
                  <a:moveTo>
                    <a:pt x="47851" y="0"/>
                  </a:moveTo>
                  <a:lnTo>
                    <a:pt x="2125371" y="0"/>
                  </a:lnTo>
                  <a:cubicBezTo>
                    <a:pt x="2151798" y="0"/>
                    <a:pt x="2173221" y="21424"/>
                    <a:pt x="2173221" y="47851"/>
                  </a:cubicBezTo>
                  <a:lnTo>
                    <a:pt x="2173221" y="1602636"/>
                  </a:lnTo>
                  <a:cubicBezTo>
                    <a:pt x="2173221" y="1615327"/>
                    <a:pt x="2168180" y="1627498"/>
                    <a:pt x="2159206" y="1636472"/>
                  </a:cubicBezTo>
                  <a:cubicBezTo>
                    <a:pt x="2150233" y="1645446"/>
                    <a:pt x="2138062" y="1650487"/>
                    <a:pt x="2125371" y="1650487"/>
                  </a:cubicBezTo>
                  <a:lnTo>
                    <a:pt x="47851" y="1650487"/>
                  </a:lnTo>
                  <a:cubicBezTo>
                    <a:pt x="35160" y="1650487"/>
                    <a:pt x="22989" y="1645446"/>
                    <a:pt x="14015" y="1636472"/>
                  </a:cubicBezTo>
                  <a:cubicBezTo>
                    <a:pt x="5041" y="1627498"/>
                    <a:pt x="0" y="1615327"/>
                    <a:pt x="0" y="1602636"/>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txBox="1"/>
            <p:nvPr/>
          </p:nvSpPr>
          <p:spPr>
            <a:xfrm>
              <a:off x="0" y="28575"/>
              <a:ext cx="2173221" cy="162191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39" name="Google Shape;339;p20"/>
          <p:cNvSpPr txBox="1"/>
          <p:nvPr/>
        </p:nvSpPr>
        <p:spPr>
          <a:xfrm>
            <a:off x="1028700" y="4801853"/>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a:t>Apex Financial Corp (P2241):</a:t>
            </a:r>
            <a:r>
              <a:t> $1.1M, delivered 2 weeks early. CFO reference call; follow-on compliance opportunity in negotiation.</a:t>
            </a:r>
            <a:endParaRPr/>
          </a:p>
          <a:p>
            <a:r>
              <a:rPr b="1"/>
              <a:t>Cardinal Health Systems (P2267):</a:t>
            </a:r>
            <a:r>
              <a:t> Satisfaction 4.8/5.0. Methodology packaged as MCG framework; two direct referrals.</a:t>
            </a:r>
          </a:p>
          <a:p>
            <a:r>
              <a:rPr b="1"/>
              <a:t>Quantum Computing Inc (P2289):</a:t>
            </a:r>
            <a:r>
              <a:t> Satisfaction 4.6/5.0. CTO: "The clearest technical roadmap we've ever received from an external adviser."</a:t>
            </a:r>
          </a:p>
        </p:txBody>
      </p:sp>
      <p:sp>
        <p:nvSpPr>
          <p:cNvPr id="340" name="Google Shape;340;p20"/>
          <p:cNvSpPr txBox="1"/>
          <p:nvPr/>
        </p:nvSpPr>
        <p:spPr>
          <a:xfrm>
            <a:off x="1028700" y="5321918"/>
            <a:ext cx="72183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Notable Wins</a:t>
            </a:r>
            <a:endParaRPr/>
          </a:p>
        </p:txBody>
      </p:sp>
      <p:grpSp>
        <p:nvGrpSpPr>
          <p:cNvPr id="341" name="Google Shape;341;p20"/>
          <p:cNvGrpSpPr/>
          <p:nvPr/>
        </p:nvGrpSpPr>
        <p:grpSpPr>
          <a:xfrm>
            <a:off x="9524417" y="507760"/>
            <a:ext cx="8251450" cy="4366144"/>
            <a:chOff x="0" y="0"/>
            <a:chExt cx="2173221" cy="1149931"/>
          </a:xfrm>
        </p:grpSpPr>
        <p:sp>
          <p:nvSpPr>
            <p:cNvPr id="342" name="Google Shape;342;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4" name="Google Shape;344;p20"/>
          <p:cNvGrpSpPr/>
          <p:nvPr/>
        </p:nvGrpSpPr>
        <p:grpSpPr>
          <a:xfrm>
            <a:off x="9524417" y="5413096"/>
            <a:ext cx="8251450" cy="4366144"/>
            <a:chOff x="0" y="0"/>
            <a:chExt cx="2173221" cy="1149931"/>
          </a:xfrm>
        </p:grpSpPr>
        <p:sp>
          <p:nvSpPr>
            <p:cNvPr id="345" name="Google Shape;345;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7" name="Google Shape;347;p20"/>
          <p:cNvGrpSpPr/>
          <p:nvPr/>
        </p:nvGrpSpPr>
        <p:grpSpPr>
          <a:xfrm>
            <a:off x="512133" y="507760"/>
            <a:ext cx="8251450" cy="2583745"/>
            <a:chOff x="0" y="0"/>
            <a:chExt cx="2173221" cy="680493"/>
          </a:xfrm>
        </p:grpSpPr>
        <p:sp>
          <p:nvSpPr>
            <p:cNvPr id="348" name="Google Shape;348;p20"/>
            <p:cNvSpPr/>
            <p:nvPr/>
          </p:nvSpPr>
          <p:spPr>
            <a:xfrm>
              <a:off x="0" y="0"/>
              <a:ext cx="2173221" cy="680493"/>
            </a:xfrm>
            <a:custGeom>
              <a:rect b="b" l="l" r="r" t="t"/>
              <a:pathLst>
                <a:path extrusionOk="0" h="680493" w="2173221">
                  <a:moveTo>
                    <a:pt x="47851" y="0"/>
                  </a:moveTo>
                  <a:lnTo>
                    <a:pt x="2125371" y="0"/>
                  </a:lnTo>
                  <a:cubicBezTo>
                    <a:pt x="2151798" y="0"/>
                    <a:pt x="2173221" y="21424"/>
                    <a:pt x="2173221" y="47851"/>
                  </a:cubicBezTo>
                  <a:lnTo>
                    <a:pt x="2173221" y="632642"/>
                  </a:lnTo>
                  <a:cubicBezTo>
                    <a:pt x="2173221" y="645333"/>
                    <a:pt x="2168180" y="657504"/>
                    <a:pt x="2159206" y="666477"/>
                  </a:cubicBezTo>
                  <a:cubicBezTo>
                    <a:pt x="2150233" y="675451"/>
                    <a:pt x="2138062" y="680493"/>
                    <a:pt x="2125371" y="680493"/>
                  </a:cubicBezTo>
                  <a:lnTo>
                    <a:pt x="47851" y="680493"/>
                  </a:lnTo>
                  <a:cubicBezTo>
                    <a:pt x="35160" y="680493"/>
                    <a:pt x="22989" y="675451"/>
                    <a:pt x="14015" y="666477"/>
                  </a:cubicBezTo>
                  <a:cubicBezTo>
                    <a:pt x="5041" y="657504"/>
                    <a:pt x="0" y="645333"/>
                    <a:pt x="0" y="632642"/>
                  </a:cubicBezTo>
                  <a:lnTo>
                    <a:pt x="0" y="47851"/>
                  </a:lnTo>
                  <a:cubicBezTo>
                    <a:pt x="0" y="35160"/>
                    <a:pt x="5041" y="22989"/>
                    <a:pt x="14015" y="14015"/>
                  </a:cubicBezTo>
                  <a:cubicBezTo>
                    <a:pt x="22989" y="5041"/>
                    <a:pt x="35160" y="0"/>
                    <a:pt x="4785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txBox="1"/>
            <p:nvPr/>
          </p:nvSpPr>
          <p:spPr>
            <a:xfrm>
              <a:off x="0" y="28575"/>
              <a:ext cx="2173221"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50" name="Google Shape;350;p20"/>
          <p:cNvSpPr txBox="1"/>
          <p:nvPr/>
        </p:nvSpPr>
        <p:spPr>
          <a:xfrm>
            <a:off x="759034" y="1200150"/>
            <a:ext cx="7757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endParaRPr/>
          </a:p>
        </p:txBody>
      </p:sp>
      <p:sp>
        <p:nvSpPr>
          <p:cNvPr id="351" name="Google Shape;351;p20"/>
          <p:cNvSpPr txBox="1"/>
          <p:nvPr/>
        </p:nvSpPr>
        <p:spPr>
          <a:xfrm>
            <a:off x="10040983" y="1380192"/>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2" name="Google Shape;352;p20"/>
          <p:cNvSpPr txBox="1"/>
          <p:nvPr/>
        </p:nvSpPr>
        <p:spPr>
          <a:xfrm>
            <a:off x="10040983" y="1900257"/>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
        <p:nvSpPr>
          <p:cNvPr id="353" name="Google Shape;353;p20"/>
          <p:cNvSpPr txBox="1"/>
          <p:nvPr/>
        </p:nvSpPr>
        <p:spPr>
          <a:xfrm>
            <a:off x="10040983" y="6285528"/>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4" name="Google Shape;354;p20"/>
          <p:cNvSpPr txBox="1"/>
          <p:nvPr/>
        </p:nvSpPr>
        <p:spPr>
          <a:xfrm>
            <a:off x="10040983" y="6805593"/>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36" name="Google Shape;336;p20"/>
          <p:cNvGrpSpPr/>
          <p:nvPr/>
        </p:nvGrpSpPr>
        <p:grpSpPr>
          <a:xfrm>
            <a:off x="512133" y="3512547"/>
            <a:ext cx="8251450" cy="6266694"/>
            <a:chOff x="0" y="0"/>
            <a:chExt cx="2173221" cy="1650487"/>
          </a:xfrm>
        </p:grpSpPr>
        <p:sp>
          <p:nvSpPr>
            <p:cNvPr id="337" name="Google Shape;337;p20"/>
            <p:cNvSpPr/>
            <p:nvPr/>
          </p:nvSpPr>
          <p:spPr>
            <a:xfrm>
              <a:off x="0" y="0"/>
              <a:ext cx="2173221" cy="1650487"/>
            </a:xfrm>
            <a:custGeom>
              <a:rect b="b" l="l" r="r" t="t"/>
              <a:pathLst>
                <a:path extrusionOk="0" h="1650487" w="2173221">
                  <a:moveTo>
                    <a:pt x="47851" y="0"/>
                  </a:moveTo>
                  <a:lnTo>
                    <a:pt x="2125371" y="0"/>
                  </a:lnTo>
                  <a:cubicBezTo>
                    <a:pt x="2151798" y="0"/>
                    <a:pt x="2173221" y="21424"/>
                    <a:pt x="2173221" y="47851"/>
                  </a:cubicBezTo>
                  <a:lnTo>
                    <a:pt x="2173221" y="1602636"/>
                  </a:lnTo>
                  <a:cubicBezTo>
                    <a:pt x="2173221" y="1615327"/>
                    <a:pt x="2168180" y="1627498"/>
                    <a:pt x="2159206" y="1636472"/>
                  </a:cubicBezTo>
                  <a:cubicBezTo>
                    <a:pt x="2150233" y="1645446"/>
                    <a:pt x="2138062" y="1650487"/>
                    <a:pt x="2125371" y="1650487"/>
                  </a:cubicBezTo>
                  <a:lnTo>
                    <a:pt x="47851" y="1650487"/>
                  </a:lnTo>
                  <a:cubicBezTo>
                    <a:pt x="35160" y="1650487"/>
                    <a:pt x="22989" y="1645446"/>
                    <a:pt x="14015" y="1636472"/>
                  </a:cubicBezTo>
                  <a:cubicBezTo>
                    <a:pt x="5041" y="1627498"/>
                    <a:pt x="0" y="1615327"/>
                    <a:pt x="0" y="1602636"/>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txBox="1"/>
            <p:nvPr/>
          </p:nvSpPr>
          <p:spPr>
            <a:xfrm>
              <a:off x="0" y="28575"/>
              <a:ext cx="2173221" cy="162191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39" name="Google Shape;339;p20"/>
          <p:cNvSpPr txBox="1"/>
          <p:nvPr/>
        </p:nvSpPr>
        <p:spPr>
          <a:xfrm>
            <a:off x="1028700" y="4801853"/>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a:t>Triumph Automotive (P2278):</a:t>
            </a:r>
            <a:r>
              <a:t> 6 weeks over; scope expanded mid-engagement with no SOW gate. Q3 cash flow gap; follow-on renewal risk flagged.</a:t>
            </a:r>
            <a:endParaRPr/>
          </a:p>
          <a:p>
            <a:r>
              <a:rPr b="1"/>
              <a:t>Empire Retail (P2303):</a:t>
            </a:r>
            <a:r>
              <a:t> Partial delivery — $320K of $500K — after three sponsor changes. No escalation protocol; firm not pursuing further work.</a:t>
            </a:r>
          </a:p>
          <a:p>
            <a:r>
              <a:t>Common root cause: SOW and escalation design did not keep pace with mid-engagement change.</a:t>
            </a:r>
          </a:p>
        </p:txBody>
      </p:sp>
      <p:sp>
        <p:nvSpPr>
          <p:cNvPr id="340" name="Google Shape;340;p20"/>
          <p:cNvSpPr txBox="1"/>
          <p:nvPr/>
        </p:nvSpPr>
        <p:spPr>
          <a:xfrm>
            <a:off x="1028700" y="5321918"/>
            <a:ext cx="72183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Delivery Issues</a:t>
            </a:r>
            <a:endParaRPr/>
          </a:p>
        </p:txBody>
      </p:sp>
      <p:grpSp>
        <p:nvGrpSpPr>
          <p:cNvPr id="341" name="Google Shape;341;p20"/>
          <p:cNvGrpSpPr/>
          <p:nvPr/>
        </p:nvGrpSpPr>
        <p:grpSpPr>
          <a:xfrm>
            <a:off x="9524417" y="507760"/>
            <a:ext cx="8251450" cy="4366144"/>
            <a:chOff x="0" y="0"/>
            <a:chExt cx="2173221" cy="1149931"/>
          </a:xfrm>
        </p:grpSpPr>
        <p:sp>
          <p:nvSpPr>
            <p:cNvPr id="342" name="Google Shape;342;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4" name="Google Shape;344;p20"/>
          <p:cNvGrpSpPr/>
          <p:nvPr/>
        </p:nvGrpSpPr>
        <p:grpSpPr>
          <a:xfrm>
            <a:off x="9524417" y="5413096"/>
            <a:ext cx="8251450" cy="4366144"/>
            <a:chOff x="0" y="0"/>
            <a:chExt cx="2173221" cy="1149931"/>
          </a:xfrm>
        </p:grpSpPr>
        <p:sp>
          <p:nvSpPr>
            <p:cNvPr id="345" name="Google Shape;345;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7" name="Google Shape;347;p20"/>
          <p:cNvGrpSpPr/>
          <p:nvPr/>
        </p:nvGrpSpPr>
        <p:grpSpPr>
          <a:xfrm>
            <a:off x="512133" y="507760"/>
            <a:ext cx="8251450" cy="2583745"/>
            <a:chOff x="0" y="0"/>
            <a:chExt cx="2173221" cy="680493"/>
          </a:xfrm>
        </p:grpSpPr>
        <p:sp>
          <p:nvSpPr>
            <p:cNvPr id="348" name="Google Shape;348;p20"/>
            <p:cNvSpPr/>
            <p:nvPr/>
          </p:nvSpPr>
          <p:spPr>
            <a:xfrm>
              <a:off x="0" y="0"/>
              <a:ext cx="2173221" cy="680493"/>
            </a:xfrm>
            <a:custGeom>
              <a:rect b="b" l="l" r="r" t="t"/>
              <a:pathLst>
                <a:path extrusionOk="0" h="680493" w="2173221">
                  <a:moveTo>
                    <a:pt x="47851" y="0"/>
                  </a:moveTo>
                  <a:lnTo>
                    <a:pt x="2125371" y="0"/>
                  </a:lnTo>
                  <a:cubicBezTo>
                    <a:pt x="2151798" y="0"/>
                    <a:pt x="2173221" y="21424"/>
                    <a:pt x="2173221" y="47851"/>
                  </a:cubicBezTo>
                  <a:lnTo>
                    <a:pt x="2173221" y="632642"/>
                  </a:lnTo>
                  <a:cubicBezTo>
                    <a:pt x="2173221" y="645333"/>
                    <a:pt x="2168180" y="657504"/>
                    <a:pt x="2159206" y="666477"/>
                  </a:cubicBezTo>
                  <a:cubicBezTo>
                    <a:pt x="2150233" y="675451"/>
                    <a:pt x="2138062" y="680493"/>
                    <a:pt x="2125371" y="680493"/>
                  </a:cubicBezTo>
                  <a:lnTo>
                    <a:pt x="47851" y="680493"/>
                  </a:lnTo>
                  <a:cubicBezTo>
                    <a:pt x="35160" y="680493"/>
                    <a:pt x="22989" y="675451"/>
                    <a:pt x="14015" y="666477"/>
                  </a:cubicBezTo>
                  <a:cubicBezTo>
                    <a:pt x="5041" y="657504"/>
                    <a:pt x="0" y="645333"/>
                    <a:pt x="0" y="632642"/>
                  </a:cubicBezTo>
                  <a:lnTo>
                    <a:pt x="0" y="47851"/>
                  </a:lnTo>
                  <a:cubicBezTo>
                    <a:pt x="0" y="35160"/>
                    <a:pt x="5041" y="22989"/>
                    <a:pt x="14015" y="14015"/>
                  </a:cubicBezTo>
                  <a:cubicBezTo>
                    <a:pt x="22989" y="5041"/>
                    <a:pt x="35160" y="0"/>
                    <a:pt x="4785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txBox="1"/>
            <p:nvPr/>
          </p:nvSpPr>
          <p:spPr>
            <a:xfrm>
              <a:off x="0" y="28575"/>
              <a:ext cx="2173221"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50" name="Google Shape;350;p20"/>
          <p:cNvSpPr txBox="1"/>
          <p:nvPr/>
        </p:nvSpPr>
        <p:spPr>
          <a:xfrm>
            <a:off x="759034" y="1200150"/>
            <a:ext cx="7757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endParaRPr/>
          </a:p>
        </p:txBody>
      </p:sp>
      <p:sp>
        <p:nvSpPr>
          <p:cNvPr id="351" name="Google Shape;351;p20"/>
          <p:cNvSpPr txBox="1"/>
          <p:nvPr/>
        </p:nvSpPr>
        <p:spPr>
          <a:xfrm>
            <a:off x="10040983" y="1380192"/>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2" name="Google Shape;352;p20"/>
          <p:cNvSpPr txBox="1"/>
          <p:nvPr/>
        </p:nvSpPr>
        <p:spPr>
          <a:xfrm>
            <a:off x="10040983" y="1900257"/>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
        <p:nvSpPr>
          <p:cNvPr id="353" name="Google Shape;353;p20"/>
          <p:cNvSpPr txBox="1"/>
          <p:nvPr/>
        </p:nvSpPr>
        <p:spPr>
          <a:xfrm>
            <a:off x="10040983" y="6285528"/>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4" name="Google Shape;354;p20"/>
          <p:cNvSpPr txBox="1"/>
          <p:nvPr/>
        </p:nvSpPr>
        <p:spPr>
          <a:xfrm>
            <a:off x="10040983" y="6805593"/>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27" name="Google Shape;127;p9"/>
          <p:cNvGrpSpPr/>
          <p:nvPr/>
        </p:nvGrpSpPr>
        <p:grpSpPr>
          <a:xfrm>
            <a:off x="512133" y="507760"/>
            <a:ext cx="17263734" cy="9271481"/>
            <a:chOff x="0" y="0"/>
            <a:chExt cx="4546827" cy="2441871"/>
          </a:xfrm>
        </p:grpSpPr>
        <p:sp>
          <p:nvSpPr>
            <p:cNvPr id="128" name="Google Shape;128;p9"/>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9"/>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130" name="Google Shape;130;p9"/>
          <p:cNvPicPr preferRelativeResize="0"/>
          <p:nvPr/>
        </p:nvPicPr>
        <p:blipFill>
          <a:blip r:embed="rId3">
            <a:alphaModFix/>
          </a:blip>
          <a:stretch>
            <a:fillRect/>
          </a:stretch>
        </p:blipFill>
        <p:spPr>
          <a:xfrm>
            <a:off x="512125" y="507751"/>
            <a:ext cx="17263800" cy="9264300"/>
          </a:xfrm>
          <a:prstGeom prst="roundRect">
            <a:avLst>
              <a:gd fmla="val 1006" name="adj"/>
            </a:avLst>
          </a:prstGeom>
          <a:noFill/>
          <a:ln>
            <a:noFill/>
          </a:ln>
        </p:spPr>
      </p:pic>
      <p:sp>
        <p:nvSpPr>
          <p:cNvPr id="131" name="Google Shape;131;p9"/>
          <p:cNvSpPr txBox="1"/>
          <p:nvPr/>
        </p:nvSpPr>
        <p:spPr>
          <a:xfrm>
            <a:off x="1796271" y="4090947"/>
            <a:ext cx="146955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Client Health</a:t>
            </a:r>
            <a:endParaRPr/>
          </a:p>
        </p:txBody>
      </p:sp>
      <p:sp>
        <p:nvSpPr>
          <p:cNvPr id="132" name="Google Shape;132;p9"/>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86" name="Google Shape;286;p17"/>
          <p:cNvGrpSpPr/>
          <p:nvPr/>
        </p:nvGrpSpPr>
        <p:grpSpPr>
          <a:xfrm>
            <a:off x="512133" y="507760"/>
            <a:ext cx="17263734" cy="2583745"/>
            <a:chOff x="0" y="0"/>
            <a:chExt cx="4546827" cy="680493"/>
          </a:xfrm>
        </p:grpSpPr>
        <p:sp>
          <p:nvSpPr>
            <p:cNvPr id="287" name="Google Shape;287;p17"/>
            <p:cNvSpPr/>
            <p:nvPr/>
          </p:nvSpPr>
          <p:spPr>
            <a:xfrm>
              <a:off x="0" y="0"/>
              <a:ext cx="4546827" cy="680493"/>
            </a:xfrm>
            <a:custGeom>
              <a:rect b="b" l="l" r="r" t="t"/>
              <a:pathLst>
                <a:path extrusionOk="0" h="680493" w="4546827">
                  <a:moveTo>
                    <a:pt x="22871" y="0"/>
                  </a:moveTo>
                  <a:lnTo>
                    <a:pt x="4523956" y="0"/>
                  </a:lnTo>
                  <a:cubicBezTo>
                    <a:pt x="4536587" y="0"/>
                    <a:pt x="4546827" y="10240"/>
                    <a:pt x="4546827" y="22871"/>
                  </a:cubicBezTo>
                  <a:lnTo>
                    <a:pt x="4546827" y="657622"/>
                  </a:lnTo>
                  <a:cubicBezTo>
                    <a:pt x="4546827" y="670253"/>
                    <a:pt x="4536587" y="680493"/>
                    <a:pt x="4523956" y="680493"/>
                  </a:cubicBezTo>
                  <a:lnTo>
                    <a:pt x="22871" y="680493"/>
                  </a:lnTo>
                  <a:cubicBezTo>
                    <a:pt x="10240" y="680493"/>
                    <a:pt x="0" y="670253"/>
                    <a:pt x="0" y="657622"/>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7"/>
            <p:cNvSpPr txBox="1"/>
            <p:nvPr/>
          </p:nvSpPr>
          <p:spPr>
            <a:xfrm>
              <a:off x="0" y="28575"/>
              <a:ext cx="4546827"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89" name="Google Shape;289;p17"/>
          <p:cNvGrpSpPr/>
          <p:nvPr/>
        </p:nvGrpSpPr>
        <p:grpSpPr>
          <a:xfrm>
            <a:off x="512133" y="3527318"/>
            <a:ext cx="5891384" cy="6251922"/>
            <a:chOff x="0" y="0"/>
            <a:chExt cx="1551640" cy="1646597"/>
          </a:xfrm>
        </p:grpSpPr>
        <p:sp>
          <p:nvSpPr>
            <p:cNvPr id="290" name="Google Shape;290;p17"/>
            <p:cNvSpPr/>
            <p:nvPr/>
          </p:nvSpPr>
          <p:spPr>
            <a:xfrm>
              <a:off x="0" y="0"/>
              <a:ext cx="1551640" cy="1646597"/>
            </a:xfrm>
            <a:custGeom>
              <a:rect b="b" l="l" r="r" t="t"/>
              <a:pathLst>
                <a:path extrusionOk="0" h="1646597" w="1551640">
                  <a:moveTo>
                    <a:pt x="67020" y="0"/>
                  </a:moveTo>
                  <a:lnTo>
                    <a:pt x="1484621" y="0"/>
                  </a:lnTo>
                  <a:cubicBezTo>
                    <a:pt x="1502395" y="0"/>
                    <a:pt x="1519442" y="7061"/>
                    <a:pt x="1532011" y="19630"/>
                  </a:cubicBezTo>
                  <a:cubicBezTo>
                    <a:pt x="1544579" y="32198"/>
                    <a:pt x="1551640" y="49245"/>
                    <a:pt x="1551640" y="67020"/>
                  </a:cubicBezTo>
                  <a:lnTo>
                    <a:pt x="1551640" y="1579577"/>
                  </a:lnTo>
                  <a:cubicBezTo>
                    <a:pt x="1551640" y="1616591"/>
                    <a:pt x="1521635" y="1646597"/>
                    <a:pt x="1484621" y="1646597"/>
                  </a:cubicBezTo>
                  <a:lnTo>
                    <a:pt x="67020" y="1646597"/>
                  </a:lnTo>
                  <a:cubicBezTo>
                    <a:pt x="49245" y="1646597"/>
                    <a:pt x="32198" y="1639536"/>
                    <a:pt x="19630" y="1626967"/>
                  </a:cubicBezTo>
                  <a:cubicBezTo>
                    <a:pt x="7061" y="1614399"/>
                    <a:pt x="0" y="1597352"/>
                    <a:pt x="0" y="1579577"/>
                  </a:cubicBezTo>
                  <a:lnTo>
                    <a:pt x="0" y="67020"/>
                  </a:lnTo>
                  <a:cubicBezTo>
                    <a:pt x="0" y="49245"/>
                    <a:pt x="7061" y="32198"/>
                    <a:pt x="19630" y="19630"/>
                  </a:cubicBezTo>
                  <a:cubicBezTo>
                    <a:pt x="32198" y="7061"/>
                    <a:pt x="49245" y="0"/>
                    <a:pt x="67020"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7"/>
            <p:cNvSpPr txBox="1"/>
            <p:nvPr/>
          </p:nvSpPr>
          <p:spPr>
            <a:xfrm>
              <a:off x="0" y="28575"/>
              <a:ext cx="1551640" cy="161802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92" name="Google Shape;292;p17"/>
          <p:cNvSpPr txBox="1"/>
          <p:nvPr/>
        </p:nvSpPr>
        <p:spPr>
          <a:xfrm>
            <a:off x="1028700" y="1200150"/>
            <a:ext cx="162306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Recovered to 89.3% in FY2025, up from the FY2024 trough (85.3%). Eight churns; 4 were pricing- or competition-driven — active re-evaluation, not passive attrition. Not yet back to FY2023's 93.3%.</a:t>
            </a:r>
            <a:endParaRPr/>
          </a:p>
        </p:txBody>
      </p:sp>
      <p:sp>
        <p:nvSpPr>
          <p:cNvPr id="293" name="Google Shape;293;p17"/>
          <p:cNvSpPr txBox="1"/>
          <p:nvPr/>
        </p:nvSpPr>
        <p:spPr>
          <a:xfrm>
            <a:off x="1028700" y="4299585"/>
            <a:ext cx="4858200" cy="52365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Client Retention</a:t>
            </a:r>
            <a:endParaRPr/>
          </a:p>
        </p:txBody>
      </p:sp>
      <p:grpSp>
        <p:nvGrpSpPr>
          <p:cNvPr id="294" name="Google Shape;294;p17"/>
          <p:cNvGrpSpPr/>
          <p:nvPr/>
        </p:nvGrpSpPr>
        <p:grpSpPr>
          <a:xfrm>
            <a:off x="6801707" y="3527318"/>
            <a:ext cx="10974160" cy="6251922"/>
            <a:chOff x="0" y="0"/>
            <a:chExt cx="2890314" cy="1646597"/>
          </a:xfrm>
        </p:grpSpPr>
        <p:sp>
          <p:nvSpPr>
            <p:cNvPr id="295" name="Google Shape;295;p17"/>
            <p:cNvSpPr/>
            <p:nvPr/>
          </p:nvSpPr>
          <p:spPr>
            <a:xfrm>
              <a:off x="0" y="0"/>
              <a:ext cx="2890314" cy="1646597"/>
            </a:xfrm>
            <a:custGeom>
              <a:rect b="b" l="l" r="r" t="t"/>
              <a:pathLst>
                <a:path extrusionOk="0" h="1646597" w="2890314">
                  <a:moveTo>
                    <a:pt x="35979" y="0"/>
                  </a:moveTo>
                  <a:lnTo>
                    <a:pt x="2854335" y="0"/>
                  </a:lnTo>
                  <a:cubicBezTo>
                    <a:pt x="2874205" y="0"/>
                    <a:pt x="2890314" y="16108"/>
                    <a:pt x="2890314" y="35979"/>
                  </a:cubicBezTo>
                  <a:lnTo>
                    <a:pt x="2890314" y="1610618"/>
                  </a:lnTo>
                  <a:cubicBezTo>
                    <a:pt x="2890314" y="1630488"/>
                    <a:pt x="2874205" y="1646597"/>
                    <a:pt x="2854335" y="1646597"/>
                  </a:cubicBezTo>
                  <a:lnTo>
                    <a:pt x="35979" y="1646597"/>
                  </a:lnTo>
                  <a:cubicBezTo>
                    <a:pt x="16108" y="1646597"/>
                    <a:pt x="0" y="1630488"/>
                    <a:pt x="0" y="1610618"/>
                  </a:cubicBezTo>
                  <a:lnTo>
                    <a:pt x="0" y="35979"/>
                  </a:lnTo>
                  <a:cubicBezTo>
                    <a:pt x="0" y="16108"/>
                    <a:pt x="16108" y="0"/>
                    <a:pt x="35979"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7"/>
            <p:cNvSpPr txBox="1"/>
            <p:nvPr/>
          </p:nvSpPr>
          <p:spPr>
            <a:xfrm>
              <a:off x="0" y="28575"/>
              <a:ext cx="2890314" cy="161802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aphicFrame>
        <p:nvGraphicFramePr>
          <p:cNvPr id="297" name="Chart 296"/>
          <p:cNvGraphicFramePr>
            <a:graphicFrameLocks noGrp="1"/>
          </p:cNvGraphicFramePr>
          <p:nvPr/>
        </p:nvGraphicFramePr>
        <p:xfrm>
          <a:off x="6255939" y="2941540"/>
          <a:ext cx="12065696" cy="7423477"/>
        </p:xfrm>
        <a:graphic>
          <a:graphicData uri="http://schemas.openxmlformats.org/drawingml/2006/chart">
            <c:chart xmlns:c="http://schemas.openxmlformats.org/drawingml/2006/chart" r:id="rId4"/>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3" name="Google Shape;153;p11"/>
          <p:cNvGrpSpPr/>
          <p:nvPr/>
        </p:nvGrpSpPr>
        <p:grpSpPr>
          <a:xfrm>
            <a:off x="512133" y="3740343"/>
            <a:ext cx="17263734" cy="2806314"/>
            <a:chOff x="0" y="0"/>
            <a:chExt cx="4546827" cy="739112"/>
          </a:xfrm>
        </p:grpSpPr>
        <p:sp>
          <p:nvSpPr>
            <p:cNvPr id="154" name="Google Shape;154;p11"/>
            <p:cNvSpPr/>
            <p:nvPr/>
          </p:nvSpPr>
          <p:spPr>
            <a:xfrm>
              <a:off x="0" y="0"/>
              <a:ext cx="4546827" cy="739112"/>
            </a:xfrm>
            <a:custGeom>
              <a:rect b="b" l="l" r="r" t="t"/>
              <a:pathLst>
                <a:path extrusionOk="0" h="739112" w="4546827">
                  <a:moveTo>
                    <a:pt x="22871" y="0"/>
                  </a:moveTo>
                  <a:lnTo>
                    <a:pt x="4523956" y="0"/>
                  </a:lnTo>
                  <a:cubicBezTo>
                    <a:pt x="4536587" y="0"/>
                    <a:pt x="4546827" y="10240"/>
                    <a:pt x="4546827" y="22871"/>
                  </a:cubicBezTo>
                  <a:lnTo>
                    <a:pt x="4546827" y="716241"/>
                  </a:lnTo>
                  <a:cubicBezTo>
                    <a:pt x="4546827" y="728872"/>
                    <a:pt x="4536587" y="739112"/>
                    <a:pt x="4523956" y="739112"/>
                  </a:cubicBezTo>
                  <a:lnTo>
                    <a:pt x="22871" y="739112"/>
                  </a:lnTo>
                  <a:cubicBezTo>
                    <a:pt x="10240" y="739112"/>
                    <a:pt x="0" y="728872"/>
                    <a:pt x="0" y="71624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txBox="1"/>
            <p:nvPr/>
          </p:nvSpPr>
          <p:spPr>
            <a:xfrm>
              <a:off x="0" y="28575"/>
              <a:ext cx="4546827"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56" name="Google Shape;156;p11"/>
          <p:cNvSpPr txBox="1"/>
          <p:nvPr/>
        </p:nvSpPr>
        <p:spPr>
          <a:xfrm>
            <a:off x="3509825" y="4521625"/>
            <a:ext cx="112683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Client NPS</a:t>
            </a:r>
            <a:endParaRPr/>
          </a:p>
        </p:txBody>
      </p:sp>
      <p:grpSp>
        <p:nvGrpSpPr>
          <p:cNvPr id="157" name="Google Shape;157;p11"/>
          <p:cNvGrpSpPr/>
          <p:nvPr/>
        </p:nvGrpSpPr>
        <p:grpSpPr>
          <a:xfrm>
            <a:off x="512133" y="507760"/>
            <a:ext cx="8348273" cy="2806314"/>
            <a:chOff x="0" y="0"/>
            <a:chExt cx="2198722" cy="739112"/>
          </a:xfrm>
        </p:grpSpPr>
        <p:sp>
          <p:nvSpPr>
            <p:cNvPr id="158" name="Google Shape;158;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0" name="Google Shape;160;p11"/>
          <p:cNvGrpSpPr/>
          <p:nvPr/>
        </p:nvGrpSpPr>
        <p:grpSpPr>
          <a:xfrm>
            <a:off x="1028700" y="1222600"/>
            <a:ext cx="7315200" cy="1460264"/>
            <a:chOff x="0" y="57150"/>
            <a:chExt cx="9753600" cy="1947018"/>
          </a:xfrm>
        </p:grpSpPr>
        <p:sp>
          <p:nvSpPr>
            <p:cNvPr id="161" name="Google Shape;161;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3BEE96"/>
                  </a:solidFill>
                  <a:latin typeface="Inter"/>
                  <a:ea typeface="Inter"/>
                  <a:cs typeface="Inter"/>
                  <a:sym typeface="Inter"/>
                </a:rPr>
                <a:t>What we do?</a:t>
              </a:r>
              <a:endParaRPr/>
            </a:p>
          </p:txBody>
        </p:sp>
        <p:sp>
          <p:nvSpPr>
            <p:cNvPr id="162" name="Google Shape;162;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63" name="Google Shape;163;p11"/>
          <p:cNvGrpSpPr/>
          <p:nvPr/>
        </p:nvGrpSpPr>
        <p:grpSpPr>
          <a:xfrm>
            <a:off x="9427594" y="507760"/>
            <a:ext cx="8348273" cy="2806314"/>
            <a:chOff x="0" y="0"/>
            <a:chExt cx="2198722" cy="739112"/>
          </a:xfrm>
        </p:grpSpPr>
        <p:sp>
          <p:nvSpPr>
            <p:cNvPr id="164" name="Google Shape;164;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6" name="Google Shape;166;p11"/>
          <p:cNvGrpSpPr/>
          <p:nvPr/>
        </p:nvGrpSpPr>
        <p:grpSpPr>
          <a:xfrm>
            <a:off x="512133" y="6975282"/>
            <a:ext cx="8348273" cy="2806314"/>
            <a:chOff x="0" y="0"/>
            <a:chExt cx="2198722" cy="739112"/>
          </a:xfrm>
        </p:grpSpPr>
        <p:sp>
          <p:nvSpPr>
            <p:cNvPr id="167" name="Google Shape;167;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9" name="Google Shape;169;p11"/>
          <p:cNvGrpSpPr/>
          <p:nvPr/>
        </p:nvGrpSpPr>
        <p:grpSpPr>
          <a:xfrm>
            <a:off x="9427594" y="6975282"/>
            <a:ext cx="8348273" cy="2806314"/>
            <a:chOff x="0" y="0"/>
            <a:chExt cx="2198722" cy="739112"/>
          </a:xfrm>
        </p:grpSpPr>
        <p:sp>
          <p:nvSpPr>
            <p:cNvPr id="170" name="Google Shape;170;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72" name="Google Shape;172;p11"/>
          <p:cNvGrpSpPr/>
          <p:nvPr/>
        </p:nvGrpSpPr>
        <p:grpSpPr>
          <a:xfrm>
            <a:off x="9944161" y="1222600"/>
            <a:ext cx="7315200" cy="1460264"/>
            <a:chOff x="0" y="57150"/>
            <a:chExt cx="9753600" cy="1947018"/>
          </a:xfrm>
        </p:grpSpPr>
        <p:sp>
          <p:nvSpPr>
            <p:cNvPr id="173" name="Google Shape;173;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12BBFE"/>
                  </a:solidFill>
                  <a:latin typeface="Inter"/>
                  <a:ea typeface="Inter"/>
                  <a:cs typeface="Inter"/>
                  <a:sym typeface="Inter"/>
                </a:rPr>
                <a:t>Who we are?</a:t>
              </a:r>
              <a:endParaRPr/>
            </a:p>
          </p:txBody>
        </p:sp>
        <p:sp>
          <p:nvSpPr>
            <p:cNvPr id="174" name="Google Shape;174;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5" name="Google Shape;175;p11"/>
          <p:cNvGrpSpPr/>
          <p:nvPr/>
        </p:nvGrpSpPr>
        <p:grpSpPr>
          <a:xfrm>
            <a:off x="1028700" y="7690122"/>
            <a:ext cx="7315200" cy="1460264"/>
            <a:chOff x="0" y="57150"/>
            <a:chExt cx="9753600" cy="1947018"/>
          </a:xfrm>
        </p:grpSpPr>
        <p:sp>
          <p:nvSpPr>
            <p:cNvPr id="176" name="Google Shape;176;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FFE518"/>
                  </a:solidFill>
                  <a:latin typeface="Inter"/>
                  <a:ea typeface="Inter"/>
                  <a:cs typeface="Inter"/>
                  <a:sym typeface="Inter"/>
                </a:rPr>
                <a:t>Why we do it?</a:t>
              </a:r>
              <a:endParaRPr/>
            </a:p>
          </p:txBody>
        </p:sp>
        <p:sp>
          <p:nvSpPr>
            <p:cNvPr id="177" name="Google Shape;177;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8" name="Google Shape;178;p11"/>
          <p:cNvGrpSpPr/>
          <p:nvPr/>
        </p:nvGrpSpPr>
        <p:grpSpPr>
          <a:xfrm>
            <a:off x="9944161" y="7690122"/>
            <a:ext cx="7315200" cy="1460264"/>
            <a:chOff x="0" y="57150"/>
            <a:chExt cx="9753600" cy="1947018"/>
          </a:xfrm>
        </p:grpSpPr>
        <p:sp>
          <p:nvSpPr>
            <p:cNvPr id="179" name="Google Shape;179;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EEA6FF"/>
                  </a:solidFill>
                  <a:latin typeface="Inter"/>
                  <a:ea typeface="Inter"/>
                  <a:cs typeface="Inter"/>
                  <a:sym typeface="Inter"/>
                </a:rPr>
                <a:t>How we do it?</a:t>
              </a:r>
              <a:endParaRPr/>
            </a:p>
          </p:txBody>
        </p:sp>
        <p:sp>
          <p:nvSpPr>
            <p:cNvPr id="180" name="Google Shape;180;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aphicFrame>
        <p:nvGraphicFramePr>
          <p:cNvPr id="181" name="Table 180"/>
          <p:cNvGraphicFramePr>
            <a:graphicFrameLocks noGrp="1"/>
          </p:cNvGraphicFramePr>
          <p:nvPr/>
        </p:nvGraphicFramePr>
        <p:xfrm>
          <a:off x="731520" y="2011680"/>
          <a:ext cx="7680960" cy="3840480"/>
        </p:xfrm>
        <a:graphic>
          <a:graphicData uri="http://schemas.openxmlformats.org/drawingml/2006/table">
            <a:tbl>
              <a:tblPr firstRow="1" bandRow="1">
                <a:tableStyleId>{5C22544A-7EE6-4342-B048-85BDC9FD1C3A}</a:tableStyleId>
              </a:tblPr>
              <a:tblGrid>
                <a:gridCol w="2560320"/>
                <a:gridCol w="2560320"/>
                <a:gridCol w="2560320"/>
              </a:tblGrid>
              <a:tr h="768096">
                <a:tc>
                  <a:txBody>
                    <a:bodyPr/>
                    <a:lstStyle/>
                    <a:p>
                      <a:r>
                        <a:t>Category</a:t>
                      </a:r>
                    </a:p>
                  </a:txBody>
                  <a:tcPr/>
                </a:tc>
                <a:tc>
                  <a:txBody>
                    <a:bodyPr/>
                    <a:lstStyle/>
                    <a:p>
                      <a:r>
                        <a:t>FY2024 (n=112)</a:t>
                      </a:r>
                    </a:p>
                  </a:txBody>
                  <a:tcPr/>
                </a:tc>
                <a:tc>
                  <a:txBody>
                    <a:bodyPr/>
                    <a:lstStyle/>
                    <a:p>
                      <a:r>
                        <a:t>FY2025 (n=112)</a:t>
                      </a:r>
                    </a:p>
                  </a:txBody>
                  <a:tcPr/>
                </a:tc>
              </a:tr>
              <a:tr h="768096">
                <a:tc>
                  <a:txBody>
                    <a:bodyPr/>
                    <a:lstStyle/>
                    <a:p>
                      <a:r>
                        <a:t>Promoters (≥70)</a:t>
                      </a:r>
                    </a:p>
                  </a:txBody>
                  <a:tcPr/>
                </a:tc>
                <a:tc>
                  <a:txBody>
                    <a:bodyPr/>
                    <a:lstStyle/>
                    <a:p>
                      <a:r>
                        <a:t>32 (29%)</a:t>
                      </a:r>
                    </a:p>
                  </a:txBody>
                  <a:tcPr/>
                </a:tc>
                <a:tc>
                  <a:txBody>
                    <a:bodyPr/>
                    <a:lstStyle/>
                    <a:p>
                      <a:r>
                        <a:t>29 (26%)</a:t>
                      </a:r>
                    </a:p>
                  </a:txBody>
                  <a:tcPr/>
                </a:tc>
              </a:tr>
              <a:tr h="768096">
                <a:tc>
                  <a:txBody>
                    <a:bodyPr/>
                    <a:lstStyle/>
                    <a:p>
                      <a:r>
                        <a:t>Passives (50–69)</a:t>
                      </a:r>
                    </a:p>
                  </a:txBody>
                  <a:tcPr/>
                </a:tc>
                <a:tc>
                  <a:txBody>
                    <a:bodyPr/>
                    <a:lstStyle/>
                    <a:p>
                      <a:r>
                        <a:t>30 (27%)</a:t>
                      </a:r>
                    </a:p>
                  </a:txBody>
                  <a:tcPr/>
                </a:tc>
                <a:tc>
                  <a:txBody>
                    <a:bodyPr/>
                    <a:lstStyle/>
                    <a:p>
                      <a:r>
                        <a:t>33 (29%)</a:t>
                      </a:r>
                    </a:p>
                  </a:txBody>
                  <a:tcPr/>
                </a:tc>
              </a:tr>
              <a:tr h="768096">
                <a:tc>
                  <a:txBody>
                    <a:bodyPr/>
                    <a:lstStyle/>
                    <a:p>
                      <a:r>
                        <a:t>Detractors (&lt;50)</a:t>
                      </a:r>
                    </a:p>
                  </a:txBody>
                  <a:tcPr/>
                </a:tc>
                <a:tc>
                  <a:txBody>
                    <a:bodyPr/>
                    <a:lstStyle/>
                    <a:p>
                      <a:r>
                        <a:t>50 (45%)</a:t>
                      </a:r>
                    </a:p>
                  </a:txBody>
                  <a:tcPr/>
                </a:tc>
                <a:tc>
                  <a:txBody>
                    <a:bodyPr/>
                    <a:lstStyle/>
                    <a:p>
                      <a:r>
                        <a:t>50 (45%)</a:t>
                      </a:r>
                    </a:p>
                  </a:txBody>
                  <a:tcPr/>
                </a:tc>
              </a:tr>
              <a:tr h="768096">
                <a:tc>
                  <a:txBody>
                    <a:bodyPr/>
                    <a:lstStyle/>
                    <a:p>
                      <a:r>
                        <a:t>Avg. NPS score</a:t>
                      </a:r>
                    </a:p>
                  </a:txBody>
                  <a:tcPr/>
                </a:tc>
                <a:tc>
                  <a:txBody>
                    <a:bodyPr/>
                    <a:lstStyle/>
                    <a:p>
                      <a:r>
                        <a:t>54.3</a:t>
                      </a:r>
                    </a:p>
                  </a:txBody>
                  <a:tcPr/>
                </a:tc>
                <a:tc>
                  <a:txBody>
                    <a:bodyPr/>
                    <a:lstStyle/>
                    <a:p>
                      <a:r>
                        <a:t>54.5</a:t>
                      </a:r>
                    </a:p>
                  </a:txBody>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99" name="Google Shape;199;p13"/>
          <p:cNvGrpSpPr/>
          <p:nvPr/>
        </p:nvGrpSpPr>
        <p:grpSpPr>
          <a:xfrm>
            <a:off x="512133" y="507760"/>
            <a:ext cx="17263734" cy="9271481"/>
            <a:chOff x="0" y="0"/>
            <a:chExt cx="4546827" cy="2441871"/>
          </a:xfrm>
        </p:grpSpPr>
        <p:sp>
          <p:nvSpPr>
            <p:cNvPr id="200" name="Google Shape;200;p13"/>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3"/>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202" name="Google Shape;202;p13"/>
          <p:cNvPicPr preferRelativeResize="0"/>
          <p:nvPr/>
        </p:nvPicPr>
        <p:blipFill>
          <a:blip r:embed="rId3">
            <a:alphaModFix/>
          </a:blip>
          <a:stretch>
            <a:fillRect/>
          </a:stretch>
        </p:blipFill>
        <p:spPr>
          <a:xfrm>
            <a:off x="3499800" y="507750"/>
            <a:ext cx="11643224" cy="9258787"/>
          </a:xfrm>
          <a:prstGeom prst="rect">
            <a:avLst/>
          </a:prstGeom>
          <a:noFill/>
          <a:ln>
            <a:noFill/>
          </a:ln>
        </p:spPr>
      </p:pic>
      <p:sp>
        <p:nvSpPr>
          <p:cNvPr id="203" name="Google Shape;203;p13"/>
          <p:cNvSpPr txBox="1"/>
          <p:nvPr/>
        </p:nvSpPr>
        <p:spPr>
          <a:xfrm>
            <a:off x="1796271" y="4090947"/>
            <a:ext cx="146955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Active Pipeline &amp; Practice Capacity</a:t>
            </a:r>
            <a:endParaRPr/>
          </a:p>
        </p:txBody>
      </p:sp>
      <p:sp>
        <p:nvSpPr>
          <p:cNvPr id="204" name="Google Shape;204;p13"/>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3" name="Google Shape;153;p11"/>
          <p:cNvGrpSpPr/>
          <p:nvPr/>
        </p:nvGrpSpPr>
        <p:grpSpPr>
          <a:xfrm>
            <a:off x="512133" y="3740343"/>
            <a:ext cx="17263734" cy="2806314"/>
            <a:chOff x="0" y="0"/>
            <a:chExt cx="4546827" cy="739112"/>
          </a:xfrm>
        </p:grpSpPr>
        <p:sp>
          <p:nvSpPr>
            <p:cNvPr id="154" name="Google Shape;154;p11"/>
            <p:cNvSpPr/>
            <p:nvPr/>
          </p:nvSpPr>
          <p:spPr>
            <a:xfrm>
              <a:off x="0" y="0"/>
              <a:ext cx="4546827" cy="739112"/>
            </a:xfrm>
            <a:custGeom>
              <a:rect b="b" l="l" r="r" t="t"/>
              <a:pathLst>
                <a:path extrusionOk="0" h="739112" w="4546827">
                  <a:moveTo>
                    <a:pt x="22871" y="0"/>
                  </a:moveTo>
                  <a:lnTo>
                    <a:pt x="4523956" y="0"/>
                  </a:lnTo>
                  <a:cubicBezTo>
                    <a:pt x="4536587" y="0"/>
                    <a:pt x="4546827" y="10240"/>
                    <a:pt x="4546827" y="22871"/>
                  </a:cubicBezTo>
                  <a:lnTo>
                    <a:pt x="4546827" y="716241"/>
                  </a:lnTo>
                  <a:cubicBezTo>
                    <a:pt x="4546827" y="728872"/>
                    <a:pt x="4536587" y="739112"/>
                    <a:pt x="4523956" y="739112"/>
                  </a:cubicBezTo>
                  <a:lnTo>
                    <a:pt x="22871" y="739112"/>
                  </a:lnTo>
                  <a:cubicBezTo>
                    <a:pt x="10240" y="739112"/>
                    <a:pt x="0" y="728872"/>
                    <a:pt x="0" y="71624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txBox="1"/>
            <p:nvPr/>
          </p:nvSpPr>
          <p:spPr>
            <a:xfrm>
              <a:off x="0" y="28575"/>
              <a:ext cx="4546827"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56" name="Google Shape;156;p11"/>
          <p:cNvSpPr txBox="1"/>
          <p:nvPr/>
        </p:nvSpPr>
        <p:spPr>
          <a:xfrm>
            <a:off x="3509825" y="4521625"/>
            <a:ext cx="112683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Active Pipeline and Practice Capacity</a:t>
            </a:r>
            <a:endParaRPr/>
          </a:p>
        </p:txBody>
      </p:sp>
      <p:grpSp>
        <p:nvGrpSpPr>
          <p:cNvPr id="157" name="Google Shape;157;p11"/>
          <p:cNvGrpSpPr/>
          <p:nvPr/>
        </p:nvGrpSpPr>
        <p:grpSpPr>
          <a:xfrm>
            <a:off x="512133" y="507760"/>
            <a:ext cx="8348273" cy="2806314"/>
            <a:chOff x="0" y="0"/>
            <a:chExt cx="2198722" cy="739112"/>
          </a:xfrm>
        </p:grpSpPr>
        <p:sp>
          <p:nvSpPr>
            <p:cNvPr id="158" name="Google Shape;158;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0" name="Google Shape;160;p11"/>
          <p:cNvGrpSpPr/>
          <p:nvPr/>
        </p:nvGrpSpPr>
        <p:grpSpPr>
          <a:xfrm>
            <a:off x="1028700" y="1222600"/>
            <a:ext cx="7315200" cy="1460264"/>
            <a:chOff x="0" y="57150"/>
            <a:chExt cx="9753600" cy="1947018"/>
          </a:xfrm>
        </p:grpSpPr>
        <p:sp>
          <p:nvSpPr>
            <p:cNvPr id="161" name="Google Shape;161;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3BEE96"/>
                  </a:solidFill>
                  <a:latin typeface="Inter"/>
                  <a:ea typeface="Inter"/>
                  <a:cs typeface="Inter"/>
                  <a:sym typeface="Inter"/>
                </a:rPr>
                <a:t>What we do?</a:t>
              </a:r>
              <a:endParaRPr/>
            </a:p>
          </p:txBody>
        </p:sp>
        <p:sp>
          <p:nvSpPr>
            <p:cNvPr id="162" name="Google Shape;162;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63" name="Google Shape;163;p11"/>
          <p:cNvGrpSpPr/>
          <p:nvPr/>
        </p:nvGrpSpPr>
        <p:grpSpPr>
          <a:xfrm>
            <a:off x="9427594" y="507760"/>
            <a:ext cx="8348273" cy="2806314"/>
            <a:chOff x="0" y="0"/>
            <a:chExt cx="2198722" cy="739112"/>
          </a:xfrm>
        </p:grpSpPr>
        <p:sp>
          <p:nvSpPr>
            <p:cNvPr id="164" name="Google Shape;164;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6" name="Google Shape;166;p11"/>
          <p:cNvGrpSpPr/>
          <p:nvPr/>
        </p:nvGrpSpPr>
        <p:grpSpPr>
          <a:xfrm>
            <a:off x="512133" y="6975282"/>
            <a:ext cx="8348273" cy="2806314"/>
            <a:chOff x="0" y="0"/>
            <a:chExt cx="2198722" cy="739112"/>
          </a:xfrm>
        </p:grpSpPr>
        <p:sp>
          <p:nvSpPr>
            <p:cNvPr id="167" name="Google Shape;167;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69" name="Google Shape;169;p11"/>
          <p:cNvGrpSpPr/>
          <p:nvPr/>
        </p:nvGrpSpPr>
        <p:grpSpPr>
          <a:xfrm>
            <a:off x="9427594" y="6975282"/>
            <a:ext cx="8348273" cy="2806314"/>
            <a:chOff x="0" y="0"/>
            <a:chExt cx="2198722" cy="739112"/>
          </a:xfrm>
        </p:grpSpPr>
        <p:sp>
          <p:nvSpPr>
            <p:cNvPr id="170" name="Google Shape;170;p11"/>
            <p:cNvSpPr/>
            <p:nvPr/>
          </p:nvSpPr>
          <p:spPr>
            <a:xfrm>
              <a:off x="0" y="0"/>
              <a:ext cx="2198722" cy="739112"/>
            </a:xfrm>
            <a:custGeom>
              <a:rect b="b" l="l" r="r" t="t"/>
              <a:pathLst>
                <a:path extrusionOk="0" h="739112" w="2198722">
                  <a:moveTo>
                    <a:pt x="47296" y="0"/>
                  </a:moveTo>
                  <a:lnTo>
                    <a:pt x="2151426" y="0"/>
                  </a:lnTo>
                  <a:cubicBezTo>
                    <a:pt x="2177547" y="0"/>
                    <a:pt x="2198722" y="21175"/>
                    <a:pt x="2198722" y="47296"/>
                  </a:cubicBezTo>
                  <a:lnTo>
                    <a:pt x="2198722" y="691816"/>
                  </a:lnTo>
                  <a:cubicBezTo>
                    <a:pt x="2198722" y="704359"/>
                    <a:pt x="2193739" y="716389"/>
                    <a:pt x="2184869" y="725259"/>
                  </a:cubicBezTo>
                  <a:cubicBezTo>
                    <a:pt x="2176000" y="734129"/>
                    <a:pt x="2163970" y="739112"/>
                    <a:pt x="2151426" y="739112"/>
                  </a:cubicBezTo>
                  <a:lnTo>
                    <a:pt x="47296" y="739112"/>
                  </a:lnTo>
                  <a:cubicBezTo>
                    <a:pt x="34752" y="739112"/>
                    <a:pt x="22722" y="734129"/>
                    <a:pt x="13853" y="725259"/>
                  </a:cubicBezTo>
                  <a:cubicBezTo>
                    <a:pt x="4983" y="716389"/>
                    <a:pt x="0" y="704359"/>
                    <a:pt x="0" y="691816"/>
                  </a:cubicBezTo>
                  <a:lnTo>
                    <a:pt x="0" y="47296"/>
                  </a:lnTo>
                  <a:cubicBezTo>
                    <a:pt x="0" y="34752"/>
                    <a:pt x="4983" y="22722"/>
                    <a:pt x="13853" y="13853"/>
                  </a:cubicBezTo>
                  <a:cubicBezTo>
                    <a:pt x="22722" y="4983"/>
                    <a:pt x="34752" y="0"/>
                    <a:pt x="47296"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1"/>
            <p:cNvSpPr txBox="1"/>
            <p:nvPr/>
          </p:nvSpPr>
          <p:spPr>
            <a:xfrm>
              <a:off x="0" y="28575"/>
              <a:ext cx="2198722" cy="710537"/>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72" name="Google Shape;172;p11"/>
          <p:cNvGrpSpPr/>
          <p:nvPr/>
        </p:nvGrpSpPr>
        <p:grpSpPr>
          <a:xfrm>
            <a:off x="9944161" y="1222600"/>
            <a:ext cx="7315200" cy="1460264"/>
            <a:chOff x="0" y="57150"/>
            <a:chExt cx="9753600" cy="1947018"/>
          </a:xfrm>
        </p:grpSpPr>
        <p:sp>
          <p:nvSpPr>
            <p:cNvPr id="173" name="Google Shape;173;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12BBFE"/>
                  </a:solidFill>
                  <a:latin typeface="Inter"/>
                  <a:ea typeface="Inter"/>
                  <a:cs typeface="Inter"/>
                  <a:sym typeface="Inter"/>
                </a:rPr>
                <a:t>Who we are?</a:t>
              </a:r>
              <a:endParaRPr/>
            </a:p>
          </p:txBody>
        </p:sp>
        <p:sp>
          <p:nvSpPr>
            <p:cNvPr id="174" name="Google Shape;174;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5" name="Google Shape;175;p11"/>
          <p:cNvGrpSpPr/>
          <p:nvPr/>
        </p:nvGrpSpPr>
        <p:grpSpPr>
          <a:xfrm>
            <a:off x="1028700" y="7690122"/>
            <a:ext cx="7315200" cy="1460264"/>
            <a:chOff x="0" y="57150"/>
            <a:chExt cx="9753600" cy="1947018"/>
          </a:xfrm>
        </p:grpSpPr>
        <p:sp>
          <p:nvSpPr>
            <p:cNvPr id="176" name="Google Shape;176;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FFE518"/>
                  </a:solidFill>
                  <a:latin typeface="Inter"/>
                  <a:ea typeface="Inter"/>
                  <a:cs typeface="Inter"/>
                  <a:sym typeface="Inter"/>
                </a:rPr>
                <a:t>Why we do it?</a:t>
              </a:r>
              <a:endParaRPr/>
            </a:p>
          </p:txBody>
        </p:sp>
        <p:sp>
          <p:nvSpPr>
            <p:cNvPr id="177" name="Google Shape;177;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pSp>
        <p:nvGrpSpPr>
          <p:cNvPr id="178" name="Google Shape;178;p11"/>
          <p:cNvGrpSpPr/>
          <p:nvPr/>
        </p:nvGrpSpPr>
        <p:grpSpPr>
          <a:xfrm>
            <a:off x="9944161" y="7690122"/>
            <a:ext cx="7315200" cy="1460264"/>
            <a:chOff x="0" y="57150"/>
            <a:chExt cx="9753600" cy="1947018"/>
          </a:xfrm>
        </p:grpSpPr>
        <p:sp>
          <p:nvSpPr>
            <p:cNvPr id="179" name="Google Shape;179;p11"/>
            <p:cNvSpPr txBox="1"/>
            <p:nvPr/>
          </p:nvSpPr>
          <p:spPr>
            <a:xfrm>
              <a:off x="0" y="57150"/>
              <a:ext cx="9753600" cy="665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1" i="0" lang="en-US" sz="3600" u="none" cap="none" strike="noStrike">
                  <a:solidFill>
                    <a:srgbClr val="EEA6FF"/>
                  </a:solidFill>
                  <a:latin typeface="Inter"/>
                  <a:ea typeface="Inter"/>
                  <a:cs typeface="Inter"/>
                  <a:sym typeface="Inter"/>
                </a:rPr>
                <a:t>How we do it?</a:t>
              </a:r>
              <a:endParaRPr/>
            </a:p>
          </p:txBody>
        </p:sp>
        <p:sp>
          <p:nvSpPr>
            <p:cNvPr id="180" name="Google Shape;180;p11"/>
            <p:cNvSpPr txBox="1"/>
            <p:nvPr/>
          </p:nvSpPr>
          <p:spPr>
            <a:xfrm>
              <a:off x="0" y="840468"/>
              <a:ext cx="9753600" cy="11637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rPr b="0" i="0" lang="en-US" sz="2100" u="none" cap="none" strike="noStrike">
                  <a:solidFill>
                    <a:srgbClr val="FFFFFF"/>
                  </a:solidFill>
                  <a:latin typeface="Inter"/>
                  <a:ea typeface="Inter"/>
                  <a:cs typeface="Inter"/>
                  <a:sym typeface="Inter"/>
                </a:rPr>
                <a:t>Briefly elaborate on what you want to discuss. Lorem ipsum dolor sit amet, consectetur adipiscing elit, sed do eiusmod tempor incididunt ut labore.</a:t>
              </a:r>
              <a:endParaRPr/>
            </a:p>
          </p:txBody>
        </p:sp>
      </p:grpSp>
      <p:graphicFrame>
        <p:nvGraphicFramePr>
          <p:cNvPr id="181" name="Table 180"/>
          <p:cNvGraphicFramePr>
            <a:graphicFrameLocks noGrp="1"/>
          </p:cNvGraphicFramePr>
          <p:nvPr/>
        </p:nvGraphicFramePr>
        <p:xfrm>
          <a:off x="731520" y="2011680"/>
          <a:ext cx="7680960" cy="3840480"/>
        </p:xfrm>
        <a:graphic>
          <a:graphicData uri="http://schemas.openxmlformats.org/drawingml/2006/table">
            <a:tbl>
              <a:tblPr firstRow="1" bandRow="1">
                <a:tableStyleId>{5C22544A-7EE6-4342-B048-85BDC9FD1C3A}</a:tableStyleId>
              </a:tblPr>
              <a:tblGrid>
                <a:gridCol w="2560320"/>
                <a:gridCol w="2560320"/>
                <a:gridCol w="2560320"/>
              </a:tblGrid>
              <a:tr h="640080">
                <a:tc>
                  <a:txBody>
                    <a:bodyPr/>
                    <a:lstStyle/>
                    <a:p>
                      <a:r>
                        <a:t>Practice</a:t>
                      </a:r>
                    </a:p>
                  </a:txBody>
                  <a:tcPr/>
                </a:tc>
                <a:tc>
                  <a:txBody>
                    <a:bodyPr/>
                    <a:lstStyle/>
                    <a:p>
                      <a:r>
                        <a:t>Active Projects</a:t>
                      </a:r>
                    </a:p>
                  </a:txBody>
                  <a:tcPr/>
                </a:tc>
                <a:tc>
                  <a:txBody>
                    <a:bodyPr/>
                    <a:lstStyle/>
                    <a:p>
                      <a:r>
                        <a:t>Contracted Value</a:t>
                      </a:r>
                    </a:p>
                  </a:txBody>
                  <a:tcPr/>
                </a:tc>
              </a:tr>
              <a:tr h="640080">
                <a:tc>
                  <a:txBody>
                    <a:bodyPr/>
                    <a:lstStyle/>
                    <a:p>
                      <a:r>
                        <a:t>HR &amp; People</a:t>
                      </a:r>
                    </a:p>
                  </a:txBody>
                  <a:tcPr/>
                </a:tc>
                <a:tc>
                  <a:txBody>
                    <a:bodyPr/>
                    <a:lstStyle/>
                    <a:p>
                      <a:r>
                        <a:t>17</a:t>
                      </a:r>
                    </a:p>
                  </a:txBody>
                  <a:tcPr/>
                </a:tc>
                <a:tc>
                  <a:txBody>
                    <a:bodyPr/>
                    <a:lstStyle/>
                    <a:p>
                      <a:r>
                        <a:t>$15.4M</a:t>
                      </a:r>
                    </a:p>
                  </a:txBody>
                  <a:tcPr/>
                </a:tc>
              </a:tr>
              <a:tr h="640080">
                <a:tc>
                  <a:txBody>
                    <a:bodyPr/>
                    <a:lstStyle/>
                    <a:p>
                      <a:r>
                        <a:t>Strategy &amp; Growth</a:t>
                      </a:r>
                    </a:p>
                  </a:txBody>
                  <a:tcPr/>
                </a:tc>
                <a:tc>
                  <a:txBody>
                    <a:bodyPr/>
                    <a:lstStyle/>
                    <a:p>
                      <a:r>
                        <a:t>13</a:t>
                      </a:r>
                    </a:p>
                  </a:txBody>
                  <a:tcPr/>
                </a:tc>
                <a:tc>
                  <a:txBody>
                    <a:bodyPr/>
                    <a:lstStyle/>
                    <a:p>
                      <a:r>
                        <a:t>$12.2M</a:t>
                      </a:r>
                    </a:p>
                  </a:txBody>
                  <a:tcPr/>
                </a:tc>
              </a:tr>
              <a:tr h="640080">
                <a:tc>
                  <a:txBody>
                    <a:bodyPr/>
                    <a:lstStyle/>
                    <a:p>
                      <a:r>
                        <a:t>Finance &amp; Risk</a:t>
                      </a:r>
                    </a:p>
                  </a:txBody>
                  <a:tcPr/>
                </a:tc>
                <a:tc>
                  <a:txBody>
                    <a:bodyPr/>
                    <a:lstStyle/>
                    <a:p>
                      <a:r>
                        <a:t>10</a:t>
                      </a:r>
                    </a:p>
                  </a:txBody>
                  <a:tcPr/>
                </a:tc>
                <a:tc>
                  <a:txBody>
                    <a:bodyPr/>
                    <a:lstStyle/>
                    <a:p>
                      <a:r>
                        <a:t>$8.5M</a:t>
                      </a:r>
                    </a:p>
                  </a:txBody>
                  <a:tcPr/>
                </a:tc>
              </a:tr>
              <a:tr h="640080">
                <a:tc>
                  <a:txBody>
                    <a:bodyPr/>
                    <a:lstStyle/>
                    <a:p>
                      <a:r>
                        <a:t>Technology &amp; Digital</a:t>
                      </a:r>
                    </a:p>
                  </a:txBody>
                  <a:tcPr/>
                </a:tc>
                <a:tc>
                  <a:txBody>
                    <a:bodyPr/>
                    <a:lstStyle/>
                    <a:p>
                      <a:r>
                        <a:t>9</a:t>
                      </a:r>
                    </a:p>
                  </a:txBody>
                  <a:tcPr/>
                </a:tc>
                <a:tc>
                  <a:txBody>
                    <a:bodyPr/>
                    <a:lstStyle/>
                    <a:p>
                      <a:r>
                        <a:t>$6.4M</a:t>
                      </a:r>
                    </a:p>
                  </a:txBody>
                  <a:tcPr/>
                </a:tc>
              </a:tr>
              <a:tr h="640080">
                <a:tc>
                  <a:txBody>
                    <a:bodyPr/>
                    <a:lstStyle/>
                    <a:p>
                      <a:r>
                        <a:t>Operations Excellence</a:t>
                      </a:r>
                    </a:p>
                  </a:txBody>
                  <a:tcPr/>
                </a:tc>
                <a:tc>
                  <a:txBody>
                    <a:bodyPr/>
                    <a:lstStyle/>
                    <a:p>
                      <a:r>
                        <a:t>9</a:t>
                      </a:r>
                    </a:p>
                  </a:txBody>
                  <a:tcPr/>
                </a:tc>
                <a:tc>
                  <a:txBody>
                    <a:bodyPr/>
                    <a:lstStyle/>
                    <a:p>
                      <a:r>
                        <a:t>$6.1M</a:t>
                      </a:r>
                    </a:p>
                  </a:txBody>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36" name="Google Shape;336;p20"/>
          <p:cNvGrpSpPr/>
          <p:nvPr/>
        </p:nvGrpSpPr>
        <p:grpSpPr>
          <a:xfrm>
            <a:off x="512133" y="3512547"/>
            <a:ext cx="8251450" cy="6266694"/>
            <a:chOff x="0" y="0"/>
            <a:chExt cx="2173221" cy="1650487"/>
          </a:xfrm>
        </p:grpSpPr>
        <p:sp>
          <p:nvSpPr>
            <p:cNvPr id="337" name="Google Shape;337;p20"/>
            <p:cNvSpPr/>
            <p:nvPr/>
          </p:nvSpPr>
          <p:spPr>
            <a:xfrm>
              <a:off x="0" y="0"/>
              <a:ext cx="2173221" cy="1650487"/>
            </a:xfrm>
            <a:custGeom>
              <a:rect b="b" l="l" r="r" t="t"/>
              <a:pathLst>
                <a:path extrusionOk="0" h="1650487" w="2173221">
                  <a:moveTo>
                    <a:pt x="47851" y="0"/>
                  </a:moveTo>
                  <a:lnTo>
                    <a:pt x="2125371" y="0"/>
                  </a:lnTo>
                  <a:cubicBezTo>
                    <a:pt x="2151798" y="0"/>
                    <a:pt x="2173221" y="21424"/>
                    <a:pt x="2173221" y="47851"/>
                  </a:cubicBezTo>
                  <a:lnTo>
                    <a:pt x="2173221" y="1602636"/>
                  </a:lnTo>
                  <a:cubicBezTo>
                    <a:pt x="2173221" y="1615327"/>
                    <a:pt x="2168180" y="1627498"/>
                    <a:pt x="2159206" y="1636472"/>
                  </a:cubicBezTo>
                  <a:cubicBezTo>
                    <a:pt x="2150233" y="1645446"/>
                    <a:pt x="2138062" y="1650487"/>
                    <a:pt x="2125371" y="1650487"/>
                  </a:cubicBezTo>
                  <a:lnTo>
                    <a:pt x="47851" y="1650487"/>
                  </a:lnTo>
                  <a:cubicBezTo>
                    <a:pt x="35160" y="1650487"/>
                    <a:pt x="22989" y="1645446"/>
                    <a:pt x="14015" y="1636472"/>
                  </a:cubicBezTo>
                  <a:cubicBezTo>
                    <a:pt x="5041" y="1627498"/>
                    <a:pt x="0" y="1615327"/>
                    <a:pt x="0" y="1602636"/>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txBox="1"/>
            <p:nvPr/>
          </p:nvSpPr>
          <p:spPr>
            <a:xfrm>
              <a:off x="0" y="28575"/>
              <a:ext cx="2173221" cy="162191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39" name="Google Shape;339;p20"/>
          <p:cNvSpPr txBox="1"/>
          <p:nvPr/>
        </p:nvSpPr>
        <p:spPr>
          <a:xfrm>
            <a:off x="1028700" y="4801853"/>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t>1. </a:t>
            </a:r>
            <a:r>
              <a:rPr b="1"/>
              <a:t>Restore delivery consistency.</a:t>
            </a:r>
            <a:r>
              <a:t> On-time rate fell to 54.8%. Implement firm-wide SOW standard with explicit scope gates and sponsor-change escalation clauses.</a:t>
            </a:r>
            <a:endParaRPr/>
          </a:p>
          <a:p>
            <a:r>
              <a:t>2. </a:t>
            </a:r>
            <a:r>
              <a:rPr b="1"/>
              <a:t>Convert NPS detractors.</a:t>
            </a:r>
            <a:r>
              <a:t> 45% of clients in the detractor band. Targeted account recovery + improvements in consultant continuity and action plan delivery.</a:t>
            </a:r>
          </a:p>
          <a:p>
            <a:r>
              <a:t>3. </a:t>
            </a:r>
            <a:r>
              <a:rPr b="1"/>
              <a:t>Resolve T&amp;D capacity.</a:t>
            </a:r>
            <a:r>
              <a:t> Highest pipeline ($6.2M), largest revenue share (28%), over-capacity now. Approve two Senior Consultant hires.</a:t>
            </a:r>
          </a:p>
        </p:txBody>
      </p:sp>
      <p:sp>
        <p:nvSpPr>
          <p:cNvPr id="340" name="Google Shape;340;p20"/>
          <p:cNvSpPr txBox="1"/>
          <p:nvPr/>
        </p:nvSpPr>
        <p:spPr>
          <a:xfrm>
            <a:off x="1028700" y="5321918"/>
            <a:ext cx="72183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Strategic Priorities for FY2026</a:t>
            </a:r>
            <a:endParaRPr/>
          </a:p>
        </p:txBody>
      </p:sp>
      <p:grpSp>
        <p:nvGrpSpPr>
          <p:cNvPr id="341" name="Google Shape;341;p20"/>
          <p:cNvGrpSpPr/>
          <p:nvPr/>
        </p:nvGrpSpPr>
        <p:grpSpPr>
          <a:xfrm>
            <a:off x="9524417" y="507760"/>
            <a:ext cx="8251450" cy="4366144"/>
            <a:chOff x="0" y="0"/>
            <a:chExt cx="2173221" cy="1149931"/>
          </a:xfrm>
        </p:grpSpPr>
        <p:sp>
          <p:nvSpPr>
            <p:cNvPr id="342" name="Google Shape;342;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4" name="Google Shape;344;p20"/>
          <p:cNvGrpSpPr/>
          <p:nvPr/>
        </p:nvGrpSpPr>
        <p:grpSpPr>
          <a:xfrm>
            <a:off x="9524417" y="5413096"/>
            <a:ext cx="8251450" cy="4366144"/>
            <a:chOff x="0" y="0"/>
            <a:chExt cx="2173221" cy="1149931"/>
          </a:xfrm>
        </p:grpSpPr>
        <p:sp>
          <p:nvSpPr>
            <p:cNvPr id="345" name="Google Shape;345;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7" name="Google Shape;347;p20"/>
          <p:cNvGrpSpPr/>
          <p:nvPr/>
        </p:nvGrpSpPr>
        <p:grpSpPr>
          <a:xfrm>
            <a:off x="512133" y="507760"/>
            <a:ext cx="8251450" cy="2583745"/>
            <a:chOff x="0" y="0"/>
            <a:chExt cx="2173221" cy="680493"/>
          </a:xfrm>
        </p:grpSpPr>
        <p:sp>
          <p:nvSpPr>
            <p:cNvPr id="348" name="Google Shape;348;p20"/>
            <p:cNvSpPr/>
            <p:nvPr/>
          </p:nvSpPr>
          <p:spPr>
            <a:xfrm>
              <a:off x="0" y="0"/>
              <a:ext cx="2173221" cy="680493"/>
            </a:xfrm>
            <a:custGeom>
              <a:rect b="b" l="l" r="r" t="t"/>
              <a:pathLst>
                <a:path extrusionOk="0" h="680493" w="2173221">
                  <a:moveTo>
                    <a:pt x="47851" y="0"/>
                  </a:moveTo>
                  <a:lnTo>
                    <a:pt x="2125371" y="0"/>
                  </a:lnTo>
                  <a:cubicBezTo>
                    <a:pt x="2151798" y="0"/>
                    <a:pt x="2173221" y="21424"/>
                    <a:pt x="2173221" y="47851"/>
                  </a:cubicBezTo>
                  <a:lnTo>
                    <a:pt x="2173221" y="632642"/>
                  </a:lnTo>
                  <a:cubicBezTo>
                    <a:pt x="2173221" y="645333"/>
                    <a:pt x="2168180" y="657504"/>
                    <a:pt x="2159206" y="666477"/>
                  </a:cubicBezTo>
                  <a:cubicBezTo>
                    <a:pt x="2150233" y="675451"/>
                    <a:pt x="2138062" y="680493"/>
                    <a:pt x="2125371" y="680493"/>
                  </a:cubicBezTo>
                  <a:lnTo>
                    <a:pt x="47851" y="680493"/>
                  </a:lnTo>
                  <a:cubicBezTo>
                    <a:pt x="35160" y="680493"/>
                    <a:pt x="22989" y="675451"/>
                    <a:pt x="14015" y="666477"/>
                  </a:cubicBezTo>
                  <a:cubicBezTo>
                    <a:pt x="5041" y="657504"/>
                    <a:pt x="0" y="645333"/>
                    <a:pt x="0" y="632642"/>
                  </a:cubicBezTo>
                  <a:lnTo>
                    <a:pt x="0" y="47851"/>
                  </a:lnTo>
                  <a:cubicBezTo>
                    <a:pt x="0" y="35160"/>
                    <a:pt x="5041" y="22989"/>
                    <a:pt x="14015" y="14015"/>
                  </a:cubicBezTo>
                  <a:cubicBezTo>
                    <a:pt x="22989" y="5041"/>
                    <a:pt x="35160" y="0"/>
                    <a:pt x="4785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txBox="1"/>
            <p:nvPr/>
          </p:nvSpPr>
          <p:spPr>
            <a:xfrm>
              <a:off x="0" y="28575"/>
              <a:ext cx="2173221"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50" name="Google Shape;350;p20"/>
          <p:cNvSpPr txBox="1"/>
          <p:nvPr/>
        </p:nvSpPr>
        <p:spPr>
          <a:xfrm>
            <a:off x="759034" y="1200150"/>
            <a:ext cx="7757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endParaRPr/>
          </a:p>
        </p:txBody>
      </p:sp>
      <p:sp>
        <p:nvSpPr>
          <p:cNvPr id="351" name="Google Shape;351;p20"/>
          <p:cNvSpPr txBox="1"/>
          <p:nvPr/>
        </p:nvSpPr>
        <p:spPr>
          <a:xfrm>
            <a:off x="10040983" y="1380192"/>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2" name="Google Shape;352;p20"/>
          <p:cNvSpPr txBox="1"/>
          <p:nvPr/>
        </p:nvSpPr>
        <p:spPr>
          <a:xfrm>
            <a:off x="10040983" y="1900257"/>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
        <p:nvSpPr>
          <p:cNvPr id="353" name="Google Shape;353;p20"/>
          <p:cNvSpPr txBox="1"/>
          <p:nvPr/>
        </p:nvSpPr>
        <p:spPr>
          <a:xfrm>
            <a:off x="10040983" y="6285528"/>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4" name="Google Shape;354;p20"/>
          <p:cNvSpPr txBox="1"/>
          <p:nvPr/>
        </p:nvSpPr>
        <p:spPr>
          <a:xfrm>
            <a:off x="10040983" y="6805593"/>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27" name="Google Shape;127;p9"/>
          <p:cNvGrpSpPr/>
          <p:nvPr/>
        </p:nvGrpSpPr>
        <p:grpSpPr>
          <a:xfrm>
            <a:off x="512133" y="507760"/>
            <a:ext cx="17263734" cy="9271481"/>
            <a:chOff x="0" y="0"/>
            <a:chExt cx="4546827" cy="2441871"/>
          </a:xfrm>
        </p:grpSpPr>
        <p:sp>
          <p:nvSpPr>
            <p:cNvPr id="128" name="Google Shape;128;p9"/>
            <p:cNvSpPr/>
            <p:nvPr/>
          </p:nvSpPr>
          <p:spPr>
            <a:xfrm>
              <a:off x="0" y="0"/>
              <a:ext cx="4546827" cy="2441871"/>
            </a:xfrm>
            <a:custGeom>
              <a:rect b="b" l="l" r="r" t="t"/>
              <a:pathLst>
                <a:path extrusionOk="0" h="2441871" w="4546827">
                  <a:moveTo>
                    <a:pt x="22871" y="0"/>
                  </a:moveTo>
                  <a:lnTo>
                    <a:pt x="4523956" y="0"/>
                  </a:lnTo>
                  <a:cubicBezTo>
                    <a:pt x="4536587" y="0"/>
                    <a:pt x="4546827" y="10240"/>
                    <a:pt x="4546827" y="22871"/>
                  </a:cubicBezTo>
                  <a:lnTo>
                    <a:pt x="4546827" y="2419001"/>
                  </a:lnTo>
                  <a:cubicBezTo>
                    <a:pt x="4546827" y="2425066"/>
                    <a:pt x="4544418" y="2430884"/>
                    <a:pt x="4540128" y="2435173"/>
                  </a:cubicBezTo>
                  <a:cubicBezTo>
                    <a:pt x="4535839" y="2439462"/>
                    <a:pt x="4530022" y="2441871"/>
                    <a:pt x="4523956" y="2441871"/>
                  </a:cubicBezTo>
                  <a:lnTo>
                    <a:pt x="22871" y="2441871"/>
                  </a:lnTo>
                  <a:cubicBezTo>
                    <a:pt x="10240" y="2441871"/>
                    <a:pt x="0" y="2431632"/>
                    <a:pt x="0" y="2419001"/>
                  </a:cubicBezTo>
                  <a:lnTo>
                    <a:pt x="0" y="22871"/>
                  </a:lnTo>
                  <a:cubicBezTo>
                    <a:pt x="0" y="10240"/>
                    <a:pt x="10240" y="0"/>
                    <a:pt x="2287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9"/>
            <p:cNvSpPr txBox="1"/>
            <p:nvPr/>
          </p:nvSpPr>
          <p:spPr>
            <a:xfrm>
              <a:off x="0" y="28575"/>
              <a:ext cx="454682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130" name="Google Shape;130;p9"/>
          <p:cNvPicPr preferRelativeResize="0"/>
          <p:nvPr/>
        </p:nvPicPr>
        <p:blipFill>
          <a:blip r:embed="rId3">
            <a:alphaModFix/>
          </a:blip>
          <a:stretch>
            <a:fillRect/>
          </a:stretch>
        </p:blipFill>
        <p:spPr>
          <a:xfrm>
            <a:off x="512125" y="507751"/>
            <a:ext cx="17263800" cy="9264300"/>
          </a:xfrm>
          <a:prstGeom prst="roundRect">
            <a:avLst>
              <a:gd fmla="val 1006" name="adj"/>
            </a:avLst>
          </a:prstGeom>
          <a:noFill/>
          <a:ln>
            <a:noFill/>
          </a:ln>
        </p:spPr>
      </p:pic>
      <p:sp>
        <p:nvSpPr>
          <p:cNvPr id="131" name="Google Shape;131;p9"/>
          <p:cNvSpPr txBox="1"/>
          <p:nvPr/>
        </p:nvSpPr>
        <p:spPr>
          <a:xfrm>
            <a:off x="1796271" y="4090947"/>
            <a:ext cx="14695500" cy="22404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Conclusion</a:t>
            </a:r>
            <a:endParaRPr/>
          </a:p>
        </p:txBody>
      </p:sp>
      <p:sp>
        <p:nvSpPr>
          <p:cNvPr id="132" name="Google Shape;132;p9"/>
          <p:cNvSpPr txBox="1"/>
          <p:nvPr/>
        </p:nvSpPr>
        <p:spPr>
          <a:xfrm>
            <a:off x="1104900" y="874395"/>
            <a:ext cx="1349490" cy="21209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36" name="Google Shape;336;p20"/>
          <p:cNvGrpSpPr/>
          <p:nvPr/>
        </p:nvGrpSpPr>
        <p:grpSpPr>
          <a:xfrm>
            <a:off x="512133" y="3512547"/>
            <a:ext cx="8251450" cy="6266694"/>
            <a:chOff x="0" y="0"/>
            <a:chExt cx="2173221" cy="1650487"/>
          </a:xfrm>
        </p:grpSpPr>
        <p:sp>
          <p:nvSpPr>
            <p:cNvPr id="337" name="Google Shape;337;p20"/>
            <p:cNvSpPr/>
            <p:nvPr/>
          </p:nvSpPr>
          <p:spPr>
            <a:xfrm>
              <a:off x="0" y="0"/>
              <a:ext cx="2173221" cy="1650487"/>
            </a:xfrm>
            <a:custGeom>
              <a:rect b="b" l="l" r="r" t="t"/>
              <a:pathLst>
                <a:path extrusionOk="0" h="1650487" w="2173221">
                  <a:moveTo>
                    <a:pt x="47851" y="0"/>
                  </a:moveTo>
                  <a:lnTo>
                    <a:pt x="2125371" y="0"/>
                  </a:lnTo>
                  <a:cubicBezTo>
                    <a:pt x="2151798" y="0"/>
                    <a:pt x="2173221" y="21424"/>
                    <a:pt x="2173221" y="47851"/>
                  </a:cubicBezTo>
                  <a:lnTo>
                    <a:pt x="2173221" y="1602636"/>
                  </a:lnTo>
                  <a:cubicBezTo>
                    <a:pt x="2173221" y="1615327"/>
                    <a:pt x="2168180" y="1627498"/>
                    <a:pt x="2159206" y="1636472"/>
                  </a:cubicBezTo>
                  <a:cubicBezTo>
                    <a:pt x="2150233" y="1645446"/>
                    <a:pt x="2138062" y="1650487"/>
                    <a:pt x="2125371" y="1650487"/>
                  </a:cubicBezTo>
                  <a:lnTo>
                    <a:pt x="47851" y="1650487"/>
                  </a:lnTo>
                  <a:cubicBezTo>
                    <a:pt x="35160" y="1650487"/>
                    <a:pt x="22989" y="1645446"/>
                    <a:pt x="14015" y="1636472"/>
                  </a:cubicBezTo>
                  <a:cubicBezTo>
                    <a:pt x="5041" y="1627498"/>
                    <a:pt x="0" y="1615327"/>
                    <a:pt x="0" y="1602636"/>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txBox="1"/>
            <p:nvPr/>
          </p:nvSpPr>
          <p:spPr>
            <a:xfrm>
              <a:off x="0" y="28575"/>
              <a:ext cx="2173221" cy="1621912"/>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39" name="Google Shape;339;p20"/>
          <p:cNvSpPr txBox="1"/>
          <p:nvPr/>
        </p:nvSpPr>
        <p:spPr>
          <a:xfrm>
            <a:off x="1028700" y="4801853"/>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t>FY2025 revenue reached $43.7M (+13.0% YoY) — the third consecutive year of double-digit growth; operating margin held at 35.8%.</a:t>
            </a:r>
            <a:endParaRPr/>
          </a:p>
          <a:p>
            <a:r>
              <a:t>All five practices grew 12–13.5% YoY — growth is broad-based, not dependent on any single practice.</a:t>
            </a:r>
          </a:p>
          <a:p>
            <a:r>
              <a:t>On-time project completion declined to 54.8% (from 68.8% in FY2024); this is the primary operational risk heading into FY2026.</a:t>
            </a:r>
          </a:p>
          <a:p>
            <a:r>
              <a:t>Client retention recovered to 89.3% (from FY2024's trough of 85.3%); NPS is flat with 45% of clients still in the detractor band.</a:t>
            </a:r>
          </a:p>
          <a:p>
            <a:r>
              <a:t>Active backlog of $48.5M across 58 projects provides strong FY2026 revenue visibility; Technology &amp; Digital capacity must be resolved to realize the pipeline.</a:t>
            </a:r>
          </a:p>
        </p:txBody>
      </p:sp>
      <p:sp>
        <p:nvSpPr>
          <p:cNvPr id="340" name="Google Shape;340;p20"/>
          <p:cNvSpPr txBox="1"/>
          <p:nvPr/>
        </p:nvSpPr>
        <p:spPr>
          <a:xfrm>
            <a:off x="1028700" y="5321918"/>
            <a:ext cx="7218300" cy="3491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Key Takeaways</a:t>
            </a:r>
            <a:endParaRPr/>
          </a:p>
        </p:txBody>
      </p:sp>
      <p:grpSp>
        <p:nvGrpSpPr>
          <p:cNvPr id="341" name="Google Shape;341;p20"/>
          <p:cNvGrpSpPr/>
          <p:nvPr/>
        </p:nvGrpSpPr>
        <p:grpSpPr>
          <a:xfrm>
            <a:off x="9524417" y="507760"/>
            <a:ext cx="8251450" cy="4366144"/>
            <a:chOff x="0" y="0"/>
            <a:chExt cx="2173221" cy="1149931"/>
          </a:xfrm>
        </p:grpSpPr>
        <p:sp>
          <p:nvSpPr>
            <p:cNvPr id="342" name="Google Shape;342;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4" name="Google Shape;344;p20"/>
          <p:cNvGrpSpPr/>
          <p:nvPr/>
        </p:nvGrpSpPr>
        <p:grpSpPr>
          <a:xfrm>
            <a:off x="9524417" y="5413096"/>
            <a:ext cx="8251450" cy="4366144"/>
            <a:chOff x="0" y="0"/>
            <a:chExt cx="2173221" cy="1149931"/>
          </a:xfrm>
        </p:grpSpPr>
        <p:sp>
          <p:nvSpPr>
            <p:cNvPr id="345" name="Google Shape;345;p20"/>
            <p:cNvSpPr/>
            <p:nvPr/>
          </p:nvSpPr>
          <p:spPr>
            <a:xfrm>
              <a:off x="0" y="0"/>
              <a:ext cx="2173221" cy="1149931"/>
            </a:xfrm>
            <a:custGeom>
              <a:rect b="b" l="l" r="r" t="t"/>
              <a:pathLst>
                <a:path extrusionOk="0" h="1149931" w="2173221">
                  <a:moveTo>
                    <a:pt x="47851" y="0"/>
                  </a:moveTo>
                  <a:lnTo>
                    <a:pt x="2125371" y="0"/>
                  </a:lnTo>
                  <a:cubicBezTo>
                    <a:pt x="2151798" y="0"/>
                    <a:pt x="2173221" y="21424"/>
                    <a:pt x="2173221" y="47851"/>
                  </a:cubicBezTo>
                  <a:lnTo>
                    <a:pt x="2173221" y="1102080"/>
                  </a:lnTo>
                  <a:cubicBezTo>
                    <a:pt x="2173221" y="1114771"/>
                    <a:pt x="2168180" y="1126942"/>
                    <a:pt x="2159206" y="1135916"/>
                  </a:cubicBezTo>
                  <a:cubicBezTo>
                    <a:pt x="2150233" y="1144890"/>
                    <a:pt x="2138062" y="1149931"/>
                    <a:pt x="2125371" y="1149931"/>
                  </a:cubicBezTo>
                  <a:lnTo>
                    <a:pt x="47851" y="1149931"/>
                  </a:lnTo>
                  <a:cubicBezTo>
                    <a:pt x="35160" y="1149931"/>
                    <a:pt x="22989" y="1144890"/>
                    <a:pt x="14015" y="1135916"/>
                  </a:cubicBezTo>
                  <a:cubicBezTo>
                    <a:pt x="5041" y="1126942"/>
                    <a:pt x="0" y="1114771"/>
                    <a:pt x="0" y="1102080"/>
                  </a:cubicBezTo>
                  <a:lnTo>
                    <a:pt x="0" y="47851"/>
                  </a:lnTo>
                  <a:cubicBezTo>
                    <a:pt x="0" y="35160"/>
                    <a:pt x="5041" y="22989"/>
                    <a:pt x="14015" y="14015"/>
                  </a:cubicBezTo>
                  <a:cubicBezTo>
                    <a:pt x="22989" y="5041"/>
                    <a:pt x="35160" y="0"/>
                    <a:pt x="47851"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txBox="1"/>
            <p:nvPr/>
          </p:nvSpPr>
          <p:spPr>
            <a:xfrm>
              <a:off x="0" y="28575"/>
              <a:ext cx="2173221" cy="112135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47" name="Google Shape;347;p20"/>
          <p:cNvGrpSpPr/>
          <p:nvPr/>
        </p:nvGrpSpPr>
        <p:grpSpPr>
          <a:xfrm>
            <a:off x="512133" y="507760"/>
            <a:ext cx="8251450" cy="2583745"/>
            <a:chOff x="0" y="0"/>
            <a:chExt cx="2173221" cy="680493"/>
          </a:xfrm>
        </p:grpSpPr>
        <p:sp>
          <p:nvSpPr>
            <p:cNvPr id="348" name="Google Shape;348;p20"/>
            <p:cNvSpPr/>
            <p:nvPr/>
          </p:nvSpPr>
          <p:spPr>
            <a:xfrm>
              <a:off x="0" y="0"/>
              <a:ext cx="2173221" cy="680493"/>
            </a:xfrm>
            <a:custGeom>
              <a:rect b="b" l="l" r="r" t="t"/>
              <a:pathLst>
                <a:path extrusionOk="0" h="680493" w="2173221">
                  <a:moveTo>
                    <a:pt x="47851" y="0"/>
                  </a:moveTo>
                  <a:lnTo>
                    <a:pt x="2125371" y="0"/>
                  </a:lnTo>
                  <a:cubicBezTo>
                    <a:pt x="2151798" y="0"/>
                    <a:pt x="2173221" y="21424"/>
                    <a:pt x="2173221" y="47851"/>
                  </a:cubicBezTo>
                  <a:lnTo>
                    <a:pt x="2173221" y="632642"/>
                  </a:lnTo>
                  <a:cubicBezTo>
                    <a:pt x="2173221" y="645333"/>
                    <a:pt x="2168180" y="657504"/>
                    <a:pt x="2159206" y="666477"/>
                  </a:cubicBezTo>
                  <a:cubicBezTo>
                    <a:pt x="2150233" y="675451"/>
                    <a:pt x="2138062" y="680493"/>
                    <a:pt x="2125371" y="680493"/>
                  </a:cubicBezTo>
                  <a:lnTo>
                    <a:pt x="47851" y="680493"/>
                  </a:lnTo>
                  <a:cubicBezTo>
                    <a:pt x="35160" y="680493"/>
                    <a:pt x="22989" y="675451"/>
                    <a:pt x="14015" y="666477"/>
                  </a:cubicBezTo>
                  <a:cubicBezTo>
                    <a:pt x="5041" y="657504"/>
                    <a:pt x="0" y="645333"/>
                    <a:pt x="0" y="632642"/>
                  </a:cubicBezTo>
                  <a:lnTo>
                    <a:pt x="0" y="47851"/>
                  </a:lnTo>
                  <a:cubicBezTo>
                    <a:pt x="0" y="35160"/>
                    <a:pt x="5041" y="22989"/>
                    <a:pt x="14015" y="14015"/>
                  </a:cubicBezTo>
                  <a:cubicBezTo>
                    <a:pt x="22989" y="5041"/>
                    <a:pt x="35160" y="0"/>
                    <a:pt x="47851"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txBox="1"/>
            <p:nvPr/>
          </p:nvSpPr>
          <p:spPr>
            <a:xfrm>
              <a:off x="0" y="28575"/>
              <a:ext cx="2173221" cy="65191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50" name="Google Shape;350;p20"/>
          <p:cNvSpPr txBox="1"/>
          <p:nvPr/>
        </p:nvSpPr>
        <p:spPr>
          <a:xfrm>
            <a:off x="759034" y="1200150"/>
            <a:ext cx="7757700" cy="11820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endParaRPr/>
          </a:p>
        </p:txBody>
      </p:sp>
      <p:sp>
        <p:nvSpPr>
          <p:cNvPr id="351" name="Google Shape;351;p20"/>
          <p:cNvSpPr txBox="1"/>
          <p:nvPr/>
        </p:nvSpPr>
        <p:spPr>
          <a:xfrm>
            <a:off x="10040983" y="1380192"/>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2" name="Google Shape;352;p20"/>
          <p:cNvSpPr txBox="1"/>
          <p:nvPr/>
        </p:nvSpPr>
        <p:spPr>
          <a:xfrm>
            <a:off x="10040983" y="1900257"/>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
        <p:nvSpPr>
          <p:cNvPr id="353" name="Google Shape;353;p20"/>
          <p:cNvSpPr txBox="1"/>
          <p:nvPr/>
        </p:nvSpPr>
        <p:spPr>
          <a:xfrm>
            <a:off x="10040983" y="6285528"/>
            <a:ext cx="7218317" cy="49149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endParaRPr/>
          </a:p>
        </p:txBody>
      </p:sp>
      <p:sp>
        <p:nvSpPr>
          <p:cNvPr id="354" name="Google Shape;354;p20"/>
          <p:cNvSpPr txBox="1"/>
          <p:nvPr/>
        </p:nvSpPr>
        <p:spPr>
          <a:xfrm>
            <a:off x="10040983" y="6805593"/>
            <a:ext cx="7218300" cy="23274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37" name="Google Shape;137;p10"/>
          <p:cNvGrpSpPr/>
          <p:nvPr/>
        </p:nvGrpSpPr>
        <p:grpSpPr>
          <a:xfrm>
            <a:off x="9620229" y="507760"/>
            <a:ext cx="8155638" cy="9271481"/>
            <a:chOff x="0" y="0"/>
            <a:chExt cx="2147987" cy="2441871"/>
          </a:xfrm>
        </p:grpSpPr>
        <p:sp>
          <p:nvSpPr>
            <p:cNvPr id="138" name="Google Shape;138;p10"/>
            <p:cNvSpPr/>
            <p:nvPr/>
          </p:nvSpPr>
          <p:spPr>
            <a:xfrm>
              <a:off x="0" y="0"/>
              <a:ext cx="2147987" cy="2441871"/>
            </a:xfrm>
            <a:custGeom>
              <a:rect b="b" l="l" r="r" t="t"/>
              <a:pathLst>
                <a:path extrusionOk="0" h="2441871" w="2147987">
                  <a:moveTo>
                    <a:pt x="48413" y="0"/>
                  </a:moveTo>
                  <a:lnTo>
                    <a:pt x="2099574" y="0"/>
                  </a:lnTo>
                  <a:cubicBezTo>
                    <a:pt x="2112414" y="0"/>
                    <a:pt x="2124728" y="5101"/>
                    <a:pt x="2133807" y="14180"/>
                  </a:cubicBezTo>
                  <a:cubicBezTo>
                    <a:pt x="2142886" y="23259"/>
                    <a:pt x="2147987" y="35573"/>
                    <a:pt x="2147987" y="48413"/>
                  </a:cubicBezTo>
                  <a:lnTo>
                    <a:pt x="2147987" y="2393459"/>
                  </a:lnTo>
                  <a:cubicBezTo>
                    <a:pt x="2147987" y="2406298"/>
                    <a:pt x="2142886" y="2418612"/>
                    <a:pt x="2133807" y="2427692"/>
                  </a:cubicBezTo>
                  <a:cubicBezTo>
                    <a:pt x="2124728" y="2436771"/>
                    <a:pt x="2112414" y="2441871"/>
                    <a:pt x="2099574" y="2441871"/>
                  </a:cubicBezTo>
                  <a:lnTo>
                    <a:pt x="48413" y="2441871"/>
                  </a:lnTo>
                  <a:cubicBezTo>
                    <a:pt x="21675" y="2441871"/>
                    <a:pt x="0" y="2420196"/>
                    <a:pt x="0" y="2393459"/>
                  </a:cubicBezTo>
                  <a:lnTo>
                    <a:pt x="0" y="48413"/>
                  </a:lnTo>
                  <a:cubicBezTo>
                    <a:pt x="0" y="35573"/>
                    <a:pt x="5101" y="23259"/>
                    <a:pt x="14180" y="14180"/>
                  </a:cubicBezTo>
                  <a:cubicBezTo>
                    <a:pt x="23259" y="5101"/>
                    <a:pt x="35573" y="0"/>
                    <a:pt x="48413" y="0"/>
                  </a:cubicBezTo>
                  <a:close/>
                </a:path>
              </a:pathLst>
            </a:custGeom>
            <a:gradFill>
              <a:gsLst>
                <a:gs pos="0">
                  <a:srgbClr val="1B1B1B"/>
                </a:gs>
                <a:gs pos="50000">
                  <a:srgbClr val="1B1B1B"/>
                </a:gs>
                <a:gs pos="100000">
                  <a:srgbClr val="626262">
                    <a:alpha val="23921"/>
                  </a:srgbClr>
                </a:gs>
              </a:gsLst>
              <a:path path="circle">
                <a:fillToRect b="100%" r="100%"/>
              </a:path>
              <a:tileRect l="-10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0"/>
            <p:cNvSpPr txBox="1"/>
            <p:nvPr/>
          </p:nvSpPr>
          <p:spPr>
            <a:xfrm>
              <a:off x="0" y="28575"/>
              <a:ext cx="2147987" cy="2413296"/>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pic>
        <p:nvPicPr>
          <p:cNvPr id="140" name="Google Shape;140;p10"/>
          <p:cNvPicPr preferRelativeResize="0"/>
          <p:nvPr/>
        </p:nvPicPr>
        <p:blipFill>
          <a:blip r:embed="rId3">
            <a:alphaModFix/>
          </a:blip>
          <a:stretch>
            <a:fillRect/>
          </a:stretch>
        </p:blipFill>
        <p:spPr>
          <a:xfrm>
            <a:off x="9927225" y="541609"/>
            <a:ext cx="7541649" cy="9214765"/>
          </a:xfrm>
          <a:prstGeom prst="rect">
            <a:avLst/>
          </a:prstGeom>
          <a:noFill/>
          <a:ln>
            <a:noFill/>
          </a:ln>
        </p:spPr>
      </p:pic>
      <p:grpSp>
        <p:nvGrpSpPr>
          <p:cNvPr id="141" name="Google Shape;141;p10"/>
          <p:cNvGrpSpPr/>
          <p:nvPr/>
        </p:nvGrpSpPr>
        <p:grpSpPr>
          <a:xfrm>
            <a:off x="512133" y="507760"/>
            <a:ext cx="8631871" cy="4082812"/>
            <a:chOff x="0" y="0"/>
            <a:chExt cx="2273414" cy="1075309"/>
          </a:xfrm>
        </p:grpSpPr>
        <p:sp>
          <p:nvSpPr>
            <p:cNvPr id="142" name="Google Shape;142;p10"/>
            <p:cNvSpPr/>
            <p:nvPr/>
          </p:nvSpPr>
          <p:spPr>
            <a:xfrm>
              <a:off x="0" y="0"/>
              <a:ext cx="2273414" cy="1075309"/>
            </a:xfrm>
            <a:custGeom>
              <a:rect b="b" l="l" r="r" t="t"/>
              <a:pathLst>
                <a:path extrusionOk="0" h="1075309" w="2273414">
                  <a:moveTo>
                    <a:pt x="45742" y="0"/>
                  </a:moveTo>
                  <a:lnTo>
                    <a:pt x="2227672" y="0"/>
                  </a:lnTo>
                  <a:cubicBezTo>
                    <a:pt x="2239803" y="0"/>
                    <a:pt x="2251438" y="4819"/>
                    <a:pt x="2260016" y="13397"/>
                  </a:cubicBezTo>
                  <a:cubicBezTo>
                    <a:pt x="2268594" y="21976"/>
                    <a:pt x="2273414" y="33610"/>
                    <a:pt x="2273414" y="45742"/>
                  </a:cubicBezTo>
                  <a:lnTo>
                    <a:pt x="2273414" y="1029567"/>
                  </a:lnTo>
                  <a:cubicBezTo>
                    <a:pt x="2273414" y="1041698"/>
                    <a:pt x="2268594" y="1053333"/>
                    <a:pt x="2260016" y="1061911"/>
                  </a:cubicBezTo>
                  <a:cubicBezTo>
                    <a:pt x="2251438" y="1070489"/>
                    <a:pt x="2239803" y="1075309"/>
                    <a:pt x="2227672" y="1075309"/>
                  </a:cubicBezTo>
                  <a:lnTo>
                    <a:pt x="45742" y="1075309"/>
                  </a:lnTo>
                  <a:cubicBezTo>
                    <a:pt x="33610" y="1075309"/>
                    <a:pt x="21976" y="1070489"/>
                    <a:pt x="13397" y="1061911"/>
                  </a:cubicBezTo>
                  <a:cubicBezTo>
                    <a:pt x="4819" y="1053333"/>
                    <a:pt x="0" y="1041698"/>
                    <a:pt x="0" y="1029567"/>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0"/>
            <p:cNvSpPr txBox="1"/>
            <p:nvPr/>
          </p:nvSpPr>
          <p:spPr>
            <a:xfrm>
              <a:off x="0" y="28575"/>
              <a:ext cx="2273413" cy="1046734"/>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44" name="Google Shape;144;p10"/>
          <p:cNvGrpSpPr/>
          <p:nvPr/>
        </p:nvGrpSpPr>
        <p:grpSpPr>
          <a:xfrm>
            <a:off x="512133" y="5143500"/>
            <a:ext cx="8631871" cy="4635740"/>
            <a:chOff x="0" y="0"/>
            <a:chExt cx="2273414" cy="1220936"/>
          </a:xfrm>
        </p:grpSpPr>
        <p:sp>
          <p:nvSpPr>
            <p:cNvPr id="145" name="Google Shape;145;p10"/>
            <p:cNvSpPr/>
            <p:nvPr/>
          </p:nvSpPr>
          <p:spPr>
            <a:xfrm>
              <a:off x="0" y="0"/>
              <a:ext cx="2273414" cy="1220936"/>
            </a:xfrm>
            <a:custGeom>
              <a:rect b="b" l="l" r="r" t="t"/>
              <a:pathLst>
                <a:path extrusionOk="0" h="1220936" w="2273414">
                  <a:moveTo>
                    <a:pt x="45742" y="0"/>
                  </a:moveTo>
                  <a:lnTo>
                    <a:pt x="2227672" y="0"/>
                  </a:lnTo>
                  <a:cubicBezTo>
                    <a:pt x="2239803" y="0"/>
                    <a:pt x="2251438" y="4819"/>
                    <a:pt x="2260016" y="13397"/>
                  </a:cubicBezTo>
                  <a:cubicBezTo>
                    <a:pt x="2268594" y="21976"/>
                    <a:pt x="2273414" y="33610"/>
                    <a:pt x="2273414" y="45742"/>
                  </a:cubicBezTo>
                  <a:lnTo>
                    <a:pt x="2273414" y="1175194"/>
                  </a:lnTo>
                  <a:cubicBezTo>
                    <a:pt x="2273414" y="1187325"/>
                    <a:pt x="2268594" y="1198960"/>
                    <a:pt x="2260016" y="1207538"/>
                  </a:cubicBezTo>
                  <a:cubicBezTo>
                    <a:pt x="2251438" y="1216117"/>
                    <a:pt x="2239803" y="1220936"/>
                    <a:pt x="2227672" y="1220936"/>
                  </a:cubicBezTo>
                  <a:lnTo>
                    <a:pt x="45742" y="1220936"/>
                  </a:lnTo>
                  <a:cubicBezTo>
                    <a:pt x="33610" y="1220936"/>
                    <a:pt x="21976" y="1216117"/>
                    <a:pt x="13397" y="1207538"/>
                  </a:cubicBezTo>
                  <a:cubicBezTo>
                    <a:pt x="4819" y="1198960"/>
                    <a:pt x="0" y="1187325"/>
                    <a:pt x="0" y="1175194"/>
                  </a:cubicBezTo>
                  <a:lnTo>
                    <a:pt x="0" y="45742"/>
                  </a:lnTo>
                  <a:cubicBezTo>
                    <a:pt x="0" y="33610"/>
                    <a:pt x="4819" y="21976"/>
                    <a:pt x="13397" y="13397"/>
                  </a:cubicBezTo>
                  <a:cubicBezTo>
                    <a:pt x="21976" y="4819"/>
                    <a:pt x="33610" y="0"/>
                    <a:pt x="45742" y="0"/>
                  </a:cubicBezTo>
                  <a:close/>
                </a:path>
              </a:pathLst>
            </a:custGeom>
            <a:solidFill>
              <a:srgbClr val="1B1B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0"/>
            <p:cNvSpPr txBox="1"/>
            <p:nvPr/>
          </p:nvSpPr>
          <p:spPr>
            <a:xfrm>
              <a:off x="0" y="28575"/>
              <a:ext cx="2273413" cy="1192361"/>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47" name="Google Shape;147;p10"/>
          <p:cNvSpPr txBox="1"/>
          <p:nvPr/>
        </p:nvSpPr>
        <p:spPr>
          <a:xfrm>
            <a:off x="852700" y="1379500"/>
            <a:ext cx="7950600" cy="2364300"/>
          </a:xfrm>
          <a:prstGeom prst="rect">
            <a:avLst/>
          </a:prstGeom>
          <a:noFill/>
          <a:ln>
            <a:noFill/>
          </a:ln>
        </p:spPr>
        <p:txBody>
          <a:bodyPr anchorCtr="0" anchor="t" bIns="0" lIns="0" spcFirstLastPara="1" rIns="0" wrap="square" tIns="0">
            <a:spAutoFit/>
          </a:bodyPr>
          <a:lstStyle/>
          <a:p>
            <a:pPr indent="0" lvl="0" marL="0" marR="0" rtl="0" algn="ctr">
              <a:lnSpc>
                <a:spcPct val="80000"/>
              </a:lnSpc>
              <a:spcBef>
                <a:spcPts val="0"/>
              </a:spcBef>
              <a:spcAft>
                <a:spcPts val="0"/>
              </a:spcAft>
              <a:buNone/>
            </a:pPr>
            <a:r>
              <a:t>Questions &amp; Discussion</a:t>
            </a:r>
            <a:endParaRPr/>
          </a:p>
        </p:txBody>
      </p:sp>
      <p:sp>
        <p:nvSpPr>
          <p:cNvPr id="148" name="Google Shape;148;p10"/>
          <p:cNvSpPr txBox="1"/>
          <p:nvPr/>
        </p:nvSpPr>
        <p:spPr>
          <a:xfrm>
            <a:off x="1028700" y="5996425"/>
            <a:ext cx="7598700" cy="3200100"/>
          </a:xfrm>
          <a:prstGeom prst="rect">
            <a:avLst/>
          </a:prstGeom>
          <a:noFill/>
          <a:ln>
            <a:noFill/>
          </a:ln>
        </p:spPr>
        <p:txBody>
          <a:bodyPr anchorCtr="0" anchor="t" bIns="0" lIns="0" spcFirstLastPara="1" rIns="0" wrap="square" tIns="0">
            <a:spAutoFit/>
          </a:bodyPr>
          <a:lstStyle/>
          <a:p>
            <a:pPr indent="0" lvl="0" marL="0" marR="0" rtl="0" algn="ctr">
              <a:lnSpc>
                <a:spcPct val="90000"/>
              </a:lnSpc>
              <a:spcBef>
                <a:spcPts val="0"/>
              </a:spcBef>
              <a:spcAft>
                <a:spcPts val="0"/>
              </a:spcAft>
              <a:buNone/>
            </a:pPr>
            <a:r>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name="UI Apple Watch-Inspired">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Meridian Consulting Group — FY2025 Annual Performance Review</dc:title>
  <cp:lastModifiedBy>python-pptx</cp:lastModifiedBy>
  <cp:revision>1</cp:revision>
  <dcterms:modified xsi:type="dcterms:W3CDTF">2026-05-29T08:01:54Z</dcterms:modified>
  <dc:creator>[To be confirmed]</dc:creator>
</cp:coreProperties>
</file>