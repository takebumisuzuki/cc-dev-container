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media/image1.svg" ContentType="image/svg+xml"/>
  <Override PartName="/ppt/media/image2.svg" ContentType="image/svg+xml"/>
  <Override PartName="/ppt/media/image3.svg" ContentType="image/svg+xml"/>
  <Override PartName="/ppt/media/image4.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8"/>
  </p:notesMasterIdLst>
  <p:handoutMasterIdLst>
    <p:handoutMasterId r:id="rId19"/>
  </p:handoutMasterIdLst>
  <p:sldIdLst>
    <p:sldId id="319" r:id="rId24"/>
    <p:sldId id="320" r:id="rId25"/>
    <p:sldId id="321" r:id="rId26"/>
    <p:sldId id="322" r:id="rId27"/>
    <p:sldId id="323" r:id="rId28"/>
    <p:sldId id="324" r:id="rId29"/>
    <p:sldId id="325" r:id="rId30"/>
    <p:sldId id="326" r:id="rId31"/>
    <p:sldId id="327" r:id="rId32"/>
    <p:sldId id="328" r:id="rId33"/>
    <p:sldId id="329" r:id="rId34"/>
    <p:sldId id="330" r:id="rId35"/>
    <p:sldId id="331" r:id="rId36"/>
    <p:sldId id="332" r:id="rId37"/>
    <p:sldId id="333" r:id="rId38"/>
    <p:sldId id="334" r:id="rId39"/>
    <p:sldId id="335" r:id="rId40"/>
    <p:sldId id="336" r:id="rId41"/>
    <p:sldId id="337" r:id="rId42"/>
    <p:sldId id="338"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orient="horz" pos="3792" userDrawn="1">
          <p15:clr>
            <a:srgbClr val="A4A3A4"/>
          </p15:clr>
        </p15:guide>
        <p15:guide id="3" pos="528" userDrawn="1">
          <p15:clr>
            <a:srgbClr val="A4A3A4"/>
          </p15:clr>
        </p15:guide>
        <p15:guide id="4" pos="7128" userDrawn="1">
          <p15:clr>
            <a:srgbClr val="A4A3A4"/>
          </p15:clr>
        </p15:guide>
        <p15:guide id="5" orient="horz" pos="2808" userDrawn="1">
          <p15:clr>
            <a:srgbClr val="A4A3A4"/>
          </p15:clr>
        </p15:guide>
        <p15:guide id="6" pos="2976" userDrawn="1">
          <p15:clr>
            <a:srgbClr val="A4A3A4"/>
          </p15:clr>
        </p15:guide>
        <p15:guide id="7" orient="horz" pos="96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077"/>
    <p:restoredTop sz="94682"/>
  </p:normalViewPr>
  <p:slideViewPr>
    <p:cSldViewPr snapToGrid="0">
      <p:cViewPr>
        <p:scale>
          <a:sx n="100" d="100"/>
          <a:sy n="100" d="100"/>
        </p:scale>
        <p:origin x="-312" y="-768"/>
      </p:cViewPr>
      <p:guideLst>
        <p:guide orient="horz" pos="3792"/>
        <p:guide pos="528"/>
        <p:guide pos="7128"/>
        <p:guide orient="horz" pos="2808"/>
        <p:guide pos="2976"/>
        <p:guide orient="horz" pos="96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Sheet1!$A$2:$A$4</c:f>
              <c:strCache>
                <c:ptCount val="3"/>
                <c:pt idx="0">
                  <c:v>FY2023</c:v>
                </c:pt>
                <c:pt idx="1">
                  <c:v>FY2024</c:v>
                </c:pt>
                <c:pt idx="2">
                  <c:v>FY2025</c:v>
                </c:pt>
              </c:strCache>
            </c:strRef>
          </c:cat>
          <c:val>
            <c:numRef>
              <c:f>Sheet1!$B$2:$B$4</c:f>
              <c:numCache>
                <c:formatCode>General</c:formatCode>
                <c:ptCount val="3"/>
                <c:pt idx="0">
                  <c:v>33.4</c:v>
                </c:pt>
                <c:pt idx="1">
                  <c:v>38.7</c:v>
                </c:pt>
                <c:pt idx="2">
                  <c:v>43.7</c:v>
                </c:pt>
              </c:numCache>
            </c:numRef>
          </c:val>
        </c:ser>
        <c:ser>
          <c:idx val="1"/>
          <c:order val="1"/>
          <c:tx>
            <c:strRef>
              <c:f>Sheet1!$C$1</c:f>
              <c:strCache>
                <c:ptCount val="1"/>
                <c:pt idx="0">
                  <c:v>Operating Profit</c:v>
                </c:pt>
              </c:strCache>
            </c:strRef>
          </c:tx>
          <c:cat>
            <c:strRef>
              <c:f>Sheet1!$A$2:$A$4</c:f>
              <c:strCache>
                <c:ptCount val="3"/>
                <c:pt idx="0">
                  <c:v>FY2023</c:v>
                </c:pt>
                <c:pt idx="1">
                  <c:v>FY2024</c:v>
                </c:pt>
                <c:pt idx="2">
                  <c:v>FY2025</c:v>
                </c:pt>
              </c:strCache>
            </c:strRef>
          </c:cat>
          <c:val>
            <c:numRef>
              <c:f>Sheet1!$C$2:$C$4</c:f>
              <c:numCache>
                <c:formatCode>General</c:formatCode>
                <c:ptCount val="3"/>
                <c:pt idx="0">
                  <c:v>11.9</c:v>
                </c:pt>
                <c:pt idx="1">
                  <c:v>13.8</c:v>
                </c:pt>
                <c:pt idx="2">
                  <c:v>15.7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 2025</c:v>
                </c:pt>
                <c:pt idx="1">
                  <c:v>Q2 2025</c:v>
                </c:pt>
                <c:pt idx="2">
                  <c:v>Q3 2025</c:v>
                </c:pt>
                <c:pt idx="3">
                  <c:v>Q4 2025</c:v>
                </c:pt>
              </c:strCache>
            </c:strRef>
          </c:cat>
          <c:val>
            <c:numRef>
              <c:f>Sheet1!$B$2:$B$5</c:f>
              <c:numCache>
                <c:formatCode>General</c:formatCode>
                <c:ptCount val="4"/>
                <c:pt idx="0">
                  <c:v>9.8</c:v>
                </c:pt>
                <c:pt idx="1">
                  <c:v>11.5</c:v>
                </c:pt>
                <c:pt idx="2">
                  <c:v>10.7</c:v>
                </c:pt>
                <c:pt idx="3">
                  <c:v>11.7</c:v>
                </c:pt>
              </c:numCache>
            </c:numRef>
          </c:val>
        </c:ser>
        <c:ser>
          <c:idx val="1"/>
          <c:order val="1"/>
          <c:tx>
            <c:strRef>
              <c:f>Sheet1!$C$1</c:f>
              <c:strCache>
                <c:ptCount val="1"/>
                <c:pt idx="0">
                  <c:v>Operating Profit</c:v>
                </c:pt>
              </c:strCache>
            </c:strRef>
          </c:tx>
          <c:cat>
            <c:strRef>
              <c:f>Sheet1!$A$2:$A$5</c:f>
              <c:strCache>
                <c:ptCount val="4"/>
                <c:pt idx="0">
                  <c:v>Q1 2025</c:v>
                </c:pt>
                <c:pt idx="1">
                  <c:v>Q2 2025</c:v>
                </c:pt>
                <c:pt idx="2">
                  <c:v>Q3 2025</c:v>
                </c:pt>
                <c:pt idx="3">
                  <c:v>Q4 2025</c:v>
                </c:pt>
              </c:strCache>
            </c:strRef>
          </c:cat>
          <c:val>
            <c:numRef>
              <c:f>Sheet1!$C$2:$C$5</c:f>
              <c:numCache>
                <c:formatCode>General</c:formatCode>
                <c:ptCount val="4"/>
                <c:pt idx="0">
                  <c:v>3.6</c:v>
                </c:pt>
                <c:pt idx="1">
                  <c:v>4.1</c:v>
                </c:pt>
                <c:pt idx="2">
                  <c:v>3.8</c:v>
                </c:pt>
                <c:pt idx="3">
                  <c:v>4.1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FY2024</c:v>
                </c:pt>
              </c:strCache>
            </c:strRef>
          </c:tx>
          <c:cat>
            <c:strRef>
              <c:f>Sheet1!$A$2:$A$6</c:f>
              <c:strCache>
                <c:ptCount val="5"/>
                <c:pt idx="0">
                  <c:v>Technology &amp; Digital</c:v>
                </c:pt>
                <c:pt idx="1">
                  <c:v>Strategy &amp; Growth</c:v>
                </c:pt>
                <c:pt idx="2">
                  <c:v>Operations Excellence</c:v>
                </c:pt>
                <c:pt idx="3">
                  <c:v>Finance &amp; Risk</c:v>
                </c:pt>
                <c:pt idx="4">
                  <c:v>HR &amp; People</c:v>
                </c:pt>
              </c:strCache>
            </c:strRef>
          </c:cat>
          <c:val>
            <c:numRef>
              <c:f>Sheet1!$B$2:$B$6</c:f>
              <c:numCache>
                <c:formatCode>General</c:formatCode>
                <c:ptCount val="5"/>
                <c:pt idx="0">
                  <c:v>10.9</c:v>
                </c:pt>
                <c:pt idx="1">
                  <c:v>8.6</c:v>
                </c:pt>
                <c:pt idx="2">
                  <c:v>7.7</c:v>
                </c:pt>
                <c:pt idx="3">
                  <c:v>6.9</c:v>
                </c:pt>
                <c:pt idx="4">
                  <c:v>4.6</c:v>
                </c:pt>
              </c:numCache>
            </c:numRef>
          </c:val>
        </c:ser>
        <c:ser>
          <c:idx val="1"/>
          <c:order val="1"/>
          <c:tx>
            <c:strRef>
              <c:f>Sheet1!$C$1</c:f>
              <c:strCache>
                <c:ptCount val="1"/>
                <c:pt idx="0">
                  <c:v>FY2025</c:v>
                </c:pt>
              </c:strCache>
            </c:strRef>
          </c:tx>
          <c:cat>
            <c:strRef>
              <c:f>Sheet1!$A$2:$A$6</c:f>
              <c:strCache>
                <c:ptCount val="5"/>
                <c:pt idx="0">
                  <c:v>Technology &amp; Digital</c:v>
                </c:pt>
                <c:pt idx="1">
                  <c:v>Strategy &amp; Growth</c:v>
                </c:pt>
                <c:pt idx="2">
                  <c:v>Operations Excellence</c:v>
                </c:pt>
                <c:pt idx="3">
                  <c:v>Finance &amp; Risk</c:v>
                </c:pt>
                <c:pt idx="4">
                  <c:v>HR &amp; People</c:v>
                </c:pt>
              </c:strCache>
            </c:strRef>
          </c:cat>
          <c:val>
            <c:numRef>
              <c:f>Sheet1!$C$2:$C$6</c:f>
              <c:numCache>
                <c:formatCode>General</c:formatCode>
                <c:ptCount val="5"/>
                <c:pt idx="0">
                  <c:v>12.3</c:v>
                </c:pt>
                <c:pt idx="1">
                  <c:v>9.6</c:v>
                </c:pt>
                <c:pt idx="2">
                  <c:v>8.7</c:v>
                </c:pt>
                <c:pt idx="3">
                  <c:v>7.8</c:v>
                </c:pt>
                <c:pt idx="4">
                  <c:v>5.2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Retention Rate</c:v>
                </c:pt>
              </c:strCache>
            </c:strRef>
          </c:tx>
          <c:marker>
            <c:symbol val="none"/>
          </c:marker>
          <c:cat>
            <c:strRef>
              <c:f>Sheet1!$A$2:$A$4</c:f>
              <c:strCache>
                <c:ptCount val="3"/>
                <c:pt idx="0">
                  <c:v>FY2023</c:v>
                </c:pt>
                <c:pt idx="1">
                  <c:v>FY2024</c:v>
                </c:pt>
                <c:pt idx="2">
                  <c:v>FY2025</c:v>
                </c:pt>
              </c:strCache>
            </c:strRef>
          </c:cat>
          <c:val>
            <c:numRef>
              <c:f>Sheet1!$B$2:$B$4</c:f>
              <c:numCache>
                <c:formatCode>General</c:formatCode>
                <c:ptCount val="3"/>
                <c:pt idx="0">
                  <c:v>93.3</c:v>
                </c:pt>
                <c:pt idx="1">
                  <c:v>85.3</c:v>
                </c:pt>
                <c:pt idx="2">
                  <c:v>89.3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accent6_1">
  <dgm:title val=""/>
  <dgm:desc val=""/>
  <dgm:catLst>
    <dgm:cat type="accent6" pri="11100"/>
  </dgm:catLst>
  <dgm:styleLbl name="node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6">
        <a:shade val="80000"/>
      </a:schemeClr>
    </dgm:linClrLst>
    <dgm:effectClrLst/>
    <dgm:txLinClrLst/>
    <dgm:txFillClrLst/>
    <dgm:txEffectClrLst/>
  </dgm:styleLbl>
  <dgm:styleLbl name="node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f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align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bgImgPlace1">
    <dgm:fillClrLst meth="repeat">
      <a:schemeClr val="accent6">
        <a:tint val="40000"/>
      </a:schemeClr>
    </dgm:fillClrLst>
    <dgm:linClrLst meth="repeat">
      <a:schemeClr val="accent6">
        <a:shade val="80000"/>
      </a:schemeClr>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meth="repeat">
      <a:schemeClr val="dk1"/>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dgm:linClrLst>
    <dgm:effectClrLst/>
    <dgm:txLinClrLst/>
    <dgm:txFillClrLst meth="repeat">
      <a:schemeClr val="tx1"/>
    </dgm:txFillClrLst>
    <dgm:txEffectClrLst/>
  </dgm:styleLbl>
  <dgm:styleLbl name="asst0">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6">
        <a:shade val="80000"/>
      </a:schemeClr>
    </dgm:linClrLst>
    <dgm:effectClrLst/>
    <dgm:txLinClrLst/>
    <dgm:txFillClrLst meth="repeat">
      <a:schemeClr val="dk1"/>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dgm:txEffectClrLst/>
  </dgm:styleLbl>
  <dgm:styleLbl name="parChTrans2D2">
    <dgm:fillClrLst meth="repeat">
      <a:schemeClr val="accent6"/>
    </dgm:fillClrLst>
    <dgm:linClrLst meth="repeat">
      <a:schemeClr val="accent6"/>
    </dgm:linClrLst>
    <dgm:effectClrLst/>
    <dgm:txLinClrLst/>
    <dgm:txFillClrLst/>
    <dgm:txEffectClrLst/>
  </dgm:styleLbl>
  <dgm:styleLbl name="parChTrans2D3">
    <dgm:fillClrLst meth="repeat">
      <a:schemeClr val="accent6"/>
    </dgm:fillClrLst>
    <dgm:linClrLst meth="repeat">
      <a:schemeClr val="accent6"/>
    </dgm:linClrLst>
    <dgm:effectClrLst/>
    <dgm:txLinClrLst/>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conF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align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trAlignAcc1">
    <dgm:fillClrLst meth="repeat">
      <a:schemeClr val="accent6">
        <a:alpha val="40000"/>
        <a:tint val="40000"/>
      </a:schemeClr>
    </dgm:fillClrLst>
    <dgm:linClrLst meth="repeat">
      <a:schemeClr val="accent6"/>
    </dgm:linClrLst>
    <dgm:effectClrLst/>
    <dgm:txLinClrLst/>
    <dgm:txFillClrLst meth="repeat">
      <a:schemeClr val="dk1"/>
    </dgm:txFillClrLst>
    <dgm:txEffectClrLst/>
  </dgm:styleLbl>
  <dgm:styleLbl name="bgAcc1">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6">
        <a:alpha val="90000"/>
      </a:schemeClr>
    </dgm:linClrLst>
    <dgm:effectClrLst/>
    <dgm:txLinClrLst/>
    <dgm:txFillClrLst meth="repeat">
      <a:schemeClr val="dk1"/>
    </dgm:txFillClrLst>
    <dgm:txEffectClrLst/>
  </dgm:styleLbl>
  <dgm:styleLbl name="fgAcc0">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2">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3">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fgAcc4">
    <dgm:fillClrLst meth="repeat">
      <a:schemeClr val="accent6">
        <a:alpha val="90000"/>
        <a:tint val="4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6480AC-C0DE-4E5E-9ECD-9AE37E3FCB79}" type="doc">
      <dgm:prSet loTypeId="urn:microsoft.com/office/officeart/2016/7/layout/BasicTimeline" loCatId="timeline" qsTypeId="urn:microsoft.com/office/officeart/2005/8/quickstyle/simple1" qsCatId="simple" csTypeId="urn:microsoft.com/office/officeart/2005/8/colors/accent6_1" csCatId="accent6" phldr="1"/>
      <dgm:spPr/>
      <dgm:t>
        <a:bodyPr/>
        <a:lstStyle/>
        <a:p>
          <a:endParaRPr lang="en-US"/>
        </a:p>
      </dgm:t>
    </dgm:pt>
    <dgm:pt modelId="{A8C03FBB-4A75-4460-AEA6-DEAEB9C61496}">
      <dgm:prSet phldrT="[Text]" phldr="0" custT="1"/>
      <dgm:spPr/>
      <dgm:t>
        <a:bodyPr/>
        <a:lstStyle/>
        <a:p>
          <a:pPr>
            <a:defRPr b="1"/>
          </a:pPr>
          <a:r>
            <a:rPr lang="en-US" sz="2000" b="1" i="0" dirty="0">
              <a:latin typeface="+mn-lt"/>
            </a:rPr>
            <a:t>Q3</a:t>
          </a:r>
        </a:p>
      </dgm:t>
    </dgm:pt>
    <dgm:pt modelId="{4E972F7F-4B1B-47AA-A25B-1FFC561F1C76}" type="parTrans" cxnId="{D3D81948-D963-4D1E-AE16-9705EAF510FC}">
      <dgm:prSet/>
      <dgm:spPr/>
      <dgm:t>
        <a:bodyPr/>
        <a:lstStyle/>
        <a:p>
          <a:endParaRPr lang="en-US" sz="2000" b="0" i="0">
            <a:latin typeface="+mn-lt"/>
          </a:endParaRPr>
        </a:p>
      </dgm:t>
    </dgm:pt>
    <dgm:pt modelId="{67361508-930A-4A23-8CFC-BB56DA645C3C}" type="sibTrans" cxnId="{D3D81948-D963-4D1E-AE16-9705EAF510FC}">
      <dgm:prSet/>
      <dgm:spPr/>
      <dgm:t>
        <a:bodyPr/>
        <a:lstStyle/>
        <a:p>
          <a:endParaRPr lang="en-US" sz="2000" b="0" i="0">
            <a:latin typeface="+mn-lt"/>
          </a:endParaRPr>
        </a:p>
      </dgm:t>
    </dgm:pt>
    <dgm:pt modelId="{5E71F362-34DF-4EEC-92A3-0EFE450E05E4}">
      <dgm:prSet phldrT="[Text]" phldr="0" custT="1"/>
      <dgm:spPr/>
      <dgm:t>
        <a:bodyPr/>
        <a:lstStyle/>
        <a:p>
          <a:r>
            <a:rPr lang="en-US" sz="1800" b="0" i="0" dirty="0">
              <a:latin typeface="+mn-lt"/>
            </a:rPr>
            <a:t>Market research</a:t>
          </a:r>
        </a:p>
      </dgm:t>
    </dgm:pt>
    <dgm:pt modelId="{8E5EE4D1-908E-455C-B8B3-281AD42DEC9A}" type="parTrans" cxnId="{B99CA6C9-28D1-4DDB-B8EC-AED73AD115CA}">
      <dgm:prSet/>
      <dgm:spPr/>
      <dgm:t>
        <a:bodyPr/>
        <a:lstStyle/>
        <a:p>
          <a:endParaRPr lang="en-US" sz="2000" b="0" i="0">
            <a:latin typeface="+mn-lt"/>
          </a:endParaRPr>
        </a:p>
      </dgm:t>
    </dgm:pt>
    <dgm:pt modelId="{B208B24A-E9FD-40A9-B764-FB7C2B7ED8B9}" type="sibTrans" cxnId="{B99CA6C9-28D1-4DDB-B8EC-AED73AD115CA}">
      <dgm:prSet/>
      <dgm:spPr/>
      <dgm:t>
        <a:bodyPr/>
        <a:lstStyle/>
        <a:p>
          <a:endParaRPr lang="en-US" sz="2000" b="0" i="0">
            <a:latin typeface="+mn-lt"/>
          </a:endParaRPr>
        </a:p>
      </dgm:t>
    </dgm:pt>
    <dgm:pt modelId="{91969DED-4CB8-4A14-A50B-3F7B848E46B5}">
      <dgm:prSet phldrT="[Text]" phldr="0" custT="1"/>
      <dgm:spPr/>
      <dgm:t>
        <a:bodyPr/>
        <a:lstStyle/>
        <a:p>
          <a:pPr>
            <a:defRPr b="1"/>
          </a:pPr>
          <a:r>
            <a:rPr lang="en-US" sz="2000" b="1" i="0" dirty="0">
              <a:latin typeface="+mn-lt"/>
            </a:rPr>
            <a:t>Q4</a:t>
          </a:r>
        </a:p>
      </dgm:t>
    </dgm:pt>
    <dgm:pt modelId="{441CD73D-85E1-42A6-BCF8-362A3247E2F3}" type="parTrans" cxnId="{537F2ED0-8BD0-4AD5-B60D-89B660EDA1AC}">
      <dgm:prSet/>
      <dgm:spPr/>
      <dgm:t>
        <a:bodyPr/>
        <a:lstStyle/>
        <a:p>
          <a:endParaRPr lang="en-US" sz="2000" b="0" i="0">
            <a:latin typeface="+mn-lt"/>
          </a:endParaRPr>
        </a:p>
      </dgm:t>
    </dgm:pt>
    <dgm:pt modelId="{81CA8AA2-C0C3-4381-BA8B-413EDD578B83}" type="sibTrans" cxnId="{537F2ED0-8BD0-4AD5-B60D-89B660EDA1AC}">
      <dgm:prSet/>
      <dgm:spPr/>
      <dgm:t>
        <a:bodyPr/>
        <a:lstStyle/>
        <a:p>
          <a:endParaRPr lang="en-US" sz="2000" b="0" i="0">
            <a:latin typeface="+mn-lt"/>
          </a:endParaRPr>
        </a:p>
      </dgm:t>
    </dgm:pt>
    <dgm:pt modelId="{8A04F340-E8E1-4146-9905-E7ADCAEAABD7}">
      <dgm:prSet phldrT="[Text]" phldr="0" custT="1"/>
      <dgm:spPr/>
      <dgm:t>
        <a:bodyPr/>
        <a:lstStyle/>
        <a:p>
          <a:r>
            <a:rPr lang="en-US" sz="1800" b="0" i="0" dirty="0">
              <a:latin typeface="+mn-lt"/>
            </a:rPr>
            <a:t>Product development</a:t>
          </a:r>
        </a:p>
      </dgm:t>
    </dgm:pt>
    <dgm:pt modelId="{4EBD5EC2-45ED-4ED6-8376-97D155A911AE}" type="parTrans" cxnId="{E636BFFB-0404-4D4B-B3F0-C64FDFD9DDEF}">
      <dgm:prSet/>
      <dgm:spPr/>
      <dgm:t>
        <a:bodyPr/>
        <a:lstStyle/>
        <a:p>
          <a:endParaRPr lang="en-US" sz="2000" b="0" i="0">
            <a:latin typeface="+mn-lt"/>
          </a:endParaRPr>
        </a:p>
      </dgm:t>
    </dgm:pt>
    <dgm:pt modelId="{F9CD2A04-6A34-4104-A971-391788B88F55}" type="sibTrans" cxnId="{E636BFFB-0404-4D4B-B3F0-C64FDFD9DDEF}">
      <dgm:prSet/>
      <dgm:spPr/>
      <dgm:t>
        <a:bodyPr/>
        <a:lstStyle/>
        <a:p>
          <a:endParaRPr lang="en-US" sz="2000" b="0" i="0">
            <a:latin typeface="+mn-lt"/>
          </a:endParaRPr>
        </a:p>
      </dgm:t>
    </dgm:pt>
    <dgm:pt modelId="{3CC73758-10C1-47F8-AFA7-1A986D4DDD60}">
      <dgm:prSet phldrT="[Text]" phldr="0" custT="1"/>
      <dgm:spPr/>
      <dgm:t>
        <a:bodyPr/>
        <a:lstStyle/>
        <a:p>
          <a:pPr>
            <a:defRPr b="1"/>
          </a:pPr>
          <a:r>
            <a:rPr lang="en-US" sz="2000" b="1" i="0" dirty="0">
              <a:latin typeface="+mn-lt"/>
            </a:rPr>
            <a:t>Q1</a:t>
          </a:r>
        </a:p>
      </dgm:t>
    </dgm:pt>
    <dgm:pt modelId="{FF6AE4B6-4A2F-49EE-9316-9AF55E77838B}" type="parTrans" cxnId="{4A69F85D-5C15-48FD-893A-B3050E1BADEB}">
      <dgm:prSet/>
      <dgm:spPr/>
      <dgm:t>
        <a:bodyPr/>
        <a:lstStyle/>
        <a:p>
          <a:endParaRPr lang="en-US" sz="2000" b="0" i="0">
            <a:latin typeface="+mn-lt"/>
          </a:endParaRPr>
        </a:p>
      </dgm:t>
    </dgm:pt>
    <dgm:pt modelId="{D8170BBA-6035-4773-8431-FEDD687647FF}" type="sibTrans" cxnId="{4A69F85D-5C15-48FD-893A-B3050E1BADEB}">
      <dgm:prSet/>
      <dgm:spPr/>
      <dgm:t>
        <a:bodyPr/>
        <a:lstStyle/>
        <a:p>
          <a:endParaRPr lang="en-US" sz="2000" b="0" i="0">
            <a:latin typeface="+mn-lt"/>
          </a:endParaRPr>
        </a:p>
      </dgm:t>
    </dgm:pt>
    <dgm:pt modelId="{FD9CA14A-483C-4869-B0C1-7C5FB7EEDBCC}">
      <dgm:prSet phldrT="[Text]" phldr="0" custT="1"/>
      <dgm:spPr/>
      <dgm:t>
        <a:bodyPr/>
        <a:lstStyle/>
        <a:p>
          <a:r>
            <a:rPr lang="en-US" sz="1800" b="0" i="0" dirty="0">
              <a:latin typeface="+mn-lt"/>
            </a:rPr>
            <a:t> User testing</a:t>
          </a:r>
        </a:p>
      </dgm:t>
    </dgm:pt>
    <dgm:pt modelId="{8182A92F-45BA-4CD1-8E43-0B0810A50FEB}" type="parTrans" cxnId="{5EDA943F-300F-408A-A52E-3D5140FD5C22}">
      <dgm:prSet/>
      <dgm:spPr/>
      <dgm:t>
        <a:bodyPr/>
        <a:lstStyle/>
        <a:p>
          <a:endParaRPr lang="en-US" sz="2000" b="0" i="0">
            <a:latin typeface="+mn-lt"/>
          </a:endParaRPr>
        </a:p>
      </dgm:t>
    </dgm:pt>
    <dgm:pt modelId="{914BB93C-EA8A-4B5B-8F06-30DA7C7F4B7B}" type="sibTrans" cxnId="{5EDA943F-300F-408A-A52E-3D5140FD5C22}">
      <dgm:prSet/>
      <dgm:spPr/>
      <dgm:t>
        <a:bodyPr/>
        <a:lstStyle/>
        <a:p>
          <a:endParaRPr lang="en-US" sz="2000" b="0" i="0">
            <a:latin typeface="+mn-lt"/>
          </a:endParaRPr>
        </a:p>
      </dgm:t>
    </dgm:pt>
    <dgm:pt modelId="{D2FE027B-4161-41E1-B4D4-02AECB2E3FA0}">
      <dgm:prSet phldrT="[Text]" phldr="0" custT="1"/>
      <dgm:spPr/>
      <dgm:t>
        <a:bodyPr/>
        <a:lstStyle/>
        <a:p>
          <a:pPr>
            <a:defRPr b="1"/>
          </a:pPr>
          <a:r>
            <a:rPr lang="en-US" sz="2000" b="1" i="0" dirty="0">
              <a:latin typeface="+mn-lt"/>
            </a:rPr>
            <a:t>Q2</a:t>
          </a:r>
        </a:p>
      </dgm:t>
    </dgm:pt>
    <dgm:pt modelId="{88680CFE-3CE0-4842-B3D3-716D3B671238}" type="parTrans" cxnId="{4F4F82A2-02F1-492B-96C1-46C070BEFCE3}">
      <dgm:prSet/>
      <dgm:spPr/>
      <dgm:t>
        <a:bodyPr/>
        <a:lstStyle/>
        <a:p>
          <a:endParaRPr lang="en-US" sz="2000" b="0" i="0">
            <a:latin typeface="+mn-lt"/>
          </a:endParaRPr>
        </a:p>
      </dgm:t>
    </dgm:pt>
    <dgm:pt modelId="{4D59E06B-629C-40B5-96D3-423B7A56C945}" type="sibTrans" cxnId="{4F4F82A2-02F1-492B-96C1-46C070BEFCE3}">
      <dgm:prSet/>
      <dgm:spPr/>
      <dgm:t>
        <a:bodyPr/>
        <a:lstStyle/>
        <a:p>
          <a:endParaRPr lang="en-US" sz="2000" b="0" i="0">
            <a:latin typeface="+mn-lt"/>
          </a:endParaRPr>
        </a:p>
      </dgm:t>
    </dgm:pt>
    <dgm:pt modelId="{2BE415B7-7185-4956-8487-237B40BC0EE5}">
      <dgm:prSet phldrT="[Text]" phldr="0" custT="1"/>
      <dgm:spPr/>
      <dgm:t>
        <a:bodyPr/>
        <a:lstStyle/>
        <a:p>
          <a:r>
            <a:rPr lang="en-US" sz="1800" b="0" i="0" dirty="0">
              <a:latin typeface="+mn-lt"/>
            </a:rPr>
            <a:t>Product launch</a:t>
          </a:r>
        </a:p>
      </dgm:t>
    </dgm:pt>
    <dgm:pt modelId="{A38E847E-0D1D-4F40-9A71-4D5999ADE08B}" type="parTrans" cxnId="{CB32A309-9CA9-4554-941D-519A91A9E733}">
      <dgm:prSet/>
      <dgm:spPr/>
      <dgm:t>
        <a:bodyPr/>
        <a:lstStyle/>
        <a:p>
          <a:endParaRPr lang="en-US" sz="2000" b="0" i="0">
            <a:latin typeface="+mn-lt"/>
          </a:endParaRPr>
        </a:p>
      </dgm:t>
    </dgm:pt>
    <dgm:pt modelId="{F0D1C61C-E3F2-49BA-A2D8-C04A81308E5D}" type="sibTrans" cxnId="{CB32A309-9CA9-4554-941D-519A91A9E733}">
      <dgm:prSet/>
      <dgm:spPr/>
      <dgm:t>
        <a:bodyPr/>
        <a:lstStyle/>
        <a:p>
          <a:endParaRPr lang="en-US" sz="2000" b="0" i="0">
            <a:latin typeface="+mn-lt"/>
          </a:endParaRPr>
        </a:p>
      </dgm:t>
    </dgm:pt>
    <dgm:pt modelId="{9FFA803F-EA25-49D8-A073-96E9747E345F}" type="pres">
      <dgm:prSet presAssocID="{A66480AC-C0DE-4E5E-9ECD-9AE37E3FCB79}" presName="root" presStyleCnt="0">
        <dgm:presLayoutVars>
          <dgm:chMax/>
          <dgm:chPref/>
          <dgm:animLvl val="lvl"/>
        </dgm:presLayoutVars>
      </dgm:prSet>
      <dgm:spPr/>
    </dgm:pt>
    <dgm:pt modelId="{EE0E6265-BE99-48D1-8879-DB5A75D6D78E}" type="pres">
      <dgm:prSet presAssocID="{A66480AC-C0DE-4E5E-9ECD-9AE37E3FCB79}" presName="divider" presStyleLbl="fgAccFollowNode1" presStyleIdx="0" presStyleCnt="1"/>
      <dgm:spPr>
        <a:solidFill>
          <a:schemeClr val="lt1">
            <a:alpha val="90000"/>
            <a:tint val="40000"/>
            <a:hueOff val="0"/>
            <a:satOff val="0"/>
            <a:lumOff val="0"/>
            <a:alphaOff val="0"/>
          </a:schemeClr>
        </a:solidFill>
        <a:ln w="12700" cap="flat" cmpd="sng" algn="ctr">
          <a:solidFill>
            <a:schemeClr val="accent6">
              <a:alpha val="90000"/>
              <a:hueOff val="0"/>
              <a:satOff val="0"/>
              <a:lumOff val="0"/>
              <a:alphaOff val="0"/>
            </a:schemeClr>
          </a:solidFill>
          <a:prstDash val="solid"/>
          <a:miter lim="800000"/>
          <a:tailEnd type="triangle" w="lg" len="lg"/>
        </a:ln>
        <a:effectLst/>
      </dgm:spPr>
    </dgm:pt>
    <dgm:pt modelId="{BDA8F949-88B8-486D-9E41-ABA1463A8926}" type="pres">
      <dgm:prSet presAssocID="{A66480AC-C0DE-4E5E-9ECD-9AE37E3FCB79}" presName="nodes" presStyleCnt="0">
        <dgm:presLayoutVars>
          <dgm:chMax/>
          <dgm:chPref/>
          <dgm:animLvl val="lvl"/>
        </dgm:presLayoutVars>
      </dgm:prSet>
      <dgm:spPr/>
    </dgm:pt>
    <dgm:pt modelId="{A41AEE8D-8763-4311-BB07-B499A93D76EA}" type="pres">
      <dgm:prSet presAssocID="{A8C03FBB-4A75-4460-AEA6-DEAEB9C61496}" presName="composite" presStyleCnt="0"/>
      <dgm:spPr/>
    </dgm:pt>
    <dgm:pt modelId="{FE5C7F33-9326-49FB-89A3-8A20163AD994}" type="pres">
      <dgm:prSet presAssocID="{A8C03FBB-4A75-4460-AEA6-DEAEB9C61496}" presName="L1TextContainer" presStyleLbl="revTx" presStyleIdx="0" presStyleCnt="4">
        <dgm:presLayoutVars>
          <dgm:chMax val="1"/>
          <dgm:chPref val="1"/>
          <dgm:bulletEnabled val="1"/>
        </dgm:presLayoutVars>
      </dgm:prSet>
      <dgm:spPr/>
    </dgm:pt>
    <dgm:pt modelId="{C51067AB-548D-47E7-B9DD-C7A4C9600F8C}" type="pres">
      <dgm:prSet presAssocID="{A8C03FBB-4A75-4460-AEA6-DEAEB9C61496}" presName="L2TextContainerWrapper" presStyleCnt="0">
        <dgm:presLayoutVars>
          <dgm:chMax val="0"/>
          <dgm:chPref val="0"/>
          <dgm:bulletEnabled val="1"/>
        </dgm:presLayoutVars>
      </dgm:prSet>
      <dgm:spPr/>
    </dgm:pt>
    <dgm:pt modelId="{BA29120C-7C6B-4F62-9079-4AD528BC0744}" type="pres">
      <dgm:prSet presAssocID="{A8C03FBB-4A75-4460-AEA6-DEAEB9C61496}" presName="L2TextContainer" presStyleLbl="bgAcc1" presStyleIdx="0" presStyleCnt="4"/>
      <dgm:spPr/>
    </dgm:pt>
    <dgm:pt modelId="{617B6CDA-9351-44EF-9011-41758FE93851}" type="pres">
      <dgm:prSet presAssocID="{A8C03FBB-4A75-4460-AEA6-DEAEB9C61496}" presName="FlexibleEmptyPlaceHolder" presStyleCnt="0"/>
      <dgm:spPr/>
    </dgm:pt>
    <dgm:pt modelId="{A95DB80B-444A-4D69-B205-3A801BB8524A}" type="pres">
      <dgm:prSet presAssocID="{A8C03FBB-4A75-4460-AEA6-DEAEB9C61496}" presName="ConnectLine" presStyleLbl="sibTrans1D1" presStyleIdx="0" presStyleCnt="4"/>
      <dgm:spPr>
        <a:noFill/>
        <a:ln w="6350" cap="flat" cmpd="sng" algn="ctr">
          <a:solidFill>
            <a:schemeClr val="accent6">
              <a:hueOff val="0"/>
              <a:satOff val="0"/>
              <a:lumOff val="0"/>
              <a:alphaOff val="0"/>
            </a:schemeClr>
          </a:solidFill>
          <a:prstDash val="dash"/>
          <a:miter lim="800000"/>
        </a:ln>
        <a:effectLst/>
      </dgm:spPr>
    </dgm:pt>
    <dgm:pt modelId="{FA19A0AA-8B0B-4AA8-A80D-08CFFDD3F112}" type="pres">
      <dgm:prSet presAssocID="{A8C03FBB-4A75-4460-AEA6-DEAEB9C61496}" presName="ConnectorPoint" presStyleLbl="alignNode1" presStyleIdx="0" presStyleCnt="4"/>
      <dgm:spPr/>
    </dgm:pt>
    <dgm:pt modelId="{C298CC98-EF08-4D23-94A2-F58DEE6D7DE4}" type="pres">
      <dgm:prSet presAssocID="{A8C03FBB-4A75-4460-AEA6-DEAEB9C61496}" presName="EmptyPlaceHolder" presStyleCnt="0"/>
      <dgm:spPr/>
    </dgm:pt>
    <dgm:pt modelId="{F3D981F8-7433-4E93-99E6-2B447306B973}" type="pres">
      <dgm:prSet presAssocID="{67361508-930A-4A23-8CFC-BB56DA645C3C}" presName="spaceBetweenRectangles" presStyleCnt="0"/>
      <dgm:spPr/>
    </dgm:pt>
    <dgm:pt modelId="{7D29DFA7-018B-45C9-AC1C-5CFC82FEE150}" type="pres">
      <dgm:prSet presAssocID="{91969DED-4CB8-4A14-A50B-3F7B848E46B5}" presName="composite" presStyleCnt="0"/>
      <dgm:spPr/>
    </dgm:pt>
    <dgm:pt modelId="{60D0713D-AF69-4AF8-B071-F65622790886}" type="pres">
      <dgm:prSet presAssocID="{91969DED-4CB8-4A14-A50B-3F7B848E46B5}" presName="L1TextContainer" presStyleLbl="revTx" presStyleIdx="1" presStyleCnt="4">
        <dgm:presLayoutVars>
          <dgm:chMax val="1"/>
          <dgm:chPref val="1"/>
          <dgm:bulletEnabled val="1"/>
        </dgm:presLayoutVars>
      </dgm:prSet>
      <dgm:spPr/>
    </dgm:pt>
    <dgm:pt modelId="{5DAA1547-FEA7-4F69-96D3-0E3A07601B1E}" type="pres">
      <dgm:prSet presAssocID="{91969DED-4CB8-4A14-A50B-3F7B848E46B5}" presName="L2TextContainerWrapper" presStyleCnt="0">
        <dgm:presLayoutVars>
          <dgm:chMax val="0"/>
          <dgm:chPref val="0"/>
          <dgm:bulletEnabled val="1"/>
        </dgm:presLayoutVars>
      </dgm:prSet>
      <dgm:spPr/>
    </dgm:pt>
    <dgm:pt modelId="{DADAA0C9-3E42-4088-8622-30E9F6EA139A}" type="pres">
      <dgm:prSet presAssocID="{91969DED-4CB8-4A14-A50B-3F7B848E46B5}" presName="L2TextContainer" presStyleLbl="bgAcc1" presStyleIdx="1" presStyleCnt="4"/>
      <dgm:spPr/>
    </dgm:pt>
    <dgm:pt modelId="{D2E61EE0-F306-43AF-AFF9-74A14B9CF379}" type="pres">
      <dgm:prSet presAssocID="{91969DED-4CB8-4A14-A50B-3F7B848E46B5}" presName="FlexibleEmptyPlaceHolder" presStyleCnt="0"/>
      <dgm:spPr/>
    </dgm:pt>
    <dgm:pt modelId="{DBD74D6B-057A-432C-9067-BF618C19EB2A}" type="pres">
      <dgm:prSet presAssocID="{91969DED-4CB8-4A14-A50B-3F7B848E46B5}" presName="ConnectLine" presStyleLbl="sibTrans1D1" presStyleIdx="1" presStyleCnt="4"/>
      <dgm:spPr>
        <a:noFill/>
        <a:ln w="6350" cap="flat" cmpd="sng" algn="ctr">
          <a:solidFill>
            <a:schemeClr val="accent6">
              <a:hueOff val="0"/>
              <a:satOff val="0"/>
              <a:lumOff val="0"/>
              <a:alphaOff val="0"/>
            </a:schemeClr>
          </a:solidFill>
          <a:prstDash val="dash"/>
          <a:miter lim="800000"/>
        </a:ln>
        <a:effectLst/>
      </dgm:spPr>
    </dgm:pt>
    <dgm:pt modelId="{0F979253-FD39-4920-BFCA-78C564B167EA}" type="pres">
      <dgm:prSet presAssocID="{91969DED-4CB8-4A14-A50B-3F7B848E46B5}" presName="ConnectorPoint" presStyleLbl="alignNode1" presStyleIdx="1" presStyleCnt="4"/>
      <dgm:spPr/>
    </dgm:pt>
    <dgm:pt modelId="{C9B4B298-E04C-4317-856D-E345FE5EC64B}" type="pres">
      <dgm:prSet presAssocID="{91969DED-4CB8-4A14-A50B-3F7B848E46B5}" presName="EmptyPlaceHolder" presStyleCnt="0"/>
      <dgm:spPr/>
    </dgm:pt>
    <dgm:pt modelId="{9B636147-AF19-40E0-BE7D-3BE8148CC024}" type="pres">
      <dgm:prSet presAssocID="{81CA8AA2-C0C3-4381-BA8B-413EDD578B83}" presName="spaceBetweenRectangles" presStyleCnt="0"/>
      <dgm:spPr/>
    </dgm:pt>
    <dgm:pt modelId="{76CB18D4-86E2-467C-A2CF-3ED9EFE66BEA}" type="pres">
      <dgm:prSet presAssocID="{3CC73758-10C1-47F8-AFA7-1A986D4DDD60}" presName="composite" presStyleCnt="0"/>
      <dgm:spPr/>
    </dgm:pt>
    <dgm:pt modelId="{E712D073-0B15-4887-9DCE-A27BCACBC178}" type="pres">
      <dgm:prSet presAssocID="{3CC73758-10C1-47F8-AFA7-1A986D4DDD60}" presName="L1TextContainer" presStyleLbl="revTx" presStyleIdx="2" presStyleCnt="4">
        <dgm:presLayoutVars>
          <dgm:chMax val="1"/>
          <dgm:chPref val="1"/>
          <dgm:bulletEnabled val="1"/>
        </dgm:presLayoutVars>
      </dgm:prSet>
      <dgm:spPr/>
    </dgm:pt>
    <dgm:pt modelId="{4C57E835-21E8-44E9-8CE3-1E2D478ECB2B}" type="pres">
      <dgm:prSet presAssocID="{3CC73758-10C1-47F8-AFA7-1A986D4DDD60}" presName="L2TextContainerWrapper" presStyleCnt="0">
        <dgm:presLayoutVars>
          <dgm:chMax val="0"/>
          <dgm:chPref val="0"/>
          <dgm:bulletEnabled val="1"/>
        </dgm:presLayoutVars>
      </dgm:prSet>
      <dgm:spPr/>
    </dgm:pt>
    <dgm:pt modelId="{E0D48281-565D-47A3-9B6C-576231178549}" type="pres">
      <dgm:prSet presAssocID="{3CC73758-10C1-47F8-AFA7-1A986D4DDD60}" presName="L2TextContainer" presStyleLbl="bgAcc1" presStyleIdx="2" presStyleCnt="4"/>
      <dgm:spPr/>
    </dgm:pt>
    <dgm:pt modelId="{E0365E95-CAD6-4660-956D-E490447A5CB4}" type="pres">
      <dgm:prSet presAssocID="{3CC73758-10C1-47F8-AFA7-1A986D4DDD60}" presName="FlexibleEmptyPlaceHolder" presStyleCnt="0"/>
      <dgm:spPr/>
    </dgm:pt>
    <dgm:pt modelId="{DCAE8A46-752C-4E82-84CE-E790E1F2918E}" type="pres">
      <dgm:prSet presAssocID="{3CC73758-10C1-47F8-AFA7-1A986D4DDD60}" presName="ConnectLine" presStyleLbl="sibTrans1D1" presStyleIdx="2" presStyleCnt="4"/>
      <dgm:spPr>
        <a:noFill/>
        <a:ln w="6350" cap="flat" cmpd="sng" algn="ctr">
          <a:solidFill>
            <a:schemeClr val="accent6">
              <a:hueOff val="0"/>
              <a:satOff val="0"/>
              <a:lumOff val="0"/>
              <a:alphaOff val="0"/>
            </a:schemeClr>
          </a:solidFill>
          <a:prstDash val="dash"/>
          <a:miter lim="800000"/>
        </a:ln>
        <a:effectLst/>
      </dgm:spPr>
    </dgm:pt>
    <dgm:pt modelId="{B6459BF8-D2C3-4018-9C28-98667DC203F4}" type="pres">
      <dgm:prSet presAssocID="{3CC73758-10C1-47F8-AFA7-1A986D4DDD60}" presName="ConnectorPoint" presStyleLbl="alignNode1" presStyleIdx="2" presStyleCnt="4"/>
      <dgm:spPr/>
    </dgm:pt>
    <dgm:pt modelId="{EAB0CCC2-BFF9-432D-BA8E-7ECAF2D92AF2}" type="pres">
      <dgm:prSet presAssocID="{3CC73758-10C1-47F8-AFA7-1A986D4DDD60}" presName="EmptyPlaceHolder" presStyleCnt="0"/>
      <dgm:spPr/>
    </dgm:pt>
    <dgm:pt modelId="{07073103-04B7-4C74-9AC8-048764100B10}" type="pres">
      <dgm:prSet presAssocID="{D8170BBA-6035-4773-8431-FEDD687647FF}" presName="spaceBetweenRectangles" presStyleCnt="0"/>
      <dgm:spPr/>
    </dgm:pt>
    <dgm:pt modelId="{C68762A5-E9DF-484F-B385-6C7E07325E98}" type="pres">
      <dgm:prSet presAssocID="{D2FE027B-4161-41E1-B4D4-02AECB2E3FA0}" presName="composite" presStyleCnt="0"/>
      <dgm:spPr/>
    </dgm:pt>
    <dgm:pt modelId="{F782935D-BBBD-4420-826A-F71C517659B6}" type="pres">
      <dgm:prSet presAssocID="{D2FE027B-4161-41E1-B4D4-02AECB2E3FA0}" presName="L1TextContainer" presStyleLbl="revTx" presStyleIdx="3" presStyleCnt="4">
        <dgm:presLayoutVars>
          <dgm:chMax val="1"/>
          <dgm:chPref val="1"/>
          <dgm:bulletEnabled val="1"/>
        </dgm:presLayoutVars>
      </dgm:prSet>
      <dgm:spPr/>
    </dgm:pt>
    <dgm:pt modelId="{3C71E446-482E-4CAC-8D42-2D4AC020412B}" type="pres">
      <dgm:prSet presAssocID="{D2FE027B-4161-41E1-B4D4-02AECB2E3FA0}" presName="L2TextContainerWrapper" presStyleCnt="0">
        <dgm:presLayoutVars>
          <dgm:chMax val="0"/>
          <dgm:chPref val="0"/>
          <dgm:bulletEnabled val="1"/>
        </dgm:presLayoutVars>
      </dgm:prSet>
      <dgm:spPr/>
    </dgm:pt>
    <dgm:pt modelId="{6C3A59BD-6D45-4573-B098-8CB5207F194D}" type="pres">
      <dgm:prSet presAssocID="{D2FE027B-4161-41E1-B4D4-02AECB2E3FA0}" presName="L2TextContainer" presStyleLbl="bgAcc1" presStyleIdx="3" presStyleCnt="4"/>
      <dgm:spPr/>
    </dgm:pt>
    <dgm:pt modelId="{8EB042C8-D666-4667-A1E4-E0C87151B72F}" type="pres">
      <dgm:prSet presAssocID="{D2FE027B-4161-41E1-B4D4-02AECB2E3FA0}" presName="FlexibleEmptyPlaceHolder" presStyleCnt="0"/>
      <dgm:spPr/>
    </dgm:pt>
    <dgm:pt modelId="{086FB9B1-82B2-4197-8B33-6E7FF94F8D2E}" type="pres">
      <dgm:prSet presAssocID="{D2FE027B-4161-41E1-B4D4-02AECB2E3FA0}" presName="ConnectLine" presStyleLbl="sibTrans1D1" presStyleIdx="3" presStyleCnt="4"/>
      <dgm:spPr>
        <a:noFill/>
        <a:ln w="6350" cap="flat" cmpd="sng" algn="ctr">
          <a:solidFill>
            <a:schemeClr val="accent6">
              <a:hueOff val="0"/>
              <a:satOff val="0"/>
              <a:lumOff val="0"/>
              <a:alphaOff val="0"/>
            </a:schemeClr>
          </a:solidFill>
          <a:prstDash val="dash"/>
          <a:miter lim="800000"/>
        </a:ln>
        <a:effectLst/>
      </dgm:spPr>
    </dgm:pt>
    <dgm:pt modelId="{3F359E8B-7C7E-4FD9-B106-36CCBFC731D5}" type="pres">
      <dgm:prSet presAssocID="{D2FE027B-4161-41E1-B4D4-02AECB2E3FA0}" presName="ConnectorPoint" presStyleLbl="alignNode1" presStyleIdx="3" presStyleCnt="4"/>
      <dgm:spPr/>
    </dgm:pt>
    <dgm:pt modelId="{34434334-A935-4057-946F-93B826088F38}" type="pres">
      <dgm:prSet presAssocID="{D2FE027B-4161-41E1-B4D4-02AECB2E3FA0}" presName="EmptyPlaceHolder" presStyleCnt="0"/>
      <dgm:spPr/>
    </dgm:pt>
  </dgm:ptLst>
  <dgm:cxnLst>
    <dgm:cxn modelId="{CB32A309-9CA9-4554-941D-519A91A9E733}" srcId="{D2FE027B-4161-41E1-B4D4-02AECB2E3FA0}" destId="{2BE415B7-7185-4956-8487-237B40BC0EE5}" srcOrd="0" destOrd="0" parTransId="{A38E847E-0D1D-4F40-9A71-4D5999ADE08B}" sibTransId="{F0D1C61C-E3F2-49BA-A2D8-C04A81308E5D}"/>
    <dgm:cxn modelId="{64516513-C9B3-4B52-A434-6178ACAB3599}" type="presOf" srcId="{91969DED-4CB8-4A14-A50B-3F7B848E46B5}" destId="{60D0713D-AF69-4AF8-B071-F65622790886}" srcOrd="0" destOrd="0" presId="urn:microsoft.com/office/officeart/2016/7/layout/BasicTimeline"/>
    <dgm:cxn modelId="{3760A536-08D8-4D45-9A8D-A21E58E17F8A}" type="presOf" srcId="{D2FE027B-4161-41E1-B4D4-02AECB2E3FA0}" destId="{F782935D-BBBD-4420-826A-F71C517659B6}" srcOrd="0" destOrd="0" presId="urn:microsoft.com/office/officeart/2016/7/layout/BasicTimeline"/>
    <dgm:cxn modelId="{5EDA943F-300F-408A-A52E-3D5140FD5C22}" srcId="{3CC73758-10C1-47F8-AFA7-1A986D4DDD60}" destId="{FD9CA14A-483C-4869-B0C1-7C5FB7EEDBCC}" srcOrd="0" destOrd="0" parTransId="{8182A92F-45BA-4CD1-8E43-0B0810A50FEB}" sibTransId="{914BB93C-EA8A-4B5B-8F06-30DA7C7F4B7B}"/>
    <dgm:cxn modelId="{4A69F85D-5C15-48FD-893A-B3050E1BADEB}" srcId="{A66480AC-C0DE-4E5E-9ECD-9AE37E3FCB79}" destId="{3CC73758-10C1-47F8-AFA7-1A986D4DDD60}" srcOrd="2" destOrd="0" parTransId="{FF6AE4B6-4A2F-49EE-9316-9AF55E77838B}" sibTransId="{D8170BBA-6035-4773-8431-FEDD687647FF}"/>
    <dgm:cxn modelId="{D3D81948-D963-4D1E-AE16-9705EAF510FC}" srcId="{A66480AC-C0DE-4E5E-9ECD-9AE37E3FCB79}" destId="{A8C03FBB-4A75-4460-AEA6-DEAEB9C61496}" srcOrd="0" destOrd="0" parTransId="{4E972F7F-4B1B-47AA-A25B-1FFC561F1C76}" sibTransId="{67361508-930A-4A23-8CFC-BB56DA645C3C}"/>
    <dgm:cxn modelId="{41643976-DEF5-44B7-B9E7-888F3AEFC45F}" type="presOf" srcId="{3CC73758-10C1-47F8-AFA7-1A986D4DDD60}" destId="{E712D073-0B15-4887-9DCE-A27BCACBC178}" srcOrd="0" destOrd="0" presId="urn:microsoft.com/office/officeart/2016/7/layout/BasicTimeline"/>
    <dgm:cxn modelId="{2D36C892-88AC-490F-8E33-2C73C0E22FF5}" type="presOf" srcId="{2BE415B7-7185-4956-8487-237B40BC0EE5}" destId="{6C3A59BD-6D45-4573-B098-8CB5207F194D}" srcOrd="0" destOrd="0" presId="urn:microsoft.com/office/officeart/2016/7/layout/BasicTimeline"/>
    <dgm:cxn modelId="{E5C7B693-D4EE-4A4E-97D1-4621CA0D3E91}" type="presOf" srcId="{A8C03FBB-4A75-4460-AEA6-DEAEB9C61496}" destId="{FE5C7F33-9326-49FB-89A3-8A20163AD994}" srcOrd="0" destOrd="0" presId="urn:microsoft.com/office/officeart/2016/7/layout/BasicTimeline"/>
    <dgm:cxn modelId="{4F4F82A2-02F1-492B-96C1-46C070BEFCE3}" srcId="{A66480AC-C0DE-4E5E-9ECD-9AE37E3FCB79}" destId="{D2FE027B-4161-41E1-B4D4-02AECB2E3FA0}" srcOrd="3" destOrd="0" parTransId="{88680CFE-3CE0-4842-B3D3-716D3B671238}" sibTransId="{4D59E06B-629C-40B5-96D3-423B7A56C945}"/>
    <dgm:cxn modelId="{4CE397A6-DB48-4AAE-BCFB-3D992789379D}" type="presOf" srcId="{5E71F362-34DF-4EEC-92A3-0EFE450E05E4}" destId="{BA29120C-7C6B-4F62-9079-4AD528BC0744}" srcOrd="0" destOrd="0" presId="urn:microsoft.com/office/officeart/2016/7/layout/BasicTimeline"/>
    <dgm:cxn modelId="{B99CA6C9-28D1-4DDB-B8EC-AED73AD115CA}" srcId="{A8C03FBB-4A75-4460-AEA6-DEAEB9C61496}" destId="{5E71F362-34DF-4EEC-92A3-0EFE450E05E4}" srcOrd="0" destOrd="0" parTransId="{8E5EE4D1-908E-455C-B8B3-281AD42DEC9A}" sibTransId="{B208B24A-E9FD-40A9-B764-FB7C2B7ED8B9}"/>
    <dgm:cxn modelId="{537F2ED0-8BD0-4AD5-B60D-89B660EDA1AC}" srcId="{A66480AC-C0DE-4E5E-9ECD-9AE37E3FCB79}" destId="{91969DED-4CB8-4A14-A50B-3F7B848E46B5}" srcOrd="1" destOrd="0" parTransId="{441CD73D-85E1-42A6-BCF8-362A3247E2F3}" sibTransId="{81CA8AA2-C0C3-4381-BA8B-413EDD578B83}"/>
    <dgm:cxn modelId="{403E30EA-CA23-4A5A-9D22-DF82F93CFF08}" type="presOf" srcId="{A66480AC-C0DE-4E5E-9ECD-9AE37E3FCB79}" destId="{9FFA803F-EA25-49D8-A073-96E9747E345F}" srcOrd="0" destOrd="0" presId="urn:microsoft.com/office/officeart/2016/7/layout/BasicTimeline"/>
    <dgm:cxn modelId="{252B4FF4-6466-43C7-8436-08B55881B5BC}" type="presOf" srcId="{FD9CA14A-483C-4869-B0C1-7C5FB7EEDBCC}" destId="{E0D48281-565D-47A3-9B6C-576231178549}" srcOrd="0" destOrd="0" presId="urn:microsoft.com/office/officeart/2016/7/layout/BasicTimeline"/>
    <dgm:cxn modelId="{9488AFF6-9066-454E-B3C3-57C8BC68F549}" type="presOf" srcId="{8A04F340-E8E1-4146-9905-E7ADCAEAABD7}" destId="{DADAA0C9-3E42-4088-8622-30E9F6EA139A}" srcOrd="0" destOrd="0" presId="urn:microsoft.com/office/officeart/2016/7/layout/BasicTimeline"/>
    <dgm:cxn modelId="{E636BFFB-0404-4D4B-B3F0-C64FDFD9DDEF}" srcId="{91969DED-4CB8-4A14-A50B-3F7B848E46B5}" destId="{8A04F340-E8E1-4146-9905-E7ADCAEAABD7}" srcOrd="0" destOrd="0" parTransId="{4EBD5EC2-45ED-4ED6-8376-97D155A911AE}" sibTransId="{F9CD2A04-6A34-4104-A971-391788B88F55}"/>
    <dgm:cxn modelId="{9C5E351C-4F83-42C9-8766-363923817116}" type="presParOf" srcId="{9FFA803F-EA25-49D8-A073-96E9747E345F}" destId="{EE0E6265-BE99-48D1-8879-DB5A75D6D78E}" srcOrd="0" destOrd="0" presId="urn:microsoft.com/office/officeart/2016/7/layout/BasicTimeline"/>
    <dgm:cxn modelId="{F4A239D2-791C-4FA7-8885-B0E1A7FEAC48}" type="presParOf" srcId="{9FFA803F-EA25-49D8-A073-96E9747E345F}" destId="{BDA8F949-88B8-486D-9E41-ABA1463A8926}" srcOrd="1" destOrd="0" presId="urn:microsoft.com/office/officeart/2016/7/layout/BasicTimeline"/>
    <dgm:cxn modelId="{14D4DBE1-C56F-48BE-A66B-2B0E85E7B755}" type="presParOf" srcId="{BDA8F949-88B8-486D-9E41-ABA1463A8926}" destId="{A41AEE8D-8763-4311-BB07-B499A93D76EA}" srcOrd="0" destOrd="0" presId="urn:microsoft.com/office/officeart/2016/7/layout/BasicTimeline"/>
    <dgm:cxn modelId="{2868F0B4-2D8C-4E60-A800-D7753FFE1445}" type="presParOf" srcId="{A41AEE8D-8763-4311-BB07-B499A93D76EA}" destId="{FE5C7F33-9326-49FB-89A3-8A20163AD994}" srcOrd="0" destOrd="0" presId="urn:microsoft.com/office/officeart/2016/7/layout/BasicTimeline"/>
    <dgm:cxn modelId="{6F72394A-7E16-45AE-B5C9-6D1224450F0E}" type="presParOf" srcId="{A41AEE8D-8763-4311-BB07-B499A93D76EA}" destId="{C51067AB-548D-47E7-B9DD-C7A4C9600F8C}" srcOrd="1" destOrd="0" presId="urn:microsoft.com/office/officeart/2016/7/layout/BasicTimeline"/>
    <dgm:cxn modelId="{2BF023E2-BD82-4543-9797-FF9FAF55B2A5}" type="presParOf" srcId="{C51067AB-548D-47E7-B9DD-C7A4C9600F8C}" destId="{BA29120C-7C6B-4F62-9079-4AD528BC0744}" srcOrd="0" destOrd="0" presId="urn:microsoft.com/office/officeart/2016/7/layout/BasicTimeline"/>
    <dgm:cxn modelId="{2E1DF8FC-1E3D-407B-8B7F-074787FD4D73}" type="presParOf" srcId="{C51067AB-548D-47E7-B9DD-C7A4C9600F8C}" destId="{617B6CDA-9351-44EF-9011-41758FE93851}" srcOrd="1" destOrd="0" presId="urn:microsoft.com/office/officeart/2016/7/layout/BasicTimeline"/>
    <dgm:cxn modelId="{4C3C8707-33EB-4053-85D9-0C1CF04E32CD}" type="presParOf" srcId="{A41AEE8D-8763-4311-BB07-B499A93D76EA}" destId="{A95DB80B-444A-4D69-B205-3A801BB8524A}" srcOrd="2" destOrd="0" presId="urn:microsoft.com/office/officeart/2016/7/layout/BasicTimeline"/>
    <dgm:cxn modelId="{1FE3BD8D-0AF3-46A6-AB51-EDAEC9EB4D89}" type="presParOf" srcId="{A41AEE8D-8763-4311-BB07-B499A93D76EA}" destId="{FA19A0AA-8B0B-4AA8-A80D-08CFFDD3F112}" srcOrd="3" destOrd="0" presId="urn:microsoft.com/office/officeart/2016/7/layout/BasicTimeline"/>
    <dgm:cxn modelId="{B5FDF500-80BD-45C8-BBEB-575AA1DAADE7}" type="presParOf" srcId="{A41AEE8D-8763-4311-BB07-B499A93D76EA}" destId="{C298CC98-EF08-4D23-94A2-F58DEE6D7DE4}" srcOrd="4" destOrd="0" presId="urn:microsoft.com/office/officeart/2016/7/layout/BasicTimeline"/>
    <dgm:cxn modelId="{90EDA9D9-5363-433C-811E-5513B52588D1}" type="presParOf" srcId="{BDA8F949-88B8-486D-9E41-ABA1463A8926}" destId="{F3D981F8-7433-4E93-99E6-2B447306B973}" srcOrd="1" destOrd="0" presId="urn:microsoft.com/office/officeart/2016/7/layout/BasicTimeline"/>
    <dgm:cxn modelId="{7935889E-4736-4C7F-8622-A330C126F16B}" type="presParOf" srcId="{BDA8F949-88B8-486D-9E41-ABA1463A8926}" destId="{7D29DFA7-018B-45C9-AC1C-5CFC82FEE150}" srcOrd="2" destOrd="0" presId="urn:microsoft.com/office/officeart/2016/7/layout/BasicTimeline"/>
    <dgm:cxn modelId="{EB2658D4-3F40-4748-AE39-624B8E620A96}" type="presParOf" srcId="{7D29DFA7-018B-45C9-AC1C-5CFC82FEE150}" destId="{60D0713D-AF69-4AF8-B071-F65622790886}" srcOrd="0" destOrd="0" presId="urn:microsoft.com/office/officeart/2016/7/layout/BasicTimeline"/>
    <dgm:cxn modelId="{51E99B0B-8CC3-4BC2-8250-4C73AF5F12E8}" type="presParOf" srcId="{7D29DFA7-018B-45C9-AC1C-5CFC82FEE150}" destId="{5DAA1547-FEA7-4F69-96D3-0E3A07601B1E}" srcOrd="1" destOrd="0" presId="urn:microsoft.com/office/officeart/2016/7/layout/BasicTimeline"/>
    <dgm:cxn modelId="{9826AAC2-4AE6-4C22-826D-5672547E59BD}" type="presParOf" srcId="{5DAA1547-FEA7-4F69-96D3-0E3A07601B1E}" destId="{DADAA0C9-3E42-4088-8622-30E9F6EA139A}" srcOrd="0" destOrd="0" presId="urn:microsoft.com/office/officeart/2016/7/layout/BasicTimeline"/>
    <dgm:cxn modelId="{EC270DFB-5C5B-40C9-8196-FC46A9C21D19}" type="presParOf" srcId="{5DAA1547-FEA7-4F69-96D3-0E3A07601B1E}" destId="{D2E61EE0-F306-43AF-AFF9-74A14B9CF379}" srcOrd="1" destOrd="0" presId="urn:microsoft.com/office/officeart/2016/7/layout/BasicTimeline"/>
    <dgm:cxn modelId="{CB792D24-F02F-48C4-AC1D-366893851161}" type="presParOf" srcId="{7D29DFA7-018B-45C9-AC1C-5CFC82FEE150}" destId="{DBD74D6B-057A-432C-9067-BF618C19EB2A}" srcOrd="2" destOrd="0" presId="urn:microsoft.com/office/officeart/2016/7/layout/BasicTimeline"/>
    <dgm:cxn modelId="{0B13E8C1-0B1E-425B-8D83-92D34782753B}" type="presParOf" srcId="{7D29DFA7-018B-45C9-AC1C-5CFC82FEE150}" destId="{0F979253-FD39-4920-BFCA-78C564B167EA}" srcOrd="3" destOrd="0" presId="urn:microsoft.com/office/officeart/2016/7/layout/BasicTimeline"/>
    <dgm:cxn modelId="{6B60A5F4-2BAC-4F3F-A227-CB4F69F166D3}" type="presParOf" srcId="{7D29DFA7-018B-45C9-AC1C-5CFC82FEE150}" destId="{C9B4B298-E04C-4317-856D-E345FE5EC64B}" srcOrd="4" destOrd="0" presId="urn:microsoft.com/office/officeart/2016/7/layout/BasicTimeline"/>
    <dgm:cxn modelId="{F632D135-41E2-43A9-9B84-8A9C50BA663F}" type="presParOf" srcId="{BDA8F949-88B8-486D-9E41-ABA1463A8926}" destId="{9B636147-AF19-40E0-BE7D-3BE8148CC024}" srcOrd="3" destOrd="0" presId="urn:microsoft.com/office/officeart/2016/7/layout/BasicTimeline"/>
    <dgm:cxn modelId="{3411521A-E802-4A42-B7EC-D46E6B3B7C96}" type="presParOf" srcId="{BDA8F949-88B8-486D-9E41-ABA1463A8926}" destId="{76CB18D4-86E2-467C-A2CF-3ED9EFE66BEA}" srcOrd="4" destOrd="0" presId="urn:microsoft.com/office/officeart/2016/7/layout/BasicTimeline"/>
    <dgm:cxn modelId="{88CD890C-B8E8-4CDA-B032-3A9A3F32FD79}" type="presParOf" srcId="{76CB18D4-86E2-467C-A2CF-3ED9EFE66BEA}" destId="{E712D073-0B15-4887-9DCE-A27BCACBC178}" srcOrd="0" destOrd="0" presId="urn:microsoft.com/office/officeart/2016/7/layout/BasicTimeline"/>
    <dgm:cxn modelId="{AB1754FF-81F0-4ADB-A662-440DA0FBE430}" type="presParOf" srcId="{76CB18D4-86E2-467C-A2CF-3ED9EFE66BEA}" destId="{4C57E835-21E8-44E9-8CE3-1E2D478ECB2B}" srcOrd="1" destOrd="0" presId="urn:microsoft.com/office/officeart/2016/7/layout/BasicTimeline"/>
    <dgm:cxn modelId="{03EB58B1-E5D1-49BD-8FE7-FF1A8E5CDD51}" type="presParOf" srcId="{4C57E835-21E8-44E9-8CE3-1E2D478ECB2B}" destId="{E0D48281-565D-47A3-9B6C-576231178549}" srcOrd="0" destOrd="0" presId="urn:microsoft.com/office/officeart/2016/7/layout/BasicTimeline"/>
    <dgm:cxn modelId="{C7D8A92C-6CBF-4FA3-931B-5668E18C280C}" type="presParOf" srcId="{4C57E835-21E8-44E9-8CE3-1E2D478ECB2B}" destId="{E0365E95-CAD6-4660-956D-E490447A5CB4}" srcOrd="1" destOrd="0" presId="urn:microsoft.com/office/officeart/2016/7/layout/BasicTimeline"/>
    <dgm:cxn modelId="{57009207-8976-4EFD-876A-EF1C91AB599A}" type="presParOf" srcId="{76CB18D4-86E2-467C-A2CF-3ED9EFE66BEA}" destId="{DCAE8A46-752C-4E82-84CE-E790E1F2918E}" srcOrd="2" destOrd="0" presId="urn:microsoft.com/office/officeart/2016/7/layout/BasicTimeline"/>
    <dgm:cxn modelId="{A5FB4889-2275-4DD2-ADF0-583A5D1AE1ED}" type="presParOf" srcId="{76CB18D4-86E2-467C-A2CF-3ED9EFE66BEA}" destId="{B6459BF8-D2C3-4018-9C28-98667DC203F4}" srcOrd="3" destOrd="0" presId="urn:microsoft.com/office/officeart/2016/7/layout/BasicTimeline"/>
    <dgm:cxn modelId="{8B3418BE-680A-4C04-AD26-F21B02D832B0}" type="presParOf" srcId="{76CB18D4-86E2-467C-A2CF-3ED9EFE66BEA}" destId="{EAB0CCC2-BFF9-432D-BA8E-7ECAF2D92AF2}" srcOrd="4" destOrd="0" presId="urn:microsoft.com/office/officeart/2016/7/layout/BasicTimeline"/>
    <dgm:cxn modelId="{A9042F53-7838-4B89-A14A-DC86E7759451}" type="presParOf" srcId="{BDA8F949-88B8-486D-9E41-ABA1463A8926}" destId="{07073103-04B7-4C74-9AC8-048764100B10}" srcOrd="5" destOrd="0" presId="urn:microsoft.com/office/officeart/2016/7/layout/BasicTimeline"/>
    <dgm:cxn modelId="{5290B18C-985B-476F-80AB-B000D2E28F60}" type="presParOf" srcId="{BDA8F949-88B8-486D-9E41-ABA1463A8926}" destId="{C68762A5-E9DF-484F-B385-6C7E07325E98}" srcOrd="6" destOrd="0" presId="urn:microsoft.com/office/officeart/2016/7/layout/BasicTimeline"/>
    <dgm:cxn modelId="{819C616E-63F8-4599-9A66-512521E8E9F5}" type="presParOf" srcId="{C68762A5-E9DF-484F-B385-6C7E07325E98}" destId="{F782935D-BBBD-4420-826A-F71C517659B6}" srcOrd="0" destOrd="0" presId="urn:microsoft.com/office/officeart/2016/7/layout/BasicTimeline"/>
    <dgm:cxn modelId="{8C54E232-1B89-4DC9-8E05-4736E6F4C528}" type="presParOf" srcId="{C68762A5-E9DF-484F-B385-6C7E07325E98}" destId="{3C71E446-482E-4CAC-8D42-2D4AC020412B}" srcOrd="1" destOrd="0" presId="urn:microsoft.com/office/officeart/2016/7/layout/BasicTimeline"/>
    <dgm:cxn modelId="{BC353777-539A-4864-BB21-346D8C4360C1}" type="presParOf" srcId="{3C71E446-482E-4CAC-8D42-2D4AC020412B}" destId="{6C3A59BD-6D45-4573-B098-8CB5207F194D}" srcOrd="0" destOrd="0" presId="urn:microsoft.com/office/officeart/2016/7/layout/BasicTimeline"/>
    <dgm:cxn modelId="{53E54228-74E4-4F6A-AAD7-71EB44BEEB36}" type="presParOf" srcId="{3C71E446-482E-4CAC-8D42-2D4AC020412B}" destId="{8EB042C8-D666-4667-A1E4-E0C87151B72F}" srcOrd="1" destOrd="0" presId="urn:microsoft.com/office/officeart/2016/7/layout/BasicTimeline"/>
    <dgm:cxn modelId="{CD2E3F26-566B-4E8C-9927-C3B42B77551C}" type="presParOf" srcId="{C68762A5-E9DF-484F-B385-6C7E07325E98}" destId="{086FB9B1-82B2-4197-8B33-6E7FF94F8D2E}" srcOrd="2" destOrd="0" presId="urn:microsoft.com/office/officeart/2016/7/layout/BasicTimeline"/>
    <dgm:cxn modelId="{7571835A-7BAA-40A1-945B-B991B049CBA7}" type="presParOf" srcId="{C68762A5-E9DF-484F-B385-6C7E07325E98}" destId="{3F359E8B-7C7E-4FD9-B106-36CCBFC731D5}" srcOrd="3" destOrd="0" presId="urn:microsoft.com/office/officeart/2016/7/layout/BasicTimeline"/>
    <dgm:cxn modelId="{7083DB71-225A-4FBD-A8B2-9CBA2B2F1649}" type="presParOf" srcId="{C68762A5-E9DF-484F-B385-6C7E07325E98}" destId="{34434334-A935-4057-946F-93B826088F38}" srcOrd="4" destOrd="0" presId="urn:microsoft.com/office/officeart/2016/7/layout/Basic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E0E6265-BE99-48D1-8879-DB5A75D6D78E}">
      <dsp:nvSpPr>
        <dsp:cNvPr id="0" name=""/>
        <dsp:cNvSpPr/>
      </dsp:nvSpPr>
      <dsp:spPr>
        <a:xfrm>
          <a:off x="0" y="1884362"/>
          <a:ext cx="5651500" cy="0"/>
        </a:xfrm>
        <a:prstGeom prst="line">
          <a:avLst/>
        </a:prstGeom>
        <a:solidFill>
          <a:schemeClr val="lt1">
            <a:alpha val="90000"/>
            <a:tint val="40000"/>
            <a:hueOff val="0"/>
            <a:satOff val="0"/>
            <a:lumOff val="0"/>
            <a:alphaOff val="0"/>
          </a:schemeClr>
        </a:solidFill>
        <a:ln w="12700" cap="flat" cmpd="sng" algn="ctr">
          <a:solidFill>
            <a:schemeClr val="accent6">
              <a:alpha val="90000"/>
              <a:hueOff val="0"/>
              <a:satOff val="0"/>
              <a:lumOff val="0"/>
              <a:alphaOff val="0"/>
            </a:schemeClr>
          </a:solidFill>
          <a:prstDash val="solid"/>
          <a:miter lim="800000"/>
          <a:tailEnd type="triangle" w="lg" len="lg"/>
        </a:ln>
        <a:effectLst/>
      </dsp:spPr>
      <dsp:style>
        <a:lnRef idx="2">
          <a:scrgbClr r="0" g="0" b="0"/>
        </a:lnRef>
        <a:fillRef idx="1">
          <a:scrgbClr r="0" g="0" b="0"/>
        </a:fillRef>
        <a:effectRef idx="0">
          <a:scrgbClr r="0" g="0" b="0"/>
        </a:effectRef>
        <a:fontRef idx="minor"/>
      </dsp:style>
    </dsp:sp>
    <dsp:sp modelId="{FE5C7F33-9326-49FB-89A3-8A20163AD994}">
      <dsp:nvSpPr>
        <dsp:cNvPr id="0" name=""/>
        <dsp:cNvSpPr/>
      </dsp:nvSpPr>
      <dsp:spPr>
        <a:xfrm>
          <a:off x="125365" y="2023805"/>
          <a:ext cx="1813999"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Q3</a:t>
          </a:r>
        </a:p>
      </dsp:txBody>
      <dsp:txXfrm>
        <a:off x="125365" y="2023805"/>
        <a:ext cx="1813999" cy="425865"/>
      </dsp:txXfrm>
    </dsp:sp>
    <dsp:sp modelId="{BA29120C-7C6B-4F62-9079-4AD528BC0744}">
      <dsp:nvSpPr>
        <dsp:cNvPr id="0" name=""/>
        <dsp:cNvSpPr/>
      </dsp:nvSpPr>
      <dsp:spPr>
        <a:xfrm>
          <a:off x="1683" y="525737"/>
          <a:ext cx="2061362"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l" defTabSz="800100">
            <a:lnSpc>
              <a:spcPct val="90000"/>
            </a:lnSpc>
            <a:spcBef>
              <a:spcPct val="0"/>
            </a:spcBef>
            <a:spcAft>
              <a:spcPct val="35000"/>
            </a:spcAft>
            <a:buNone/>
          </a:pPr>
          <a:r>
            <a:rPr lang="en-US" sz="1800" b="0" i="0" kern="1200" dirty="0">
              <a:latin typeface="+mn-lt"/>
            </a:rPr>
            <a:t>Market research</a:t>
          </a:r>
        </a:p>
      </dsp:txBody>
      <dsp:txXfrm>
        <a:off x="33051" y="557105"/>
        <a:ext cx="1998626" cy="579831"/>
      </dsp:txXfrm>
    </dsp:sp>
    <dsp:sp modelId="{A95DB80B-444A-4D69-B205-3A801BB8524A}">
      <dsp:nvSpPr>
        <dsp:cNvPr id="0" name=""/>
        <dsp:cNvSpPr/>
      </dsp:nvSpPr>
      <dsp:spPr>
        <a:xfrm>
          <a:off x="1032364" y="1168304"/>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60D0713D-AF69-4AF8-B071-F65622790886}">
      <dsp:nvSpPr>
        <dsp:cNvPr id="0" name=""/>
        <dsp:cNvSpPr/>
      </dsp:nvSpPr>
      <dsp:spPr>
        <a:xfrm>
          <a:off x="1320955" y="1319053"/>
          <a:ext cx="1813999"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Q4</a:t>
          </a:r>
        </a:p>
      </dsp:txBody>
      <dsp:txXfrm>
        <a:off x="1320955" y="1319053"/>
        <a:ext cx="1813999" cy="425865"/>
      </dsp:txXfrm>
    </dsp:sp>
    <dsp:sp modelId="{FA19A0AA-8B0B-4AA8-A80D-08CFFDD3F112}">
      <dsp:nvSpPr>
        <dsp:cNvPr id="0" name=""/>
        <dsp:cNvSpPr/>
      </dsp:nvSpPr>
      <dsp:spPr>
        <a:xfrm>
          <a:off x="1004099"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ADAA0C9-3E42-4088-8622-30E9F6EA139A}">
      <dsp:nvSpPr>
        <dsp:cNvPr id="0" name=""/>
        <dsp:cNvSpPr/>
      </dsp:nvSpPr>
      <dsp:spPr>
        <a:xfrm>
          <a:off x="1197273" y="2600420"/>
          <a:ext cx="2061362" cy="923690"/>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l" defTabSz="800100">
            <a:lnSpc>
              <a:spcPct val="90000"/>
            </a:lnSpc>
            <a:spcBef>
              <a:spcPct val="0"/>
            </a:spcBef>
            <a:spcAft>
              <a:spcPct val="35000"/>
            </a:spcAft>
            <a:buNone/>
          </a:pPr>
          <a:r>
            <a:rPr lang="en-US" sz="1800" b="0" i="0" kern="1200" dirty="0">
              <a:latin typeface="+mn-lt"/>
            </a:rPr>
            <a:t>Product development</a:t>
          </a:r>
        </a:p>
      </dsp:txBody>
      <dsp:txXfrm>
        <a:off x="1242364" y="2645511"/>
        <a:ext cx="1971180" cy="833508"/>
      </dsp:txXfrm>
    </dsp:sp>
    <dsp:sp modelId="{DBD74D6B-057A-432C-9067-BF618C19EB2A}">
      <dsp:nvSpPr>
        <dsp:cNvPr id="0" name=""/>
        <dsp:cNvSpPr/>
      </dsp:nvSpPr>
      <dsp:spPr>
        <a:xfrm>
          <a:off x="2227954" y="1884362"/>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E712D073-0B15-4887-9DCE-A27BCACBC178}">
      <dsp:nvSpPr>
        <dsp:cNvPr id="0" name=""/>
        <dsp:cNvSpPr/>
      </dsp:nvSpPr>
      <dsp:spPr>
        <a:xfrm>
          <a:off x="2516545" y="2023805"/>
          <a:ext cx="1813999"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Q1</a:t>
          </a:r>
        </a:p>
      </dsp:txBody>
      <dsp:txXfrm>
        <a:off x="2516545" y="2023805"/>
        <a:ext cx="1813999" cy="425865"/>
      </dsp:txXfrm>
    </dsp:sp>
    <dsp:sp modelId="{0F979253-FD39-4920-BFCA-78C564B167EA}">
      <dsp:nvSpPr>
        <dsp:cNvPr id="0" name=""/>
        <dsp:cNvSpPr/>
      </dsp:nvSpPr>
      <dsp:spPr>
        <a:xfrm>
          <a:off x="2199689"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48281-565D-47A3-9B6C-576231178549}">
      <dsp:nvSpPr>
        <dsp:cNvPr id="0" name=""/>
        <dsp:cNvSpPr/>
      </dsp:nvSpPr>
      <dsp:spPr>
        <a:xfrm>
          <a:off x="2392863" y="525737"/>
          <a:ext cx="2061362"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l" defTabSz="800100">
            <a:lnSpc>
              <a:spcPct val="90000"/>
            </a:lnSpc>
            <a:spcBef>
              <a:spcPct val="0"/>
            </a:spcBef>
            <a:spcAft>
              <a:spcPct val="35000"/>
            </a:spcAft>
            <a:buNone/>
          </a:pPr>
          <a:r>
            <a:rPr lang="en-US" sz="1800" b="0" i="0" kern="1200" dirty="0">
              <a:latin typeface="+mn-lt"/>
            </a:rPr>
            <a:t> User testing</a:t>
          </a:r>
        </a:p>
      </dsp:txBody>
      <dsp:txXfrm>
        <a:off x="2424231" y="557105"/>
        <a:ext cx="1998626" cy="579831"/>
      </dsp:txXfrm>
    </dsp:sp>
    <dsp:sp modelId="{DCAE8A46-752C-4E82-84CE-E790E1F2918E}">
      <dsp:nvSpPr>
        <dsp:cNvPr id="0" name=""/>
        <dsp:cNvSpPr/>
      </dsp:nvSpPr>
      <dsp:spPr>
        <a:xfrm>
          <a:off x="3423545" y="1168304"/>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F782935D-BBBD-4420-826A-F71C517659B6}">
      <dsp:nvSpPr>
        <dsp:cNvPr id="0" name=""/>
        <dsp:cNvSpPr/>
      </dsp:nvSpPr>
      <dsp:spPr>
        <a:xfrm>
          <a:off x="3712135" y="1319053"/>
          <a:ext cx="1813999" cy="4258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889000">
            <a:lnSpc>
              <a:spcPct val="90000"/>
            </a:lnSpc>
            <a:spcBef>
              <a:spcPct val="0"/>
            </a:spcBef>
            <a:spcAft>
              <a:spcPct val="35000"/>
            </a:spcAft>
            <a:buNone/>
            <a:defRPr b="1"/>
          </a:pPr>
          <a:r>
            <a:rPr lang="en-US" sz="2000" b="1" i="0" kern="1200" dirty="0">
              <a:latin typeface="+mn-lt"/>
            </a:rPr>
            <a:t>Q2</a:t>
          </a:r>
        </a:p>
      </dsp:txBody>
      <dsp:txXfrm>
        <a:off x="3712135" y="1319053"/>
        <a:ext cx="1813999" cy="425865"/>
      </dsp:txXfrm>
    </dsp:sp>
    <dsp:sp modelId="{B6459BF8-D2C3-4018-9C28-98667DC203F4}">
      <dsp:nvSpPr>
        <dsp:cNvPr id="0" name=""/>
        <dsp:cNvSpPr/>
      </dsp:nvSpPr>
      <dsp:spPr>
        <a:xfrm>
          <a:off x="3395279"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3A59BD-6D45-4573-B098-8CB5207F194D}">
      <dsp:nvSpPr>
        <dsp:cNvPr id="0" name=""/>
        <dsp:cNvSpPr/>
      </dsp:nvSpPr>
      <dsp:spPr>
        <a:xfrm>
          <a:off x="3588454" y="2600420"/>
          <a:ext cx="2061362" cy="642567"/>
        </a:xfrm>
        <a:prstGeom prst="roundRect">
          <a:avLst/>
        </a:prstGeom>
        <a:solidFill>
          <a:schemeClr val="accent6">
            <a:alpha val="90000"/>
            <a:tint val="40000"/>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0020" tIns="160020" rIns="160020" bIns="160020" numCol="1" spcCol="1270" anchor="ctr" anchorCtr="0">
          <a:noAutofit/>
        </a:bodyPr>
        <a:lstStyle/>
        <a:p>
          <a:pPr marL="0" lvl="0" indent="0" algn="l" defTabSz="800100">
            <a:lnSpc>
              <a:spcPct val="90000"/>
            </a:lnSpc>
            <a:spcBef>
              <a:spcPct val="0"/>
            </a:spcBef>
            <a:spcAft>
              <a:spcPct val="35000"/>
            </a:spcAft>
            <a:buNone/>
          </a:pPr>
          <a:r>
            <a:rPr lang="en-US" sz="1800" b="0" i="0" kern="1200" dirty="0">
              <a:latin typeface="+mn-lt"/>
            </a:rPr>
            <a:t>Product launch</a:t>
          </a:r>
        </a:p>
      </dsp:txBody>
      <dsp:txXfrm>
        <a:off x="3619822" y="2631788"/>
        <a:ext cx="1998626" cy="579831"/>
      </dsp:txXfrm>
    </dsp:sp>
    <dsp:sp modelId="{086FB9B1-82B2-4197-8B33-6E7FF94F8D2E}">
      <dsp:nvSpPr>
        <dsp:cNvPr id="0" name=""/>
        <dsp:cNvSpPr/>
      </dsp:nvSpPr>
      <dsp:spPr>
        <a:xfrm>
          <a:off x="4619135" y="1884362"/>
          <a:ext cx="0" cy="716057"/>
        </a:xfrm>
        <a:prstGeom prst="line">
          <a:avLst/>
        </a:prstGeom>
        <a:noFill/>
        <a:ln w="6350" cap="flat" cmpd="sng" algn="ctr">
          <a:solidFill>
            <a:schemeClr val="accent6">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3F359E8B-7C7E-4FD9-B106-36CCBFC731D5}">
      <dsp:nvSpPr>
        <dsp:cNvPr id="0" name=""/>
        <dsp:cNvSpPr/>
      </dsp:nvSpPr>
      <dsp:spPr>
        <a:xfrm>
          <a:off x="4590869" y="1856097"/>
          <a:ext cx="56530" cy="56530"/>
        </a:xfrm>
        <a:prstGeom prst="ellipse">
          <a:avLst/>
        </a:prstGeom>
        <a:solidFill>
          <a:schemeClr val="lt1">
            <a:hueOff val="0"/>
            <a:satOff val="0"/>
            <a:lumOff val="0"/>
            <a:alphaOff val="0"/>
          </a:schemeClr>
        </a:solidFill>
        <a:ln w="12700" cap="flat" cmpd="sng" algn="ctr">
          <a:solidFill>
            <a:schemeClr val="accent6">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BasicTimeline">
  <dgm:title val="Basic Timeline"/>
  <dgm:desc val="Use to show a list of events in chronological order. The rounded rectangular shape contains the description while the date is shown below on the time line. It's the perfect SmartArt for displaying large amount of text with a medium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FollowNode1">
      <dgm:alg type="sp"/>
      <dgm:choose name="ArrowShape">
        <dgm:if name="ArrowShapeLTR" func="var" arg="dir" op="equ" val="norm">
          <dgm:shape xmlns:r="http://schemas.openxmlformats.org/officeDocument/2006/relationships" type="line" r:blip="" zOrderOff="-1">
            <dgm:adjLst/>
            <dgm:extLst>
              <a:ext uri="{B698B0E9-8C71-41B9-8309-B3DCBF30829C}">
                <dgm1612:spPr xmlns:dgm1612="http://schemas.microsoft.com/office/drawing/2016/12/diagram">
                  <a:ln>
                    <a:tailEnd type="triangle" w="lg" len="lg"/>
                  </a:ln>
                </dgm1612:spPr>
              </a:ext>
            </dgm:extLst>
          </dgm:shape>
        </dgm:if>
        <dgm:else name="ArrowShapeRTL">
          <dgm:shape xmlns:r="http://schemas.openxmlformats.org/officeDocument/2006/relationships" type="line" r:blip="" zOrderOff="-1">
            <dgm:adjLst/>
            <dgm:extLst>
              <a:ext uri="{B698B0E9-8C71-41B9-8309-B3DCBF30829C}">
                <dgm1612:spPr xmlns:dgm1612="http://schemas.microsoft.com/office/drawing/2016/12/diagram">
                  <a:ln>
                    <a:headEnd type="triangle" w="lg" len="lg"/>
                  </a:ln>
                </dgm1612:spPr>
              </a:ext>
            </dgm:extLst>
          </dgm:shape>
        </dgm:else>
      </dgm:choos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presOf/>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16"/>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42"/>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t" for="ch" forName="L1TextContainer" refType="h" fact="0.537"/>
                <dgm:constr type="h" for="ch" forName="L1TextContainer" refType="h" fact="0.113"/>
                <dgm:constr type="w" for="ch" forName="L2TextContainerWrapper" refType="w"/>
                <dgm:constr type="h" for="ch" forName="L2TextContainerWrapper" refType="h" fact="0.31"/>
                <dgm:constr type="b" for="ch" forName="L2TextContainerWrapper" refType="h" fact="0.31"/>
                <dgm:constr type="w" for="ch" forName="ConnectLine"/>
                <dgm:constr type="l" for="ch" forName="ConnectLine" refType="w" fact="0.5"/>
                <dgm:constr type="h" for="ch" forName="ConnectLine" refType="h" fact="0.19"/>
                <dgm:constr type="t" for="ch" forName="ConnectLine" refType="h" fact="0.31"/>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8"/>
                <dgm:constr type="l" for="ch" forName="L1TextContainer" refType="w" fact="0.06"/>
                <dgm:constr type="t" for="ch" forName="L1TextContainer" refType="h" fact="0.35"/>
                <dgm:constr type="h" for="ch" forName="L1TextContainer" refType="h" fact="0.113"/>
                <dgm:constr type="w" for="ch" forName="L2TextContainerWrapper" refType="w"/>
                <dgm:constr type="h" for="ch" forName="L2TextContainerWrapper" refType="h" fact="0.31"/>
                <dgm:constr type="t" for="ch" forName="L2TextContainerWrapper" refType="h" fact="0.69"/>
                <dgm:constr type="w" for="ch" forName="ConnectLine"/>
                <dgm:constr type="l" for="ch" forName="ConnectLine" refType="w" fact="0.5"/>
                <dgm:constr type="h" for="ch" forName="ConnectLine" refType="h" fact="0.19"/>
                <dgm:constr type="t" for="ch" forName="ConnectLine" refType="h" fact="0.5"/>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55"/>
                  <dgm:constr type="b" for="ch" forName="L2TextContainer" refType="h"/>
                  <dgm:constr type="h" for="ch" forName="FlexibleEmptyPlaceHolder" refType="h" fact="0.45"/>
                </dgm:constrLst>
              </dgm:if>
              <dgm:else name="CaseForPlacingL2TextContaineBelowDivider">
                <dgm:constrLst>
                  <dgm:constr type="h" for="ch" forName="L2TextContainer" refType="h" fact="0.55"/>
                  <dgm:constr type="h" for="ch" forName="FlexibleEmptyPlaceHolder" refType="h" fact="0.45"/>
                  <dgm:constr type="b" for="ch" forName="FlexibleEmptyPlaceHolder" refType="h"/>
                </dgm:constrLst>
              </dgm:else>
            </dgm:choose>
            <dgm:layoutNode name="L2TextContainer" styleLbl="bgAcc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oundRect" r:blip="">
                <dgm:adjLst/>
              </dgm:shape>
              <dgm:presOf axis="des" ptType="node"/>
              <dgm:constrLst>
                <dgm:constr type="primFontSz" val="17"/>
                <dgm:constr type="lMarg" refType="primFontSz" fact="0.7"/>
                <dgm:constr type="rMarg" refType="primFontSz" fact="0.7"/>
                <dgm:constr type="tMarg" refType="primFontSz" fact="0.7"/>
                <dgm:constr type="bMarg" refType="primFontSz" fact="0.7"/>
              </dgm:constrLst>
              <dgm:ruleLst>
                <dgm:rule type="primFontSz" val="12" fact="NaN" max="NaN"/>
                <dgm:rule type="secFontSz" val="10" fact="NaN" max="NaN"/>
                <dgm:rule type="h" val="INF"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orPoint" styleLbl="alignNode1" moveWith="L2TextContainer">
            <dgm:alg type="sp"/>
            <dgm:shape xmlns:r="http://schemas.openxmlformats.org/officeDocument/2006/relationships" type="ellipse" r:blip="" zOrderOff="1">
              <dgm:adj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5/29/2026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9EDBDA2-4480-4D82-8886-1B64A7ECBBAC}" type="datetimeFigureOut">
              <a:rPr lang="en-US" noProof="0" smtClean="0"/>
              <a:t>5/29/2026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DDBACE-0F8F-43FD-98F0-DEE13552DADA}" type="slidenum">
              <a:rPr lang="en-US" noProof="0" smtClean="0"/>
              <a:t>‹#›</a:t>
            </a:fld>
            <a:endParaRPr lang="en-US" noProof="0" dirty="0"/>
          </a:p>
        </p:txBody>
      </p:sp>
    </p:spTree>
    <p:extLst>
      <p:ext uri="{BB962C8B-B14F-4D97-AF65-F5344CB8AC3E}">
        <p14:creationId xmlns:p14="http://schemas.microsoft.com/office/powerpoint/2010/main" val="14557223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for the session: strong financial year, but delivery quality is the story that needs the leadership team's attention. The data is clear — this is not a minor fluctuation.</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Margin by year: FY2023 35.7%, FY2024 35.6%, FY2025 35.8%. The tight band signals efficient cost scaling — no evidence of unsustainable discounting or cost overruns at the firm level.</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Quarterly margin detail: Q1 37.3%, Q2 35.3%, Q3 35.6%, Q4 35.4%. Q1 margin reflects a favorable mix in higher-margin practices; nothing structural — margins normalized in subsequent quarters.</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YoY growth rates: T&amp;D +13.1%, S&amp;G +12.0%, OpEx +13.5%, F&amp;R +13.3%, HR +13.0%. The tight band rules out practice-specific factors as the primary driver — this is a firm-wide story.</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tension: Operations Excellence was 100% on-time but second-lowest in satisfaction (3.92). Strategy &amp; Growth and HR &amp; People posted the highest satisfaction scores despite below-average on-time rates — pointing to a practice culture that manages client expectations effectively when timelines slip. Six of 31 completed projects scored below 3.5 on satisfaction; these are disproportionate drivers of NPS risk and merit individual account reviews.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Angela Torres (Senior Manager) led the Cardinal Health engagement across three hospital networks — consider recognizing her and the team in this session. The Apex reference call and the Cardinal referrals are the highest-value downstream outcomes from any FY2025 engagements.</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Combined revenue leakage: Empire Retail $180K shortfall (invoiced $320K of $500K); Triumph Automotive was a Q3 cash flow timing gap, not lost revenue — the scope amendment was eventually processed. Total estimated leakage ~$180K against $43.7M firm revenue — immaterial at the top line, but a meaningful leading indicator of delivery risk that will compound as the firm scales.</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churn breakdown: 2 pricing losses, 2 competitive losses, 2 budget-driven, 1 relationship change, 1 natural scope completion. Full retention data: FY2023 75 clients / 70 renewed / 5 churned; FY2024 75 / 64 / 11; FY2025 75 / 67 / 8.</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flat NPS in a year of strong revenue growth means the firm is adding clients without deepening existing relationships. Clients can renew out of switching costs or inertia without becoming promoters — that divergence explains why retention and NPS are moving differently. The 45% detractor share is the number that warrants a dedicated remediation track: at the firm's current scale, that many at-risk clients represents meaningful revenue and referral exposure.</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at-risk projects represent ~10% of the active portfolio by count — individual account reviews recommended at the next QBR. Technology &amp; Digital's capacity constraint is the most urgent forward risk: $6.2M in weighted pipeline cannot convert at full efficiency without additional headcount. Operations Excellence is actively prospecting in the energy sector following end-of-scope on several manufacturing relationships.</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priorities are sequenced intentionally: delivery consistency is the most urgent (internal process fix, no external dependency), detractor conversion is medium-term (requires account ownership and behavioral change), and T&amp;D capacity is a near-term hiring decision the Partners can take in this session.</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Q&amp;A:</a:t>
            </a:r>
          </a:p>
          <a:p/>
          <a:p>
            <a:r>
              <a:t>Q: Revenue grew 13% but on-time delivery fell to 55% — are these connected?</a:t>
            </a:r>
          </a:p>
          <a:p>
            <a:r>
              <a:t>A: Partially. Rapid growth can stretch delivery teams, but the specific root causes identified — inadequate scope gates (Triumph Automotive) and volatile client-side sponsorship (Empire Retail) — are process failures rather than pure capacity failures. The fix is structural, not just hiring.</a:t>
            </a:r>
          </a:p>
          <a:p/>
          <a:p>
            <a:r>
              <a:t>Q: Why is NPS flat despite strong retention and revenue growth?</a:t>
            </a:r>
          </a:p>
          <a:p>
            <a:r>
              <a:t>A: Retention measures whether clients renew; NPS measures how they feel about the relationship. A client can renew out of switching costs or inertia without becoming a promoter. The divergence signals that revenue metrics are healthy but relationship depth is not deepening at the same rate.</a:t>
            </a:r>
          </a:p>
          <a:p/>
          <a:p>
            <a:r>
              <a:t>Q: What is the risk on the six at-risk active projects?</a:t>
            </a:r>
          </a:p>
          <a:p>
            <a:r>
              <a:t>A: The six at-risk projects represent approximately 10% of the active portfolio by count. Individual account reviews are recommended at the next QBR to assess remediation options before any move toward partial delivery or early termination.</a:t>
            </a:r>
          </a:p>
          <a:p/>
          <a:p>
            <a:r>
              <a:t>Q: Is the Technology &amp; Digital capacity constraint impacting FY2025 results, or is it purely a forward risk?</a:t>
            </a:r>
          </a:p>
          <a:p>
            <a:r>
              <a:t>A: The over-capacity situation was flagged as of April 2026 (Q1 2026 observation) and did not depress FY2025 results. It is a forward constraint: the $6.2M weighted sales pipeline cannot convert to revenue at full efficiency without additional headcount.</a:t>
            </a:r>
          </a:p>
          <a:p/>
          <a:p>
            <a:r>
              <a:t>Q: What was the total revenue impact of the Triumph Automotive and Empire Retail issues?</a:t>
            </a:r>
          </a:p>
          <a:p>
            <a:r>
              <a:t>A: Empire Retail invoiced $320K of a $500K contract — a $180K shortfall. Triumph Automotive's scope amendment was eventually processed, so the primary impact was a Q3 cash flow timing gap, not lost revenue. Combined leakage is estimated at ~$180K against $43.7M firm total — immaterial to the top line, but meaningful as a leading indicator of delivery risk.</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6">
            <a:lumMod val="50000"/>
          </a:schemeClr>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610FBCDE-EE59-33A6-32CA-9F6279AA435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12700"/>
            <a:ext cx="12192000" cy="6858000"/>
          </a:xfrm>
          <a:prstGeom prst="rect">
            <a:avLst/>
          </a:prstGeom>
        </p:spPr>
      </p:pic>
      <p:pic>
        <p:nvPicPr>
          <p:cNvPr id="6" name="Graphic 5">
            <a:extLst>
              <a:ext uri="{FF2B5EF4-FFF2-40B4-BE49-F238E27FC236}">
                <a16:creationId xmlns:a16="http://schemas.microsoft.com/office/drawing/2014/main" id="{E45A58EF-738C-B1BA-F49A-84ADB68F8A88}"/>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b="49858"/>
          <a:stretch/>
        </p:blipFill>
        <p:spPr>
          <a:xfrm>
            <a:off x="8401354" y="9452"/>
            <a:ext cx="2286000" cy="1146248"/>
          </a:xfrm>
          <a:prstGeom prst="rect">
            <a:avLst/>
          </a:prstGeom>
        </p:spPr>
      </p:pic>
      <p:pic>
        <p:nvPicPr>
          <p:cNvPr id="7" name="Graphic 6">
            <a:extLst>
              <a:ext uri="{FF2B5EF4-FFF2-40B4-BE49-F238E27FC236}">
                <a16:creationId xmlns:a16="http://schemas.microsoft.com/office/drawing/2014/main" id="{37F78E2C-6843-1373-E993-79393D858434}"/>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49858"/>
          <a:stretch/>
        </p:blipFill>
        <p:spPr>
          <a:xfrm>
            <a:off x="10687351" y="9452"/>
            <a:ext cx="1504649" cy="1146248"/>
          </a:xfrm>
          <a:prstGeom prst="rect">
            <a:avLst/>
          </a:prstGeom>
        </p:spPr>
      </p:pic>
      <p:pic>
        <p:nvPicPr>
          <p:cNvPr id="8" name="Graphic 7">
            <a:extLst>
              <a:ext uri="{FF2B5EF4-FFF2-40B4-BE49-F238E27FC236}">
                <a16:creationId xmlns:a16="http://schemas.microsoft.com/office/drawing/2014/main" id="{9559DD38-C8CC-7B28-F492-ACB263A81476}"/>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9" name="Graphic 8">
            <a:extLst>
              <a:ext uri="{FF2B5EF4-FFF2-40B4-BE49-F238E27FC236}">
                <a16:creationId xmlns:a16="http://schemas.microsoft.com/office/drawing/2014/main" id="{8DEFF3B2-90E8-5D9B-CEA8-00B05000BF0E}"/>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2" name="Title 1">
            <a:extLst>
              <a:ext uri="{FF2B5EF4-FFF2-40B4-BE49-F238E27FC236}">
                <a16:creationId xmlns:a16="http://schemas.microsoft.com/office/drawing/2014/main" id="{9BAE121A-5259-1180-7385-CE2C03431052}"/>
              </a:ext>
            </a:extLst>
          </p:cNvPr>
          <p:cNvSpPr>
            <a:spLocks noGrp="1"/>
          </p:cNvSpPr>
          <p:nvPr>
            <p:ph type="title"/>
          </p:nvPr>
        </p:nvSpPr>
        <p:spPr>
          <a:xfrm>
            <a:off x="841248" y="841248"/>
            <a:ext cx="10479024" cy="557784"/>
          </a:xfrm>
        </p:spPr>
        <p:txBody>
          <a:bodyPr anchor="t"/>
          <a:lstStyle>
            <a:lvl1pPr>
              <a:defRPr sz="2000" b="1" cap="all" spc="300" baseline="0">
                <a:solidFill>
                  <a:schemeClr val="bg1">
                    <a:lumMod val="95000"/>
                  </a:schemeClr>
                </a:solidFill>
              </a:defRPr>
            </a:lvl1pPr>
          </a:lstStyle>
          <a:p>
            <a:r>
              <a:rPr lang="en-US" dirty="0"/>
              <a:t>Click to edit Master title style</a:t>
            </a:r>
          </a:p>
        </p:txBody>
      </p:sp>
      <p:sp>
        <p:nvSpPr>
          <p:cNvPr id="11" name="Text Placeholder 10">
            <a:extLst>
              <a:ext uri="{FF2B5EF4-FFF2-40B4-BE49-F238E27FC236}">
                <a16:creationId xmlns:a16="http://schemas.microsoft.com/office/drawing/2014/main" id="{B810682D-F26A-B1BF-CD97-BB8BD31B2F32}"/>
              </a:ext>
            </a:extLst>
          </p:cNvPr>
          <p:cNvSpPr>
            <a:spLocks noGrp="1"/>
          </p:cNvSpPr>
          <p:nvPr>
            <p:ph type="body" sz="quarter" idx="10"/>
          </p:nvPr>
        </p:nvSpPr>
        <p:spPr>
          <a:xfrm>
            <a:off x="841247" y="1536192"/>
            <a:ext cx="10479215" cy="4480560"/>
          </a:xfrm>
        </p:spPr>
        <p:txBody>
          <a:bodyPr/>
          <a:lstStyle>
            <a:lvl1pPr marL="0" indent="0">
              <a:lnSpc>
                <a:spcPct val="75000"/>
              </a:lnSpc>
              <a:buNone/>
              <a:defRPr sz="8000">
                <a:solidFill>
                  <a:schemeClr val="bg1">
                    <a:lumMod val="95000"/>
                  </a:schemeClr>
                </a:solidFill>
              </a:defRPr>
            </a:lvl1pPr>
          </a:lstStyle>
          <a:p>
            <a:pPr lvl="0"/>
            <a:r>
              <a:rPr lang="en-US" dirty="0"/>
              <a:t>Click to edit Master text styles</a:t>
            </a:r>
          </a:p>
        </p:txBody>
      </p:sp>
    </p:spTree>
    <p:extLst>
      <p:ext uri="{BB962C8B-B14F-4D97-AF65-F5344CB8AC3E}">
        <p14:creationId xmlns:p14="http://schemas.microsoft.com/office/powerpoint/2010/main" val="33588009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01">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A1EF8CAB-74EE-F5E0-2A98-D49729C57395}"/>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50000" t="1" b="49999"/>
          <a:stretch/>
        </p:blipFill>
        <p:spPr>
          <a:xfrm>
            <a:off x="6096000" y="0"/>
            <a:ext cx="6095999" cy="3429000"/>
          </a:xfrm>
          <a:prstGeom prst="rect">
            <a:avLst/>
          </a:prstGeom>
        </p:spPr>
      </p:pic>
      <p:pic>
        <p:nvPicPr>
          <p:cNvPr id="6" name="Graphic 5">
            <a:extLst>
              <a:ext uri="{FF2B5EF4-FFF2-40B4-BE49-F238E27FC236}">
                <a16:creationId xmlns:a16="http://schemas.microsoft.com/office/drawing/2014/main" id="{8783521D-ED5D-D5DB-16FA-CD1B1203DF6C}"/>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283" r="87659"/>
          <a:stretch/>
        </p:blipFill>
        <p:spPr>
          <a:xfrm>
            <a:off x="0" y="5731979"/>
            <a:ext cx="1504645" cy="1146408"/>
          </a:xfrm>
          <a:prstGeom prst="rect">
            <a:avLst/>
          </a:prstGeom>
        </p:spPr>
      </p:pic>
      <p:pic>
        <p:nvPicPr>
          <p:cNvPr id="7" name="Graphic 6">
            <a:extLst>
              <a:ext uri="{FF2B5EF4-FFF2-40B4-BE49-F238E27FC236}">
                <a16:creationId xmlns:a16="http://schemas.microsoft.com/office/drawing/2014/main" id="{9381EED1-F8B1-76DD-2AF9-959C65437FF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9452"/>
            <a:ext cx="2286000" cy="2286000"/>
          </a:xfrm>
          <a:prstGeom prst="rect">
            <a:avLst/>
          </a:prstGeom>
        </p:spPr>
      </p:pic>
      <p:pic>
        <p:nvPicPr>
          <p:cNvPr id="8" name="Graphic 7">
            <a:extLst>
              <a:ext uri="{FF2B5EF4-FFF2-40B4-BE49-F238E27FC236}">
                <a16:creationId xmlns:a16="http://schemas.microsoft.com/office/drawing/2014/main" id="{1D23ADF4-87AF-5693-9986-341478D502BD}"/>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pic>
        <p:nvPicPr>
          <p:cNvPr id="9" name="Graphic 8">
            <a:extLst>
              <a:ext uri="{FF2B5EF4-FFF2-40B4-BE49-F238E27FC236}">
                <a16:creationId xmlns:a16="http://schemas.microsoft.com/office/drawing/2014/main" id="{2E5EE104-2241-C262-895C-BCA769134010}"/>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dirty="0"/>
              <a:t>Click to edit Master title style</a:t>
            </a:r>
          </a:p>
        </p:txBody>
      </p:sp>
      <p:sp>
        <p:nvSpPr>
          <p:cNvPr id="14" name="Content Placeholder 12">
            <a:extLst>
              <a:ext uri="{FF2B5EF4-FFF2-40B4-BE49-F238E27FC236}">
                <a16:creationId xmlns:a16="http://schemas.microsoft.com/office/drawing/2014/main" id="{19B7E7AC-A0E6-BE9A-4728-8FE036CF3538}"/>
              </a:ext>
            </a:extLst>
          </p:cNvPr>
          <p:cNvSpPr>
            <a:spLocks noGrp="1"/>
          </p:cNvSpPr>
          <p:nvPr>
            <p:ph sz="quarter" idx="13"/>
          </p:nvPr>
        </p:nvSpPr>
        <p:spPr>
          <a:xfrm>
            <a:off x="841248" y="1536827"/>
            <a:ext cx="6556375" cy="4479925"/>
          </a:xfrm>
        </p:spPr>
        <p:txBody>
          <a:bodyPr>
            <a:normAutofit/>
          </a:bodyPr>
          <a:lstStyle>
            <a:lvl1pPr>
              <a:lnSpc>
                <a:spcPct val="140000"/>
              </a:lnSpc>
              <a:spcAft>
                <a:spcPts val="0"/>
              </a:spcAft>
              <a:defRPr sz="2800"/>
            </a:lvl1pPr>
            <a:lvl2pPr>
              <a:defRPr sz="2800"/>
            </a:lvl2pPr>
            <a:lvl3pPr>
              <a:defRPr sz="2400"/>
            </a:lvl3pPr>
            <a:lvl4pPr>
              <a:defRPr sz="2400"/>
            </a:lvl4pPr>
            <a:lvl5pPr>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1895640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break with image 01">
    <p:bg>
      <p:bgPr>
        <a:solidFill>
          <a:schemeClr val="accent6">
            <a:lumMod val="50000"/>
          </a:schemeClr>
        </a:solidFill>
        <a:effectLst/>
      </p:bgPr>
    </p:bg>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FF0337A6-0579-B5BC-C526-F7EBDDB8E84A}"/>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50000" t="1" b="49999"/>
          <a:stretch/>
        </p:blipFill>
        <p:spPr>
          <a:xfrm>
            <a:off x="6096000" y="0"/>
            <a:ext cx="6095999" cy="3429000"/>
          </a:xfrm>
          <a:prstGeom prst="rect">
            <a:avLst/>
          </a:prstGeom>
        </p:spPr>
      </p:pic>
      <p:pic>
        <p:nvPicPr>
          <p:cNvPr id="4" name="Graphic 3">
            <a:extLst>
              <a:ext uri="{FF2B5EF4-FFF2-40B4-BE49-F238E27FC236}">
                <a16:creationId xmlns:a16="http://schemas.microsoft.com/office/drawing/2014/main" id="{4166F179-9203-AC2D-A267-E25FA28E9784}"/>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283" r="50000"/>
          <a:stretch/>
        </p:blipFill>
        <p:spPr>
          <a:xfrm>
            <a:off x="0" y="5731979"/>
            <a:ext cx="6096000" cy="1146408"/>
          </a:xfrm>
          <a:prstGeom prst="rect">
            <a:avLst/>
          </a:prstGeom>
        </p:spPr>
      </p:pic>
      <p:pic>
        <p:nvPicPr>
          <p:cNvPr id="10" name="Graphic 9">
            <a:extLst>
              <a:ext uri="{FF2B5EF4-FFF2-40B4-BE49-F238E27FC236}">
                <a16:creationId xmlns:a16="http://schemas.microsoft.com/office/drawing/2014/main" id="{4BFC5468-5E1B-2FE4-DA95-D0CCC383D3E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9452"/>
            <a:ext cx="2286000" cy="2286000"/>
          </a:xfrm>
          <a:prstGeom prst="rect">
            <a:avLst/>
          </a:prstGeom>
        </p:spPr>
      </p:pic>
      <p:pic>
        <p:nvPicPr>
          <p:cNvPr id="12" name="Graphic 11">
            <a:extLst>
              <a:ext uri="{FF2B5EF4-FFF2-40B4-BE49-F238E27FC236}">
                <a16:creationId xmlns:a16="http://schemas.microsoft.com/office/drawing/2014/main" id="{617493C4-12E7-500C-5FD5-68370B57A205}"/>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pic>
        <p:nvPicPr>
          <p:cNvPr id="13" name="Graphic 12">
            <a:extLst>
              <a:ext uri="{FF2B5EF4-FFF2-40B4-BE49-F238E27FC236}">
                <a16:creationId xmlns:a16="http://schemas.microsoft.com/office/drawing/2014/main" id="{149B5038-6091-D5DF-F2DA-3900885F498D}"/>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14" name="Graphic 13">
            <a:extLst>
              <a:ext uri="{FF2B5EF4-FFF2-40B4-BE49-F238E27FC236}">
                <a16:creationId xmlns:a16="http://schemas.microsoft.com/office/drawing/2014/main" id="{9442ADAB-F6BA-A55C-036E-C837F95C8F8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16" name="Picture Placeholder 15">
            <a:extLst>
              <a:ext uri="{FF2B5EF4-FFF2-40B4-BE49-F238E27FC236}">
                <a16:creationId xmlns:a16="http://schemas.microsoft.com/office/drawing/2014/main" id="{7E35C9AB-B94F-CACD-3F8A-C5FE3B695994}"/>
              </a:ext>
            </a:extLst>
          </p:cNvPr>
          <p:cNvSpPr>
            <a:spLocks noGrp="1"/>
          </p:cNvSpPr>
          <p:nvPr>
            <p:ph type="pic" sz="quarter" idx="11"/>
          </p:nvPr>
        </p:nvSpPr>
        <p:spPr>
          <a:xfrm>
            <a:off x="6111240" y="2231136"/>
            <a:ext cx="6080760" cy="4626864"/>
          </a:xfrm>
          <a:solidFill>
            <a:schemeClr val="accent6">
              <a:lumMod val="50000"/>
            </a:schemeClr>
          </a:solidFill>
        </p:spPr>
        <p:txBody>
          <a:bodyPr/>
          <a:lstStyle>
            <a:lvl1pPr marL="0" indent="0" algn="r">
              <a:buNone/>
              <a:defRPr>
                <a:solidFill>
                  <a:schemeClr val="bg1"/>
                </a:solidFill>
              </a:defRPr>
            </a:lvl1pPr>
          </a:lstStyle>
          <a:p>
            <a:endParaRPr lang="en-US" dirty="0"/>
          </a:p>
        </p:txBody>
      </p:sp>
      <p:sp>
        <p:nvSpPr>
          <p:cNvPr id="2" name="Title 1">
            <a:extLst>
              <a:ext uri="{FF2B5EF4-FFF2-40B4-BE49-F238E27FC236}">
                <a16:creationId xmlns:a16="http://schemas.microsoft.com/office/drawing/2014/main" id="{9BAE121A-5259-1180-7385-CE2C03431052}"/>
              </a:ext>
            </a:extLst>
          </p:cNvPr>
          <p:cNvSpPr>
            <a:spLocks noGrp="1"/>
          </p:cNvSpPr>
          <p:nvPr>
            <p:ph type="title"/>
          </p:nvPr>
        </p:nvSpPr>
        <p:spPr>
          <a:xfrm>
            <a:off x="841248" y="841248"/>
            <a:ext cx="6931152" cy="557784"/>
          </a:xfrm>
        </p:spPr>
        <p:txBody>
          <a:bodyPr anchor="t"/>
          <a:lstStyle>
            <a:lvl1pPr>
              <a:defRPr sz="2000" b="1" cap="all" spc="300" baseline="0">
                <a:solidFill>
                  <a:schemeClr val="bg1">
                    <a:lumMod val="95000"/>
                  </a:schemeClr>
                </a:solidFill>
              </a:defRPr>
            </a:lvl1pPr>
          </a:lstStyle>
          <a:p>
            <a:r>
              <a:rPr lang="en-US" dirty="0"/>
              <a:t>Click to edit Master title style</a:t>
            </a:r>
          </a:p>
        </p:txBody>
      </p:sp>
      <p:sp>
        <p:nvSpPr>
          <p:cNvPr id="11" name="Text Placeholder 10">
            <a:extLst>
              <a:ext uri="{FF2B5EF4-FFF2-40B4-BE49-F238E27FC236}">
                <a16:creationId xmlns:a16="http://schemas.microsoft.com/office/drawing/2014/main" id="{B810682D-F26A-B1BF-CD97-BB8BD31B2F32}"/>
              </a:ext>
            </a:extLst>
          </p:cNvPr>
          <p:cNvSpPr>
            <a:spLocks noGrp="1"/>
          </p:cNvSpPr>
          <p:nvPr>
            <p:ph type="body" sz="quarter" idx="10"/>
          </p:nvPr>
        </p:nvSpPr>
        <p:spPr>
          <a:xfrm>
            <a:off x="841247" y="1536192"/>
            <a:ext cx="6931152" cy="4480560"/>
          </a:xfrm>
        </p:spPr>
        <p:txBody>
          <a:bodyPr/>
          <a:lstStyle>
            <a:lvl1pPr marL="0" indent="0">
              <a:lnSpc>
                <a:spcPct val="75000"/>
              </a:lnSpc>
              <a:buNone/>
              <a:defRPr sz="8000">
                <a:solidFill>
                  <a:schemeClr val="bg1">
                    <a:lumMod val="95000"/>
                  </a:schemeClr>
                </a:solidFill>
              </a:defRPr>
            </a:lvl1pPr>
          </a:lstStyle>
          <a:p>
            <a:pPr lvl="0"/>
            <a:r>
              <a:rPr lang="en-US" dirty="0"/>
              <a:t>Click to edit Master text styles</a:t>
            </a:r>
          </a:p>
        </p:txBody>
      </p:sp>
    </p:spTree>
    <p:extLst>
      <p:ext uri="{BB962C8B-B14F-4D97-AF65-F5344CB8AC3E}">
        <p14:creationId xmlns:p14="http://schemas.microsoft.com/office/powerpoint/2010/main" val="7894529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02">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E18B122A-848F-E50E-C503-3930933A5C64}"/>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68908"/>
          <a:stretch/>
        </p:blipFill>
        <p:spPr>
          <a:xfrm>
            <a:off x="8401354" y="0"/>
            <a:ext cx="3790646" cy="6857999"/>
          </a:xfrm>
          <a:prstGeom prst="rect">
            <a:avLst/>
          </a:prstGeom>
        </p:spPr>
      </p:pic>
      <p:pic>
        <p:nvPicPr>
          <p:cNvPr id="12" name="Graphic 11">
            <a:extLst>
              <a:ext uri="{FF2B5EF4-FFF2-40B4-BE49-F238E27FC236}">
                <a16:creationId xmlns:a16="http://schemas.microsoft.com/office/drawing/2014/main" id="{08CD9875-E4AF-D7EA-9F8B-D27F2C3104A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2297076"/>
            <a:ext cx="2286000" cy="2286000"/>
          </a:xfrm>
          <a:prstGeom prst="rect">
            <a:avLst/>
          </a:prstGeom>
        </p:spPr>
      </p:pic>
      <p:pic>
        <p:nvPicPr>
          <p:cNvPr id="13" name="Graphic 12">
            <a:extLst>
              <a:ext uri="{FF2B5EF4-FFF2-40B4-BE49-F238E27FC236}">
                <a16:creationId xmlns:a16="http://schemas.microsoft.com/office/drawing/2014/main" id="{8513E8A3-5E78-5821-6B7B-AF6343ACA739}"/>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2297076"/>
            <a:ext cx="1504649" cy="2286000"/>
          </a:xfrm>
          <a:prstGeom prst="rect">
            <a:avLst/>
          </a:prstGeom>
        </p:spPr>
      </p:pic>
      <p:pic>
        <p:nvPicPr>
          <p:cNvPr id="14" name="Graphic 13">
            <a:extLst>
              <a:ext uri="{FF2B5EF4-FFF2-40B4-BE49-F238E27FC236}">
                <a16:creationId xmlns:a16="http://schemas.microsoft.com/office/drawing/2014/main" id="{E256415C-5388-7D35-1C15-8DA4ACDCA1F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9452"/>
            <a:ext cx="2286000" cy="2286000"/>
          </a:xfrm>
          <a:prstGeom prst="rect">
            <a:avLst/>
          </a:prstGeom>
        </p:spPr>
      </p:pic>
      <p:pic>
        <p:nvPicPr>
          <p:cNvPr id="15" name="Graphic 14">
            <a:extLst>
              <a:ext uri="{FF2B5EF4-FFF2-40B4-BE49-F238E27FC236}">
                <a16:creationId xmlns:a16="http://schemas.microsoft.com/office/drawing/2014/main" id="{8B78E2E7-B83A-F17C-9869-FED59DD512E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dirty="0"/>
              <a:t>Click to edit Master title style</a:t>
            </a:r>
          </a:p>
        </p:txBody>
      </p:sp>
      <p:sp>
        <p:nvSpPr>
          <p:cNvPr id="16" name="Content Placeholder 12">
            <a:extLst>
              <a:ext uri="{FF2B5EF4-FFF2-40B4-BE49-F238E27FC236}">
                <a16:creationId xmlns:a16="http://schemas.microsoft.com/office/drawing/2014/main" id="{854FEE13-908D-1E41-D8D6-51FE4B1E0A0C}"/>
              </a:ext>
            </a:extLst>
          </p:cNvPr>
          <p:cNvSpPr>
            <a:spLocks noGrp="1"/>
          </p:cNvSpPr>
          <p:nvPr>
            <p:ph sz="quarter" idx="13"/>
          </p:nvPr>
        </p:nvSpPr>
        <p:spPr>
          <a:xfrm>
            <a:off x="841248" y="1536827"/>
            <a:ext cx="6556375" cy="4479925"/>
          </a:xfrm>
        </p:spPr>
        <p:txBody>
          <a:bodyPr>
            <a:normAutofit/>
          </a:bodyPr>
          <a:lstStyle>
            <a:lvl1pPr>
              <a:lnSpc>
                <a:spcPct val="90000"/>
              </a:lnSpc>
              <a:spcAft>
                <a:spcPts val="1800"/>
              </a:spcAft>
              <a:buSzPct val="100000"/>
              <a:defRPr sz="2000"/>
            </a:lvl1pPr>
            <a:lvl2pPr>
              <a:buSzPct val="100000"/>
              <a:defRPr sz="2000"/>
            </a:lvl2pPr>
            <a:lvl3pPr>
              <a:buSzPct val="100000"/>
              <a:defRPr sz="1800"/>
            </a:lvl3pPr>
            <a:lvl4pPr>
              <a:buSzPct val="100000"/>
              <a:defRPr sz="1800"/>
            </a:lvl4pPr>
            <a:lvl5pPr>
              <a:buSzPct val="1000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7586166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break with image 02">
    <p:bg>
      <p:bgPr>
        <a:solidFill>
          <a:schemeClr val="accent6">
            <a:lumMod val="50000"/>
          </a:schemeClr>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0321C850-160D-5CD7-B829-ADE752EA7AB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50000"/>
          <a:stretch/>
        </p:blipFill>
        <p:spPr>
          <a:xfrm>
            <a:off x="6096000" y="0"/>
            <a:ext cx="6096000" cy="6857999"/>
          </a:xfrm>
          <a:prstGeom prst="rect">
            <a:avLst/>
          </a:prstGeom>
        </p:spPr>
      </p:pic>
      <p:pic>
        <p:nvPicPr>
          <p:cNvPr id="6" name="Graphic 5">
            <a:extLst>
              <a:ext uri="{FF2B5EF4-FFF2-40B4-BE49-F238E27FC236}">
                <a16:creationId xmlns:a16="http://schemas.microsoft.com/office/drawing/2014/main" id="{33105707-8D59-D00C-596A-380479D0E0D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2297076"/>
            <a:ext cx="2286000" cy="2286000"/>
          </a:xfrm>
          <a:prstGeom prst="rect">
            <a:avLst/>
          </a:prstGeom>
        </p:spPr>
      </p:pic>
      <p:pic>
        <p:nvPicPr>
          <p:cNvPr id="7" name="Graphic 6">
            <a:extLst>
              <a:ext uri="{FF2B5EF4-FFF2-40B4-BE49-F238E27FC236}">
                <a16:creationId xmlns:a16="http://schemas.microsoft.com/office/drawing/2014/main" id="{3DC4FC4F-BE00-1554-FEBD-DE21F3AB35BB}"/>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2297076"/>
            <a:ext cx="1504649" cy="2286000"/>
          </a:xfrm>
          <a:prstGeom prst="rect">
            <a:avLst/>
          </a:prstGeom>
        </p:spPr>
      </p:pic>
      <p:pic>
        <p:nvPicPr>
          <p:cNvPr id="8" name="Graphic 7">
            <a:extLst>
              <a:ext uri="{FF2B5EF4-FFF2-40B4-BE49-F238E27FC236}">
                <a16:creationId xmlns:a16="http://schemas.microsoft.com/office/drawing/2014/main" id="{0A310F08-0B34-7E1C-7605-4F81502355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9452"/>
            <a:ext cx="2286000" cy="2286000"/>
          </a:xfrm>
          <a:prstGeom prst="rect">
            <a:avLst/>
          </a:prstGeom>
        </p:spPr>
      </p:pic>
      <p:pic>
        <p:nvPicPr>
          <p:cNvPr id="9" name="Graphic 8">
            <a:extLst>
              <a:ext uri="{FF2B5EF4-FFF2-40B4-BE49-F238E27FC236}">
                <a16:creationId xmlns:a16="http://schemas.microsoft.com/office/drawing/2014/main" id="{63371AFC-6FAC-3C10-CCC0-ECE8DB9E9972}"/>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sp>
        <p:nvSpPr>
          <p:cNvPr id="2" name="Title 1">
            <a:extLst>
              <a:ext uri="{FF2B5EF4-FFF2-40B4-BE49-F238E27FC236}">
                <a16:creationId xmlns:a16="http://schemas.microsoft.com/office/drawing/2014/main" id="{9BAE121A-5259-1180-7385-CE2C03431052}"/>
              </a:ext>
            </a:extLst>
          </p:cNvPr>
          <p:cNvSpPr>
            <a:spLocks noGrp="1"/>
          </p:cNvSpPr>
          <p:nvPr>
            <p:ph type="title"/>
          </p:nvPr>
        </p:nvSpPr>
        <p:spPr>
          <a:xfrm>
            <a:off x="841248" y="841248"/>
            <a:ext cx="10479024" cy="557784"/>
          </a:xfrm>
        </p:spPr>
        <p:txBody>
          <a:bodyPr anchor="t"/>
          <a:lstStyle>
            <a:lvl1pPr>
              <a:defRPr sz="2000" b="1" cap="all" spc="300" baseline="0">
                <a:solidFill>
                  <a:schemeClr val="bg1">
                    <a:lumMod val="95000"/>
                  </a:schemeClr>
                </a:solidFill>
              </a:defRPr>
            </a:lvl1pPr>
          </a:lstStyle>
          <a:p>
            <a:r>
              <a:rPr lang="en-US" dirty="0"/>
              <a:t>Click to edit Master title style</a:t>
            </a:r>
          </a:p>
        </p:txBody>
      </p:sp>
      <p:sp>
        <p:nvSpPr>
          <p:cNvPr id="11" name="Text Placeholder 10">
            <a:extLst>
              <a:ext uri="{FF2B5EF4-FFF2-40B4-BE49-F238E27FC236}">
                <a16:creationId xmlns:a16="http://schemas.microsoft.com/office/drawing/2014/main" id="{B810682D-F26A-B1BF-CD97-BB8BD31B2F32}"/>
              </a:ext>
            </a:extLst>
          </p:cNvPr>
          <p:cNvSpPr>
            <a:spLocks noGrp="1"/>
          </p:cNvSpPr>
          <p:nvPr>
            <p:ph type="body" sz="quarter" idx="10"/>
          </p:nvPr>
        </p:nvSpPr>
        <p:spPr>
          <a:xfrm>
            <a:off x="841247" y="1536192"/>
            <a:ext cx="10479024" cy="2679192"/>
          </a:xfrm>
        </p:spPr>
        <p:txBody>
          <a:bodyPr/>
          <a:lstStyle>
            <a:lvl1pPr marL="0" indent="0">
              <a:lnSpc>
                <a:spcPct val="75000"/>
              </a:lnSpc>
              <a:buNone/>
              <a:defRPr sz="8000">
                <a:solidFill>
                  <a:schemeClr val="bg1">
                    <a:lumMod val="95000"/>
                  </a:schemeClr>
                </a:solidFill>
              </a:defRPr>
            </a:lvl1pPr>
          </a:lstStyle>
          <a:p>
            <a:pPr lvl="0"/>
            <a:r>
              <a:rPr lang="en-US" dirty="0"/>
              <a:t>Click to edit Master text styles</a:t>
            </a:r>
          </a:p>
        </p:txBody>
      </p:sp>
      <p:sp>
        <p:nvSpPr>
          <p:cNvPr id="16" name="Picture Placeholder 15">
            <a:extLst>
              <a:ext uri="{FF2B5EF4-FFF2-40B4-BE49-F238E27FC236}">
                <a16:creationId xmlns:a16="http://schemas.microsoft.com/office/drawing/2014/main" id="{7E35C9AB-B94F-CACD-3F8A-C5FE3B695994}"/>
              </a:ext>
            </a:extLst>
          </p:cNvPr>
          <p:cNvSpPr>
            <a:spLocks noGrp="1"/>
          </p:cNvSpPr>
          <p:nvPr>
            <p:ph type="pic" sz="quarter" idx="11"/>
          </p:nvPr>
        </p:nvSpPr>
        <p:spPr>
          <a:xfrm>
            <a:off x="0" y="4462272"/>
            <a:ext cx="12188952" cy="2395728"/>
          </a:xfrm>
          <a:solidFill>
            <a:schemeClr val="accent6">
              <a:lumMod val="75000"/>
            </a:schemeClr>
          </a:solidFill>
        </p:spPr>
        <p:txBody>
          <a:bodyPr/>
          <a:lstStyle>
            <a:lvl1pPr marL="0" indent="0" algn="ctr">
              <a:buNone/>
              <a:defRPr>
                <a:solidFill>
                  <a:sysClr val="windowText" lastClr="000000"/>
                </a:solidFill>
              </a:defRPr>
            </a:lvl1pPr>
          </a:lstStyle>
          <a:p>
            <a:endParaRPr lang="en-US" dirty="0"/>
          </a:p>
        </p:txBody>
      </p:sp>
    </p:spTree>
    <p:extLst>
      <p:ext uri="{BB962C8B-B14F-4D97-AF65-F5344CB8AC3E}">
        <p14:creationId xmlns:p14="http://schemas.microsoft.com/office/powerpoint/2010/main" val="20398032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wo content 01">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0F0E0D3-11E9-A85D-821D-49C27B06B06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87659"/>
          <a:stretch/>
        </p:blipFill>
        <p:spPr>
          <a:xfrm>
            <a:off x="10687350" y="12700"/>
            <a:ext cx="1504649" cy="6858000"/>
          </a:xfrm>
          <a:prstGeom prst="rect">
            <a:avLst/>
          </a:prstGeom>
        </p:spPr>
      </p:pic>
      <p:pic>
        <p:nvPicPr>
          <p:cNvPr id="6" name="Graphic 5">
            <a:extLst>
              <a:ext uri="{FF2B5EF4-FFF2-40B4-BE49-F238E27FC236}">
                <a16:creationId xmlns:a16="http://schemas.microsoft.com/office/drawing/2014/main" id="{7433D848-BBB0-8852-CBA7-96FB04BFADE7}"/>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556"/>
          <a:stretch/>
        </p:blipFill>
        <p:spPr>
          <a:xfrm>
            <a:off x="10687351" y="4584700"/>
            <a:ext cx="1504649" cy="1130300"/>
          </a:xfrm>
          <a:prstGeom prst="rect">
            <a:avLst/>
          </a:prstGeom>
        </p:spPr>
      </p:pic>
      <p:pic>
        <p:nvPicPr>
          <p:cNvPr id="7" name="Graphic 6">
            <a:extLst>
              <a:ext uri="{FF2B5EF4-FFF2-40B4-BE49-F238E27FC236}">
                <a16:creationId xmlns:a16="http://schemas.microsoft.com/office/drawing/2014/main" id="{3A0A5B28-1267-FF8C-DD34-4AE0CE17FD97}"/>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2297076"/>
            <a:ext cx="1504649" cy="2286000"/>
          </a:xfrm>
          <a:prstGeom prst="rect">
            <a:avLst/>
          </a:prstGeom>
        </p:spPr>
      </p:pic>
      <p:pic>
        <p:nvPicPr>
          <p:cNvPr id="8" name="Graphic 7">
            <a:extLst>
              <a:ext uri="{FF2B5EF4-FFF2-40B4-BE49-F238E27FC236}">
                <a16:creationId xmlns:a16="http://schemas.microsoft.com/office/drawing/2014/main" id="{72FE7896-D379-408C-54BB-757C71F0DEF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49515" r="34180"/>
          <a:stretch/>
        </p:blipFill>
        <p:spPr>
          <a:xfrm>
            <a:off x="10687351" y="1141376"/>
            <a:ext cx="1504649" cy="1154076"/>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dirty="0"/>
              <a:t>Click to edit Master title style</a:t>
            </a:r>
          </a:p>
        </p:txBody>
      </p:sp>
      <p:sp>
        <p:nvSpPr>
          <p:cNvPr id="16" name="Content Placeholder 12">
            <a:extLst>
              <a:ext uri="{FF2B5EF4-FFF2-40B4-BE49-F238E27FC236}">
                <a16:creationId xmlns:a16="http://schemas.microsoft.com/office/drawing/2014/main" id="{854FEE13-908D-1E41-D8D6-51FE4B1E0A0C}"/>
              </a:ext>
            </a:extLst>
          </p:cNvPr>
          <p:cNvSpPr>
            <a:spLocks noGrp="1"/>
          </p:cNvSpPr>
          <p:nvPr>
            <p:ph sz="quarter" idx="13"/>
          </p:nvPr>
        </p:nvSpPr>
        <p:spPr>
          <a:xfrm>
            <a:off x="841248" y="1536827"/>
            <a:ext cx="2862072" cy="4479925"/>
          </a:xfrm>
        </p:spPr>
        <p:txBody>
          <a:bodyPr>
            <a:normAutofit/>
          </a:bodyPr>
          <a:lstStyle>
            <a:lvl1pPr>
              <a:lnSpc>
                <a:spcPct val="90000"/>
              </a:lnSpc>
              <a:spcAft>
                <a:spcPts val="1800"/>
              </a:spcAft>
              <a:buSzPct val="100000"/>
              <a:defRPr sz="2000"/>
            </a:lvl1pPr>
            <a:lvl2pPr>
              <a:buSzPct val="100000"/>
              <a:defRPr sz="2000"/>
            </a:lvl2pPr>
            <a:lvl3pPr>
              <a:buSzPct val="100000"/>
              <a:defRPr sz="1800"/>
            </a:lvl3pPr>
            <a:lvl4pPr>
              <a:buSzPct val="100000"/>
              <a:defRPr sz="1800"/>
            </a:lvl4pPr>
            <a:lvl5pPr>
              <a:buSzPct val="1000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37E02B10-F9DF-509C-64D5-91DEB6988175}"/>
              </a:ext>
            </a:extLst>
          </p:cNvPr>
          <p:cNvSpPr>
            <a:spLocks noGrp="1"/>
          </p:cNvSpPr>
          <p:nvPr>
            <p:ph type="body" sz="quarter" idx="15"/>
          </p:nvPr>
        </p:nvSpPr>
        <p:spPr>
          <a:xfrm>
            <a:off x="4791455" y="1536826"/>
            <a:ext cx="5650992" cy="557784"/>
          </a:xfrm>
        </p:spPr>
        <p:txBody>
          <a:bodyPr/>
          <a:lstStyle>
            <a:lvl1pPr marL="0" indent="0">
              <a:lnSpc>
                <a:spcPct val="90000"/>
              </a:lnSpc>
              <a:spcBef>
                <a:spcPts val="1000"/>
              </a:spcBef>
              <a:spcAft>
                <a:spcPts val="0"/>
              </a:spcAft>
              <a:buNone/>
              <a:defRPr sz="2000" b="1" baseline="0">
                <a:solidFill>
                  <a:schemeClr val="tx1"/>
                </a:solidFill>
                <a:latin typeface="+mj-lt"/>
              </a:defRPr>
            </a:lvl1pPr>
          </a:lstStyle>
          <a:p>
            <a:pPr lvl="0"/>
            <a:r>
              <a:rPr lang="en-US" dirty="0"/>
              <a:t>Click to edit Master text styles</a:t>
            </a:r>
          </a:p>
        </p:txBody>
      </p:sp>
      <p:sp>
        <p:nvSpPr>
          <p:cNvPr id="9" name="Content Placeholder 12">
            <a:extLst>
              <a:ext uri="{FF2B5EF4-FFF2-40B4-BE49-F238E27FC236}">
                <a16:creationId xmlns:a16="http://schemas.microsoft.com/office/drawing/2014/main" id="{4D580F1D-9A19-7B41-1ACE-62B7B5444253}"/>
              </a:ext>
            </a:extLst>
          </p:cNvPr>
          <p:cNvSpPr>
            <a:spLocks noGrp="1"/>
          </p:cNvSpPr>
          <p:nvPr>
            <p:ph sz="quarter" idx="14"/>
          </p:nvPr>
        </p:nvSpPr>
        <p:spPr>
          <a:xfrm>
            <a:off x="4791456" y="2267712"/>
            <a:ext cx="5650992" cy="3767328"/>
          </a:xfrm>
        </p:spPr>
        <p:txBody>
          <a:bodyPr>
            <a:normAutofit/>
          </a:bodyPr>
          <a:lstStyle>
            <a:lvl1pPr>
              <a:lnSpc>
                <a:spcPct val="90000"/>
              </a:lnSpc>
              <a:spcAft>
                <a:spcPts val="1800"/>
              </a:spcAft>
              <a:buSzPct val="100000"/>
              <a:defRPr sz="2000"/>
            </a:lvl1pPr>
            <a:lvl2pPr>
              <a:buSzPct val="100000"/>
              <a:defRPr sz="2000"/>
            </a:lvl2pPr>
            <a:lvl3pPr>
              <a:buSzPct val="100000"/>
              <a:defRPr sz="1800"/>
            </a:lvl3pPr>
            <a:lvl4pPr>
              <a:buSzPct val="100000"/>
              <a:defRPr sz="1800"/>
            </a:lvl4pPr>
            <a:lvl5pPr>
              <a:buSzPct val="1000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958375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with image">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DCE1CF12-4201-C23B-7B9A-02EB4F8A79C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396"/>
          <a:stretch/>
        </p:blipFill>
        <p:spPr>
          <a:xfrm>
            <a:off x="0" y="5731980"/>
            <a:ext cx="12192000" cy="1138720"/>
          </a:xfrm>
          <a:prstGeom prst="rect">
            <a:avLst/>
          </a:prstGeom>
        </p:spPr>
      </p:pic>
      <p:pic>
        <p:nvPicPr>
          <p:cNvPr id="12" name="Graphic 11">
            <a:extLst>
              <a:ext uri="{FF2B5EF4-FFF2-40B4-BE49-F238E27FC236}">
                <a16:creationId xmlns:a16="http://schemas.microsoft.com/office/drawing/2014/main" id="{513CE0C7-867A-80BB-9E96-3008375B7EE6}"/>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r="68854" b="83396"/>
          <a:stretch/>
        </p:blipFill>
        <p:spPr>
          <a:xfrm>
            <a:off x="0" y="12700"/>
            <a:ext cx="3797300" cy="1138720"/>
          </a:xfrm>
          <a:prstGeom prst="rect">
            <a:avLst/>
          </a:prstGeom>
        </p:spPr>
      </p:pic>
      <p:pic>
        <p:nvPicPr>
          <p:cNvPr id="13" name="Graphic 12">
            <a:extLst>
              <a:ext uri="{FF2B5EF4-FFF2-40B4-BE49-F238E27FC236}">
                <a16:creationId xmlns:a16="http://schemas.microsoft.com/office/drawing/2014/main" id="{736CB758-B1DB-F2E0-00E7-BF5660C5F252}"/>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33598" b="49858"/>
          <a:stretch/>
        </p:blipFill>
        <p:spPr>
          <a:xfrm>
            <a:off x="0" y="9452"/>
            <a:ext cx="1517954" cy="1146248"/>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4764024" y="841248"/>
            <a:ext cx="6556248" cy="557784"/>
          </a:xfrm>
        </p:spPr>
        <p:txBody>
          <a:bodyPr anchor="t"/>
          <a:lstStyle>
            <a:lvl1pPr>
              <a:defRPr sz="2000" cap="all" spc="300" baseline="0"/>
            </a:lvl1pPr>
          </a:lstStyle>
          <a:p>
            <a:r>
              <a:rPr lang="en-US" dirty="0"/>
              <a:t>Click to edit Master title style</a:t>
            </a:r>
          </a:p>
        </p:txBody>
      </p:sp>
      <p:sp>
        <p:nvSpPr>
          <p:cNvPr id="14" name="Picture Placeholder 15">
            <a:extLst>
              <a:ext uri="{FF2B5EF4-FFF2-40B4-BE49-F238E27FC236}">
                <a16:creationId xmlns:a16="http://schemas.microsoft.com/office/drawing/2014/main" id="{A780F1E2-F795-D408-7361-9B32EA12F8E7}"/>
              </a:ext>
            </a:extLst>
          </p:cNvPr>
          <p:cNvSpPr>
            <a:spLocks noGrp="1"/>
          </p:cNvSpPr>
          <p:nvPr>
            <p:ph type="pic" sz="quarter" idx="14"/>
          </p:nvPr>
        </p:nvSpPr>
        <p:spPr>
          <a:xfrm>
            <a:off x="0" y="836676"/>
            <a:ext cx="3785616" cy="5184648"/>
          </a:xfrm>
          <a:solidFill>
            <a:schemeClr val="accent6">
              <a:lumMod val="75000"/>
            </a:schemeClr>
          </a:solidFill>
        </p:spPr>
        <p:txBody>
          <a:bodyPr/>
          <a:lstStyle>
            <a:lvl1pPr marL="0" indent="0" algn="ctr">
              <a:buNone/>
              <a:defRPr>
                <a:solidFill>
                  <a:sysClr val="windowText" lastClr="000000"/>
                </a:solidFill>
              </a:defRPr>
            </a:lvl1pPr>
          </a:lstStyle>
          <a:p>
            <a:endParaRPr lang="en-US" dirty="0"/>
          </a:p>
        </p:txBody>
      </p:sp>
      <p:sp>
        <p:nvSpPr>
          <p:cNvPr id="16" name="Content Placeholder 12">
            <a:extLst>
              <a:ext uri="{FF2B5EF4-FFF2-40B4-BE49-F238E27FC236}">
                <a16:creationId xmlns:a16="http://schemas.microsoft.com/office/drawing/2014/main" id="{854FEE13-908D-1E41-D8D6-51FE4B1E0A0C}"/>
              </a:ext>
            </a:extLst>
          </p:cNvPr>
          <p:cNvSpPr>
            <a:spLocks noGrp="1"/>
          </p:cNvSpPr>
          <p:nvPr>
            <p:ph sz="quarter" idx="13"/>
          </p:nvPr>
        </p:nvSpPr>
        <p:spPr>
          <a:xfrm>
            <a:off x="4764023" y="1536827"/>
            <a:ext cx="6556247" cy="4479925"/>
          </a:xfrm>
        </p:spPr>
        <p:txBody>
          <a:bodyPr>
            <a:normAutofit/>
          </a:bodyPr>
          <a:lstStyle>
            <a:lvl1pPr>
              <a:lnSpc>
                <a:spcPct val="90000"/>
              </a:lnSpc>
              <a:spcAft>
                <a:spcPts val="1800"/>
              </a:spcAft>
              <a:buSzPct val="100000"/>
              <a:defRPr sz="2000"/>
            </a:lvl1pPr>
            <a:lvl2pPr>
              <a:buSzPct val="100000"/>
              <a:defRPr sz="2000"/>
            </a:lvl2pPr>
            <a:lvl3pPr>
              <a:buSzPct val="100000"/>
              <a:defRPr sz="1800"/>
            </a:lvl3pPr>
            <a:lvl4pPr>
              <a:buSzPct val="100000"/>
              <a:defRPr sz="1800"/>
            </a:lvl4pPr>
            <a:lvl5pPr>
              <a:buSzPct val="1000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40880551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02">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0059F316-9319-477C-3BD8-C3B19F248AF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87659"/>
          <a:stretch/>
        </p:blipFill>
        <p:spPr>
          <a:xfrm>
            <a:off x="10687350" y="12700"/>
            <a:ext cx="1504649" cy="6858000"/>
          </a:xfrm>
          <a:prstGeom prst="rect">
            <a:avLst/>
          </a:prstGeom>
        </p:spPr>
      </p:pic>
      <p:pic>
        <p:nvPicPr>
          <p:cNvPr id="12" name="Graphic 11">
            <a:extLst>
              <a:ext uri="{FF2B5EF4-FFF2-40B4-BE49-F238E27FC236}">
                <a16:creationId xmlns:a16="http://schemas.microsoft.com/office/drawing/2014/main" id="{AEF98D51-D262-470D-2214-A8A0EDB73625}"/>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4584700"/>
            <a:ext cx="1504649" cy="2286000"/>
          </a:xfrm>
          <a:prstGeom prst="rect">
            <a:avLst/>
          </a:prstGeom>
        </p:spPr>
      </p:pic>
      <p:pic>
        <p:nvPicPr>
          <p:cNvPr id="13" name="Graphic 12">
            <a:extLst>
              <a:ext uri="{FF2B5EF4-FFF2-40B4-BE49-F238E27FC236}">
                <a16:creationId xmlns:a16="http://schemas.microsoft.com/office/drawing/2014/main" id="{3480B83D-EEC7-5C2D-9338-841D0054570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2297076"/>
            <a:ext cx="1504649" cy="2286000"/>
          </a:xfrm>
          <a:prstGeom prst="rect">
            <a:avLst/>
          </a:prstGeom>
        </p:spPr>
      </p:pic>
      <p:pic>
        <p:nvPicPr>
          <p:cNvPr id="14" name="Graphic 13">
            <a:extLst>
              <a:ext uri="{FF2B5EF4-FFF2-40B4-BE49-F238E27FC236}">
                <a16:creationId xmlns:a16="http://schemas.microsoft.com/office/drawing/2014/main" id="{69BE97B1-E4D2-AA2A-1E85-0D5987351359}"/>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pic>
        <p:nvPicPr>
          <p:cNvPr id="15" name="Graphic 14">
            <a:extLst>
              <a:ext uri="{FF2B5EF4-FFF2-40B4-BE49-F238E27FC236}">
                <a16:creationId xmlns:a16="http://schemas.microsoft.com/office/drawing/2014/main" id="{F227120C-DBC1-2EDA-E58C-E1DAD7E550FD}"/>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283" r="50000"/>
          <a:stretch/>
        </p:blipFill>
        <p:spPr>
          <a:xfrm>
            <a:off x="0" y="5731979"/>
            <a:ext cx="6096000" cy="1146408"/>
          </a:xfrm>
          <a:prstGeom prst="rect">
            <a:avLst/>
          </a:prstGeom>
        </p:spPr>
      </p:pic>
      <p:pic>
        <p:nvPicPr>
          <p:cNvPr id="17" name="Graphic 16">
            <a:extLst>
              <a:ext uri="{FF2B5EF4-FFF2-40B4-BE49-F238E27FC236}">
                <a16:creationId xmlns:a16="http://schemas.microsoft.com/office/drawing/2014/main" id="{3FDA3437-5725-1727-4B8A-FCE595561932}"/>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18" name="Graphic 17">
            <a:extLst>
              <a:ext uri="{FF2B5EF4-FFF2-40B4-BE49-F238E27FC236}">
                <a16:creationId xmlns:a16="http://schemas.microsoft.com/office/drawing/2014/main" id="{35C8D2AF-CEDF-4131-723C-91569E90C29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dirty="0"/>
              <a:t>Click to edit Master title style</a:t>
            </a:r>
          </a:p>
        </p:txBody>
      </p:sp>
      <p:sp>
        <p:nvSpPr>
          <p:cNvPr id="16" name="Content Placeholder 12">
            <a:extLst>
              <a:ext uri="{FF2B5EF4-FFF2-40B4-BE49-F238E27FC236}">
                <a16:creationId xmlns:a16="http://schemas.microsoft.com/office/drawing/2014/main" id="{854FEE13-908D-1E41-D8D6-51FE4B1E0A0C}"/>
              </a:ext>
            </a:extLst>
          </p:cNvPr>
          <p:cNvSpPr>
            <a:spLocks noGrp="1"/>
          </p:cNvSpPr>
          <p:nvPr>
            <p:ph sz="quarter" idx="13"/>
          </p:nvPr>
        </p:nvSpPr>
        <p:spPr>
          <a:xfrm>
            <a:off x="841248" y="1536827"/>
            <a:ext cx="2862072" cy="4479925"/>
          </a:xfrm>
        </p:spPr>
        <p:txBody>
          <a:bodyPr>
            <a:normAutofit/>
          </a:bodyPr>
          <a:lstStyle>
            <a:lvl1pPr marL="0" indent="0">
              <a:lnSpc>
                <a:spcPct val="90000"/>
              </a:lnSpc>
              <a:spcAft>
                <a:spcPts val="1800"/>
              </a:spcAft>
              <a:buSzPct val="100000"/>
              <a:buNone/>
              <a:defRPr sz="2000"/>
            </a:lvl1pPr>
            <a:lvl2pPr>
              <a:buSzPct val="100000"/>
              <a:defRPr sz="2000"/>
            </a:lvl2pPr>
            <a:lvl3pPr>
              <a:buSzPct val="100000"/>
              <a:defRPr sz="1800"/>
            </a:lvl3pPr>
            <a:lvl4pPr>
              <a:buSzPct val="100000"/>
              <a:defRPr sz="1800"/>
            </a:lvl4pPr>
            <a:lvl5pPr>
              <a:buSzPct val="1000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12">
            <a:extLst>
              <a:ext uri="{FF2B5EF4-FFF2-40B4-BE49-F238E27FC236}">
                <a16:creationId xmlns:a16="http://schemas.microsoft.com/office/drawing/2014/main" id="{4D580F1D-9A19-7B41-1ACE-62B7B5444253}"/>
              </a:ext>
            </a:extLst>
          </p:cNvPr>
          <p:cNvSpPr>
            <a:spLocks noGrp="1"/>
          </p:cNvSpPr>
          <p:nvPr>
            <p:ph sz="quarter" idx="14"/>
          </p:nvPr>
        </p:nvSpPr>
        <p:spPr>
          <a:xfrm>
            <a:off x="4791456" y="1536827"/>
            <a:ext cx="5650992" cy="4480560"/>
          </a:xfrm>
        </p:spPr>
        <p:txBody>
          <a:bodyPr>
            <a:normAutofit/>
          </a:bodyPr>
          <a:lstStyle>
            <a:lvl1pPr marL="0" indent="0">
              <a:lnSpc>
                <a:spcPct val="90000"/>
              </a:lnSpc>
              <a:spcBef>
                <a:spcPts val="1000"/>
              </a:spcBef>
              <a:spcAft>
                <a:spcPts val="1800"/>
              </a:spcAft>
              <a:buSzPct val="100000"/>
              <a:buNone/>
              <a:defRPr sz="2000"/>
            </a:lvl1pPr>
            <a:lvl2pPr>
              <a:buSzPct val="100000"/>
              <a:defRPr sz="2000"/>
            </a:lvl2pPr>
            <a:lvl3pPr>
              <a:buSzPct val="100000"/>
              <a:defRPr sz="1800"/>
            </a:lvl3pPr>
            <a:lvl4pPr>
              <a:buSzPct val="100000"/>
              <a:defRPr sz="1800"/>
            </a:lvl4pPr>
            <a:lvl5pPr>
              <a:buSzPct val="1000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5327402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03">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F227120C-DBC1-2EDA-E58C-E1DAD7E550FD}"/>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283" r="50000"/>
          <a:stretch/>
        </p:blipFill>
        <p:spPr>
          <a:xfrm>
            <a:off x="0" y="5731979"/>
            <a:ext cx="6096000" cy="1146408"/>
          </a:xfrm>
          <a:prstGeom prst="rect">
            <a:avLst/>
          </a:prstGeom>
        </p:spPr>
      </p:pic>
      <p:pic>
        <p:nvPicPr>
          <p:cNvPr id="17" name="Graphic 16">
            <a:extLst>
              <a:ext uri="{FF2B5EF4-FFF2-40B4-BE49-F238E27FC236}">
                <a16:creationId xmlns:a16="http://schemas.microsoft.com/office/drawing/2014/main" id="{3FDA3437-5725-1727-4B8A-FCE595561932}"/>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18" name="Graphic 17">
            <a:extLst>
              <a:ext uri="{FF2B5EF4-FFF2-40B4-BE49-F238E27FC236}">
                <a16:creationId xmlns:a16="http://schemas.microsoft.com/office/drawing/2014/main" id="{35C8D2AF-CEDF-4131-723C-91569E90C29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dirty="0"/>
              <a:t>Click to edit Master title style</a:t>
            </a:r>
          </a:p>
        </p:txBody>
      </p:sp>
      <p:sp>
        <p:nvSpPr>
          <p:cNvPr id="16" name="Content Placeholder 12">
            <a:extLst>
              <a:ext uri="{FF2B5EF4-FFF2-40B4-BE49-F238E27FC236}">
                <a16:creationId xmlns:a16="http://schemas.microsoft.com/office/drawing/2014/main" id="{854FEE13-908D-1E41-D8D6-51FE4B1E0A0C}"/>
              </a:ext>
            </a:extLst>
          </p:cNvPr>
          <p:cNvSpPr>
            <a:spLocks noGrp="1"/>
          </p:cNvSpPr>
          <p:nvPr>
            <p:ph sz="quarter" idx="13"/>
          </p:nvPr>
        </p:nvSpPr>
        <p:spPr>
          <a:xfrm>
            <a:off x="841248" y="1536827"/>
            <a:ext cx="2862072" cy="4479925"/>
          </a:xfrm>
        </p:spPr>
        <p:txBody>
          <a:bodyPr>
            <a:normAutofit/>
          </a:bodyPr>
          <a:lstStyle>
            <a:lvl1pPr marL="342900" indent="-342900">
              <a:lnSpc>
                <a:spcPct val="90000"/>
              </a:lnSpc>
              <a:spcAft>
                <a:spcPts val="1800"/>
              </a:spcAft>
              <a:buSzPct val="100000"/>
              <a:buFont typeface="Arial" panose="020B0604020202020204" pitchFamily="34" charset="0"/>
              <a:buChar char="•"/>
              <a:defRPr sz="2000"/>
            </a:lvl1pPr>
            <a:lvl2pPr>
              <a:buSzPct val="100000"/>
              <a:defRPr sz="2000"/>
            </a:lvl2pPr>
            <a:lvl3pPr>
              <a:buSzPct val="100000"/>
              <a:defRPr sz="1800"/>
            </a:lvl3pPr>
            <a:lvl4pPr>
              <a:buSzPct val="100000"/>
              <a:defRPr sz="1800"/>
            </a:lvl4pPr>
            <a:lvl5pPr>
              <a:buSzPct val="1000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12">
            <a:extLst>
              <a:ext uri="{FF2B5EF4-FFF2-40B4-BE49-F238E27FC236}">
                <a16:creationId xmlns:a16="http://schemas.microsoft.com/office/drawing/2014/main" id="{4D580F1D-9A19-7B41-1ACE-62B7B5444253}"/>
              </a:ext>
            </a:extLst>
          </p:cNvPr>
          <p:cNvSpPr>
            <a:spLocks noGrp="1"/>
          </p:cNvSpPr>
          <p:nvPr>
            <p:ph sz="quarter" idx="14"/>
          </p:nvPr>
        </p:nvSpPr>
        <p:spPr>
          <a:xfrm>
            <a:off x="4727448" y="1536827"/>
            <a:ext cx="6592824" cy="4480560"/>
          </a:xfrm>
        </p:spPr>
        <p:txBody>
          <a:bodyPr>
            <a:normAutofit/>
          </a:bodyPr>
          <a:lstStyle>
            <a:lvl1pPr marL="0" indent="0">
              <a:lnSpc>
                <a:spcPct val="90000"/>
              </a:lnSpc>
              <a:spcBef>
                <a:spcPts val="1000"/>
              </a:spcBef>
              <a:spcAft>
                <a:spcPts val="1800"/>
              </a:spcAft>
              <a:buSzPct val="100000"/>
              <a:buNone/>
              <a:defRPr sz="2000"/>
            </a:lvl1pPr>
            <a:lvl2pPr>
              <a:buSzPct val="100000"/>
              <a:defRPr sz="2000"/>
            </a:lvl2pPr>
            <a:lvl3pPr>
              <a:buSzPct val="100000"/>
              <a:defRPr sz="1800"/>
            </a:lvl3pPr>
            <a:lvl4pPr>
              <a:buSzPct val="100000"/>
              <a:defRPr sz="1800"/>
            </a:lvl4pPr>
            <a:lvl5pPr>
              <a:buSzPct val="1000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pic>
        <p:nvPicPr>
          <p:cNvPr id="5" name="Graphic 4">
            <a:extLst>
              <a:ext uri="{FF2B5EF4-FFF2-40B4-BE49-F238E27FC236}">
                <a16:creationId xmlns:a16="http://schemas.microsoft.com/office/drawing/2014/main" id="{3FD831DA-EDBD-A492-3E6D-6ABBF4438FC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87659" b="83148"/>
          <a:stretch/>
        </p:blipFill>
        <p:spPr>
          <a:xfrm>
            <a:off x="10687350" y="12700"/>
            <a:ext cx="1504649" cy="1155700"/>
          </a:xfrm>
          <a:prstGeom prst="rect">
            <a:avLst/>
          </a:prstGeom>
        </p:spPr>
      </p:pic>
      <p:pic>
        <p:nvPicPr>
          <p:cNvPr id="6" name="Graphic 5">
            <a:extLst>
              <a:ext uri="{FF2B5EF4-FFF2-40B4-BE49-F238E27FC236}">
                <a16:creationId xmlns:a16="http://schemas.microsoft.com/office/drawing/2014/main" id="{00071AEB-E268-A464-7197-69FA762C3C5E}"/>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49444"/>
          <a:stretch/>
        </p:blipFill>
        <p:spPr>
          <a:xfrm>
            <a:off x="10687351" y="9452"/>
            <a:ext cx="1504649" cy="1155700"/>
          </a:xfrm>
          <a:prstGeom prst="rect">
            <a:avLst/>
          </a:prstGeom>
        </p:spPr>
      </p:pic>
    </p:spTree>
    <p:extLst>
      <p:ext uri="{BB962C8B-B14F-4D97-AF65-F5344CB8AC3E}">
        <p14:creationId xmlns:p14="http://schemas.microsoft.com/office/powerpoint/2010/main" val="29692875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03">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EC5788EE-4EDA-20FA-8EB9-2F0639E8A2BC}"/>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50000" t="1" b="49999"/>
          <a:stretch/>
        </p:blipFill>
        <p:spPr>
          <a:xfrm>
            <a:off x="6096000" y="0"/>
            <a:ext cx="6095999" cy="3429000"/>
          </a:xfrm>
          <a:prstGeom prst="rect">
            <a:avLst/>
          </a:prstGeom>
        </p:spPr>
      </p:pic>
      <p:pic>
        <p:nvPicPr>
          <p:cNvPr id="8" name="Graphic 7">
            <a:extLst>
              <a:ext uri="{FF2B5EF4-FFF2-40B4-BE49-F238E27FC236}">
                <a16:creationId xmlns:a16="http://schemas.microsoft.com/office/drawing/2014/main" id="{9D053CA0-7A9F-FC49-AD3F-F3280344D766}"/>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283" r="50000"/>
          <a:stretch/>
        </p:blipFill>
        <p:spPr>
          <a:xfrm>
            <a:off x="0" y="5731979"/>
            <a:ext cx="6096000" cy="1146408"/>
          </a:xfrm>
          <a:prstGeom prst="rect">
            <a:avLst/>
          </a:prstGeom>
        </p:spPr>
      </p:pic>
      <p:pic>
        <p:nvPicPr>
          <p:cNvPr id="10" name="Graphic 9">
            <a:extLst>
              <a:ext uri="{FF2B5EF4-FFF2-40B4-BE49-F238E27FC236}">
                <a16:creationId xmlns:a16="http://schemas.microsoft.com/office/drawing/2014/main" id="{767F6939-7B7E-F49F-8219-DC8CDAC85D5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401354" y="9452"/>
            <a:ext cx="2286000" cy="2286000"/>
          </a:xfrm>
          <a:prstGeom prst="rect">
            <a:avLst/>
          </a:prstGeom>
        </p:spPr>
      </p:pic>
      <p:pic>
        <p:nvPicPr>
          <p:cNvPr id="11" name="Graphic 10">
            <a:extLst>
              <a:ext uri="{FF2B5EF4-FFF2-40B4-BE49-F238E27FC236}">
                <a16:creationId xmlns:a16="http://schemas.microsoft.com/office/drawing/2014/main" id="{FACCA700-291A-CD50-0CF3-749300C8D7A4}"/>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pic>
        <p:nvPicPr>
          <p:cNvPr id="12" name="Graphic 11">
            <a:extLst>
              <a:ext uri="{FF2B5EF4-FFF2-40B4-BE49-F238E27FC236}">
                <a16:creationId xmlns:a16="http://schemas.microsoft.com/office/drawing/2014/main" id="{0EFADD4D-8EF2-3DF8-F5F4-9459752D546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13" name="Graphic 12">
            <a:extLst>
              <a:ext uri="{FF2B5EF4-FFF2-40B4-BE49-F238E27FC236}">
                <a16:creationId xmlns:a16="http://schemas.microsoft.com/office/drawing/2014/main" id="{B5B36F67-81DA-36AC-5D17-0172FF5A70C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dirty="0"/>
              <a:t>Click to edit Master title style</a:t>
            </a:r>
          </a:p>
        </p:txBody>
      </p:sp>
      <p:sp>
        <p:nvSpPr>
          <p:cNvPr id="9" name="Content Placeholder 12">
            <a:extLst>
              <a:ext uri="{FF2B5EF4-FFF2-40B4-BE49-F238E27FC236}">
                <a16:creationId xmlns:a16="http://schemas.microsoft.com/office/drawing/2014/main" id="{4D580F1D-9A19-7B41-1ACE-62B7B5444253}"/>
              </a:ext>
            </a:extLst>
          </p:cNvPr>
          <p:cNvSpPr>
            <a:spLocks noGrp="1"/>
          </p:cNvSpPr>
          <p:nvPr>
            <p:ph sz="quarter" idx="14"/>
          </p:nvPr>
        </p:nvSpPr>
        <p:spPr>
          <a:xfrm>
            <a:off x="841248" y="1527048"/>
            <a:ext cx="10479024" cy="4498848"/>
          </a:xfrm>
        </p:spPr>
        <p:txBody>
          <a:bodyPr>
            <a:normAutofit/>
          </a:bodyPr>
          <a:lstStyle>
            <a:lvl1pPr marL="0" indent="0">
              <a:lnSpc>
                <a:spcPct val="90000"/>
              </a:lnSpc>
              <a:spcBef>
                <a:spcPts val="1000"/>
              </a:spcBef>
              <a:spcAft>
                <a:spcPts val="1800"/>
              </a:spcAft>
              <a:buSzPct val="100000"/>
              <a:buNone/>
              <a:defRPr sz="2000"/>
            </a:lvl1pPr>
            <a:lvl2pPr>
              <a:buSzPct val="100000"/>
              <a:defRPr sz="2000"/>
            </a:lvl2pPr>
            <a:lvl3pPr>
              <a:buSzPct val="100000"/>
              <a:defRPr sz="1800"/>
            </a:lvl3pPr>
            <a:lvl4pPr>
              <a:buSzPct val="100000"/>
              <a:defRPr sz="1800"/>
            </a:lvl4pPr>
            <a:lvl5pPr>
              <a:buSzPct val="1000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31634631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break with image 03">
    <p:bg>
      <p:bgPr>
        <a:solidFill>
          <a:schemeClr val="accent6">
            <a:lumMod val="50000"/>
          </a:schemeClr>
        </a:solidFill>
        <a:effectLst/>
      </p:bgPr>
    </p:bg>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7E35C9AB-B94F-CACD-3F8A-C5FE3B695994}"/>
              </a:ext>
            </a:extLst>
          </p:cNvPr>
          <p:cNvSpPr>
            <a:spLocks noGrp="1"/>
          </p:cNvSpPr>
          <p:nvPr>
            <p:ph type="pic" sz="quarter" idx="11"/>
          </p:nvPr>
        </p:nvSpPr>
        <p:spPr>
          <a:xfrm>
            <a:off x="6092952" y="0"/>
            <a:ext cx="6099048" cy="6876288"/>
          </a:xfrm>
          <a:solidFill>
            <a:schemeClr val="accent6">
              <a:lumMod val="75000"/>
            </a:schemeClr>
          </a:solidFill>
        </p:spPr>
        <p:txBody>
          <a:bodyPr/>
          <a:lstStyle>
            <a:lvl1pPr marL="0" indent="0" algn="l">
              <a:buNone/>
              <a:defRPr>
                <a:solidFill>
                  <a:schemeClr val="bg1"/>
                </a:solidFill>
              </a:defRPr>
            </a:lvl1pPr>
          </a:lstStyle>
          <a:p>
            <a:endParaRPr lang="en-US" dirty="0"/>
          </a:p>
        </p:txBody>
      </p:sp>
      <p:sp>
        <p:nvSpPr>
          <p:cNvPr id="124" name="Title 123">
            <a:extLst>
              <a:ext uri="{FF2B5EF4-FFF2-40B4-BE49-F238E27FC236}">
                <a16:creationId xmlns:a16="http://schemas.microsoft.com/office/drawing/2014/main" id="{5EF8E4BF-2FB4-FFDD-E565-805C476240FE}"/>
              </a:ext>
            </a:extLst>
          </p:cNvPr>
          <p:cNvSpPr>
            <a:spLocks noGrp="1"/>
          </p:cNvSpPr>
          <p:nvPr>
            <p:ph type="title"/>
          </p:nvPr>
        </p:nvSpPr>
        <p:spPr>
          <a:xfrm>
            <a:off x="841244" y="832104"/>
            <a:ext cx="6099048" cy="5219236"/>
          </a:xfrm>
        </p:spPr>
        <p:txBody>
          <a:bodyPr anchor="t"/>
          <a:lstStyle>
            <a:lvl1pPr>
              <a:lnSpc>
                <a:spcPct val="75000"/>
              </a:lnSpc>
              <a:defRPr sz="8000" b="0" spc="0" baseline="0">
                <a:solidFill>
                  <a:schemeClr val="bg1"/>
                </a:solidFill>
                <a:latin typeface="+mn-lt"/>
              </a:defRPr>
            </a:lvl1pPr>
          </a:lstStyle>
          <a:p>
            <a:r>
              <a:rPr lang="en-US" dirty="0"/>
              <a:t>Click to edit Master title style</a:t>
            </a:r>
          </a:p>
        </p:txBody>
      </p:sp>
      <p:sp>
        <p:nvSpPr>
          <p:cNvPr id="123" name="Text Placeholder 122">
            <a:extLst>
              <a:ext uri="{FF2B5EF4-FFF2-40B4-BE49-F238E27FC236}">
                <a16:creationId xmlns:a16="http://schemas.microsoft.com/office/drawing/2014/main" id="{25C59923-6546-AB3B-534C-22113CD9D671}"/>
              </a:ext>
            </a:extLst>
          </p:cNvPr>
          <p:cNvSpPr>
            <a:spLocks noGrp="1"/>
          </p:cNvSpPr>
          <p:nvPr>
            <p:ph type="body" sz="quarter" idx="15"/>
          </p:nvPr>
        </p:nvSpPr>
        <p:spPr>
          <a:xfrm>
            <a:off x="8401353" y="-1"/>
            <a:ext cx="3790650" cy="1155691"/>
          </a:xfrm>
          <a:custGeom>
            <a:avLst/>
            <a:gdLst>
              <a:gd name="connsiteX0" fmla="*/ 2293575 w 3790650"/>
              <a:gd name="connsiteY0" fmla="*/ 0 h 1155691"/>
              <a:gd name="connsiteX1" fmla="*/ 3790650 w 3790650"/>
              <a:gd name="connsiteY1" fmla="*/ 0 h 1155691"/>
              <a:gd name="connsiteX2" fmla="*/ 3790650 w 3790650"/>
              <a:gd name="connsiteY2" fmla="*/ 1098632 h 1155691"/>
              <a:gd name="connsiteX3" fmla="*/ 3775153 w 3790650"/>
              <a:gd name="connsiteY3" fmla="*/ 1104304 h 1155691"/>
              <a:gd name="connsiteX4" fmla="*/ 3435268 w 3790650"/>
              <a:gd name="connsiteY4" fmla="*/ 1155691 h 1155691"/>
              <a:gd name="connsiteX5" fmla="*/ 2292295 w 3790650"/>
              <a:gd name="connsiteY5" fmla="*/ 12701 h 1155691"/>
              <a:gd name="connsiteX6" fmla="*/ 1280 w 3790650"/>
              <a:gd name="connsiteY6" fmla="*/ 0 h 1155691"/>
              <a:gd name="connsiteX7" fmla="*/ 2284665 w 3790650"/>
              <a:gd name="connsiteY7" fmla="*/ 0 h 1155691"/>
              <a:gd name="connsiteX8" fmla="*/ 2285945 w 3790650"/>
              <a:gd name="connsiteY8" fmla="*/ 12701 h 1155691"/>
              <a:gd name="connsiteX9" fmla="*/ 1142973 w 3790650"/>
              <a:gd name="connsiteY9" fmla="*/ 1155691 h 1155691"/>
              <a:gd name="connsiteX10" fmla="*/ 0 w 3790650"/>
              <a:gd name="connsiteY10" fmla="*/ 12701 h 11556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790650" h="1155691">
                <a:moveTo>
                  <a:pt x="2293575" y="0"/>
                </a:moveTo>
                <a:lnTo>
                  <a:pt x="3790650" y="0"/>
                </a:lnTo>
                <a:lnTo>
                  <a:pt x="3790650" y="1098632"/>
                </a:lnTo>
                <a:lnTo>
                  <a:pt x="3775153" y="1104304"/>
                </a:lnTo>
                <a:cubicBezTo>
                  <a:pt x="3667783" y="1137700"/>
                  <a:pt x="3553627" y="1155691"/>
                  <a:pt x="3435268" y="1155691"/>
                </a:cubicBezTo>
                <a:cubicBezTo>
                  <a:pt x="2804021" y="1155691"/>
                  <a:pt x="2292295" y="643957"/>
                  <a:pt x="2292295" y="12701"/>
                </a:cubicBezTo>
                <a:close/>
                <a:moveTo>
                  <a:pt x="1280" y="0"/>
                </a:moveTo>
                <a:lnTo>
                  <a:pt x="2284665" y="0"/>
                </a:lnTo>
                <a:lnTo>
                  <a:pt x="2285945" y="12701"/>
                </a:lnTo>
                <a:cubicBezTo>
                  <a:pt x="2285945" y="643957"/>
                  <a:pt x="1774219" y="1155691"/>
                  <a:pt x="1142973" y="1155691"/>
                </a:cubicBezTo>
                <a:cubicBezTo>
                  <a:pt x="511726" y="1155691"/>
                  <a:pt x="0" y="643957"/>
                  <a:pt x="0" y="12701"/>
                </a:cubicBezTo>
                <a:close/>
              </a:path>
            </a:pathLst>
          </a:custGeom>
          <a:solidFill>
            <a:schemeClr val="accent6">
              <a:lumMod val="75000"/>
              <a:alpha val="25000"/>
            </a:schemeClr>
          </a:solidFill>
        </p:spPr>
        <p:txBody>
          <a:bodyPr wrap="square">
            <a:noAutofit/>
          </a:bodyPr>
          <a:lstStyle>
            <a:lvl1pPr>
              <a:defRPr>
                <a:noFill/>
              </a:defRPr>
            </a:lvl1pPr>
          </a:lstStyle>
          <a:p>
            <a:pPr lvl="0"/>
            <a:endParaRPr lang="en-US" dirty="0"/>
          </a:p>
        </p:txBody>
      </p:sp>
      <p:sp>
        <p:nvSpPr>
          <p:cNvPr id="48" name="Text Placeholder 47">
            <a:extLst>
              <a:ext uri="{FF2B5EF4-FFF2-40B4-BE49-F238E27FC236}">
                <a16:creationId xmlns:a16="http://schemas.microsoft.com/office/drawing/2014/main" id="{880C9A0C-95B8-C535-9B78-63FDB782BE10}"/>
              </a:ext>
            </a:extLst>
          </p:cNvPr>
          <p:cNvSpPr>
            <a:spLocks noGrp="1"/>
          </p:cNvSpPr>
          <p:nvPr>
            <p:ph type="body" sz="quarter" idx="12"/>
          </p:nvPr>
        </p:nvSpPr>
        <p:spPr>
          <a:xfrm>
            <a:off x="-3" y="5727700"/>
            <a:ext cx="12192003" cy="1130300"/>
          </a:xfrm>
          <a:custGeom>
            <a:avLst/>
            <a:gdLst>
              <a:gd name="connsiteX0" fmla="*/ 11823828 w 12192003"/>
              <a:gd name="connsiteY0" fmla="*/ 0 h 1130300"/>
              <a:gd name="connsiteX1" fmla="*/ 12163721 w 12192003"/>
              <a:gd name="connsiteY1" fmla="*/ 51387 h 1130300"/>
              <a:gd name="connsiteX2" fmla="*/ 12192003 w 12192003"/>
              <a:gd name="connsiteY2" fmla="*/ 61738 h 1130300"/>
              <a:gd name="connsiteX3" fmla="*/ 12192003 w 12192003"/>
              <a:gd name="connsiteY3" fmla="*/ 1130300 h 1130300"/>
              <a:gd name="connsiteX4" fmla="*/ 10681469 w 12192003"/>
              <a:gd name="connsiteY4" fmla="*/ 1130300 h 1130300"/>
              <a:gd name="connsiteX5" fmla="*/ 10686729 w 12192003"/>
              <a:gd name="connsiteY5" fmla="*/ 1026126 h 1130300"/>
              <a:gd name="connsiteX6" fmla="*/ 11823828 w 12192003"/>
              <a:gd name="connsiteY6" fmla="*/ 0 h 1130300"/>
              <a:gd name="connsiteX7" fmla="*/ 9531478 w 12192003"/>
              <a:gd name="connsiteY7" fmla="*/ 0 h 1130300"/>
              <a:gd name="connsiteX8" fmla="*/ 10668577 w 12192003"/>
              <a:gd name="connsiteY8" fmla="*/ 1026126 h 1130300"/>
              <a:gd name="connsiteX9" fmla="*/ 10673837 w 12192003"/>
              <a:gd name="connsiteY9" fmla="*/ 1130300 h 1130300"/>
              <a:gd name="connsiteX10" fmla="*/ 8389119 w 12192003"/>
              <a:gd name="connsiteY10" fmla="*/ 1130300 h 1130300"/>
              <a:gd name="connsiteX11" fmla="*/ 8394379 w 12192003"/>
              <a:gd name="connsiteY11" fmla="*/ 1026126 h 1130300"/>
              <a:gd name="connsiteX12" fmla="*/ 9531478 w 12192003"/>
              <a:gd name="connsiteY12" fmla="*/ 0 h 1130300"/>
              <a:gd name="connsiteX13" fmla="*/ 7239129 w 12192003"/>
              <a:gd name="connsiteY13" fmla="*/ 0 h 1130300"/>
              <a:gd name="connsiteX14" fmla="*/ 8376227 w 12192003"/>
              <a:gd name="connsiteY14" fmla="*/ 1026126 h 1130300"/>
              <a:gd name="connsiteX15" fmla="*/ 8381487 w 12192003"/>
              <a:gd name="connsiteY15" fmla="*/ 1130300 h 1130300"/>
              <a:gd name="connsiteX16" fmla="*/ 6096769 w 12192003"/>
              <a:gd name="connsiteY16" fmla="*/ 1130300 h 1130300"/>
              <a:gd name="connsiteX17" fmla="*/ 6102029 w 12192003"/>
              <a:gd name="connsiteY17" fmla="*/ 1026126 h 1130300"/>
              <a:gd name="connsiteX18" fmla="*/ 7239129 w 12192003"/>
              <a:gd name="connsiteY18" fmla="*/ 0 h 1130300"/>
              <a:gd name="connsiteX19" fmla="*/ 4946780 w 12192003"/>
              <a:gd name="connsiteY19" fmla="*/ 0 h 1130300"/>
              <a:gd name="connsiteX20" fmla="*/ 6083878 w 12192003"/>
              <a:gd name="connsiteY20" fmla="*/ 1026126 h 1130300"/>
              <a:gd name="connsiteX21" fmla="*/ 6089139 w 12192003"/>
              <a:gd name="connsiteY21" fmla="*/ 1130300 h 1130300"/>
              <a:gd name="connsiteX22" fmla="*/ 3804423 w 12192003"/>
              <a:gd name="connsiteY22" fmla="*/ 1130300 h 1130300"/>
              <a:gd name="connsiteX23" fmla="*/ 3809684 w 12192003"/>
              <a:gd name="connsiteY23" fmla="*/ 1026126 h 1130300"/>
              <a:gd name="connsiteX24" fmla="*/ 4946780 w 12192003"/>
              <a:gd name="connsiteY24" fmla="*/ 0 h 1130300"/>
              <a:gd name="connsiteX25" fmla="*/ 2654431 w 12192003"/>
              <a:gd name="connsiteY25" fmla="*/ 0 h 1130300"/>
              <a:gd name="connsiteX26" fmla="*/ 3791530 w 12192003"/>
              <a:gd name="connsiteY26" fmla="*/ 1026126 h 1130300"/>
              <a:gd name="connsiteX27" fmla="*/ 3796791 w 12192003"/>
              <a:gd name="connsiteY27" fmla="*/ 1130300 h 1130300"/>
              <a:gd name="connsiteX28" fmla="*/ 1512072 w 12192003"/>
              <a:gd name="connsiteY28" fmla="*/ 1130300 h 1130300"/>
              <a:gd name="connsiteX29" fmla="*/ 1517332 w 12192003"/>
              <a:gd name="connsiteY29" fmla="*/ 1026126 h 1130300"/>
              <a:gd name="connsiteX30" fmla="*/ 2654431 w 12192003"/>
              <a:gd name="connsiteY30" fmla="*/ 0 h 1130300"/>
              <a:gd name="connsiteX31" fmla="*/ 362080 w 12192003"/>
              <a:gd name="connsiteY31" fmla="*/ 0 h 1130300"/>
              <a:gd name="connsiteX32" fmla="*/ 1499179 w 12192003"/>
              <a:gd name="connsiteY32" fmla="*/ 1026126 h 1130300"/>
              <a:gd name="connsiteX33" fmla="*/ 1504439 w 12192003"/>
              <a:gd name="connsiteY33" fmla="*/ 1130300 h 1130300"/>
              <a:gd name="connsiteX34" fmla="*/ 0 w 12192003"/>
              <a:gd name="connsiteY34" fmla="*/ 1130300 h 1130300"/>
              <a:gd name="connsiteX35" fmla="*/ 0 w 12192003"/>
              <a:gd name="connsiteY35" fmla="*/ 59507 h 1130300"/>
              <a:gd name="connsiteX36" fmla="*/ 22187 w 12192003"/>
              <a:gd name="connsiteY36" fmla="*/ 51387 h 1130300"/>
              <a:gd name="connsiteX37" fmla="*/ 362080 w 12192003"/>
              <a:gd name="connsiteY37" fmla="*/ 0 h 1130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192003" h="1130300">
                <a:moveTo>
                  <a:pt x="11823828" y="0"/>
                </a:moveTo>
                <a:cubicBezTo>
                  <a:pt x="11942189" y="0"/>
                  <a:pt x="12056349" y="17991"/>
                  <a:pt x="12163721" y="51387"/>
                </a:cubicBezTo>
                <a:lnTo>
                  <a:pt x="12192003" y="61738"/>
                </a:lnTo>
                <a:lnTo>
                  <a:pt x="12192003" y="1130300"/>
                </a:lnTo>
                <a:lnTo>
                  <a:pt x="10681469" y="1130300"/>
                </a:lnTo>
                <a:lnTo>
                  <a:pt x="10686729" y="1026126"/>
                </a:lnTo>
                <a:cubicBezTo>
                  <a:pt x="10745262" y="449767"/>
                  <a:pt x="11232021" y="0"/>
                  <a:pt x="11823828" y="0"/>
                </a:cubicBezTo>
                <a:close/>
                <a:moveTo>
                  <a:pt x="9531478" y="0"/>
                </a:moveTo>
                <a:cubicBezTo>
                  <a:pt x="10123285" y="0"/>
                  <a:pt x="10610044" y="449767"/>
                  <a:pt x="10668577" y="1026126"/>
                </a:cubicBezTo>
                <a:lnTo>
                  <a:pt x="10673837" y="1130300"/>
                </a:lnTo>
                <a:lnTo>
                  <a:pt x="8389119" y="1130300"/>
                </a:lnTo>
                <a:lnTo>
                  <a:pt x="8394379" y="1026126"/>
                </a:lnTo>
                <a:cubicBezTo>
                  <a:pt x="8452912" y="449767"/>
                  <a:pt x="8939671" y="0"/>
                  <a:pt x="9531478" y="0"/>
                </a:cubicBezTo>
                <a:close/>
                <a:moveTo>
                  <a:pt x="7239129" y="0"/>
                </a:moveTo>
                <a:cubicBezTo>
                  <a:pt x="7830936" y="0"/>
                  <a:pt x="8317694" y="449767"/>
                  <a:pt x="8376227" y="1026126"/>
                </a:cubicBezTo>
                <a:lnTo>
                  <a:pt x="8381487" y="1130300"/>
                </a:lnTo>
                <a:lnTo>
                  <a:pt x="6096769" y="1130300"/>
                </a:lnTo>
                <a:lnTo>
                  <a:pt x="6102029" y="1026126"/>
                </a:lnTo>
                <a:cubicBezTo>
                  <a:pt x="6160563" y="449767"/>
                  <a:pt x="6647322" y="0"/>
                  <a:pt x="7239129" y="0"/>
                </a:cubicBezTo>
                <a:close/>
                <a:moveTo>
                  <a:pt x="4946780" y="0"/>
                </a:moveTo>
                <a:cubicBezTo>
                  <a:pt x="5538587" y="0"/>
                  <a:pt x="6025345" y="449767"/>
                  <a:pt x="6083878" y="1026126"/>
                </a:cubicBezTo>
                <a:lnTo>
                  <a:pt x="6089139" y="1130300"/>
                </a:lnTo>
                <a:lnTo>
                  <a:pt x="3804423" y="1130300"/>
                </a:lnTo>
                <a:lnTo>
                  <a:pt x="3809684" y="1026126"/>
                </a:lnTo>
                <a:cubicBezTo>
                  <a:pt x="3868216" y="449767"/>
                  <a:pt x="4354972" y="0"/>
                  <a:pt x="4946780" y="0"/>
                </a:cubicBezTo>
                <a:close/>
                <a:moveTo>
                  <a:pt x="2654431" y="0"/>
                </a:moveTo>
                <a:cubicBezTo>
                  <a:pt x="3246238" y="0"/>
                  <a:pt x="3732997" y="449767"/>
                  <a:pt x="3791530" y="1026126"/>
                </a:cubicBezTo>
                <a:lnTo>
                  <a:pt x="3796791" y="1130300"/>
                </a:lnTo>
                <a:lnTo>
                  <a:pt x="1512072" y="1130300"/>
                </a:lnTo>
                <a:lnTo>
                  <a:pt x="1517332" y="1026126"/>
                </a:lnTo>
                <a:cubicBezTo>
                  <a:pt x="1575865" y="449767"/>
                  <a:pt x="2062624" y="0"/>
                  <a:pt x="2654431" y="0"/>
                </a:cubicBezTo>
                <a:close/>
                <a:moveTo>
                  <a:pt x="362080" y="0"/>
                </a:moveTo>
                <a:cubicBezTo>
                  <a:pt x="953887" y="0"/>
                  <a:pt x="1440646" y="449767"/>
                  <a:pt x="1499179" y="1026126"/>
                </a:cubicBezTo>
                <a:lnTo>
                  <a:pt x="1504439" y="1130300"/>
                </a:lnTo>
                <a:lnTo>
                  <a:pt x="0" y="1130300"/>
                </a:lnTo>
                <a:lnTo>
                  <a:pt x="0" y="59507"/>
                </a:lnTo>
                <a:lnTo>
                  <a:pt x="22187" y="51387"/>
                </a:lnTo>
                <a:cubicBezTo>
                  <a:pt x="129559" y="17991"/>
                  <a:pt x="243719" y="0"/>
                  <a:pt x="362080" y="0"/>
                </a:cubicBezTo>
                <a:close/>
              </a:path>
            </a:pathLst>
          </a:custGeom>
          <a:solidFill>
            <a:schemeClr val="accent6">
              <a:lumMod val="75000"/>
              <a:alpha val="25000"/>
            </a:schemeClr>
          </a:solidFill>
        </p:spPr>
        <p:txBody>
          <a:bodyPr wrap="square">
            <a:noAutofit/>
          </a:bodyPr>
          <a:lstStyle>
            <a:lvl1pPr>
              <a:defRPr>
                <a:noFill/>
              </a:defRPr>
            </a:lvl1pPr>
          </a:lstStyle>
          <a:p>
            <a:pPr lvl="0"/>
            <a:endParaRPr lang="en-US" dirty="0"/>
          </a:p>
        </p:txBody>
      </p:sp>
      <p:sp>
        <p:nvSpPr>
          <p:cNvPr id="62" name="Text Placeholder 61">
            <a:extLst>
              <a:ext uri="{FF2B5EF4-FFF2-40B4-BE49-F238E27FC236}">
                <a16:creationId xmlns:a16="http://schemas.microsoft.com/office/drawing/2014/main" id="{70972619-C968-1257-58C9-0DC661642915}"/>
              </a:ext>
            </a:extLst>
          </p:cNvPr>
          <p:cNvSpPr>
            <a:spLocks noGrp="1"/>
          </p:cNvSpPr>
          <p:nvPr>
            <p:ph type="body" sz="quarter" idx="13"/>
          </p:nvPr>
        </p:nvSpPr>
        <p:spPr>
          <a:xfrm>
            <a:off x="0" y="5724189"/>
            <a:ext cx="1503729" cy="1133811"/>
          </a:xfrm>
          <a:custGeom>
            <a:avLst/>
            <a:gdLst>
              <a:gd name="connsiteX0" fmla="*/ 367995 w 1503729"/>
              <a:gd name="connsiteY0" fmla="*/ 19 h 1133811"/>
              <a:gd name="connsiteX1" fmla="*/ 1481576 w 1503729"/>
              <a:gd name="connsiteY1" fmla="*/ 913359 h 1133811"/>
              <a:gd name="connsiteX2" fmla="*/ 1503729 w 1503729"/>
              <a:gd name="connsiteY2" fmla="*/ 1133811 h 1133811"/>
              <a:gd name="connsiteX3" fmla="*/ 1371482 w 1503729"/>
              <a:gd name="connsiteY3" fmla="*/ 1133811 h 1133811"/>
              <a:gd name="connsiteX4" fmla="*/ 1275407 w 1503729"/>
              <a:gd name="connsiteY4" fmla="*/ 1118667 h 1133811"/>
              <a:gd name="connsiteX5" fmla="*/ 367995 w 1503729"/>
              <a:gd name="connsiteY5" fmla="*/ 19 h 1133811"/>
              <a:gd name="connsiteX6" fmla="*/ 367996 w 1503729"/>
              <a:gd name="connsiteY6" fmla="*/ 0 h 1133811"/>
              <a:gd name="connsiteX7" fmla="*/ 33218 w 1503729"/>
              <a:gd name="connsiteY7" fmla="*/ 808204 h 1133811"/>
              <a:gd name="connsiteX8" fmla="*/ 0 w 1503729"/>
              <a:gd name="connsiteY8" fmla="*/ 838393 h 1133811"/>
              <a:gd name="connsiteX9" fmla="*/ 0 w 1503729"/>
              <a:gd name="connsiteY9" fmla="*/ 61671 h 1133811"/>
              <a:gd name="connsiteX10" fmla="*/ 28102 w 1503729"/>
              <a:gd name="connsiteY10" fmla="*/ 51386 h 1133811"/>
              <a:gd name="connsiteX11" fmla="*/ 367996 w 1503729"/>
              <a:gd name="connsiteY11" fmla="*/ 0 h 11338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503729" h="1133811">
                <a:moveTo>
                  <a:pt x="367995" y="19"/>
                </a:moveTo>
                <a:cubicBezTo>
                  <a:pt x="917788" y="3008"/>
                  <a:pt x="1375686" y="394157"/>
                  <a:pt x="1481576" y="913359"/>
                </a:cubicBezTo>
                <a:lnTo>
                  <a:pt x="1503729" y="1133811"/>
                </a:lnTo>
                <a:lnTo>
                  <a:pt x="1371482" y="1133811"/>
                </a:lnTo>
                <a:lnTo>
                  <a:pt x="1275407" y="1118667"/>
                </a:lnTo>
                <a:cubicBezTo>
                  <a:pt x="757177" y="1010082"/>
                  <a:pt x="368000" y="550498"/>
                  <a:pt x="367995" y="19"/>
                </a:cubicBezTo>
                <a:close/>
                <a:moveTo>
                  <a:pt x="367996" y="0"/>
                </a:moveTo>
                <a:cubicBezTo>
                  <a:pt x="367996" y="315623"/>
                  <a:pt x="240061" y="601366"/>
                  <a:pt x="33218" y="808204"/>
                </a:cubicBezTo>
                <a:lnTo>
                  <a:pt x="0" y="838393"/>
                </a:lnTo>
                <a:lnTo>
                  <a:pt x="0" y="61671"/>
                </a:lnTo>
                <a:lnTo>
                  <a:pt x="28102" y="51386"/>
                </a:lnTo>
                <a:cubicBezTo>
                  <a:pt x="135475" y="17991"/>
                  <a:pt x="249634" y="0"/>
                  <a:pt x="367996" y="0"/>
                </a:cubicBezTo>
                <a:close/>
              </a:path>
            </a:pathLst>
          </a:custGeom>
          <a:solidFill>
            <a:schemeClr val="accent6">
              <a:lumMod val="60000"/>
              <a:lumOff val="40000"/>
              <a:alpha val="20000"/>
            </a:schemeClr>
          </a:solidFill>
          <a:ln w="4154" cap="flat">
            <a:noFill/>
            <a:prstDash val="solid"/>
            <a:miter/>
          </a:ln>
        </p:spPr>
        <p:txBody>
          <a:bodyPr wrap="square">
            <a:noAutofit/>
          </a:bodyPr>
          <a:lstStyle>
            <a:lvl1pPr>
              <a:defRPr>
                <a:noFill/>
              </a:defRPr>
            </a:lvl1pPr>
          </a:lstStyle>
          <a:p>
            <a:pPr lvl="0"/>
            <a:endParaRPr lang="en-US" dirty="0"/>
          </a:p>
        </p:txBody>
      </p:sp>
      <p:sp>
        <p:nvSpPr>
          <p:cNvPr id="93" name="Text Placeholder 92">
            <a:extLst>
              <a:ext uri="{FF2B5EF4-FFF2-40B4-BE49-F238E27FC236}">
                <a16:creationId xmlns:a16="http://schemas.microsoft.com/office/drawing/2014/main" id="{0A4A3873-48BC-94DF-6006-FC7F81660A5D}"/>
              </a:ext>
            </a:extLst>
          </p:cNvPr>
          <p:cNvSpPr>
            <a:spLocks noGrp="1"/>
          </p:cNvSpPr>
          <p:nvPr>
            <p:ph type="body" sz="quarter" idx="14"/>
          </p:nvPr>
        </p:nvSpPr>
        <p:spPr>
          <a:xfrm>
            <a:off x="8401353" y="0"/>
            <a:ext cx="3790647" cy="1143002"/>
          </a:xfrm>
          <a:custGeom>
            <a:avLst/>
            <a:gdLst>
              <a:gd name="connsiteX0" fmla="*/ 3790647 w 3790647"/>
              <a:gd name="connsiteY0" fmla="*/ 304585 h 1143002"/>
              <a:gd name="connsiteX1" fmla="*/ 3790647 w 3790647"/>
              <a:gd name="connsiteY1" fmla="*/ 1081329 h 1143002"/>
              <a:gd name="connsiteX2" fmla="*/ 3762543 w 3790647"/>
              <a:gd name="connsiteY2" fmla="*/ 1091615 h 1143002"/>
              <a:gd name="connsiteX3" fmla="*/ 3422649 w 3790647"/>
              <a:gd name="connsiteY3" fmla="*/ 1143002 h 1143002"/>
              <a:gd name="connsiteX4" fmla="*/ 3757427 w 3790647"/>
              <a:gd name="connsiteY4" fmla="*/ 334777 h 1143002"/>
              <a:gd name="connsiteX5" fmla="*/ 2285997 w 3790647"/>
              <a:gd name="connsiteY5" fmla="*/ 17 h 1143002"/>
              <a:gd name="connsiteX6" fmla="*/ 3422650 w 3790647"/>
              <a:gd name="connsiteY6" fmla="*/ 1142983 h 1143002"/>
              <a:gd name="connsiteX7" fmla="*/ 2285997 w 3790647"/>
              <a:gd name="connsiteY7" fmla="*/ 17 h 1143002"/>
              <a:gd name="connsiteX8" fmla="*/ 0 w 3790647"/>
              <a:gd name="connsiteY8" fmla="*/ 17 h 1143002"/>
              <a:gd name="connsiteX9" fmla="*/ 1136650 w 3790647"/>
              <a:gd name="connsiteY9" fmla="*/ 1142983 h 1143002"/>
              <a:gd name="connsiteX10" fmla="*/ 0 w 3790647"/>
              <a:gd name="connsiteY10" fmla="*/ 17 h 1143002"/>
              <a:gd name="connsiteX11" fmla="*/ 2279650 w 3790647"/>
              <a:gd name="connsiteY11" fmla="*/ 0 h 1143002"/>
              <a:gd name="connsiteX12" fmla="*/ 1136650 w 3790647"/>
              <a:gd name="connsiteY12" fmla="*/ 1143002 h 1143002"/>
              <a:gd name="connsiteX13" fmla="*/ 2279650 w 3790647"/>
              <a:gd name="connsiteY13" fmla="*/ 0 h 1143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790647" h="1143002">
                <a:moveTo>
                  <a:pt x="3790647" y="304585"/>
                </a:moveTo>
                <a:lnTo>
                  <a:pt x="3790647" y="1081329"/>
                </a:lnTo>
                <a:lnTo>
                  <a:pt x="3762543" y="1091615"/>
                </a:lnTo>
                <a:cubicBezTo>
                  <a:pt x="3655170" y="1125011"/>
                  <a:pt x="3541011" y="1143002"/>
                  <a:pt x="3422649" y="1143002"/>
                </a:cubicBezTo>
                <a:cubicBezTo>
                  <a:pt x="3422649" y="827371"/>
                  <a:pt x="3550584" y="541620"/>
                  <a:pt x="3757427" y="334777"/>
                </a:cubicBezTo>
                <a:close/>
                <a:moveTo>
                  <a:pt x="2285997" y="17"/>
                </a:moveTo>
                <a:cubicBezTo>
                  <a:pt x="2914332" y="3435"/>
                  <a:pt x="3422644" y="513848"/>
                  <a:pt x="3422650" y="1142983"/>
                </a:cubicBezTo>
                <a:cubicBezTo>
                  <a:pt x="2794315" y="1139567"/>
                  <a:pt x="2286006" y="629153"/>
                  <a:pt x="2285997" y="17"/>
                </a:cubicBezTo>
                <a:close/>
                <a:moveTo>
                  <a:pt x="0" y="17"/>
                </a:moveTo>
                <a:cubicBezTo>
                  <a:pt x="628334" y="3435"/>
                  <a:pt x="1136644" y="513848"/>
                  <a:pt x="1136650" y="1142983"/>
                </a:cubicBezTo>
                <a:cubicBezTo>
                  <a:pt x="508316" y="1139567"/>
                  <a:pt x="9" y="629153"/>
                  <a:pt x="0" y="17"/>
                </a:cubicBezTo>
                <a:close/>
                <a:moveTo>
                  <a:pt x="2279650" y="0"/>
                </a:moveTo>
                <a:cubicBezTo>
                  <a:pt x="2279650" y="631263"/>
                  <a:pt x="1767910" y="1143002"/>
                  <a:pt x="1136650" y="1143002"/>
                </a:cubicBezTo>
                <a:cubicBezTo>
                  <a:pt x="1136650" y="511739"/>
                  <a:pt x="1648390" y="0"/>
                  <a:pt x="2279650" y="0"/>
                </a:cubicBezTo>
                <a:close/>
              </a:path>
            </a:pathLst>
          </a:custGeom>
          <a:solidFill>
            <a:schemeClr val="accent6">
              <a:lumMod val="60000"/>
              <a:lumOff val="40000"/>
              <a:alpha val="20000"/>
            </a:schemeClr>
          </a:solidFill>
          <a:ln w="4154" cap="flat">
            <a:noFill/>
            <a:prstDash val="solid"/>
            <a:miter/>
          </a:ln>
        </p:spPr>
        <p:txBody>
          <a:bodyPr wrap="square">
            <a:noAutofit/>
          </a:bodyPr>
          <a:lstStyle>
            <a:lvl1pPr>
              <a:defRPr>
                <a:noFill/>
              </a:defRPr>
            </a:lvl1pPr>
          </a:lstStyle>
          <a:p>
            <a:pPr lvl="0"/>
            <a:endParaRPr lang="en-US" dirty="0"/>
          </a:p>
        </p:txBody>
      </p:sp>
      <p:pic>
        <p:nvPicPr>
          <p:cNvPr id="120" name="Graphic 119">
            <a:extLst>
              <a:ext uri="{FF2B5EF4-FFF2-40B4-BE49-F238E27FC236}">
                <a16:creationId xmlns:a16="http://schemas.microsoft.com/office/drawing/2014/main" id="{9C01A786-0C1A-6C4A-1466-1AE233D142AE}"/>
              </a:ext>
            </a:extLst>
          </p:cNvPr>
          <p:cNvPicPr>
            <a:picLocks noChangeAspect="1"/>
          </p:cNvPicPr>
          <p:nvPr/>
        </p:nvPicPr>
        <p:blipFill rotWithShape="1">
          <a:blip>
            <a:extLst>
              <a:ext uri="{96DAC541-7B7A-43D3-8B79-37D633B846F1}">
                <asvg:svgBlip xmlns:asvg="http://schemas.microsoft.com/office/drawing/2016/SVG/main" r:embed="rId2"/>
              </a:ext>
            </a:extLst>
          </a:blip>
          <a:srcRect l="68908" b="83148"/>
          <a:stretch/>
        </p:blipFill>
        <p:spPr>
          <a:xfrm>
            <a:off x="8401354" y="12700"/>
            <a:ext cx="3790646" cy="1155700"/>
          </a:xfrm>
          <a:prstGeom prst="rect">
            <a:avLst/>
          </a:prstGeom>
        </p:spPr>
      </p:pic>
    </p:spTree>
    <p:extLst>
      <p:ext uri="{BB962C8B-B14F-4D97-AF65-F5344CB8AC3E}">
        <p14:creationId xmlns:p14="http://schemas.microsoft.com/office/powerpoint/2010/main" val="37409718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04">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0059F316-9319-477C-3BD8-C3B19F248AFB}"/>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87659"/>
          <a:stretch/>
        </p:blipFill>
        <p:spPr>
          <a:xfrm>
            <a:off x="10687350" y="12700"/>
            <a:ext cx="1504649" cy="6858000"/>
          </a:xfrm>
          <a:prstGeom prst="rect">
            <a:avLst/>
          </a:prstGeom>
        </p:spPr>
      </p:pic>
      <p:pic>
        <p:nvPicPr>
          <p:cNvPr id="12" name="Graphic 11">
            <a:extLst>
              <a:ext uri="{FF2B5EF4-FFF2-40B4-BE49-F238E27FC236}">
                <a16:creationId xmlns:a16="http://schemas.microsoft.com/office/drawing/2014/main" id="{AEF98D51-D262-470D-2214-A8A0EDB73625}"/>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4584700"/>
            <a:ext cx="1504649" cy="2286000"/>
          </a:xfrm>
          <a:prstGeom prst="rect">
            <a:avLst/>
          </a:prstGeom>
        </p:spPr>
      </p:pic>
      <p:pic>
        <p:nvPicPr>
          <p:cNvPr id="13" name="Graphic 12">
            <a:extLst>
              <a:ext uri="{FF2B5EF4-FFF2-40B4-BE49-F238E27FC236}">
                <a16:creationId xmlns:a16="http://schemas.microsoft.com/office/drawing/2014/main" id="{3480B83D-EEC7-5C2D-9338-841D0054570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2297076"/>
            <a:ext cx="1504649" cy="2286000"/>
          </a:xfrm>
          <a:prstGeom prst="rect">
            <a:avLst/>
          </a:prstGeom>
        </p:spPr>
      </p:pic>
      <p:pic>
        <p:nvPicPr>
          <p:cNvPr id="14" name="Graphic 13">
            <a:extLst>
              <a:ext uri="{FF2B5EF4-FFF2-40B4-BE49-F238E27FC236}">
                <a16:creationId xmlns:a16="http://schemas.microsoft.com/office/drawing/2014/main" id="{69BE97B1-E4D2-AA2A-1E85-0D5987351359}"/>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a:stretch/>
        </p:blipFill>
        <p:spPr>
          <a:xfrm>
            <a:off x="10687351" y="9452"/>
            <a:ext cx="1504649" cy="2286000"/>
          </a:xfrm>
          <a:prstGeom prst="rect">
            <a:avLst/>
          </a:prstGeom>
        </p:spPr>
      </p:pic>
      <p:pic>
        <p:nvPicPr>
          <p:cNvPr id="15" name="Graphic 14">
            <a:extLst>
              <a:ext uri="{FF2B5EF4-FFF2-40B4-BE49-F238E27FC236}">
                <a16:creationId xmlns:a16="http://schemas.microsoft.com/office/drawing/2014/main" id="{F227120C-DBC1-2EDA-E58C-E1DAD7E550FD}"/>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3283" r="50000"/>
          <a:stretch/>
        </p:blipFill>
        <p:spPr>
          <a:xfrm>
            <a:off x="0" y="5731979"/>
            <a:ext cx="6096000" cy="1146408"/>
          </a:xfrm>
          <a:prstGeom prst="rect">
            <a:avLst/>
          </a:prstGeom>
        </p:spPr>
      </p:pic>
      <p:pic>
        <p:nvPicPr>
          <p:cNvPr id="17" name="Graphic 16">
            <a:extLst>
              <a:ext uri="{FF2B5EF4-FFF2-40B4-BE49-F238E27FC236}">
                <a16:creationId xmlns:a16="http://schemas.microsoft.com/office/drawing/2014/main" id="{3FDA3437-5725-1727-4B8A-FCE595561932}"/>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18" name="Graphic 17">
            <a:extLst>
              <a:ext uri="{FF2B5EF4-FFF2-40B4-BE49-F238E27FC236}">
                <a16:creationId xmlns:a16="http://schemas.microsoft.com/office/drawing/2014/main" id="{35C8D2AF-CEDF-4131-723C-91569E90C29F}"/>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2" name="Title 1">
            <a:extLst>
              <a:ext uri="{FF2B5EF4-FFF2-40B4-BE49-F238E27FC236}">
                <a16:creationId xmlns:a16="http://schemas.microsoft.com/office/drawing/2014/main" id="{C07285C8-D51D-91BB-C356-908E67607044}"/>
              </a:ext>
            </a:extLst>
          </p:cNvPr>
          <p:cNvSpPr>
            <a:spLocks noGrp="1"/>
          </p:cNvSpPr>
          <p:nvPr>
            <p:ph type="title"/>
          </p:nvPr>
        </p:nvSpPr>
        <p:spPr>
          <a:xfrm>
            <a:off x="841248" y="841248"/>
            <a:ext cx="10479024" cy="557784"/>
          </a:xfrm>
        </p:spPr>
        <p:txBody>
          <a:bodyPr anchor="t"/>
          <a:lstStyle>
            <a:lvl1pPr>
              <a:defRPr sz="2000" cap="all" spc="300" baseline="0"/>
            </a:lvl1pPr>
          </a:lstStyle>
          <a:p>
            <a:r>
              <a:rPr lang="en-US" dirty="0"/>
              <a:t>Click to edit Master title style</a:t>
            </a:r>
          </a:p>
        </p:txBody>
      </p:sp>
      <p:sp>
        <p:nvSpPr>
          <p:cNvPr id="16" name="Content Placeholder 12">
            <a:extLst>
              <a:ext uri="{FF2B5EF4-FFF2-40B4-BE49-F238E27FC236}">
                <a16:creationId xmlns:a16="http://schemas.microsoft.com/office/drawing/2014/main" id="{854FEE13-908D-1E41-D8D6-51FE4B1E0A0C}"/>
              </a:ext>
            </a:extLst>
          </p:cNvPr>
          <p:cNvSpPr>
            <a:spLocks noGrp="1"/>
          </p:cNvSpPr>
          <p:nvPr>
            <p:ph sz="quarter" idx="13"/>
          </p:nvPr>
        </p:nvSpPr>
        <p:spPr>
          <a:xfrm>
            <a:off x="841248" y="1536827"/>
            <a:ext cx="2862072" cy="4479925"/>
          </a:xfrm>
        </p:spPr>
        <p:txBody>
          <a:bodyPr>
            <a:normAutofit/>
          </a:bodyPr>
          <a:lstStyle>
            <a:lvl1pPr marL="0" indent="0">
              <a:lnSpc>
                <a:spcPct val="90000"/>
              </a:lnSpc>
              <a:spcAft>
                <a:spcPts val="1800"/>
              </a:spcAft>
              <a:buSzPct val="100000"/>
              <a:buNone/>
              <a:defRPr sz="2000" b="1"/>
            </a:lvl1pPr>
            <a:lvl2pPr>
              <a:buSzPct val="100000"/>
              <a:defRPr sz="2000"/>
            </a:lvl2pPr>
            <a:lvl3pPr>
              <a:buSzPct val="100000"/>
              <a:defRPr sz="1800"/>
            </a:lvl3pPr>
            <a:lvl4pPr>
              <a:buSzPct val="100000"/>
              <a:defRPr sz="1800"/>
            </a:lvl4pPr>
            <a:lvl5pPr>
              <a:buSzPct val="100000"/>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12">
            <a:extLst>
              <a:ext uri="{FF2B5EF4-FFF2-40B4-BE49-F238E27FC236}">
                <a16:creationId xmlns:a16="http://schemas.microsoft.com/office/drawing/2014/main" id="{4D580F1D-9A19-7B41-1ACE-62B7B5444253}"/>
              </a:ext>
            </a:extLst>
          </p:cNvPr>
          <p:cNvSpPr>
            <a:spLocks noGrp="1"/>
          </p:cNvSpPr>
          <p:nvPr>
            <p:ph sz="quarter" idx="14"/>
          </p:nvPr>
        </p:nvSpPr>
        <p:spPr>
          <a:xfrm>
            <a:off x="4791456" y="1536827"/>
            <a:ext cx="5650992" cy="4480560"/>
          </a:xfrm>
        </p:spPr>
        <p:txBody>
          <a:bodyPr>
            <a:normAutofit/>
          </a:bodyPr>
          <a:lstStyle>
            <a:lvl1pPr marL="457200" indent="-457200">
              <a:lnSpc>
                <a:spcPct val="90000"/>
              </a:lnSpc>
              <a:spcBef>
                <a:spcPts val="1000"/>
              </a:spcBef>
              <a:spcAft>
                <a:spcPts val="0"/>
              </a:spcAft>
              <a:buSzPct val="100000"/>
              <a:buFont typeface="+mj-lt"/>
              <a:buAutoNum type="arabicPeriod"/>
              <a:defRPr sz="2000"/>
            </a:lvl1pPr>
            <a:lvl2pPr marL="914400" indent="-457200">
              <a:buSzPct val="100000"/>
              <a:buFont typeface="+mj-lt"/>
              <a:buAutoNum type="alphaLcPeriod"/>
              <a:defRPr sz="2000"/>
            </a:lvl2pPr>
            <a:lvl3pPr marL="1371600" indent="-457200">
              <a:buSzPct val="100000"/>
              <a:buFont typeface="+mj-lt"/>
              <a:buAutoNum type="romanLcPeriod"/>
              <a:defRPr sz="1800"/>
            </a:lvl3pPr>
            <a:lvl4pPr marL="1828800" indent="-457200">
              <a:buSzPct val="100000"/>
              <a:buFont typeface="+mj-lt"/>
              <a:buAutoNum type="arabicParenR"/>
              <a:defRPr sz="1800"/>
            </a:lvl4pPr>
            <a:lvl5pPr marL="2286000" indent="-457200">
              <a:buSzPct val="100000"/>
              <a:buFont typeface="+mj-lt"/>
              <a:buAutoNum type="alphaLcParen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ooter Placeholder 2">
            <a:extLst>
              <a:ext uri="{FF2B5EF4-FFF2-40B4-BE49-F238E27FC236}">
                <a16:creationId xmlns:a16="http://schemas.microsoft.com/office/drawing/2014/main" id="{A54D0E8A-D840-3B34-461F-395ACC9FA827}"/>
              </a:ext>
            </a:extLst>
          </p:cNvPr>
          <p:cNvSpPr>
            <a:spLocks noGrp="1"/>
          </p:cNvSpPr>
          <p:nvPr>
            <p:ph type="ftr" sz="quarter" idx="10"/>
          </p:nvPr>
        </p:nvSpPr>
        <p:spPr/>
        <p:txBody>
          <a:bodyPr/>
          <a:lstStyle/>
          <a:p>
            <a:r>
              <a:rPr lang="en-US" noProof="0" dirty="0"/>
              <a:t>FOOTER TITLE</a:t>
            </a:r>
          </a:p>
        </p:txBody>
      </p:sp>
      <p:sp>
        <p:nvSpPr>
          <p:cNvPr id="4" name="Slide Number Placeholder 3">
            <a:extLst>
              <a:ext uri="{FF2B5EF4-FFF2-40B4-BE49-F238E27FC236}">
                <a16:creationId xmlns:a16="http://schemas.microsoft.com/office/drawing/2014/main" id="{108E551C-14F1-4049-29C9-7A53E172F850}"/>
              </a:ext>
            </a:extLst>
          </p:cNvPr>
          <p:cNvSpPr>
            <a:spLocks noGrp="1"/>
          </p:cNvSpPr>
          <p:nvPr>
            <p:ph type="sldNum" sz="quarter" idx="11"/>
          </p:nvPr>
        </p:nvSpPr>
        <p:spPr/>
        <p:txBody>
          <a:body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22846079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accent6">
            <a:lumMod val="50000"/>
          </a:schemeClr>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610FBCDE-EE59-33A6-32CA-9F6279AA435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12700"/>
            <a:ext cx="12192000" cy="6858000"/>
          </a:xfrm>
          <a:prstGeom prst="rect">
            <a:avLst/>
          </a:prstGeom>
        </p:spPr>
      </p:pic>
      <p:pic>
        <p:nvPicPr>
          <p:cNvPr id="6" name="Graphic 5">
            <a:extLst>
              <a:ext uri="{FF2B5EF4-FFF2-40B4-BE49-F238E27FC236}">
                <a16:creationId xmlns:a16="http://schemas.microsoft.com/office/drawing/2014/main" id="{E45A58EF-738C-B1BA-F49A-84ADB68F8A88}"/>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b="49858"/>
          <a:stretch/>
        </p:blipFill>
        <p:spPr>
          <a:xfrm>
            <a:off x="8401354" y="9452"/>
            <a:ext cx="2286000" cy="1146248"/>
          </a:xfrm>
          <a:prstGeom prst="rect">
            <a:avLst/>
          </a:prstGeom>
        </p:spPr>
      </p:pic>
      <p:pic>
        <p:nvPicPr>
          <p:cNvPr id="7" name="Graphic 6">
            <a:extLst>
              <a:ext uri="{FF2B5EF4-FFF2-40B4-BE49-F238E27FC236}">
                <a16:creationId xmlns:a16="http://schemas.microsoft.com/office/drawing/2014/main" id="{37F78E2C-6843-1373-E993-79393D858434}"/>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49858"/>
          <a:stretch/>
        </p:blipFill>
        <p:spPr>
          <a:xfrm>
            <a:off x="10687351" y="9452"/>
            <a:ext cx="1504649" cy="1146248"/>
          </a:xfrm>
          <a:prstGeom prst="rect">
            <a:avLst/>
          </a:prstGeom>
        </p:spPr>
      </p:pic>
      <p:pic>
        <p:nvPicPr>
          <p:cNvPr id="8" name="Graphic 7">
            <a:extLst>
              <a:ext uri="{FF2B5EF4-FFF2-40B4-BE49-F238E27FC236}">
                <a16:creationId xmlns:a16="http://schemas.microsoft.com/office/drawing/2014/main" id="{9559DD38-C8CC-7B28-F492-ACB263A81476}"/>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t="1" b="50186"/>
          <a:stretch/>
        </p:blipFill>
        <p:spPr>
          <a:xfrm rot="10800000">
            <a:off x="1504646" y="5731981"/>
            <a:ext cx="2286000" cy="1138718"/>
          </a:xfrm>
          <a:prstGeom prst="rect">
            <a:avLst/>
          </a:prstGeom>
        </p:spPr>
      </p:pic>
      <p:pic>
        <p:nvPicPr>
          <p:cNvPr id="9" name="Graphic 8">
            <a:extLst>
              <a:ext uri="{FF2B5EF4-FFF2-40B4-BE49-F238E27FC236}">
                <a16:creationId xmlns:a16="http://schemas.microsoft.com/office/drawing/2014/main" id="{8DEFF3B2-90E8-5D9B-CEA8-00B05000BF0E}"/>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r="34180" b="50186"/>
          <a:stretch/>
        </p:blipFill>
        <p:spPr>
          <a:xfrm rot="10800000">
            <a:off x="-3" y="5731980"/>
            <a:ext cx="1504649" cy="1138720"/>
          </a:xfrm>
          <a:prstGeom prst="rect">
            <a:avLst/>
          </a:prstGeom>
        </p:spPr>
      </p:pic>
      <p:sp>
        <p:nvSpPr>
          <p:cNvPr id="13" name="Title 123">
            <a:extLst>
              <a:ext uri="{FF2B5EF4-FFF2-40B4-BE49-F238E27FC236}">
                <a16:creationId xmlns:a16="http://schemas.microsoft.com/office/drawing/2014/main" id="{0B9C7C4B-FC2C-5D51-5679-3D5ED85185DA}"/>
              </a:ext>
            </a:extLst>
          </p:cNvPr>
          <p:cNvSpPr>
            <a:spLocks noGrp="1"/>
          </p:cNvSpPr>
          <p:nvPr>
            <p:ph type="title"/>
          </p:nvPr>
        </p:nvSpPr>
        <p:spPr>
          <a:xfrm>
            <a:off x="841243" y="832104"/>
            <a:ext cx="10479088" cy="2587625"/>
          </a:xfrm>
        </p:spPr>
        <p:txBody>
          <a:bodyPr anchor="t"/>
          <a:lstStyle>
            <a:lvl1pPr>
              <a:lnSpc>
                <a:spcPct val="75000"/>
              </a:lnSpc>
              <a:defRPr sz="8000" b="0" spc="0" baseline="0">
                <a:solidFill>
                  <a:schemeClr val="bg1"/>
                </a:solidFill>
                <a:latin typeface="+mn-lt"/>
              </a:defRPr>
            </a:lvl1pPr>
          </a:lstStyle>
          <a:p>
            <a:r>
              <a:rPr lang="en-US" dirty="0"/>
              <a:t>Click to edit Master title style</a:t>
            </a:r>
          </a:p>
        </p:txBody>
      </p:sp>
      <p:sp>
        <p:nvSpPr>
          <p:cNvPr id="10" name="Text Placeholder 9">
            <a:extLst>
              <a:ext uri="{FF2B5EF4-FFF2-40B4-BE49-F238E27FC236}">
                <a16:creationId xmlns:a16="http://schemas.microsoft.com/office/drawing/2014/main" id="{C79F5B69-7199-E3E6-5554-6CC2207D48E4}"/>
              </a:ext>
            </a:extLst>
          </p:cNvPr>
          <p:cNvSpPr>
            <a:spLocks noGrp="1"/>
          </p:cNvSpPr>
          <p:nvPr>
            <p:ph type="body" sz="quarter" idx="11"/>
          </p:nvPr>
        </p:nvSpPr>
        <p:spPr>
          <a:xfrm>
            <a:off x="841375" y="3705309"/>
            <a:ext cx="10479088" cy="2587625"/>
          </a:xfrm>
        </p:spPr>
        <p:txBody>
          <a:bodyPr/>
          <a:lstStyle>
            <a:lvl1pPr marL="0" indent="0">
              <a:lnSpc>
                <a:spcPct val="130000"/>
              </a:lnSpc>
              <a:spcAft>
                <a:spcPts val="1000"/>
              </a:spcAft>
              <a:buNone/>
              <a:defRPr b="1" i="0" cap="all" spc="300" baseline="0">
                <a:solidFill>
                  <a:schemeClr val="bg1"/>
                </a:solidFill>
                <a:latin typeface="+mj-lt"/>
              </a:defRPr>
            </a:lvl1pPr>
          </a:lstStyle>
          <a:p>
            <a:pPr lvl="0"/>
            <a:r>
              <a:rPr lang="en-US" dirty="0"/>
              <a:t>Click to edit Master text styles</a:t>
            </a:r>
          </a:p>
        </p:txBody>
      </p:sp>
    </p:spTree>
    <p:extLst>
      <p:ext uri="{BB962C8B-B14F-4D97-AF65-F5344CB8AC3E}">
        <p14:creationId xmlns:p14="http://schemas.microsoft.com/office/powerpoint/2010/main" val="143093127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0F41A2-6535-4CA6-81E4-026A5B56D9D7}"/>
              </a:ext>
            </a:extLst>
          </p:cNvPr>
          <p:cNvSpPr>
            <a:spLocks noGrp="1"/>
          </p:cNvSpPr>
          <p:nvPr>
            <p:ph type="title"/>
          </p:nvPr>
        </p:nvSpPr>
        <p:spPr>
          <a:xfrm>
            <a:off x="432000" y="432000"/>
            <a:ext cx="11329200" cy="432000"/>
          </a:xfrm>
          <a:prstGeom prst="rect">
            <a:avLst/>
          </a:prstGeom>
        </p:spPr>
        <p:txBody>
          <a:bodyPr vert="horz" lIns="0" tIns="0" rIns="0" bIns="0" rtlCol="0" anchor="ctr">
            <a:noAutofit/>
          </a:bodyPr>
          <a:lstStyle/>
          <a:p>
            <a:pPr lvl="0"/>
            <a:r>
              <a:rPr lang="en-US" noProof="0"/>
              <a:t>Click to edit Master title style</a:t>
            </a:r>
          </a:p>
        </p:txBody>
      </p:sp>
      <p:sp>
        <p:nvSpPr>
          <p:cNvPr id="3" name="Text Placeholder 2">
            <a:extLst>
              <a:ext uri="{FF2B5EF4-FFF2-40B4-BE49-F238E27FC236}">
                <a16:creationId xmlns:a16="http://schemas.microsoft.com/office/drawing/2014/main" id="{213AB95C-7DD4-4796-80E4-1B7466A2A037}"/>
              </a:ext>
            </a:extLst>
          </p:cNvPr>
          <p:cNvSpPr>
            <a:spLocks noGrp="1"/>
          </p:cNvSpPr>
          <p:nvPr>
            <p:ph type="body" idx="1"/>
          </p:nvPr>
        </p:nvSpPr>
        <p:spPr>
          <a:xfrm>
            <a:off x="432000" y="1152000"/>
            <a:ext cx="11329200" cy="5039250"/>
          </a:xfrm>
          <a:prstGeom prst="rect">
            <a:avLst/>
          </a:prstGeom>
        </p:spPr>
        <p:txBody>
          <a:bodyPr vert="horz" lIns="0" tIns="0" rIns="0" bIns="0" rtlCol="0">
            <a:no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5" name="Footer Placeholder 4">
            <a:extLst>
              <a:ext uri="{FF2B5EF4-FFF2-40B4-BE49-F238E27FC236}">
                <a16:creationId xmlns:a16="http://schemas.microsoft.com/office/drawing/2014/main" id="{58879C91-B77F-4273-9A27-A3535FB889DB}"/>
              </a:ext>
            </a:extLst>
          </p:cNvPr>
          <p:cNvSpPr>
            <a:spLocks noGrp="1"/>
          </p:cNvSpPr>
          <p:nvPr>
            <p:ph type="ftr" sz="quarter" idx="3"/>
          </p:nvPr>
        </p:nvSpPr>
        <p:spPr>
          <a:xfrm>
            <a:off x="432000" y="6365893"/>
            <a:ext cx="4114800" cy="226714"/>
          </a:xfrm>
          <a:prstGeom prst="rect">
            <a:avLst/>
          </a:prstGeom>
        </p:spPr>
        <p:txBody>
          <a:bodyPr vert="horz" lIns="0" tIns="0" rIns="0" bIns="0" rtlCol="0" anchor="ctr"/>
          <a:lstStyle>
            <a:lvl1pPr algn="l">
              <a:defRPr sz="1200">
                <a:solidFill>
                  <a:schemeClr val="tx1">
                    <a:lumMod val="75000"/>
                    <a:lumOff val="25000"/>
                  </a:schemeClr>
                </a:solidFill>
              </a:defRPr>
            </a:lvl1pPr>
          </a:lstStyle>
          <a:p>
            <a:r>
              <a:rPr lang="en-US" noProof="0" dirty="0"/>
              <a:t>FOOTER TITLE</a:t>
            </a:r>
          </a:p>
        </p:txBody>
      </p:sp>
      <p:sp>
        <p:nvSpPr>
          <p:cNvPr id="4" name="Slide Number Placeholder 3">
            <a:extLst>
              <a:ext uri="{FF2B5EF4-FFF2-40B4-BE49-F238E27FC236}">
                <a16:creationId xmlns:a16="http://schemas.microsoft.com/office/drawing/2014/main" id="{215F7E44-8ABB-4ABE-998C-AFEFE7AA0503}"/>
              </a:ext>
            </a:extLst>
          </p:cNvPr>
          <p:cNvSpPr>
            <a:spLocks noGrp="1"/>
          </p:cNvSpPr>
          <p:nvPr>
            <p:ph type="sldNum" sz="quarter" idx="4"/>
          </p:nvPr>
        </p:nvSpPr>
        <p:spPr>
          <a:xfrm>
            <a:off x="10917936" y="6385422"/>
            <a:ext cx="843264" cy="288000"/>
          </a:xfrm>
          <a:prstGeom prst="rect">
            <a:avLst/>
          </a:prstGeom>
          <a:noFill/>
        </p:spPr>
        <p:txBody>
          <a:bodyPr lIns="0" tIns="0" rIns="0" bIns="0" anchor="ctr"/>
          <a:lstStyle>
            <a:lvl1pPr algn="r">
              <a:defRPr lang="en-ZA" sz="1000" b="0" smtClean="0">
                <a:solidFill>
                  <a:sysClr val="windowText" lastClr="000000"/>
                </a:solidFill>
              </a:defRPr>
            </a:lvl1pPr>
          </a:lstStyle>
          <a:p>
            <a:fld id="{B67B645E-C5E5-4727-B977-D372A0AA71D9}" type="slidenum">
              <a:rPr lang="en-US" smtClean="0"/>
              <a:pPr/>
              <a:t>‹#›</a:t>
            </a:fld>
            <a:endParaRPr lang="en-US" dirty="0"/>
          </a:p>
        </p:txBody>
      </p:sp>
    </p:spTree>
    <p:extLst>
      <p:ext uri="{BB962C8B-B14F-4D97-AF65-F5344CB8AC3E}">
        <p14:creationId xmlns:p14="http://schemas.microsoft.com/office/powerpoint/2010/main" val="946163275"/>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Lst>
  <p:hf hdr="0" ftr="0" dt="0"/>
  <p:txStyles>
    <p:titleStyle>
      <a:lvl1pPr algn="l" defTabSz="914400" rtl="0" eaLnBrk="1" latinLnBrk="0" hangingPunct="1">
        <a:lnSpc>
          <a:spcPct val="90000"/>
        </a:lnSpc>
        <a:spcBef>
          <a:spcPct val="0"/>
        </a:spcBef>
        <a:buNone/>
        <a:defRPr lang="en-ZA" sz="3200" b="1" kern="1200" spc="-150" dirty="0">
          <a:solidFill>
            <a:schemeClr val="tx1">
              <a:lumMod val="85000"/>
              <a:lumOff val="15000"/>
            </a:schemeClr>
          </a:solidFill>
          <a:latin typeface="+mj-lt"/>
          <a:ea typeface="+mj-ea"/>
          <a:cs typeface="+mj-cs"/>
        </a:defRPr>
      </a:lvl1pPr>
    </p:titleStyle>
    <p:bodyStyle>
      <a:lvl1pPr marL="347472" indent="-347472" algn="l" defTabSz="914400" rtl="0" eaLnBrk="1" latinLnBrk="0" hangingPunct="1">
        <a:lnSpc>
          <a:spcPct val="90000"/>
        </a:lnSpc>
        <a:spcBef>
          <a:spcPts val="0"/>
        </a:spcBef>
        <a:spcAft>
          <a:spcPts val="1800"/>
        </a:spcAft>
        <a:buSzPct val="75000"/>
        <a:buFont typeface="Arial" panose="020B0604020202020204" pitchFamily="34" charset="0"/>
        <a:buChar char="•"/>
        <a:defRPr sz="2000" kern="1200">
          <a:solidFill>
            <a:schemeClr val="tx1">
              <a:lumMod val="75000"/>
              <a:lumOff val="25000"/>
            </a:schemeClr>
          </a:solidFill>
          <a:latin typeface="+mn-lt"/>
          <a:ea typeface="+mn-ea"/>
          <a:cs typeface="+mn-cs"/>
        </a:defRPr>
      </a:lvl1pPr>
      <a:lvl2pPr marL="731520" indent="-347472" algn="l" defTabSz="914400" rtl="0" eaLnBrk="1" latinLnBrk="0" hangingPunct="1">
        <a:lnSpc>
          <a:spcPct val="90000"/>
        </a:lnSpc>
        <a:spcBef>
          <a:spcPts val="500"/>
        </a:spcBef>
        <a:buSzPct val="75000"/>
        <a:buFont typeface="Arial" panose="020B0604020202020204" pitchFamily="34" charset="0"/>
        <a:buChar char="•"/>
        <a:defRPr sz="2000" kern="1200">
          <a:solidFill>
            <a:schemeClr val="tx1">
              <a:lumMod val="75000"/>
              <a:lumOff val="25000"/>
            </a:schemeClr>
          </a:solidFill>
          <a:latin typeface="+mn-lt"/>
          <a:ea typeface="+mn-ea"/>
          <a:cs typeface="+mn-cs"/>
        </a:defRPr>
      </a:lvl2pPr>
      <a:lvl3pPr marL="1097280" indent="-347472" algn="l" defTabSz="914400" rtl="0" eaLnBrk="1" latinLnBrk="0" hangingPunct="1">
        <a:lnSpc>
          <a:spcPct val="90000"/>
        </a:lnSpc>
        <a:spcBef>
          <a:spcPts val="500"/>
        </a:spcBef>
        <a:buSzPct val="75000"/>
        <a:buFont typeface="Arial" panose="020B0604020202020204" pitchFamily="34" charset="0"/>
        <a:buChar char="•"/>
        <a:defRPr sz="1800" kern="1200">
          <a:solidFill>
            <a:schemeClr val="tx1">
              <a:lumMod val="75000"/>
              <a:lumOff val="25000"/>
            </a:schemeClr>
          </a:solidFill>
          <a:latin typeface="+mn-lt"/>
          <a:ea typeface="+mn-ea"/>
          <a:cs typeface="+mn-cs"/>
        </a:defRPr>
      </a:lvl3pPr>
      <a:lvl4pPr marL="1463040" indent="-347472" algn="l" defTabSz="914400" rtl="0" eaLnBrk="1" latinLnBrk="0" hangingPunct="1">
        <a:lnSpc>
          <a:spcPct val="90000"/>
        </a:lnSpc>
        <a:spcBef>
          <a:spcPts val="500"/>
        </a:spcBef>
        <a:buSzPct val="75000"/>
        <a:buFont typeface="Arial" panose="020B0604020202020204" pitchFamily="34" charset="0"/>
        <a:buChar char="•"/>
        <a:defRPr sz="1800" kern="1200">
          <a:solidFill>
            <a:schemeClr val="tx1">
              <a:lumMod val="75000"/>
              <a:lumOff val="25000"/>
            </a:schemeClr>
          </a:solidFill>
          <a:latin typeface="+mn-lt"/>
          <a:ea typeface="+mn-ea"/>
          <a:cs typeface="+mn-cs"/>
        </a:defRPr>
      </a:lvl4pPr>
      <a:lvl5pPr marL="1828800" indent="-347472" algn="l" defTabSz="914400" rtl="0" eaLnBrk="1" latinLnBrk="0" hangingPunct="1">
        <a:lnSpc>
          <a:spcPct val="90000"/>
        </a:lnSpc>
        <a:spcBef>
          <a:spcPts val="500"/>
        </a:spcBef>
        <a:buSzPct val="75000"/>
        <a:buFont typeface="Arial" panose="020B0604020202020204" pitchFamily="34" charset="0"/>
        <a:buChar char="•"/>
        <a:defRPr sz="16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 Id="rId3"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F917E-922A-1054-6306-D37C378F1165}"/>
              </a:ext>
            </a:extLst>
          </p:cNvPr>
          <p:cNvSpPr>
            <a:spLocks noGrp="1"/>
          </p:cNvSpPr>
          <p:nvPr>
            <p:ph type="title"/>
          </p:nvPr>
        </p:nvSpPr>
        <p:spPr>
          <a:xfrm>
            <a:off x="841248" y="841248"/>
            <a:ext cx="10479024" cy="557784"/>
          </a:xfrm>
        </p:spPr>
        <p:txBody>
          <a:bodyPr/>
          <a:lstStyle/>
          <a:p>
            <a:r>
              <a:rPr lang="en-US" dirty="0"/>
              <a:t>Q4 MARKET ANALYSIS</a:t>
            </a:r>
            <a:br>
              <a:rPr lang="en-US" dirty="0"/>
            </a:br>
            <a:endParaRPr lang="en-US" dirty="0"/>
          </a:p>
        </p:txBody>
      </p:sp>
      <p:sp>
        <p:nvSpPr>
          <p:cNvPr id="3" name="Text Placeholder 2">
            <a:extLst>
              <a:ext uri="{FF2B5EF4-FFF2-40B4-BE49-F238E27FC236}">
                <a16:creationId xmlns:a16="http://schemas.microsoft.com/office/drawing/2014/main" id="{1C3D50B0-02F8-A1E6-8A67-C0B7034A4743}"/>
              </a:ext>
            </a:extLst>
          </p:cNvPr>
          <p:cNvSpPr>
            <a:spLocks noGrp="1"/>
          </p:cNvSpPr>
          <p:nvPr>
            <p:ph type="body" sz="quarter" idx="10"/>
          </p:nvPr>
        </p:nvSpPr>
        <p:spPr>
          <a:xfrm>
            <a:off x="841247" y="1536192"/>
            <a:ext cx="10479215" cy="4480560"/>
          </a:xfrm>
        </p:spPr>
        <p:txBody>
          <a:bodyPr/>
          <a:lstStyle/>
          <a:p>
            <a:r>
              <a:rPr lang="en-US" dirty="0"/>
              <a:t>Business </a:t>
            </a:r>
            <a:br>
              <a:rPr lang="en-US" dirty="0"/>
            </a:br>
            <a:r>
              <a:rPr lang="en-US" dirty="0"/>
              <a:t>presentation</a:t>
            </a:r>
          </a:p>
          <a:p>
            <a:endParaRPr lang="en-US" dirty="0"/>
          </a:p>
        </p:txBody>
      </p:sp>
    </p:spTree>
    <p:extLst>
      <p:ext uri="{BB962C8B-B14F-4D97-AF65-F5344CB8AC3E}">
        <p14:creationId xmlns:p14="http://schemas.microsoft.com/office/powerpoint/2010/main" val="15169996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76923F-2B95-8D5A-8578-DBC0FC0DCEA8}"/>
              </a:ext>
            </a:extLst>
          </p:cNvPr>
          <p:cNvSpPr>
            <a:spLocks noGrp="1"/>
          </p:cNvSpPr>
          <p:nvPr>
            <p:ph type="title"/>
          </p:nvPr>
        </p:nvSpPr>
        <p:spPr>
          <a:xfrm>
            <a:off x="841248" y="841248"/>
            <a:ext cx="10479024" cy="557784"/>
          </a:xfrm>
        </p:spPr>
        <p:txBody>
          <a:bodyPr/>
          <a:lstStyle/>
          <a:p>
            <a:r>
              <a:rPr lang="en-US" dirty="0"/>
              <a:t>Agenda</a:t>
            </a:r>
          </a:p>
        </p:txBody>
      </p:sp>
      <p:sp>
        <p:nvSpPr>
          <p:cNvPr id="5" name="Text Placeholder 4">
            <a:extLst>
              <a:ext uri="{FF2B5EF4-FFF2-40B4-BE49-F238E27FC236}">
                <a16:creationId xmlns:a16="http://schemas.microsoft.com/office/drawing/2014/main" id="{DFFF7AA9-7C16-A939-67C8-DF700FEF7D83}"/>
              </a:ext>
            </a:extLst>
          </p:cNvPr>
          <p:cNvSpPr>
            <a:spLocks noGrp="1"/>
          </p:cNvSpPr>
          <p:nvPr>
            <p:ph sz="quarter" idx="13"/>
          </p:nvPr>
        </p:nvSpPr>
        <p:spPr>
          <a:xfrm>
            <a:off x="841248" y="1536827"/>
            <a:ext cx="6556375" cy="4479925"/>
          </a:xfrm>
        </p:spPr>
        <p:txBody>
          <a:bodyPr/>
          <a:lstStyle/>
          <a:p>
            <a:r>
              <a:rPr lang="en-US" dirty="0"/>
              <a:t>Growth strategy</a:t>
            </a:r>
          </a:p>
          <a:p>
            <a:r>
              <a:rPr lang="en-US" dirty="0"/>
              <a:t>Market analysis</a:t>
            </a:r>
          </a:p>
          <a:p>
            <a:r>
              <a:rPr lang="en-US" dirty="0"/>
              <a:t>Financial overview</a:t>
            </a:r>
          </a:p>
          <a:p>
            <a:r>
              <a:rPr lang="en-US" dirty="0"/>
              <a:t>Innovative solutions</a:t>
            </a:r>
          </a:p>
          <a:p>
            <a:r>
              <a:rPr lang="en-US" dirty="0"/>
              <a:t>Future initiatives</a:t>
            </a:r>
          </a:p>
          <a:p>
            <a:endParaRPr lang="en-US" dirty="0"/>
          </a:p>
        </p:txBody>
      </p:sp>
      <p:sp>
        <p:nvSpPr>
          <p:cNvPr id="4" name="Slide Number Placeholder 3">
            <a:extLst>
              <a:ext uri="{FF2B5EF4-FFF2-40B4-BE49-F238E27FC236}">
                <a16:creationId xmlns:a16="http://schemas.microsoft.com/office/drawing/2014/main" id="{58FEA6BC-F3A8-6DDC-F1F8-6348F54E8BE2}"/>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2</a:t>
            </a:fld>
            <a:endParaRPr lang="en-US" dirty="0"/>
          </a:p>
        </p:txBody>
      </p:sp>
    </p:spTree>
    <p:extLst>
      <p:ext uri="{BB962C8B-B14F-4D97-AF65-F5344CB8AC3E}">
        <p14:creationId xmlns:p14="http://schemas.microsoft.com/office/powerpoint/2010/main" val="41326346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1F36F11-A50A-4347-9430-9522EAFCAB77}"/>
              </a:ext>
            </a:extLst>
          </p:cNvPr>
          <p:cNvSpPr>
            <a:spLocks noGrp="1"/>
          </p:cNvSpPr>
          <p:nvPr>
            <p:ph type="title"/>
          </p:nvPr>
        </p:nvSpPr>
        <p:spPr>
          <a:xfrm>
            <a:off x="841248" y="841248"/>
            <a:ext cx="6931152" cy="557784"/>
          </a:xfrm>
        </p:spPr>
        <p:txBody>
          <a:bodyPr/>
          <a:lstStyle/>
          <a:p>
            <a:r>
              <a:rPr lang="en-US" dirty="0"/>
              <a:t>NAVIGATE THE FUTURE</a:t>
            </a:r>
            <a:br>
              <a:rPr lang="en-US" dirty="0"/>
            </a:br>
            <a:br>
              <a:rPr lang="en-US" dirty="0"/>
            </a:br>
            <a:endParaRPr lang="en-US" dirty="0"/>
          </a:p>
        </p:txBody>
      </p:sp>
      <p:sp>
        <p:nvSpPr>
          <p:cNvPr id="4" name="Text Placeholder 3">
            <a:extLst>
              <a:ext uri="{FF2B5EF4-FFF2-40B4-BE49-F238E27FC236}">
                <a16:creationId xmlns:a16="http://schemas.microsoft.com/office/drawing/2014/main" id="{9A1E0E93-C6B0-0C8B-16D2-354982229DB1}"/>
              </a:ext>
            </a:extLst>
          </p:cNvPr>
          <p:cNvSpPr>
            <a:spLocks noGrp="1"/>
          </p:cNvSpPr>
          <p:nvPr>
            <p:ph type="body" sz="quarter" idx="10"/>
          </p:nvPr>
        </p:nvSpPr>
        <p:spPr>
          <a:xfrm>
            <a:off x="841247" y="1536192"/>
            <a:ext cx="6931152" cy="4480560"/>
          </a:xfrm>
        </p:spPr>
        <p:txBody>
          <a:bodyPr/>
          <a:lstStyle/>
          <a:p>
            <a:r>
              <a:rPr lang="en-US" dirty="0"/>
              <a:t>Strategies</a:t>
            </a:r>
            <a:br>
              <a:rPr lang="en-US" dirty="0"/>
            </a:br>
            <a:r>
              <a:rPr lang="en-US" dirty="0"/>
              <a:t>for growth</a:t>
            </a:r>
          </a:p>
          <a:p>
            <a:endParaRPr lang="en-US" dirty="0"/>
          </a:p>
        </p:txBody>
      </p:sp>
      <p:pic>
        <p:nvPicPr>
          <p:cNvPr id="5" name="Picture Placeholder 4" descr="Group of people looking at laptop">
            <a:extLst>
              <a:ext uri="{FF2B5EF4-FFF2-40B4-BE49-F238E27FC236}">
                <a16:creationId xmlns:a16="http://schemas.microsoft.com/office/drawing/2014/main" id="{7D207226-A30E-B460-3601-8BA75215004A}"/>
              </a:ext>
            </a:extLst>
          </p:cNvPr>
          <p:cNvPicPr>
            <a:picLocks noGrp="1" noChangeAspect="1"/>
          </p:cNvPicPr>
          <p:nvPr>
            <p:ph type="pic" sz="quarter" idx="11"/>
          </p:nvPr>
        </p:nvPicPr>
        <p:blipFill>
          <a:blip r:embed="rId2"/>
          <a:srcRect t="12" b="12"/>
          <a:stretch/>
        </p:blipFill>
        <p:spPr>
          <a:xfrm>
            <a:off x="6111240" y="2231136"/>
            <a:ext cx="6080760" cy="4626864"/>
          </a:xfrm>
        </p:spPr>
      </p:pic>
    </p:spTree>
    <p:extLst>
      <p:ext uri="{BB962C8B-B14F-4D97-AF65-F5344CB8AC3E}">
        <p14:creationId xmlns:p14="http://schemas.microsoft.com/office/powerpoint/2010/main" val="17465209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34DAF-F207-3061-24D6-6AFF552418DC}"/>
              </a:ext>
            </a:extLst>
          </p:cNvPr>
          <p:cNvSpPr>
            <a:spLocks noGrp="1"/>
          </p:cNvSpPr>
          <p:nvPr>
            <p:ph type="title"/>
          </p:nvPr>
        </p:nvSpPr>
        <p:spPr>
          <a:xfrm>
            <a:off x="841248" y="841248"/>
            <a:ext cx="10479024" cy="557784"/>
          </a:xfrm>
        </p:spPr>
        <p:txBody>
          <a:bodyPr/>
          <a:lstStyle/>
          <a:p>
            <a:r>
              <a:rPr lang="en-US" dirty="0"/>
              <a:t>CURRENT MARKET ANALYSIS</a:t>
            </a:r>
            <a:br>
              <a:rPr lang="en-US" dirty="0"/>
            </a:br>
            <a:endParaRPr lang="en-US" dirty="0"/>
          </a:p>
        </p:txBody>
      </p:sp>
      <p:sp>
        <p:nvSpPr>
          <p:cNvPr id="5" name="Content Placeholder 4">
            <a:extLst>
              <a:ext uri="{FF2B5EF4-FFF2-40B4-BE49-F238E27FC236}">
                <a16:creationId xmlns:a16="http://schemas.microsoft.com/office/drawing/2014/main" id="{8A94AC61-4F6E-98E2-D42B-F2114BBA120D}"/>
              </a:ext>
            </a:extLst>
          </p:cNvPr>
          <p:cNvSpPr>
            <a:spLocks noGrp="1"/>
          </p:cNvSpPr>
          <p:nvPr>
            <p:ph sz="quarter" idx="13"/>
          </p:nvPr>
        </p:nvSpPr>
        <p:spPr>
          <a:xfrm>
            <a:off x="841248" y="1536827"/>
            <a:ext cx="6556375" cy="4479925"/>
          </a:xfrm>
        </p:spPr>
        <p:txBody>
          <a:bodyPr/>
          <a:lstStyle/>
          <a:p>
            <a:r>
              <a:rPr lang="en-US" dirty="0"/>
              <a:t>We have identified important key trends that demand our attention.</a:t>
            </a:r>
          </a:p>
          <a:p>
            <a:r>
              <a:rPr lang="en-US" dirty="0"/>
              <a:t>Data reveals a steady increase in consumer demand for sustainable products, presenting an opportunity for our eco-friendly offerings.</a:t>
            </a:r>
          </a:p>
          <a:p>
            <a:r>
              <a:rPr lang="en-US" dirty="0"/>
              <a:t>Our competitors are now focusing on digital marketing strategies, suggesting a shift in consumer behavior.</a:t>
            </a:r>
          </a:p>
          <a:p>
            <a:r>
              <a:rPr lang="en-US" dirty="0"/>
              <a:t>Understanding these nuanced dynamics positions us to adapt and capitalize on emerging market preferences.</a:t>
            </a:r>
          </a:p>
          <a:p>
            <a:endParaRPr lang="en-US" dirty="0"/>
          </a:p>
        </p:txBody>
      </p:sp>
      <p:sp>
        <p:nvSpPr>
          <p:cNvPr id="4" name="Slide Number Placeholder 3">
            <a:extLst>
              <a:ext uri="{FF2B5EF4-FFF2-40B4-BE49-F238E27FC236}">
                <a16:creationId xmlns:a16="http://schemas.microsoft.com/office/drawing/2014/main" id="{D04F9477-0E09-541A-1BEE-18EAF43FE06E}"/>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4</a:t>
            </a:fld>
            <a:endParaRPr lang="en-US" dirty="0"/>
          </a:p>
        </p:txBody>
      </p:sp>
    </p:spTree>
    <p:extLst>
      <p:ext uri="{BB962C8B-B14F-4D97-AF65-F5344CB8AC3E}">
        <p14:creationId xmlns:p14="http://schemas.microsoft.com/office/powerpoint/2010/main" val="36884750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2CB087B-CB5E-35C5-3AD8-D1A6E1AF8260}"/>
              </a:ext>
            </a:extLst>
          </p:cNvPr>
          <p:cNvSpPr>
            <a:spLocks noGrp="1"/>
          </p:cNvSpPr>
          <p:nvPr>
            <p:ph type="title"/>
          </p:nvPr>
        </p:nvSpPr>
        <p:spPr>
          <a:xfrm>
            <a:off x="841248" y="841248"/>
            <a:ext cx="10479024" cy="557784"/>
          </a:xfrm>
        </p:spPr>
        <p:txBody>
          <a:bodyPr/>
          <a:lstStyle/>
          <a:p>
            <a:r>
              <a:rPr lang="en-US" dirty="0"/>
              <a:t>UNLOCKING NEW HORIZONS</a:t>
            </a:r>
            <a:br>
              <a:rPr lang="en-US" dirty="0"/>
            </a:br>
            <a:endParaRPr lang="en-US" dirty="0"/>
          </a:p>
        </p:txBody>
      </p:sp>
      <p:sp>
        <p:nvSpPr>
          <p:cNvPr id="4" name="Text Placeholder 3">
            <a:extLst>
              <a:ext uri="{FF2B5EF4-FFF2-40B4-BE49-F238E27FC236}">
                <a16:creationId xmlns:a16="http://schemas.microsoft.com/office/drawing/2014/main" id="{DA26DA25-1172-208C-2C26-5E3AF67E11D5}"/>
              </a:ext>
            </a:extLst>
          </p:cNvPr>
          <p:cNvSpPr>
            <a:spLocks noGrp="1"/>
          </p:cNvSpPr>
          <p:nvPr>
            <p:ph type="body" sz="quarter" idx="10"/>
          </p:nvPr>
        </p:nvSpPr>
        <p:spPr>
          <a:xfrm>
            <a:off x="841247" y="1536192"/>
            <a:ext cx="10479024" cy="2679192"/>
          </a:xfrm>
        </p:spPr>
        <p:txBody>
          <a:bodyPr/>
          <a:lstStyle/>
          <a:p>
            <a:r>
              <a:rPr lang="en-US" dirty="0"/>
              <a:t>Market </a:t>
            </a:r>
            <a:br>
              <a:rPr lang="en-US" dirty="0"/>
            </a:br>
            <a:r>
              <a:rPr lang="en-US" dirty="0"/>
              <a:t>expansion</a:t>
            </a:r>
          </a:p>
          <a:p>
            <a:endParaRPr lang="en-US" dirty="0"/>
          </a:p>
        </p:txBody>
      </p:sp>
      <p:pic>
        <p:nvPicPr>
          <p:cNvPr id="8" name="Picture Placeholder 7" descr="Chairs and umbrellas next to a pool">
            <a:extLst>
              <a:ext uri="{FF2B5EF4-FFF2-40B4-BE49-F238E27FC236}">
                <a16:creationId xmlns:a16="http://schemas.microsoft.com/office/drawing/2014/main" id="{A5263C2E-2D90-6117-E5AF-011208E7AF59}"/>
              </a:ext>
            </a:extLst>
          </p:cNvPr>
          <p:cNvPicPr>
            <a:picLocks noGrp="1" noChangeAspect="1"/>
          </p:cNvPicPr>
          <p:nvPr>
            <p:ph type="pic" sz="quarter" idx="11"/>
          </p:nvPr>
        </p:nvPicPr>
        <p:blipFill>
          <a:blip r:embed="rId2"/>
          <a:srcRect l="9" r="9"/>
          <a:stretch/>
        </p:blipFill>
        <p:spPr>
          <a:xfrm>
            <a:off x="0" y="4462272"/>
            <a:ext cx="12188952" cy="2395728"/>
          </a:xfrm>
        </p:spPr>
      </p:pic>
    </p:spTree>
    <p:extLst>
      <p:ext uri="{BB962C8B-B14F-4D97-AF65-F5344CB8AC3E}">
        <p14:creationId xmlns:p14="http://schemas.microsoft.com/office/powerpoint/2010/main" val="17091804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4D1FD-9CC8-4CB0-8247-CFAB90695FE8}"/>
              </a:ext>
            </a:extLst>
          </p:cNvPr>
          <p:cNvSpPr>
            <a:spLocks noGrp="1"/>
          </p:cNvSpPr>
          <p:nvPr>
            <p:ph type="title"/>
          </p:nvPr>
        </p:nvSpPr>
        <p:spPr>
          <a:xfrm>
            <a:off x="841248" y="841248"/>
            <a:ext cx="10479024" cy="557784"/>
          </a:xfrm>
        </p:spPr>
        <p:txBody>
          <a:bodyPr/>
          <a:lstStyle/>
          <a:p>
            <a:r>
              <a:rPr lang="en-US" dirty="0"/>
              <a:t>PRODUCT LAUNCH</a:t>
            </a:r>
            <a:br>
              <a:rPr lang="en-US" dirty="0"/>
            </a:br>
            <a:endParaRPr lang="en-US" dirty="0"/>
          </a:p>
        </p:txBody>
      </p:sp>
      <p:sp>
        <p:nvSpPr>
          <p:cNvPr id="5" name="Content Placeholder 4">
            <a:extLst>
              <a:ext uri="{FF2B5EF4-FFF2-40B4-BE49-F238E27FC236}">
                <a16:creationId xmlns:a16="http://schemas.microsoft.com/office/drawing/2014/main" id="{CCAD0987-D595-9D33-A24C-ED016A62A8BD}"/>
              </a:ext>
            </a:extLst>
          </p:cNvPr>
          <p:cNvSpPr>
            <a:spLocks noGrp="1"/>
          </p:cNvSpPr>
          <p:nvPr>
            <p:ph sz="quarter" idx="13"/>
          </p:nvPr>
        </p:nvSpPr>
        <p:spPr>
          <a:xfrm>
            <a:off x="841248" y="1536827"/>
            <a:ext cx="2862072" cy="4479925"/>
          </a:xfrm>
        </p:spPr>
        <p:txBody>
          <a:bodyPr/>
          <a:lstStyle/>
          <a:p>
            <a:r>
              <a:rPr lang="en-US" dirty="0"/>
              <a:t>Currently gearing up for a ground-breaking launch </a:t>
            </a:r>
          </a:p>
          <a:p>
            <a:r>
              <a:rPr lang="en-US" dirty="0"/>
              <a:t>Our new offerings will captivate the market</a:t>
            </a:r>
          </a:p>
          <a:p>
            <a:r>
              <a:rPr lang="en-US" dirty="0"/>
              <a:t>Our marketing campaign will generate anticipation</a:t>
            </a:r>
          </a:p>
          <a:p>
            <a:endParaRPr lang="en-US" dirty="0"/>
          </a:p>
        </p:txBody>
      </p:sp>
      <p:sp>
        <p:nvSpPr>
          <p:cNvPr id="13" name="Text Placeholder 12">
            <a:extLst>
              <a:ext uri="{FF2B5EF4-FFF2-40B4-BE49-F238E27FC236}">
                <a16:creationId xmlns:a16="http://schemas.microsoft.com/office/drawing/2014/main" id="{630775B9-3753-DF33-4334-9918E70D89CA}"/>
              </a:ext>
            </a:extLst>
          </p:cNvPr>
          <p:cNvSpPr>
            <a:spLocks noGrp="1"/>
          </p:cNvSpPr>
          <p:nvPr>
            <p:ph type="body" sz="quarter" idx="15"/>
          </p:nvPr>
        </p:nvSpPr>
        <p:spPr>
          <a:xfrm>
            <a:off x="4791455" y="1536826"/>
            <a:ext cx="5650992" cy="557784"/>
          </a:xfrm>
        </p:spPr>
        <p:txBody>
          <a:bodyPr/>
          <a:lstStyle/>
          <a:p>
            <a:r>
              <a:rPr lang="en-US" dirty="0"/>
              <a:t>Product launch timeline</a:t>
            </a:r>
          </a:p>
          <a:p>
            <a:endParaRPr lang="en-US" dirty="0"/>
          </a:p>
        </p:txBody>
      </p:sp>
      <p:graphicFrame>
        <p:nvGraphicFramePr>
          <p:cNvPr id="7" name="Content Placeholder 6" descr="A timeline of the product launch">
            <a:extLst>
              <a:ext uri="{FF2B5EF4-FFF2-40B4-BE49-F238E27FC236}">
                <a16:creationId xmlns:a16="http://schemas.microsoft.com/office/drawing/2014/main" id="{7C6232C6-2D10-0E10-D9E1-9A3759D68BAF}"/>
              </a:ext>
            </a:extLst>
          </p:cNvPr>
          <p:cNvGraphicFramePr>
            <a:graphicFrameLocks noGrp="1"/>
          </p:cNvGraphicFramePr>
          <p:nvPr>
            <p:ph sz="quarter" idx="14"/>
            <p:extLst>
              <p:ext uri="{D42A27DB-BD31-4B8C-83A1-F6EECF244321}">
                <p14:modId xmlns:p14="http://schemas.microsoft.com/office/powerpoint/2010/main" val="3343374423"/>
              </p:ext>
            </p:extLst>
          </p:nvPr>
        </p:nvGraphicFramePr>
        <p:xfrm>
          <a:off x="4791075" y="2266950"/>
          <a:ext cx="5651500" cy="37687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Slide Number Placeholder 3">
            <a:extLst>
              <a:ext uri="{FF2B5EF4-FFF2-40B4-BE49-F238E27FC236}">
                <a16:creationId xmlns:a16="http://schemas.microsoft.com/office/drawing/2014/main" id="{FE7814C5-5D60-0866-7B45-798BC7C8D1CB}"/>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6</a:t>
            </a:fld>
            <a:endParaRPr lang="en-US" dirty="0"/>
          </a:p>
        </p:txBody>
      </p:sp>
    </p:spTree>
    <p:extLst>
      <p:ext uri="{BB962C8B-B14F-4D97-AF65-F5344CB8AC3E}">
        <p14:creationId xmlns:p14="http://schemas.microsoft.com/office/powerpoint/2010/main" val="89773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65D67-56B9-4DBB-5270-4A51BFCDAB62}"/>
              </a:ext>
            </a:extLst>
          </p:cNvPr>
          <p:cNvSpPr>
            <a:spLocks noGrp="1"/>
          </p:cNvSpPr>
          <p:nvPr>
            <p:ph type="title"/>
          </p:nvPr>
        </p:nvSpPr>
        <p:spPr>
          <a:xfrm>
            <a:off x="4764024" y="841248"/>
            <a:ext cx="6556248" cy="557784"/>
          </a:xfrm>
        </p:spPr>
        <p:txBody>
          <a:bodyPr/>
          <a:lstStyle/>
          <a:p>
            <a:r>
              <a:rPr lang="en-US" dirty="0"/>
              <a:t>MARKETING STRATEGIES</a:t>
            </a:r>
            <a:br>
              <a:rPr lang="en-US" dirty="0"/>
            </a:br>
            <a:endParaRPr lang="en-US" dirty="0"/>
          </a:p>
        </p:txBody>
      </p:sp>
      <p:pic>
        <p:nvPicPr>
          <p:cNvPr id="7" name="Picture Placeholder 6" descr="Person holding phone with a picture of their food">
            <a:extLst>
              <a:ext uri="{FF2B5EF4-FFF2-40B4-BE49-F238E27FC236}">
                <a16:creationId xmlns:a16="http://schemas.microsoft.com/office/drawing/2014/main" id="{F89C4B25-25A4-FEDF-38C8-1E468838E75B}"/>
              </a:ext>
            </a:extLst>
          </p:cNvPr>
          <p:cNvPicPr>
            <a:picLocks noGrp="1" noChangeAspect="1"/>
          </p:cNvPicPr>
          <p:nvPr>
            <p:ph type="pic" sz="quarter" idx="14"/>
          </p:nvPr>
        </p:nvPicPr>
        <p:blipFill>
          <a:blip r:embed="rId2"/>
          <a:srcRect t="57" b="57"/>
          <a:stretch/>
        </p:blipFill>
        <p:spPr>
          <a:xfrm>
            <a:off x="0" y="836676"/>
            <a:ext cx="3785616" cy="5184648"/>
          </a:xfrm>
        </p:spPr>
      </p:pic>
      <p:sp>
        <p:nvSpPr>
          <p:cNvPr id="5" name="Content Placeholder 4">
            <a:extLst>
              <a:ext uri="{FF2B5EF4-FFF2-40B4-BE49-F238E27FC236}">
                <a16:creationId xmlns:a16="http://schemas.microsoft.com/office/drawing/2014/main" id="{B0A99276-CD22-5991-4B69-10020DC79669}"/>
              </a:ext>
            </a:extLst>
          </p:cNvPr>
          <p:cNvSpPr>
            <a:spLocks noGrp="1"/>
          </p:cNvSpPr>
          <p:nvPr>
            <p:ph sz="quarter" idx="13"/>
          </p:nvPr>
        </p:nvSpPr>
        <p:spPr>
          <a:xfrm>
            <a:off x="4764023" y="1536827"/>
            <a:ext cx="6556247" cy="4479925"/>
          </a:xfrm>
        </p:spPr>
        <p:txBody>
          <a:bodyPr/>
          <a:lstStyle/>
          <a:p>
            <a:r>
              <a:rPr lang="en-US" dirty="0"/>
              <a:t>Implement personalized engagement strategies</a:t>
            </a:r>
          </a:p>
          <a:p>
            <a:r>
              <a:rPr lang="en-US" dirty="0"/>
              <a:t>Tailor campaigns to resonate with specific demographics, fostering a sense of relevance and connection</a:t>
            </a:r>
          </a:p>
          <a:p>
            <a:r>
              <a:rPr lang="en-US" dirty="0"/>
              <a:t>Collaborate with influencers and thought leaders to amplify our brand message</a:t>
            </a:r>
          </a:p>
          <a:p>
            <a:endParaRPr lang="en-US" dirty="0"/>
          </a:p>
        </p:txBody>
      </p:sp>
      <p:sp>
        <p:nvSpPr>
          <p:cNvPr id="4" name="Slide Number Placeholder 3">
            <a:extLst>
              <a:ext uri="{FF2B5EF4-FFF2-40B4-BE49-F238E27FC236}">
                <a16:creationId xmlns:a16="http://schemas.microsoft.com/office/drawing/2014/main" id="{0B7D930E-9FE8-F230-9BDF-13B152862EB4}"/>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7</a:t>
            </a:fld>
            <a:endParaRPr lang="en-US" dirty="0"/>
          </a:p>
        </p:txBody>
      </p:sp>
    </p:spTree>
    <p:extLst>
      <p:ext uri="{BB962C8B-B14F-4D97-AF65-F5344CB8AC3E}">
        <p14:creationId xmlns:p14="http://schemas.microsoft.com/office/powerpoint/2010/main" val="39869982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9ACF3-596C-92A5-7AD1-A2B11C037104}"/>
              </a:ext>
            </a:extLst>
          </p:cNvPr>
          <p:cNvSpPr>
            <a:spLocks noGrp="1"/>
          </p:cNvSpPr>
          <p:nvPr>
            <p:ph type="title"/>
          </p:nvPr>
        </p:nvSpPr>
        <p:spPr>
          <a:xfrm>
            <a:off x="841248" y="841248"/>
            <a:ext cx="10479024" cy="557784"/>
          </a:xfrm>
        </p:spPr>
        <p:txBody>
          <a:bodyPr/>
          <a:lstStyle/>
          <a:p>
            <a:r>
              <a:rPr lang="en-US" dirty="0"/>
              <a:t>FINANCIAL OVERVIEW</a:t>
            </a:r>
            <a:br>
              <a:rPr lang="en-US" dirty="0"/>
            </a:br>
            <a:endParaRPr lang="en-US" dirty="0"/>
          </a:p>
        </p:txBody>
      </p:sp>
      <p:sp>
        <p:nvSpPr>
          <p:cNvPr id="5" name="Content Placeholder 4">
            <a:extLst>
              <a:ext uri="{FF2B5EF4-FFF2-40B4-BE49-F238E27FC236}">
                <a16:creationId xmlns:a16="http://schemas.microsoft.com/office/drawing/2014/main" id="{F275BAFA-03AB-7B89-1CA0-DC09783ECB36}"/>
              </a:ext>
            </a:extLst>
          </p:cNvPr>
          <p:cNvSpPr>
            <a:spLocks noGrp="1"/>
          </p:cNvSpPr>
          <p:nvPr>
            <p:ph sz="quarter" idx="13"/>
          </p:nvPr>
        </p:nvSpPr>
        <p:spPr>
          <a:xfrm>
            <a:off x="841248" y="1536827"/>
            <a:ext cx="2862072" cy="4479925"/>
          </a:xfrm>
        </p:spPr>
        <p:txBody>
          <a:bodyPr/>
          <a:lstStyle/>
          <a:p>
            <a:r>
              <a:rPr lang="en-US" dirty="0"/>
              <a:t>Our financial overview reflects a robust and resilient fiscal performance.</a:t>
            </a:r>
          </a:p>
          <a:p>
            <a:r>
              <a:rPr lang="en-US" dirty="0"/>
              <a:t>Key indicators show consistent revenue growth over the past quarter, attributed to strategic cost management and successful marketing.</a:t>
            </a:r>
          </a:p>
          <a:p>
            <a:endParaRPr lang="en-US" dirty="0"/>
          </a:p>
        </p:txBody>
      </p:sp>
      <p:sp>
        <p:nvSpPr>
          <p:cNvPr id="6" name="Content Placeholder 5">
            <a:extLst>
              <a:ext uri="{FF2B5EF4-FFF2-40B4-BE49-F238E27FC236}">
                <a16:creationId xmlns:a16="http://schemas.microsoft.com/office/drawing/2014/main" id="{8CADD977-4332-7D76-F599-EBBFE0504DF5}"/>
              </a:ext>
            </a:extLst>
          </p:cNvPr>
          <p:cNvSpPr>
            <a:spLocks noGrp="1"/>
          </p:cNvSpPr>
          <p:nvPr>
            <p:ph sz="quarter" idx="14"/>
          </p:nvPr>
        </p:nvSpPr>
        <p:spPr>
          <a:xfrm>
            <a:off x="4791456" y="1536827"/>
            <a:ext cx="5650992" cy="4480560"/>
          </a:xfrm>
        </p:spPr>
        <p:txBody>
          <a:bodyPr/>
          <a:lstStyle/>
          <a:p>
            <a:r>
              <a:rPr lang="en-US" dirty="0"/>
              <a:t>Operating margins have improved, signaling operational efficiency, while strengthening our reserves.</a:t>
            </a:r>
          </a:p>
          <a:p>
            <a:r>
              <a:rPr lang="en-US" dirty="0"/>
              <a:t>This underscores our commitment to financial stability, positioning us for sustained growth. </a:t>
            </a:r>
          </a:p>
          <a:p>
            <a:endParaRPr lang="en-US" dirty="0"/>
          </a:p>
        </p:txBody>
      </p:sp>
      <p:sp>
        <p:nvSpPr>
          <p:cNvPr id="4" name="Slide Number Placeholder 3">
            <a:extLst>
              <a:ext uri="{FF2B5EF4-FFF2-40B4-BE49-F238E27FC236}">
                <a16:creationId xmlns:a16="http://schemas.microsoft.com/office/drawing/2014/main" id="{69EB7C78-0890-627E-C852-B11CAB85CFE7}"/>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8</a:t>
            </a:fld>
            <a:endParaRPr lang="en-US" dirty="0"/>
          </a:p>
        </p:txBody>
      </p:sp>
    </p:spTree>
    <p:extLst>
      <p:ext uri="{BB962C8B-B14F-4D97-AF65-F5344CB8AC3E}">
        <p14:creationId xmlns:p14="http://schemas.microsoft.com/office/powerpoint/2010/main" val="40502818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36F643-9DF2-B730-72CE-75663E4FF0DF}"/>
              </a:ext>
            </a:extLst>
          </p:cNvPr>
          <p:cNvSpPr>
            <a:spLocks noGrp="1"/>
          </p:cNvSpPr>
          <p:nvPr>
            <p:ph type="title"/>
          </p:nvPr>
        </p:nvSpPr>
        <p:spPr>
          <a:xfrm>
            <a:off x="841248" y="841248"/>
            <a:ext cx="10479024" cy="557784"/>
          </a:xfrm>
        </p:spPr>
        <p:txBody>
          <a:bodyPr/>
          <a:lstStyle/>
          <a:p>
            <a:r>
              <a:rPr lang="en-US" dirty="0"/>
              <a:t>QUARTERLY TARGETS</a:t>
            </a:r>
            <a:br>
              <a:rPr lang="en-US" dirty="0"/>
            </a:br>
            <a:endParaRPr lang="en-US" dirty="0"/>
          </a:p>
        </p:txBody>
      </p:sp>
      <p:sp>
        <p:nvSpPr>
          <p:cNvPr id="5" name="Content Placeholder 4">
            <a:extLst>
              <a:ext uri="{FF2B5EF4-FFF2-40B4-BE49-F238E27FC236}">
                <a16:creationId xmlns:a16="http://schemas.microsoft.com/office/drawing/2014/main" id="{AFF29AD4-BB7A-FB89-7276-12ECA4CCCE53}"/>
              </a:ext>
            </a:extLst>
          </p:cNvPr>
          <p:cNvSpPr>
            <a:spLocks noGrp="1"/>
          </p:cNvSpPr>
          <p:nvPr>
            <p:ph sz="quarter" idx="13"/>
          </p:nvPr>
        </p:nvSpPr>
        <p:spPr>
          <a:xfrm>
            <a:off x="841248" y="1536827"/>
            <a:ext cx="2862072" cy="4479925"/>
          </a:xfrm>
        </p:spPr>
        <p:txBody>
          <a:bodyPr/>
          <a:lstStyle/>
          <a:p>
            <a:r>
              <a:rPr lang="en-US" dirty="0"/>
              <a:t>Market expansion</a:t>
            </a:r>
          </a:p>
          <a:p>
            <a:r>
              <a:rPr lang="en-US" dirty="0"/>
              <a:t>Product innovation</a:t>
            </a:r>
          </a:p>
          <a:p>
            <a:r>
              <a:rPr lang="en-US" dirty="0"/>
              <a:t>Customer retention</a:t>
            </a:r>
          </a:p>
          <a:p>
            <a:r>
              <a:rPr lang="en-US" dirty="0"/>
              <a:t>Operational efficiency</a:t>
            </a:r>
          </a:p>
          <a:p>
            <a:endParaRPr lang="en-US" dirty="0"/>
          </a:p>
        </p:txBody>
      </p:sp>
      <p:graphicFrame>
        <p:nvGraphicFramePr>
          <p:cNvPr id="7" name="Table Placeholder 2">
            <a:extLst>
              <a:ext uri="{FF2B5EF4-FFF2-40B4-BE49-F238E27FC236}">
                <a16:creationId xmlns:a16="http://schemas.microsoft.com/office/drawing/2014/main" id="{75CBC584-0DF7-369A-1E66-DDC01BBDB692}"/>
              </a:ext>
            </a:extLst>
          </p:cNvPr>
          <p:cNvGraphicFramePr>
            <a:graphicFrameLocks noGrp="1"/>
          </p:cNvGraphicFramePr>
          <p:nvPr>
            <p:ph sz="quarter" idx="14"/>
            <p:extLst>
              <p:ext uri="{D42A27DB-BD31-4B8C-83A1-F6EECF244321}">
                <p14:modId xmlns:p14="http://schemas.microsoft.com/office/powerpoint/2010/main" val="3428050937"/>
              </p:ext>
            </p:extLst>
          </p:nvPr>
        </p:nvGraphicFramePr>
        <p:xfrm>
          <a:off x="4727575" y="1536700"/>
          <a:ext cx="6591300" cy="4479760"/>
        </p:xfrm>
        <a:graphic>
          <a:graphicData uri="http://schemas.openxmlformats.org/drawingml/2006/table">
            <a:tbl>
              <a:tblPr firstRow="1" bandRow="1">
                <a:tableStyleId>{68D230F3-CF80-4859-8CE7-A43EE81993B5}</a:tableStyleId>
              </a:tblPr>
              <a:tblGrid>
                <a:gridCol w="1647825">
                  <a:extLst>
                    <a:ext uri="{9D8B030D-6E8A-4147-A177-3AD203B41FA5}">
                      <a16:colId xmlns:a16="http://schemas.microsoft.com/office/drawing/2014/main" val="30750867"/>
                    </a:ext>
                  </a:extLst>
                </a:gridCol>
                <a:gridCol w="1647825">
                  <a:extLst>
                    <a:ext uri="{9D8B030D-6E8A-4147-A177-3AD203B41FA5}">
                      <a16:colId xmlns:a16="http://schemas.microsoft.com/office/drawing/2014/main" val="1038941322"/>
                    </a:ext>
                  </a:extLst>
                </a:gridCol>
                <a:gridCol w="1647825">
                  <a:extLst>
                    <a:ext uri="{9D8B030D-6E8A-4147-A177-3AD203B41FA5}">
                      <a16:colId xmlns:a16="http://schemas.microsoft.com/office/drawing/2014/main" val="529645500"/>
                    </a:ext>
                  </a:extLst>
                </a:gridCol>
                <a:gridCol w="1647825">
                  <a:extLst>
                    <a:ext uri="{9D8B030D-6E8A-4147-A177-3AD203B41FA5}">
                      <a16:colId xmlns:a16="http://schemas.microsoft.com/office/drawing/2014/main" val="3469610457"/>
                    </a:ext>
                  </a:extLst>
                </a:gridCol>
              </a:tblGrid>
              <a:tr h="895952">
                <a:tc>
                  <a:txBody>
                    <a:bodyPr/>
                    <a:lstStyle/>
                    <a:p>
                      <a:r>
                        <a:rPr lang="en-US" sz="2000" b="0" i="0" dirty="0">
                          <a:latin typeface="+mn-lt"/>
                        </a:rPr>
                        <a:t>Quarter</a:t>
                      </a:r>
                    </a:p>
                  </a:txBody>
                  <a:tcPr/>
                </a:tc>
                <a:tc>
                  <a:txBody>
                    <a:bodyPr/>
                    <a:lstStyle/>
                    <a:p>
                      <a:r>
                        <a:rPr lang="en-US" sz="2000" b="0" i="0" dirty="0">
                          <a:latin typeface="+mn-lt"/>
                        </a:rPr>
                        <a:t>Revenue growth (%)</a:t>
                      </a:r>
                    </a:p>
                  </a:txBody>
                  <a:tcPr/>
                </a:tc>
                <a:tc>
                  <a:txBody>
                    <a:bodyPr/>
                    <a:lstStyle/>
                    <a:p>
                      <a:r>
                        <a:rPr lang="en-US" sz="2000" b="0" i="0" dirty="0">
                          <a:latin typeface="+mn-lt"/>
                        </a:rPr>
                        <a:t>Market share increase (%)</a:t>
                      </a:r>
                    </a:p>
                  </a:txBody>
                  <a:tcPr/>
                </a:tc>
                <a:tc>
                  <a:txBody>
                    <a:bodyPr/>
                    <a:lstStyle/>
                    <a:p>
                      <a:r>
                        <a:rPr lang="en-US" sz="2000" b="0" i="0" dirty="0">
                          <a:latin typeface="+mn-lt"/>
                        </a:rPr>
                        <a:t>Customer acquisition</a:t>
                      </a:r>
                    </a:p>
                  </a:txBody>
                  <a:tcPr/>
                </a:tc>
                <a:extLst>
                  <a:ext uri="{0D108BD9-81ED-4DB2-BD59-A6C34878D82A}">
                    <a16:rowId xmlns:a16="http://schemas.microsoft.com/office/drawing/2014/main" val="4251432886"/>
                  </a:ext>
                </a:extLst>
              </a:tr>
              <a:tr h="895952">
                <a:tc>
                  <a:txBody>
                    <a:bodyPr/>
                    <a:lstStyle/>
                    <a:p>
                      <a:r>
                        <a:rPr lang="en-US" sz="2000" b="0" i="0" dirty="0">
                          <a:latin typeface="+mn-lt"/>
                        </a:rPr>
                        <a:t>Q1</a:t>
                      </a:r>
                    </a:p>
                  </a:txBody>
                  <a:tcPr/>
                </a:tc>
                <a:tc>
                  <a:txBody>
                    <a:bodyPr/>
                    <a:lstStyle/>
                    <a:p>
                      <a:r>
                        <a:rPr lang="en-US" sz="2000" b="0" i="0" dirty="0">
                          <a:latin typeface="+mn-lt"/>
                        </a:rPr>
                        <a:t>12</a:t>
                      </a:r>
                    </a:p>
                  </a:txBody>
                  <a:tcPr/>
                </a:tc>
                <a:tc>
                  <a:txBody>
                    <a:bodyPr/>
                    <a:lstStyle/>
                    <a:p>
                      <a:r>
                        <a:rPr lang="en-US" sz="2000" b="0" i="0" dirty="0">
                          <a:latin typeface="+mn-lt"/>
                        </a:rPr>
                        <a:t>2</a:t>
                      </a:r>
                    </a:p>
                  </a:txBody>
                  <a:tcPr/>
                </a:tc>
                <a:tc>
                  <a:txBody>
                    <a:bodyPr/>
                    <a:lstStyle/>
                    <a:p>
                      <a:r>
                        <a:rPr lang="en-US" sz="2000" b="0" i="0" dirty="0">
                          <a:latin typeface="+mn-lt"/>
                        </a:rPr>
                        <a:t>500</a:t>
                      </a:r>
                    </a:p>
                  </a:txBody>
                  <a:tcPr/>
                </a:tc>
                <a:extLst>
                  <a:ext uri="{0D108BD9-81ED-4DB2-BD59-A6C34878D82A}">
                    <a16:rowId xmlns:a16="http://schemas.microsoft.com/office/drawing/2014/main" val="360240625"/>
                  </a:ext>
                </a:extLst>
              </a:tr>
              <a:tr h="895952">
                <a:tc>
                  <a:txBody>
                    <a:bodyPr/>
                    <a:lstStyle/>
                    <a:p>
                      <a:r>
                        <a:rPr lang="en-US" sz="2000" b="0" i="0" dirty="0">
                          <a:latin typeface="+mn-lt"/>
                        </a:rPr>
                        <a:t>Q2</a:t>
                      </a:r>
                    </a:p>
                  </a:txBody>
                  <a:tcPr/>
                </a:tc>
                <a:tc>
                  <a:txBody>
                    <a:bodyPr/>
                    <a:lstStyle/>
                    <a:p>
                      <a:r>
                        <a:rPr lang="en-US" sz="2000" b="0" i="0" dirty="0">
                          <a:latin typeface="+mn-lt"/>
                        </a:rPr>
                        <a:t>15</a:t>
                      </a:r>
                    </a:p>
                  </a:txBody>
                  <a:tcPr/>
                </a:tc>
                <a:tc>
                  <a:txBody>
                    <a:bodyPr/>
                    <a:lstStyle/>
                    <a:p>
                      <a:r>
                        <a:rPr lang="en-US" sz="2000" b="0" i="0" dirty="0">
                          <a:latin typeface="+mn-lt"/>
                        </a:rPr>
                        <a:t>3</a:t>
                      </a:r>
                    </a:p>
                  </a:txBody>
                  <a:tcPr/>
                </a:tc>
                <a:tc>
                  <a:txBody>
                    <a:bodyPr/>
                    <a:lstStyle/>
                    <a:p>
                      <a:r>
                        <a:rPr lang="en-US" sz="2000" b="0" i="0" dirty="0">
                          <a:latin typeface="+mn-lt"/>
                        </a:rPr>
                        <a:t>600</a:t>
                      </a:r>
                    </a:p>
                  </a:txBody>
                  <a:tcPr/>
                </a:tc>
                <a:extLst>
                  <a:ext uri="{0D108BD9-81ED-4DB2-BD59-A6C34878D82A}">
                    <a16:rowId xmlns:a16="http://schemas.microsoft.com/office/drawing/2014/main" val="2762393470"/>
                  </a:ext>
                </a:extLst>
              </a:tr>
              <a:tr h="895952">
                <a:tc>
                  <a:txBody>
                    <a:bodyPr/>
                    <a:lstStyle/>
                    <a:p>
                      <a:r>
                        <a:rPr lang="en-US" sz="2000" b="0" i="0" dirty="0">
                          <a:latin typeface="+mn-lt"/>
                        </a:rPr>
                        <a:t>Q3</a:t>
                      </a:r>
                    </a:p>
                  </a:txBody>
                  <a:tcPr/>
                </a:tc>
                <a:tc>
                  <a:txBody>
                    <a:bodyPr/>
                    <a:lstStyle/>
                    <a:p>
                      <a:r>
                        <a:rPr lang="en-US" sz="2000" b="0" i="0" dirty="0">
                          <a:latin typeface="+mn-lt"/>
                        </a:rPr>
                        <a:t>18</a:t>
                      </a:r>
                    </a:p>
                  </a:txBody>
                  <a:tcPr/>
                </a:tc>
                <a:tc>
                  <a:txBody>
                    <a:bodyPr/>
                    <a:lstStyle/>
                    <a:p>
                      <a:r>
                        <a:rPr lang="en-US" sz="2000" b="0" i="0" dirty="0">
                          <a:latin typeface="+mn-lt"/>
                        </a:rPr>
                        <a:t>4</a:t>
                      </a:r>
                    </a:p>
                  </a:txBody>
                  <a:tcPr/>
                </a:tc>
                <a:tc>
                  <a:txBody>
                    <a:bodyPr/>
                    <a:lstStyle/>
                    <a:p>
                      <a:r>
                        <a:rPr lang="en-US" sz="2000" b="0" i="0" dirty="0">
                          <a:latin typeface="+mn-lt"/>
                        </a:rPr>
                        <a:t>700</a:t>
                      </a:r>
                    </a:p>
                  </a:txBody>
                  <a:tcPr/>
                </a:tc>
                <a:extLst>
                  <a:ext uri="{0D108BD9-81ED-4DB2-BD59-A6C34878D82A}">
                    <a16:rowId xmlns:a16="http://schemas.microsoft.com/office/drawing/2014/main" val="1311364400"/>
                  </a:ext>
                </a:extLst>
              </a:tr>
              <a:tr h="895952">
                <a:tc>
                  <a:txBody>
                    <a:bodyPr/>
                    <a:lstStyle/>
                    <a:p>
                      <a:r>
                        <a:rPr lang="en-US" sz="2000" b="0" i="0" dirty="0">
                          <a:latin typeface="+mn-lt"/>
                        </a:rPr>
                        <a:t>Q4</a:t>
                      </a:r>
                    </a:p>
                  </a:txBody>
                  <a:tcPr/>
                </a:tc>
                <a:tc>
                  <a:txBody>
                    <a:bodyPr/>
                    <a:lstStyle/>
                    <a:p>
                      <a:r>
                        <a:rPr lang="en-US" sz="2000" b="0" i="0" dirty="0">
                          <a:latin typeface="+mn-lt"/>
                        </a:rPr>
                        <a:t>20</a:t>
                      </a:r>
                    </a:p>
                  </a:txBody>
                  <a:tcPr/>
                </a:tc>
                <a:tc>
                  <a:txBody>
                    <a:bodyPr/>
                    <a:lstStyle/>
                    <a:p>
                      <a:r>
                        <a:rPr lang="en-US" sz="2000" b="0" i="0" dirty="0">
                          <a:latin typeface="+mn-lt"/>
                        </a:rPr>
                        <a:t>5</a:t>
                      </a:r>
                    </a:p>
                  </a:txBody>
                  <a:tcPr/>
                </a:tc>
                <a:tc>
                  <a:txBody>
                    <a:bodyPr/>
                    <a:lstStyle/>
                    <a:p>
                      <a:r>
                        <a:rPr lang="en-US" sz="2000" b="0" i="0" dirty="0">
                          <a:latin typeface="+mn-lt"/>
                        </a:rPr>
                        <a:t>800</a:t>
                      </a:r>
                    </a:p>
                  </a:txBody>
                  <a:tcPr/>
                </a:tc>
                <a:extLst>
                  <a:ext uri="{0D108BD9-81ED-4DB2-BD59-A6C34878D82A}">
                    <a16:rowId xmlns:a16="http://schemas.microsoft.com/office/drawing/2014/main" val="2526263980"/>
                  </a:ext>
                </a:extLst>
              </a:tr>
            </a:tbl>
          </a:graphicData>
        </a:graphic>
      </p:graphicFrame>
      <p:sp>
        <p:nvSpPr>
          <p:cNvPr id="4" name="Slide Number Placeholder 3">
            <a:extLst>
              <a:ext uri="{FF2B5EF4-FFF2-40B4-BE49-F238E27FC236}">
                <a16:creationId xmlns:a16="http://schemas.microsoft.com/office/drawing/2014/main" id="{D425AA3C-075D-E8DD-D48B-DA9E07CBE09F}"/>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9</a:t>
            </a:fld>
            <a:endParaRPr lang="en-US" dirty="0"/>
          </a:p>
        </p:txBody>
      </p:sp>
    </p:spTree>
    <p:extLst>
      <p:ext uri="{BB962C8B-B14F-4D97-AF65-F5344CB8AC3E}">
        <p14:creationId xmlns:p14="http://schemas.microsoft.com/office/powerpoint/2010/main" val="558281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603ED-5845-9B34-EF4D-77F260C5537F}"/>
              </a:ext>
            </a:extLst>
          </p:cNvPr>
          <p:cNvSpPr>
            <a:spLocks noGrp="1"/>
          </p:cNvSpPr>
          <p:nvPr>
            <p:ph type="title"/>
          </p:nvPr>
        </p:nvSpPr>
        <p:spPr>
          <a:xfrm>
            <a:off x="841248" y="841248"/>
            <a:ext cx="10479024" cy="557784"/>
          </a:xfrm>
        </p:spPr>
        <p:txBody>
          <a:bodyPr/>
          <a:lstStyle/>
          <a:p>
            <a:r>
              <a:rPr lang="en-US" dirty="0"/>
              <a:t>FINANCIAL SNAPSHOT</a:t>
            </a:r>
            <a:br>
              <a:rPr lang="en-US" dirty="0"/>
            </a:br>
            <a:endParaRPr lang="en-US" dirty="0"/>
          </a:p>
        </p:txBody>
      </p:sp>
      <p:graphicFrame>
        <p:nvGraphicFramePr>
          <p:cNvPr id="6" name="Table Placeholder 3">
            <a:extLst>
              <a:ext uri="{FF2B5EF4-FFF2-40B4-BE49-F238E27FC236}">
                <a16:creationId xmlns:a16="http://schemas.microsoft.com/office/drawing/2014/main" id="{29F1D68E-A6BD-BBAF-E58E-99086D82D066}"/>
              </a:ext>
            </a:extLst>
          </p:cNvPr>
          <p:cNvGraphicFramePr>
            <a:graphicFrameLocks noGrp="1"/>
          </p:cNvGraphicFramePr>
          <p:nvPr>
            <p:ph sz="quarter" idx="14"/>
            <p:extLst>
              <p:ext uri="{D42A27DB-BD31-4B8C-83A1-F6EECF244321}">
                <p14:modId xmlns:p14="http://schemas.microsoft.com/office/powerpoint/2010/main" val="2234545431"/>
              </p:ext>
            </p:extLst>
          </p:nvPr>
        </p:nvGraphicFramePr>
        <p:xfrm>
          <a:off x="841375" y="1527175"/>
          <a:ext cx="10477500" cy="4495800"/>
        </p:xfrm>
        <a:graphic>
          <a:graphicData uri="http://schemas.openxmlformats.org/drawingml/2006/table">
            <a:tbl>
              <a:tblPr firstRow="1" bandRow="1">
                <a:tableStyleId>{68D230F3-CF80-4859-8CE7-A43EE81993B5}</a:tableStyleId>
              </a:tblPr>
              <a:tblGrid>
                <a:gridCol w="3886200">
                  <a:extLst>
                    <a:ext uri="{9D8B030D-6E8A-4147-A177-3AD203B41FA5}">
                      <a16:colId xmlns:a16="http://schemas.microsoft.com/office/drawing/2014/main" val="130956065"/>
                    </a:ext>
                  </a:extLst>
                </a:gridCol>
                <a:gridCol w="2197100">
                  <a:extLst>
                    <a:ext uri="{9D8B030D-6E8A-4147-A177-3AD203B41FA5}">
                      <a16:colId xmlns:a16="http://schemas.microsoft.com/office/drawing/2014/main" val="2749965458"/>
                    </a:ext>
                  </a:extLst>
                </a:gridCol>
                <a:gridCol w="2197100">
                  <a:extLst>
                    <a:ext uri="{9D8B030D-6E8A-4147-A177-3AD203B41FA5}">
                      <a16:colId xmlns:a16="http://schemas.microsoft.com/office/drawing/2014/main" val="2116711163"/>
                    </a:ext>
                  </a:extLst>
                </a:gridCol>
                <a:gridCol w="2197100">
                  <a:extLst>
                    <a:ext uri="{9D8B030D-6E8A-4147-A177-3AD203B41FA5}">
                      <a16:colId xmlns:a16="http://schemas.microsoft.com/office/drawing/2014/main" val="1186885001"/>
                    </a:ext>
                  </a:extLst>
                </a:gridCol>
              </a:tblGrid>
              <a:tr h="749300">
                <a:tc>
                  <a:txBody>
                    <a:bodyPr/>
                    <a:lstStyle/>
                    <a:p>
                      <a:r>
                        <a:rPr lang="en-US" sz="2000" b="0" i="0" dirty="0">
                          <a:latin typeface="+mn-lt"/>
                        </a:rPr>
                        <a:t>Metric</a:t>
                      </a:r>
                    </a:p>
                  </a:txBody>
                  <a:tcPr/>
                </a:tc>
                <a:tc>
                  <a:txBody>
                    <a:bodyPr/>
                    <a:lstStyle/>
                    <a:p>
                      <a:r>
                        <a:rPr lang="en-US" sz="2000" b="0" i="0" dirty="0">
                          <a:latin typeface="+mn-lt"/>
                        </a:rPr>
                        <a:t>Current value</a:t>
                      </a:r>
                    </a:p>
                  </a:txBody>
                  <a:tcPr/>
                </a:tc>
                <a:tc>
                  <a:txBody>
                    <a:bodyPr/>
                    <a:lstStyle/>
                    <a:p>
                      <a:r>
                        <a:rPr lang="en-US" sz="2000" b="0" i="0" dirty="0">
                          <a:latin typeface="+mn-lt"/>
                        </a:rPr>
                        <a:t>Previous quarter</a:t>
                      </a:r>
                    </a:p>
                  </a:txBody>
                  <a:tcPr/>
                </a:tc>
                <a:tc>
                  <a:txBody>
                    <a:bodyPr/>
                    <a:lstStyle/>
                    <a:p>
                      <a:r>
                        <a:rPr lang="en-US" sz="2000" b="0" i="0" dirty="0">
                          <a:latin typeface="+mn-lt"/>
                        </a:rPr>
                        <a:t>Change (%)</a:t>
                      </a:r>
                    </a:p>
                  </a:txBody>
                  <a:tcPr/>
                </a:tc>
                <a:extLst>
                  <a:ext uri="{0D108BD9-81ED-4DB2-BD59-A6C34878D82A}">
                    <a16:rowId xmlns:a16="http://schemas.microsoft.com/office/drawing/2014/main" val="3741017008"/>
                  </a:ext>
                </a:extLst>
              </a:tr>
              <a:tr h="749300">
                <a:tc>
                  <a:txBody>
                    <a:bodyPr/>
                    <a:lstStyle/>
                    <a:p>
                      <a:r>
                        <a:rPr lang="en-US" sz="2000" b="0" i="0" dirty="0">
                          <a:latin typeface="+mn-lt"/>
                        </a:rPr>
                        <a:t>Revenue</a:t>
                      </a:r>
                    </a:p>
                  </a:txBody>
                  <a:tcPr/>
                </a:tc>
                <a:tc>
                  <a:txBody>
                    <a:bodyPr/>
                    <a:lstStyle/>
                    <a:p>
                      <a:r>
                        <a:rPr lang="en-US" sz="2000" b="0" i="0" dirty="0">
                          <a:latin typeface="+mn-lt"/>
                        </a:rPr>
                        <a:t>$2,500,000</a:t>
                      </a:r>
                    </a:p>
                  </a:txBody>
                  <a:tcPr/>
                </a:tc>
                <a:tc>
                  <a:txBody>
                    <a:bodyPr/>
                    <a:lstStyle/>
                    <a:p>
                      <a:r>
                        <a:rPr lang="en-US" sz="2000" b="0" i="0" dirty="0">
                          <a:latin typeface="+mn-lt"/>
                        </a:rPr>
                        <a:t>$2,200,000</a:t>
                      </a:r>
                    </a:p>
                  </a:txBody>
                  <a:tcPr/>
                </a:tc>
                <a:tc>
                  <a:txBody>
                    <a:bodyPr/>
                    <a:lstStyle/>
                    <a:p>
                      <a:r>
                        <a:rPr lang="en-US" sz="2000" b="0" i="0" dirty="0">
                          <a:latin typeface="+mn-lt"/>
                        </a:rPr>
                        <a:t>+14%</a:t>
                      </a:r>
                    </a:p>
                  </a:txBody>
                  <a:tcPr/>
                </a:tc>
                <a:extLst>
                  <a:ext uri="{0D108BD9-81ED-4DB2-BD59-A6C34878D82A}">
                    <a16:rowId xmlns:a16="http://schemas.microsoft.com/office/drawing/2014/main" val="511888340"/>
                  </a:ext>
                </a:extLst>
              </a:tr>
              <a:tr h="749300">
                <a:tc>
                  <a:txBody>
                    <a:bodyPr/>
                    <a:lstStyle/>
                    <a:p>
                      <a:r>
                        <a:rPr lang="en-US" sz="2000" b="0" i="0" dirty="0">
                          <a:latin typeface="+mn-lt"/>
                        </a:rPr>
                        <a:t>Operating expenses</a:t>
                      </a:r>
                    </a:p>
                  </a:txBody>
                  <a:tcPr/>
                </a:tc>
                <a:tc>
                  <a:txBody>
                    <a:bodyPr/>
                    <a:lstStyle/>
                    <a:p>
                      <a:r>
                        <a:rPr lang="en-US" sz="2000" b="0" i="0" dirty="0">
                          <a:latin typeface="+mn-lt"/>
                        </a:rPr>
                        <a:t>$1,200,000	</a:t>
                      </a:r>
                    </a:p>
                  </a:txBody>
                  <a:tcPr/>
                </a:tc>
                <a:tc>
                  <a:txBody>
                    <a:bodyPr/>
                    <a:lstStyle/>
                    <a:p>
                      <a:r>
                        <a:rPr lang="en-US" sz="2000" b="0" i="0" dirty="0">
                          <a:latin typeface="+mn-lt"/>
                        </a:rPr>
                        <a:t>$1,400,000	</a:t>
                      </a:r>
                    </a:p>
                  </a:txBody>
                  <a:tcPr/>
                </a:tc>
                <a:tc>
                  <a:txBody>
                    <a:bodyPr/>
                    <a:lstStyle/>
                    <a:p>
                      <a:r>
                        <a:rPr lang="en-US" sz="2000" b="0" i="0" dirty="0">
                          <a:latin typeface="+mn-lt"/>
                        </a:rPr>
                        <a:t>-14%</a:t>
                      </a:r>
                    </a:p>
                  </a:txBody>
                  <a:tcPr/>
                </a:tc>
                <a:extLst>
                  <a:ext uri="{0D108BD9-81ED-4DB2-BD59-A6C34878D82A}">
                    <a16:rowId xmlns:a16="http://schemas.microsoft.com/office/drawing/2014/main" val="3937089168"/>
                  </a:ext>
                </a:extLst>
              </a:tr>
              <a:tr h="749300">
                <a:tc>
                  <a:txBody>
                    <a:bodyPr/>
                    <a:lstStyle/>
                    <a:p>
                      <a:r>
                        <a:rPr lang="en-US" sz="2000" b="0" i="0" dirty="0">
                          <a:latin typeface="+mn-lt"/>
                        </a:rPr>
                        <a:t>Net profit</a:t>
                      </a:r>
                    </a:p>
                  </a:txBody>
                  <a:tcPr/>
                </a:tc>
                <a:tc>
                  <a:txBody>
                    <a:bodyPr/>
                    <a:lstStyle/>
                    <a:p>
                      <a:r>
                        <a:rPr lang="en-US" sz="2000" b="0" i="0" dirty="0">
                          <a:latin typeface="+mn-lt"/>
                        </a:rPr>
                        <a:t>$1,000,000	</a:t>
                      </a:r>
                    </a:p>
                  </a:txBody>
                  <a:tcPr/>
                </a:tc>
                <a:tc>
                  <a:txBody>
                    <a:bodyPr/>
                    <a:lstStyle/>
                    <a:p>
                      <a:r>
                        <a:rPr lang="en-US" sz="2000" b="0" i="0" dirty="0">
                          <a:latin typeface="+mn-lt"/>
                        </a:rPr>
                        <a:t>$800,000	</a:t>
                      </a:r>
                    </a:p>
                  </a:txBody>
                  <a:tcPr/>
                </a:tc>
                <a:tc>
                  <a:txBody>
                    <a:bodyPr/>
                    <a:lstStyle/>
                    <a:p>
                      <a:r>
                        <a:rPr lang="en-US" sz="2000" b="0" i="0" dirty="0">
                          <a:latin typeface="+mn-lt"/>
                        </a:rPr>
                        <a:t>+25%</a:t>
                      </a:r>
                    </a:p>
                  </a:txBody>
                  <a:tcPr/>
                </a:tc>
                <a:extLst>
                  <a:ext uri="{0D108BD9-81ED-4DB2-BD59-A6C34878D82A}">
                    <a16:rowId xmlns:a16="http://schemas.microsoft.com/office/drawing/2014/main" val="1031597798"/>
                  </a:ext>
                </a:extLst>
              </a:tr>
              <a:tr h="749300">
                <a:tc>
                  <a:txBody>
                    <a:bodyPr/>
                    <a:lstStyle/>
                    <a:p>
                      <a:r>
                        <a:rPr lang="en-US" sz="2000" b="0" i="0" dirty="0">
                          <a:latin typeface="+mn-lt"/>
                        </a:rPr>
                        <a:t>Operating margin</a:t>
                      </a:r>
                    </a:p>
                  </a:txBody>
                  <a:tcPr/>
                </a:tc>
                <a:tc>
                  <a:txBody>
                    <a:bodyPr/>
                    <a:lstStyle/>
                    <a:p>
                      <a:r>
                        <a:rPr lang="en-US" sz="2000" b="0" i="0" dirty="0">
                          <a:latin typeface="+mn-lt"/>
                        </a:rPr>
                        <a:t>40%</a:t>
                      </a:r>
                    </a:p>
                  </a:txBody>
                  <a:tcPr/>
                </a:tc>
                <a:tc>
                  <a:txBody>
                    <a:bodyPr/>
                    <a:lstStyle/>
                    <a:p>
                      <a:r>
                        <a:rPr lang="en-US" sz="2000" b="0" i="0" dirty="0">
                          <a:latin typeface="+mn-lt"/>
                        </a:rPr>
                        <a:t>36%</a:t>
                      </a:r>
                    </a:p>
                  </a:txBody>
                  <a:tcPr/>
                </a:tc>
                <a:tc>
                  <a:txBody>
                    <a:bodyPr/>
                    <a:lstStyle/>
                    <a:p>
                      <a:r>
                        <a:rPr lang="en-US" sz="2000" b="0" i="0" dirty="0">
                          <a:latin typeface="+mn-lt"/>
                        </a:rPr>
                        <a:t>+4%</a:t>
                      </a:r>
                    </a:p>
                  </a:txBody>
                  <a:tcPr/>
                </a:tc>
                <a:extLst>
                  <a:ext uri="{0D108BD9-81ED-4DB2-BD59-A6C34878D82A}">
                    <a16:rowId xmlns:a16="http://schemas.microsoft.com/office/drawing/2014/main" val="1194376521"/>
                  </a:ext>
                </a:extLst>
              </a:tr>
              <a:tr h="749300">
                <a:tc>
                  <a:txBody>
                    <a:bodyPr/>
                    <a:lstStyle/>
                    <a:p>
                      <a:r>
                        <a:rPr lang="en-US" sz="2000" b="0" i="0" dirty="0">
                          <a:latin typeface="+mn-lt"/>
                        </a:rPr>
                        <a:t>Cash reserves</a:t>
                      </a:r>
                    </a:p>
                  </a:txBody>
                  <a:tcPr/>
                </a:tc>
                <a:tc>
                  <a:txBody>
                    <a:bodyPr/>
                    <a:lstStyle/>
                    <a:p>
                      <a:r>
                        <a:rPr lang="en-US" sz="2000" b="0" i="0" dirty="0">
                          <a:latin typeface="+mn-lt"/>
                        </a:rPr>
                        <a:t>$5,000,000	</a:t>
                      </a:r>
                    </a:p>
                  </a:txBody>
                  <a:tcPr/>
                </a:tc>
                <a:tc>
                  <a:txBody>
                    <a:bodyPr/>
                    <a:lstStyle/>
                    <a:p>
                      <a:r>
                        <a:rPr lang="en-US" sz="2000" b="0" i="0" dirty="0">
                          <a:latin typeface="+mn-lt"/>
                        </a:rPr>
                        <a:t>$4,500,000	</a:t>
                      </a:r>
                    </a:p>
                  </a:txBody>
                  <a:tcPr/>
                </a:tc>
                <a:tc>
                  <a:txBody>
                    <a:bodyPr/>
                    <a:lstStyle/>
                    <a:p>
                      <a:r>
                        <a:rPr lang="en-US" sz="2000" b="0" i="0" dirty="0">
                          <a:latin typeface="+mn-lt"/>
                        </a:rPr>
                        <a:t>+11%</a:t>
                      </a:r>
                    </a:p>
                  </a:txBody>
                  <a:tcPr/>
                </a:tc>
                <a:extLst>
                  <a:ext uri="{0D108BD9-81ED-4DB2-BD59-A6C34878D82A}">
                    <a16:rowId xmlns:a16="http://schemas.microsoft.com/office/drawing/2014/main" val="1918266800"/>
                  </a:ext>
                </a:extLst>
              </a:tr>
            </a:tbl>
          </a:graphicData>
        </a:graphic>
      </p:graphicFrame>
      <p:sp>
        <p:nvSpPr>
          <p:cNvPr id="4" name="Slide Number Placeholder 3">
            <a:extLst>
              <a:ext uri="{FF2B5EF4-FFF2-40B4-BE49-F238E27FC236}">
                <a16:creationId xmlns:a16="http://schemas.microsoft.com/office/drawing/2014/main" id="{9B333A90-2ED2-EF64-F9B3-7807A3275B87}"/>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10</a:t>
            </a:fld>
            <a:endParaRPr lang="en-US" dirty="0"/>
          </a:p>
        </p:txBody>
      </p:sp>
    </p:spTree>
    <p:extLst>
      <p:ext uri="{BB962C8B-B14F-4D97-AF65-F5344CB8AC3E}">
        <p14:creationId xmlns:p14="http://schemas.microsoft.com/office/powerpoint/2010/main" val="9472255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Placeholder 7" descr="Mountain view from a patio with hanging chair">
            <a:extLst>
              <a:ext uri="{FF2B5EF4-FFF2-40B4-BE49-F238E27FC236}">
                <a16:creationId xmlns:a16="http://schemas.microsoft.com/office/drawing/2014/main" id="{A0F07786-AFE7-7435-7951-DD3C080C3A53}"/>
              </a:ext>
            </a:extLst>
          </p:cNvPr>
          <p:cNvPicPr>
            <a:picLocks noGrp="1" noChangeAspect="1"/>
          </p:cNvPicPr>
          <p:nvPr>
            <p:ph type="pic" sz="quarter" idx="11"/>
          </p:nvPr>
        </p:nvPicPr>
        <p:blipFill>
          <a:blip r:embed="rId2"/>
          <a:srcRect t="20" b="20"/>
          <a:stretch/>
        </p:blipFill>
        <p:spPr>
          <a:xfrm>
            <a:off x="6092952" y="0"/>
            <a:ext cx="6099048" cy="6876288"/>
          </a:xfrm>
        </p:spPr>
      </p:pic>
      <p:sp>
        <p:nvSpPr>
          <p:cNvPr id="33" name="Title 32">
            <a:extLst>
              <a:ext uri="{FF2B5EF4-FFF2-40B4-BE49-F238E27FC236}">
                <a16:creationId xmlns:a16="http://schemas.microsoft.com/office/drawing/2014/main" id="{5D8FACD9-4906-4691-55B9-710FC59D2130}"/>
              </a:ext>
            </a:extLst>
          </p:cNvPr>
          <p:cNvSpPr>
            <a:spLocks noGrp="1"/>
          </p:cNvSpPr>
          <p:nvPr>
            <p:ph type="title"/>
          </p:nvPr>
        </p:nvSpPr>
        <p:spPr>
          <a:xfrm>
            <a:off x="841244" y="832104"/>
            <a:ext cx="6099048" cy="5219236"/>
          </a:xfrm>
        </p:spPr>
        <p:txBody>
          <a:bodyPr/>
          <a:lstStyle/>
          <a:p>
            <a:r>
              <a:rPr lang="en-US" dirty="0"/>
              <a:t>Innovative solutions</a:t>
            </a:r>
            <a:br>
              <a:rPr lang="en-US" dirty="0"/>
            </a:br>
            <a:endParaRPr lang="en-US" dirty="0"/>
          </a:p>
        </p:txBody>
      </p:sp>
      <p:sp>
        <p:nvSpPr>
          <p:cNvPr id="46" name="Text Placeholder 45">
            <a:extLst>
              <a:ext uri="{FF2B5EF4-FFF2-40B4-BE49-F238E27FC236}">
                <a16:creationId xmlns:a16="http://schemas.microsoft.com/office/drawing/2014/main" id="{B7BFD7D2-6C97-1E33-B2CC-6AE1EB9EF8D2}"/>
              </a:ext>
            </a:extLst>
          </p:cNvPr>
          <p:cNvSpPr>
            <a:spLocks noGrp="1"/>
          </p:cNvSpPr>
          <p:nvPr>
            <p:ph type="body" sz="quarter" idx="15"/>
          </p:nvPr>
        </p:nvSpPr>
        <p:spPr/>
        <p:txBody>
          <a:bodyPr/>
          <a:lstStyle/>
          <a:p>
            <a:endParaRPr lang="en-US" dirty="0"/>
          </a:p>
        </p:txBody>
      </p:sp>
      <p:sp>
        <p:nvSpPr>
          <p:cNvPr id="43" name="Text Placeholder 42">
            <a:extLst>
              <a:ext uri="{FF2B5EF4-FFF2-40B4-BE49-F238E27FC236}">
                <a16:creationId xmlns:a16="http://schemas.microsoft.com/office/drawing/2014/main" id="{D45A4C16-121E-2E37-49E9-4A4ACF2C51FB}"/>
              </a:ext>
            </a:extLst>
          </p:cNvPr>
          <p:cNvSpPr>
            <a:spLocks noGrp="1"/>
          </p:cNvSpPr>
          <p:nvPr>
            <p:ph type="body" sz="quarter" idx="12"/>
          </p:nvPr>
        </p:nvSpPr>
        <p:spPr/>
        <p:txBody>
          <a:bodyPr/>
          <a:lstStyle/>
          <a:p>
            <a:endParaRPr lang="en-US" dirty="0"/>
          </a:p>
        </p:txBody>
      </p:sp>
      <p:sp>
        <p:nvSpPr>
          <p:cNvPr id="44" name="Text Placeholder 43">
            <a:extLst>
              <a:ext uri="{FF2B5EF4-FFF2-40B4-BE49-F238E27FC236}">
                <a16:creationId xmlns:a16="http://schemas.microsoft.com/office/drawing/2014/main" id="{D585FA3F-E61C-D66E-07B0-F757A8CA6054}"/>
              </a:ext>
            </a:extLst>
          </p:cNvPr>
          <p:cNvSpPr>
            <a:spLocks noGrp="1"/>
          </p:cNvSpPr>
          <p:nvPr>
            <p:ph type="body" sz="quarter" idx="13"/>
          </p:nvPr>
        </p:nvSpPr>
        <p:spPr/>
        <p:txBody>
          <a:bodyPr/>
          <a:lstStyle/>
          <a:p>
            <a:endParaRPr lang="en-US" dirty="0"/>
          </a:p>
        </p:txBody>
      </p:sp>
      <p:sp>
        <p:nvSpPr>
          <p:cNvPr id="45" name="Text Placeholder 44">
            <a:extLst>
              <a:ext uri="{FF2B5EF4-FFF2-40B4-BE49-F238E27FC236}">
                <a16:creationId xmlns:a16="http://schemas.microsoft.com/office/drawing/2014/main" id="{37E333FD-F3EA-ED3D-DAD7-C1B2247BA3CA}"/>
              </a:ext>
            </a:extLst>
          </p:cNvPr>
          <p:cNvSpPr>
            <a:spLocks noGrp="1"/>
          </p:cNvSpPr>
          <p:nvPr>
            <p:ph type="body" sz="quarter" idx="14"/>
          </p:nvPr>
        </p:nvSpPr>
        <p:spPr/>
        <p:txBody>
          <a:bodyPr/>
          <a:lstStyle/>
          <a:p>
            <a:endParaRPr lang="en-US" dirty="0"/>
          </a:p>
        </p:txBody>
      </p:sp>
    </p:spTree>
    <p:extLst>
      <p:ext uri="{BB962C8B-B14F-4D97-AF65-F5344CB8AC3E}">
        <p14:creationId xmlns:p14="http://schemas.microsoft.com/office/powerpoint/2010/main" val="41783342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8B20A-89F5-0E83-2FBB-597A9E581103}"/>
              </a:ext>
            </a:extLst>
          </p:cNvPr>
          <p:cNvSpPr>
            <a:spLocks noGrp="1"/>
          </p:cNvSpPr>
          <p:nvPr>
            <p:ph type="title"/>
          </p:nvPr>
        </p:nvSpPr>
        <p:spPr>
          <a:xfrm>
            <a:off x="841248" y="841248"/>
            <a:ext cx="10479024" cy="557784"/>
          </a:xfrm>
        </p:spPr>
        <p:txBody>
          <a:bodyPr/>
          <a:lstStyle/>
          <a:p>
            <a:r>
              <a:rPr lang="en-US" dirty="0"/>
              <a:t>FUTURE INITIATIVES</a:t>
            </a:r>
            <a:br>
              <a:rPr lang="en-US" dirty="0"/>
            </a:br>
            <a:endParaRPr lang="en-US" dirty="0"/>
          </a:p>
        </p:txBody>
      </p:sp>
      <p:sp>
        <p:nvSpPr>
          <p:cNvPr id="5" name="Content Placeholder 4">
            <a:extLst>
              <a:ext uri="{FF2B5EF4-FFF2-40B4-BE49-F238E27FC236}">
                <a16:creationId xmlns:a16="http://schemas.microsoft.com/office/drawing/2014/main" id="{1E1F25F4-9D5B-F843-24A2-BF1F692DF92A}"/>
              </a:ext>
            </a:extLst>
          </p:cNvPr>
          <p:cNvSpPr>
            <a:spLocks noGrp="1"/>
          </p:cNvSpPr>
          <p:nvPr>
            <p:ph sz="quarter" idx="13"/>
          </p:nvPr>
        </p:nvSpPr>
        <p:spPr>
          <a:xfrm>
            <a:off x="841248" y="1536827"/>
            <a:ext cx="2862072" cy="4479925"/>
          </a:xfrm>
        </p:spPr>
        <p:txBody>
          <a:bodyPr/>
          <a:lstStyle/>
          <a:p>
            <a:r>
              <a:rPr lang="en-US" dirty="0"/>
              <a:t>Green supply chain</a:t>
            </a:r>
          </a:p>
          <a:p>
            <a:r>
              <a:rPr lang="en-US" dirty="0"/>
              <a:t>Reduced carbon </a:t>
            </a:r>
            <a:br>
              <a:rPr lang="en-US" dirty="0"/>
            </a:br>
            <a:r>
              <a:rPr lang="en-US" dirty="0"/>
              <a:t>footprint</a:t>
            </a:r>
          </a:p>
          <a:p>
            <a:r>
              <a:rPr lang="en-US" dirty="0"/>
              <a:t>Waste reduction</a:t>
            </a:r>
          </a:p>
          <a:p>
            <a:r>
              <a:rPr lang="en-US" dirty="0"/>
              <a:t>Water conservation</a:t>
            </a:r>
          </a:p>
          <a:p>
            <a:endParaRPr lang="en-US" dirty="0"/>
          </a:p>
        </p:txBody>
      </p:sp>
      <p:sp>
        <p:nvSpPr>
          <p:cNvPr id="6" name="Content Placeholder 5">
            <a:extLst>
              <a:ext uri="{FF2B5EF4-FFF2-40B4-BE49-F238E27FC236}">
                <a16:creationId xmlns:a16="http://schemas.microsoft.com/office/drawing/2014/main" id="{A26A441D-413E-D018-529D-98666ABE6AAC}"/>
              </a:ext>
            </a:extLst>
          </p:cNvPr>
          <p:cNvSpPr>
            <a:spLocks noGrp="1"/>
          </p:cNvSpPr>
          <p:nvPr>
            <p:ph sz="quarter" idx="14"/>
          </p:nvPr>
        </p:nvSpPr>
        <p:spPr>
          <a:xfrm>
            <a:off x="4791456" y="1536827"/>
            <a:ext cx="5650992" cy="4480560"/>
          </a:xfrm>
        </p:spPr>
        <p:txBody>
          <a:bodyPr/>
          <a:lstStyle/>
          <a:p>
            <a:r>
              <a:rPr lang="en-US" dirty="0"/>
              <a:t>Product enhancement. Introduce regular updates and features to enhance product offerings.</a:t>
            </a:r>
          </a:p>
          <a:p>
            <a:r>
              <a:rPr lang="en-US" dirty="0"/>
              <a:t>Technology integration. Explore emerging technologies for potential integration into our operations.</a:t>
            </a:r>
          </a:p>
          <a:p>
            <a:r>
              <a:rPr lang="en-US" dirty="0"/>
              <a:t>Collaborative partnerships. Foster collaborations with tech innovators and industry leaders to drive innovation.</a:t>
            </a:r>
          </a:p>
        </p:txBody>
      </p:sp>
      <p:sp>
        <p:nvSpPr>
          <p:cNvPr id="4" name="Slide Number Placeholder 3">
            <a:extLst>
              <a:ext uri="{FF2B5EF4-FFF2-40B4-BE49-F238E27FC236}">
                <a16:creationId xmlns:a16="http://schemas.microsoft.com/office/drawing/2014/main" id="{527AE480-D58D-8A4F-D9AD-3E0956702A4C}"/>
              </a:ext>
            </a:extLst>
          </p:cNvPr>
          <p:cNvSpPr>
            <a:spLocks noGrp="1"/>
          </p:cNvSpPr>
          <p:nvPr>
            <p:ph type="sldNum" sz="quarter" idx="11"/>
          </p:nvPr>
        </p:nvSpPr>
        <p:spPr>
          <a:xfrm>
            <a:off x="10917936" y="6385422"/>
            <a:ext cx="843264" cy="288000"/>
          </a:xfrm>
        </p:spPr>
        <p:txBody>
          <a:bodyPr/>
          <a:lstStyle/>
          <a:p>
            <a:fld id="{B67B645E-C5E5-4727-B977-D372A0AA71D9}" type="slidenum">
              <a:rPr lang="en-US" smtClean="0"/>
              <a:pPr/>
              <a:t>12</a:t>
            </a:fld>
            <a:endParaRPr lang="en-US" dirty="0"/>
          </a:p>
        </p:txBody>
      </p:sp>
    </p:spTree>
    <p:extLst>
      <p:ext uri="{BB962C8B-B14F-4D97-AF65-F5344CB8AC3E}">
        <p14:creationId xmlns:p14="http://schemas.microsoft.com/office/powerpoint/2010/main" val="15502942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le 27">
            <a:extLst>
              <a:ext uri="{FF2B5EF4-FFF2-40B4-BE49-F238E27FC236}">
                <a16:creationId xmlns:a16="http://schemas.microsoft.com/office/drawing/2014/main" id="{CC25EE42-B3D5-AD1E-48BE-54CEFF2E3D79}"/>
              </a:ext>
            </a:extLst>
          </p:cNvPr>
          <p:cNvSpPr>
            <a:spLocks noGrp="1"/>
          </p:cNvSpPr>
          <p:nvPr>
            <p:ph type="title"/>
          </p:nvPr>
        </p:nvSpPr>
        <p:spPr/>
        <p:txBody>
          <a:bodyPr/>
          <a:lstStyle/>
          <a:p>
            <a:r>
              <a:rPr lang="en-US" dirty="0"/>
              <a:t>Thank</a:t>
            </a:r>
            <a:br>
              <a:rPr lang="en-US" dirty="0"/>
            </a:br>
            <a:r>
              <a:rPr lang="en-US" dirty="0"/>
              <a:t>you</a:t>
            </a:r>
          </a:p>
        </p:txBody>
      </p:sp>
      <p:sp>
        <p:nvSpPr>
          <p:cNvPr id="15" name="Text Placeholder 14">
            <a:extLst>
              <a:ext uri="{FF2B5EF4-FFF2-40B4-BE49-F238E27FC236}">
                <a16:creationId xmlns:a16="http://schemas.microsoft.com/office/drawing/2014/main" id="{F4027D16-8477-9439-2912-A02011AD8AC6}"/>
              </a:ext>
            </a:extLst>
          </p:cNvPr>
          <p:cNvSpPr>
            <a:spLocks noGrp="1"/>
          </p:cNvSpPr>
          <p:nvPr>
            <p:ph type="body" sz="quarter" idx="11"/>
          </p:nvPr>
        </p:nvSpPr>
        <p:spPr>
          <a:xfrm>
            <a:off x="841375" y="3705309"/>
            <a:ext cx="10479088" cy="2587625"/>
          </a:xfrm>
        </p:spPr>
        <p:txBody>
          <a:bodyPr/>
          <a:lstStyle/>
          <a:p>
            <a:r>
              <a:rPr lang="en-US" dirty="0"/>
              <a:t>PEYTON DAVIS</a:t>
            </a:r>
            <a:br>
              <a:rPr lang="en-US" dirty="0"/>
            </a:br>
            <a:r>
              <a:rPr lang="en-US" dirty="0"/>
              <a:t>424-555-0124</a:t>
            </a:r>
            <a:br>
              <a:rPr lang="en-US" dirty="0"/>
            </a:br>
            <a:r>
              <a:rPr lang="en-US" dirty="0"/>
              <a:t>PEYTON@PROSEWARE.COM</a:t>
            </a:r>
            <a:br>
              <a:rPr lang="en-US" dirty="0"/>
            </a:br>
            <a:r>
              <a:rPr lang="en-US" dirty="0"/>
              <a:t>WWW.PROSEWARE.COM</a:t>
            </a:r>
          </a:p>
        </p:txBody>
      </p:sp>
    </p:spTree>
    <p:extLst>
      <p:ext uri="{BB962C8B-B14F-4D97-AF65-F5344CB8AC3E}">
        <p14:creationId xmlns:p14="http://schemas.microsoft.com/office/powerpoint/2010/main" val="1988437062"/>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C66F917E-922A-1054-6306-D37C378F1165}"/>
              </a:ext>
            </a:extLst>
          </p:cNvPr>
          <p:cNvSpPr>
            <a:spLocks noGrp="1"/>
          </p:cNvSpPr>
          <p:nvPr>
            <p:ph type="title"/>
          </p:nvPr>
        </p:nvSpPr>
        <p:spPr>
          <a:xfrm>
            <a:off x="841248" y="841248"/>
            <a:ext cx="10479024" cy="557784"/>
          </a:xfrm>
        </p:spPr>
        <p:txBody>
          <a:bodyPr/>
          <a:lstStyle/>
          <a:p>
            <a:r>
              <a:t>Meridian Consulting Group</a:t>
            </a:r>
            <a:endParaRPr lang="en-US" dirty="0"/>
          </a:p>
        </p:txBody>
      </p:sp>
      <p:sp>
        <p:nvSpPr>
          <p:cNvPr id="3" name="Text Placeholder 2">
            <a:extLst>
              <a:ext uri="{FF2B5EF4-FFF2-40B4-BE49-F238E27FC236}">
                <a16:creationId xmlns:a16="http://schemas.microsoft.com/office/drawing/2014/main" id="{1C3D50B0-02F8-A1E6-8A67-C0B7034A4743}"/>
              </a:ext>
            </a:extLst>
          </p:cNvPr>
          <p:cNvSpPr>
            <a:spLocks noGrp="1"/>
          </p:cNvSpPr>
          <p:nvPr>
            <p:ph type="body" sz="quarter" idx="10"/>
          </p:nvPr>
        </p:nvSpPr>
        <p:spPr>
          <a:xfrm>
            <a:off x="841247" y="1536192"/>
            <a:ext cx="10479215" cy="4480560"/>
          </a:xfrm>
        </p:spPr>
        <p:txBody>
          <a:bodyPr/>
          <a:lstStyle/>
          <a:p>
            <a:r>
              <a:t>FY2025 Annual Performance Review</a:t>
            </a:r>
          </a:p>
          <a:p>
            <a:r>
              <a:t>Executive Leadership Team</a:t>
            </a:r>
          </a:p>
          <a:p>
            <a:r>
              <a:t>May 29, 2026 · 30 minutes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6576923F-2B95-8D5A-8578-DBC0FC0DCEA8}"/>
              </a:ext>
            </a:extLst>
          </p:cNvPr>
          <p:cNvSpPr>
            <a:spLocks noGrp="1"/>
          </p:cNvSpPr>
          <p:nvPr>
            <p:ph type="title"/>
          </p:nvPr>
        </p:nvSpPr>
        <p:spPr>
          <a:xfrm>
            <a:off x="841248" y="841248"/>
            <a:ext cx="10479024" cy="557784"/>
          </a:xfrm>
        </p:spPr>
        <p:txBody>
          <a:bodyPr/>
          <a:lstStyle/>
          <a:p>
            <a:r>
              <a:t>Agenda</a:t>
            </a:r>
          </a:p>
        </p:txBody>
      </p:sp>
      <p:sp>
        <p:nvSpPr>
          <p:cNvPr id="5" name="Text Placeholder 4">
            <a:extLst>
              <a:ext uri="{FF2B5EF4-FFF2-40B4-BE49-F238E27FC236}">
                <a16:creationId xmlns:a16="http://schemas.microsoft.com/office/drawing/2014/main" id="{DFFF7AA9-7C16-A939-67C8-DF700FEF7D83}"/>
              </a:ext>
            </a:extLst>
          </p:cNvPr>
          <p:cNvSpPr>
            <a:spLocks noGrp="1"/>
          </p:cNvSpPr>
          <p:nvPr>
            <p:ph sz="quarter" idx="13"/>
          </p:nvPr>
        </p:nvSpPr>
        <p:spPr>
          <a:xfrm>
            <a:off x="841248" y="1536827"/>
            <a:ext cx="6556375" cy="4479925"/>
          </a:xfrm>
        </p:spPr>
        <p:txBody>
          <a:bodyPr/>
          <a:lstStyle/>
          <a:p>
            <a:r>
              <a:t>1. Executive Summary</a:t>
            </a:r>
          </a:p>
          <a:p>
            <a:r>
              <a:t>2. Financial Performance</a:t>
            </a:r>
          </a:p>
          <a:p>
            <a:r>
              <a:t>3. Project Delivery Quality</a:t>
            </a:r>
          </a:p>
          <a:p>
            <a:r>
              <a:t>4. Client Health</a:t>
            </a:r>
          </a:p>
          <a:p>
            <a:r>
              <a:t>5. Active Pipeline &amp; Practice Capacity</a:t>
            </a:r>
          </a:p>
          <a:p>
            <a:r>
              <a:t>6. Strategic Priorities for FY2026</a:t>
            </a:r>
          </a:p>
        </p:txBody>
      </p:sp>
      <p:sp>
        <p:nvSpPr>
          <p:cNvPr id="4" name="Slide Number Placeholder 3">
            <a:extLst>
              <a:ext uri="{FF2B5EF4-FFF2-40B4-BE49-F238E27FC236}">
                <a16:creationId xmlns:a16="http://schemas.microsoft.com/office/drawing/2014/main" id="{58FEA6BC-F3A8-6DDC-F1F8-6348F54E8BE2}"/>
              </a:ext>
            </a:extLst>
          </p:cNvPr>
          <p:cNvSpPr>
            <a:spLocks noGrp="1"/>
          </p:cNvSpPr>
          <p:nvPr>
            <p:ph type="sldNum" sz="quarter" idx="11"/>
          </p:nvPr>
        </p:nvSpPr>
        <p:spPr>
          <a:xfrm>
            <a:off x="10917936" y="6385422"/>
            <a:ext cx="843264" cy="288000"/>
          </a:xfrm>
        </p:spPr>
        <p:txBody>
          <a:bodyPr/>
          <a:lstStyle/>
          <a:p>
            <a:endParaRPr lang="en-US"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A4A34DAF-F207-3061-24D6-6AFF552418DC}"/>
              </a:ext>
            </a:extLst>
          </p:cNvPr>
          <p:cNvSpPr>
            <a:spLocks noGrp="1"/>
          </p:cNvSpPr>
          <p:nvPr>
            <p:ph type="title"/>
          </p:nvPr>
        </p:nvSpPr>
        <p:spPr>
          <a:xfrm>
            <a:off x="841248" y="841248"/>
            <a:ext cx="10479024" cy="557784"/>
          </a:xfrm>
        </p:spPr>
        <p:txBody>
          <a:bodyPr/>
          <a:lstStyle/>
          <a:p>
            <a:r>
              <a:t>Executive Summary</a:t>
            </a:r>
            <a:endParaRPr lang="en-US" dirty="0"/>
          </a:p>
        </p:txBody>
      </p:sp>
      <p:sp>
        <p:nvSpPr>
          <p:cNvPr id="5" name="Content Placeholder 4">
            <a:extLst>
              <a:ext uri="{FF2B5EF4-FFF2-40B4-BE49-F238E27FC236}">
                <a16:creationId xmlns:a16="http://schemas.microsoft.com/office/drawing/2014/main" id="{8A94AC61-4F6E-98E2-D42B-F2114BBA120D}"/>
              </a:ext>
            </a:extLst>
          </p:cNvPr>
          <p:cNvSpPr>
            <a:spLocks noGrp="1"/>
          </p:cNvSpPr>
          <p:nvPr>
            <p:ph sz="quarter" idx="13"/>
          </p:nvPr>
        </p:nvSpPr>
        <p:spPr>
          <a:xfrm>
            <a:off x="841248" y="1536827"/>
            <a:ext cx="6556375" cy="4479925"/>
          </a:xfrm>
        </p:spPr>
        <p:txBody>
          <a:bodyPr/>
          <a:lstStyle/>
          <a:p>
            <a:r>
              <a:rPr b="1"/>
              <a:t>Revenue:</a:t>
            </a:r>
            <a:r>
              <a:t> $43.7M (+13.0% YoY); margin held at 35.8% — third straight year of double-digit growth</a:t>
            </a:r>
          </a:p>
          <a:p>
            <a:r>
              <a:rPr b="1"/>
              <a:t>Delivery:</a:t>
            </a:r>
            <a:r>
              <a:t> On-time completion fell to 54.8% (from 68.8%) — primary operational risk for FY2026</a:t>
            </a:r>
          </a:p>
          <a:p>
            <a:r>
              <a:rPr b="1"/>
              <a:t>Outlook:</a:t>
            </a:r>
            <a:r>
              <a:t> $48.5M backlog across 58 active projects; priority is converting growth into delivery consistency</a:t>
            </a:r>
          </a:p>
        </p:txBody>
      </p:sp>
      <p:sp>
        <p:nvSpPr>
          <p:cNvPr id="4" name="Slide Number Placeholder 3">
            <a:extLst>
              <a:ext uri="{FF2B5EF4-FFF2-40B4-BE49-F238E27FC236}">
                <a16:creationId xmlns:a16="http://schemas.microsoft.com/office/drawing/2014/main" id="{D04F9477-0E09-541A-1BEE-18EAF43FE06E}"/>
              </a:ext>
            </a:extLst>
          </p:cNvPr>
          <p:cNvSpPr>
            <a:spLocks noGrp="1"/>
          </p:cNvSpPr>
          <p:nvPr>
            <p:ph type="sldNum" sz="quarter" idx="11"/>
          </p:nvPr>
        </p:nvSpPr>
        <p:spPr>
          <a:xfrm>
            <a:off x="10917936" y="6385422"/>
            <a:ext cx="843264" cy="288000"/>
          </a:xfrm>
        </p:spPr>
        <p:txBody>
          <a:bodyPr/>
          <a:lstStyle/>
          <a:p>
            <a:endParaRPr lang="en-US"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a:extLst>
              <a:ext uri="{FF2B5EF4-FFF2-40B4-BE49-F238E27FC236}">
                <a16:creationId xmlns:a16="http://schemas.microsoft.com/office/drawing/2014/main" id="{D1F36F11-A50A-4347-9430-9522EAFCAB77}"/>
              </a:ext>
            </a:extLst>
          </p:cNvPr>
          <p:cNvSpPr>
            <a:spLocks noGrp="1"/>
          </p:cNvSpPr>
          <p:nvPr>
            <p:ph type="title"/>
          </p:nvPr>
        </p:nvSpPr>
        <p:spPr>
          <a:xfrm>
            <a:off x="841248" y="841248"/>
            <a:ext cx="6931152" cy="557784"/>
          </a:xfrm>
        </p:spPr>
        <p:txBody>
          <a:bodyPr/>
          <a:lstStyle/>
          <a:p>
            <a:r>
              <a:t>Financial Performance</a:t>
            </a:r>
            <a:endParaRPr lang="en-US" dirty="0"/>
          </a:p>
        </p:txBody>
      </p:sp>
      <p:sp>
        <p:nvSpPr>
          <p:cNvPr id="4" name="Text Placeholder 3">
            <a:extLst>
              <a:ext uri="{FF2B5EF4-FFF2-40B4-BE49-F238E27FC236}">
                <a16:creationId xmlns:a16="http://schemas.microsoft.com/office/drawing/2014/main" id="{9A1E0E93-C6B0-0C8B-16D2-354982229DB1}"/>
              </a:ext>
            </a:extLst>
          </p:cNvPr>
          <p:cNvSpPr>
            <a:spLocks noGrp="1"/>
          </p:cNvSpPr>
          <p:nvPr>
            <p:ph type="body" sz="quarter" idx="10"/>
          </p:nvPr>
        </p:nvSpPr>
        <p:spPr>
          <a:xfrm>
            <a:off x="841247" y="1536192"/>
            <a:ext cx="6931152" cy="4480560"/>
          </a:xfrm>
        </p:spPr>
        <p:txBody>
          <a:bodyPr/>
          <a:lstStyle/>
          <a:p/>
        </p:txBody>
      </p:sp>
      <p:pic>
        <p:nvPicPr>
          <p:cNvPr id="5" name="Picture Placeholder 4" descr="Group of people looking at laptop">
            <a:extLst>
              <a:ext uri="{FF2B5EF4-FFF2-40B4-BE49-F238E27FC236}">
                <a16:creationId xmlns:a16="http://schemas.microsoft.com/office/drawing/2014/main" id="{7D207226-A30E-B460-3601-8BA75215004A}"/>
              </a:ext>
            </a:extLst>
          </p:cNvPr>
          <p:cNvPicPr>
            <a:picLocks noGrp="1" noChangeAspect="1"/>
          </p:cNvPicPr>
          <p:nvPr>
            <p:ph type="pic" sz="quarter" idx="11"/>
          </p:nvPr>
        </p:nvPicPr>
        <p:blipFill>
          <a:blip r:embed="rId2"/>
          <a:srcRect t="12" b="12"/>
          <a:stretch/>
        </p:blipFill>
        <p:spPr>
          <a:xfrm>
            <a:off x="6111240" y="2231136"/>
            <a:ext cx="6080760" cy="4626864"/>
          </a:xfr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A4A34DAF-F207-3061-24D6-6AFF552418DC}"/>
              </a:ext>
            </a:extLst>
          </p:cNvPr>
          <p:cNvSpPr>
            <a:spLocks noGrp="1"/>
          </p:cNvSpPr>
          <p:nvPr>
            <p:ph type="title"/>
          </p:nvPr>
        </p:nvSpPr>
        <p:spPr>
          <a:xfrm>
            <a:off x="841248" y="841248"/>
            <a:ext cx="10479024" cy="557784"/>
          </a:xfrm>
        </p:spPr>
        <p:txBody>
          <a:bodyPr/>
          <a:lstStyle/>
          <a:p>
            <a:r>
              <a:t>Revenue Growth</a:t>
            </a:r>
            <a:endParaRPr lang="en-US" dirty="0"/>
          </a:p>
        </p:txBody>
      </p:sp>
      <p:sp>
        <p:nvSpPr>
          <p:cNvPr id="5" name="Content Placeholder 4">
            <a:extLst>
              <a:ext uri="{FF2B5EF4-FFF2-40B4-BE49-F238E27FC236}">
                <a16:creationId xmlns:a16="http://schemas.microsoft.com/office/drawing/2014/main" id="{8A94AC61-4F6E-98E2-D42B-F2114BBA120D}"/>
              </a:ext>
            </a:extLst>
          </p:cNvPr>
          <p:cNvSpPr>
            <a:spLocks noGrp="1"/>
          </p:cNvSpPr>
          <p:nvPr>
            <p:ph sz="quarter" idx="13"/>
          </p:nvPr>
        </p:nvSpPr>
        <p:spPr>
          <a:xfrm>
            <a:off x="841248" y="1536827"/>
            <a:ext cx="6556375" cy="4479925"/>
          </a:xfrm>
        </p:spPr>
        <p:txBody>
          <a:bodyPr/>
          <a:lstStyle/>
          <a:p>
            <a:r>
              <a:t>$43.7M in FY2025 (+13.0% YoY) — third consecutive year of double-digit growth. Three-year CAGR ~14.4%. Operating margin held in a tight 35.6–35.8% band throughout.</a:t>
            </a:r>
          </a:p>
        </p:txBody>
      </p:sp>
      <p:sp>
        <p:nvSpPr>
          <p:cNvPr id="4" name="Slide Number Placeholder 3">
            <a:extLst>
              <a:ext uri="{FF2B5EF4-FFF2-40B4-BE49-F238E27FC236}">
                <a16:creationId xmlns:a16="http://schemas.microsoft.com/office/drawing/2014/main" id="{D04F9477-0E09-541A-1BEE-18EAF43FE06E}"/>
              </a:ext>
            </a:extLst>
          </p:cNvPr>
          <p:cNvSpPr>
            <a:spLocks noGrp="1"/>
          </p:cNvSpPr>
          <p:nvPr>
            <p:ph type="sldNum" sz="quarter" idx="11"/>
          </p:nvPr>
        </p:nvSpPr>
        <p:spPr>
          <a:xfrm>
            <a:off x="10917936" y="6385422"/>
            <a:ext cx="843264" cy="288000"/>
          </a:xfrm>
        </p:spPr>
        <p:txBody>
          <a:bodyPr/>
          <a:lstStyle/>
          <a:p>
            <a:endParaRPr lang="en-US" dirty="0"/>
          </a:p>
        </p:txBody>
      </p:sp>
      <p:graphicFrame>
        <p:nvGraphicFramePr>
          <p:cNvPr id="6" name="Chart 5"/>
          <p:cNvGraphicFramePr>
            <a:graphicFrameLocks noGrp="1"/>
          </p:cNvGraphicFramePr>
          <p:nvPr/>
        </p:nvGraphicFramePr>
        <p:xfrm>
          <a:off x="914400" y="1645920"/>
          <a:ext cx="7315200" cy="4389120"/>
        </p:xfrm>
        <a:graphic>
          <a:graphicData uri="http://schemas.openxmlformats.org/drawingml/2006/chart">
            <c:chart xmlns:c="http://schemas.openxmlformats.org/drawingml/2006/chart" r:id="rId2"/>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A4A34DAF-F207-3061-24D6-6AFF552418DC}"/>
              </a:ext>
            </a:extLst>
          </p:cNvPr>
          <p:cNvSpPr>
            <a:spLocks noGrp="1"/>
          </p:cNvSpPr>
          <p:nvPr>
            <p:ph type="title"/>
          </p:nvPr>
        </p:nvSpPr>
        <p:spPr>
          <a:xfrm>
            <a:off x="841248" y="841248"/>
            <a:ext cx="10479024" cy="557784"/>
          </a:xfrm>
        </p:spPr>
        <p:txBody>
          <a:bodyPr/>
          <a:lstStyle/>
          <a:p>
            <a:r>
              <a:t>FY2025 Quarterly Progression</a:t>
            </a:r>
            <a:endParaRPr lang="en-US" dirty="0"/>
          </a:p>
        </p:txBody>
      </p:sp>
      <p:sp>
        <p:nvSpPr>
          <p:cNvPr id="5" name="Content Placeholder 4">
            <a:extLst>
              <a:ext uri="{FF2B5EF4-FFF2-40B4-BE49-F238E27FC236}">
                <a16:creationId xmlns:a16="http://schemas.microsoft.com/office/drawing/2014/main" id="{8A94AC61-4F6E-98E2-D42B-F2114BBA120D}"/>
              </a:ext>
            </a:extLst>
          </p:cNvPr>
          <p:cNvSpPr>
            <a:spLocks noGrp="1"/>
          </p:cNvSpPr>
          <p:nvPr>
            <p:ph sz="quarter" idx="13"/>
          </p:nvPr>
        </p:nvSpPr>
        <p:spPr>
          <a:xfrm>
            <a:off x="841248" y="1536827"/>
            <a:ext cx="6556375" cy="4479925"/>
          </a:xfrm>
        </p:spPr>
        <p:txBody>
          <a:bodyPr/>
          <a:lstStyle/>
          <a:p>
            <a:r>
              <a:t>Q2 and Q4 both exceeded $11.5M; Q1 and Q3 softer. Q1 margin peaked at 37.3% (favorable practice mix); Q2–Q4 normalized to 35.3–35.6%.</a:t>
            </a:r>
          </a:p>
        </p:txBody>
      </p:sp>
      <p:sp>
        <p:nvSpPr>
          <p:cNvPr id="4" name="Slide Number Placeholder 3">
            <a:extLst>
              <a:ext uri="{FF2B5EF4-FFF2-40B4-BE49-F238E27FC236}">
                <a16:creationId xmlns:a16="http://schemas.microsoft.com/office/drawing/2014/main" id="{D04F9477-0E09-541A-1BEE-18EAF43FE06E}"/>
              </a:ext>
            </a:extLst>
          </p:cNvPr>
          <p:cNvSpPr>
            <a:spLocks noGrp="1"/>
          </p:cNvSpPr>
          <p:nvPr>
            <p:ph type="sldNum" sz="quarter" idx="11"/>
          </p:nvPr>
        </p:nvSpPr>
        <p:spPr>
          <a:xfrm>
            <a:off x="10917936" y="6385422"/>
            <a:ext cx="843264" cy="288000"/>
          </a:xfrm>
        </p:spPr>
        <p:txBody>
          <a:bodyPr/>
          <a:lstStyle/>
          <a:p>
            <a:endParaRPr lang="en-US" dirty="0"/>
          </a:p>
        </p:txBody>
      </p:sp>
      <p:graphicFrame>
        <p:nvGraphicFramePr>
          <p:cNvPr id="6" name="Chart 5"/>
          <p:cNvGraphicFramePr>
            <a:graphicFrameLocks noGrp="1"/>
          </p:cNvGraphicFramePr>
          <p:nvPr/>
        </p:nvGraphicFramePr>
        <p:xfrm>
          <a:off x="914400" y="1645920"/>
          <a:ext cx="7315200" cy="4389120"/>
        </p:xfrm>
        <a:graphic>
          <a:graphicData uri="http://schemas.openxmlformats.org/drawingml/2006/chart">
            <c:chart xmlns:c="http://schemas.openxmlformats.org/drawingml/2006/chart" r:id="rId2"/>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A4A34DAF-F207-3061-24D6-6AFF552418DC}"/>
              </a:ext>
            </a:extLst>
          </p:cNvPr>
          <p:cNvSpPr>
            <a:spLocks noGrp="1"/>
          </p:cNvSpPr>
          <p:nvPr>
            <p:ph type="title"/>
          </p:nvPr>
        </p:nvSpPr>
        <p:spPr>
          <a:xfrm>
            <a:off x="841248" y="841248"/>
            <a:ext cx="10479024" cy="557784"/>
          </a:xfrm>
        </p:spPr>
        <p:txBody>
          <a:bodyPr/>
          <a:lstStyle/>
          <a:p>
            <a:r>
              <a:t>Revenue by Practice</a:t>
            </a:r>
            <a:endParaRPr lang="en-US" dirty="0"/>
          </a:p>
        </p:txBody>
      </p:sp>
      <p:sp>
        <p:nvSpPr>
          <p:cNvPr id="5" name="Content Placeholder 4">
            <a:extLst>
              <a:ext uri="{FF2B5EF4-FFF2-40B4-BE49-F238E27FC236}">
                <a16:creationId xmlns:a16="http://schemas.microsoft.com/office/drawing/2014/main" id="{8A94AC61-4F6E-98E2-D42B-F2114BBA120D}"/>
              </a:ext>
            </a:extLst>
          </p:cNvPr>
          <p:cNvSpPr>
            <a:spLocks noGrp="1"/>
          </p:cNvSpPr>
          <p:nvPr>
            <p:ph sz="quarter" idx="13"/>
          </p:nvPr>
        </p:nvSpPr>
        <p:spPr>
          <a:xfrm>
            <a:off x="841248" y="1536827"/>
            <a:ext cx="6556375" cy="4479925"/>
          </a:xfrm>
        </p:spPr>
        <p:txBody>
          <a:bodyPr/>
          <a:lstStyle/>
          <a:p>
            <a:r>
              <a:t>All five practices grew within a 12.0–13.5% band — broad-based momentum, not a single-practice story. Technology &amp; Digital leads at $12.3M (28% of firm revenue).</a:t>
            </a:r>
          </a:p>
        </p:txBody>
      </p:sp>
      <p:sp>
        <p:nvSpPr>
          <p:cNvPr id="4" name="Slide Number Placeholder 3">
            <a:extLst>
              <a:ext uri="{FF2B5EF4-FFF2-40B4-BE49-F238E27FC236}">
                <a16:creationId xmlns:a16="http://schemas.microsoft.com/office/drawing/2014/main" id="{D04F9477-0E09-541A-1BEE-18EAF43FE06E}"/>
              </a:ext>
            </a:extLst>
          </p:cNvPr>
          <p:cNvSpPr>
            <a:spLocks noGrp="1"/>
          </p:cNvSpPr>
          <p:nvPr>
            <p:ph type="sldNum" sz="quarter" idx="11"/>
          </p:nvPr>
        </p:nvSpPr>
        <p:spPr>
          <a:xfrm>
            <a:off x="10917936" y="6385422"/>
            <a:ext cx="843264" cy="288000"/>
          </a:xfrm>
        </p:spPr>
        <p:txBody>
          <a:bodyPr/>
          <a:lstStyle/>
          <a:p>
            <a:endParaRPr lang="en-US" dirty="0"/>
          </a:p>
        </p:txBody>
      </p:sp>
      <p:graphicFrame>
        <p:nvGraphicFramePr>
          <p:cNvPr id="6" name="Chart 5"/>
          <p:cNvGraphicFramePr>
            <a:graphicFrameLocks noGrp="1"/>
          </p:cNvGraphicFramePr>
          <p:nvPr/>
        </p:nvGraphicFramePr>
        <p:xfrm>
          <a:off x="914400" y="1645920"/>
          <a:ext cx="7315200" cy="4389120"/>
        </p:xfrm>
        <a:graphic>
          <a:graphicData uri="http://schemas.openxmlformats.org/drawingml/2006/chart">
            <c:chart xmlns:c="http://schemas.openxmlformats.org/drawingml/2006/chart" r:id="rId2"/>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a:extLst>
              <a:ext uri="{FF2B5EF4-FFF2-40B4-BE49-F238E27FC236}">
                <a16:creationId xmlns:a16="http://schemas.microsoft.com/office/drawing/2014/main" id="{12CB087B-CB5E-35C5-3AD8-D1A6E1AF8260}"/>
              </a:ext>
            </a:extLst>
          </p:cNvPr>
          <p:cNvSpPr>
            <a:spLocks noGrp="1"/>
          </p:cNvSpPr>
          <p:nvPr>
            <p:ph type="title"/>
          </p:nvPr>
        </p:nvSpPr>
        <p:spPr>
          <a:xfrm>
            <a:off x="841248" y="841248"/>
            <a:ext cx="10479024" cy="557784"/>
          </a:xfrm>
        </p:spPr>
        <p:txBody>
          <a:bodyPr/>
          <a:lstStyle/>
          <a:p>
            <a:r>
              <a:t>Project Delivery Quality</a:t>
            </a:r>
            <a:endParaRPr lang="en-US" dirty="0"/>
          </a:p>
        </p:txBody>
      </p:sp>
      <p:sp>
        <p:nvSpPr>
          <p:cNvPr id="4" name="Text Placeholder 3">
            <a:extLst>
              <a:ext uri="{FF2B5EF4-FFF2-40B4-BE49-F238E27FC236}">
                <a16:creationId xmlns:a16="http://schemas.microsoft.com/office/drawing/2014/main" id="{DA26DA25-1172-208C-2C26-5E3AF67E11D5}"/>
              </a:ext>
            </a:extLst>
          </p:cNvPr>
          <p:cNvSpPr>
            <a:spLocks noGrp="1"/>
          </p:cNvSpPr>
          <p:nvPr>
            <p:ph type="body" sz="quarter" idx="10"/>
          </p:nvPr>
        </p:nvSpPr>
        <p:spPr>
          <a:xfrm>
            <a:off x="841247" y="1536192"/>
            <a:ext cx="10479024" cy="2679192"/>
          </a:xfrm>
        </p:spPr>
        <p:txBody>
          <a:bodyPr/>
          <a:lstStyle/>
          <a:p/>
        </p:txBody>
      </p:sp>
      <p:pic>
        <p:nvPicPr>
          <p:cNvPr id="8" name="Picture Placeholder 7" descr="Chairs and umbrellas next to a pool">
            <a:extLst>
              <a:ext uri="{FF2B5EF4-FFF2-40B4-BE49-F238E27FC236}">
                <a16:creationId xmlns:a16="http://schemas.microsoft.com/office/drawing/2014/main" id="{A5263C2E-2D90-6117-E5AF-011208E7AF59}"/>
              </a:ext>
            </a:extLst>
          </p:cNvPr>
          <p:cNvPicPr>
            <a:picLocks noGrp="1" noChangeAspect="1"/>
          </p:cNvPicPr>
          <p:nvPr>
            <p:ph type="pic" sz="quarter" idx="11"/>
          </p:nvPr>
        </p:nvPicPr>
        <p:blipFill>
          <a:blip r:embed="rId2"/>
          <a:srcRect l="9" r="9"/>
          <a:stretch/>
        </p:blipFill>
        <p:spPr>
          <a:xfrm>
            <a:off x="0" y="4462272"/>
            <a:ext cx="12188952" cy="2395728"/>
          </a:xfr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B236F643-9DF2-B730-72CE-75663E4FF0DF}"/>
              </a:ext>
            </a:extLst>
          </p:cNvPr>
          <p:cNvSpPr>
            <a:spLocks noGrp="1"/>
          </p:cNvSpPr>
          <p:nvPr>
            <p:ph type="title"/>
          </p:nvPr>
        </p:nvSpPr>
        <p:spPr>
          <a:xfrm>
            <a:off x="841248" y="841248"/>
            <a:ext cx="10479024" cy="557784"/>
          </a:xfrm>
        </p:spPr>
        <p:txBody>
          <a:bodyPr/>
          <a:lstStyle/>
          <a:p>
            <a:r>
              <a:t>On-Time Completion and Client Satisfaction</a:t>
            </a:r>
            <a:endParaRPr lang="en-US" dirty="0"/>
          </a:p>
        </p:txBody>
      </p:sp>
      <p:sp>
        <p:nvSpPr>
          <p:cNvPr id="5" name="Content Placeholder 4">
            <a:extLst>
              <a:ext uri="{FF2B5EF4-FFF2-40B4-BE49-F238E27FC236}">
                <a16:creationId xmlns:a16="http://schemas.microsoft.com/office/drawing/2014/main" id="{AFF29AD4-BB7A-FB89-7276-12ECA4CCCE53}"/>
              </a:ext>
            </a:extLst>
          </p:cNvPr>
          <p:cNvSpPr>
            <a:spLocks noGrp="1"/>
          </p:cNvSpPr>
          <p:nvPr>
            <p:ph sz="quarter" idx="13"/>
          </p:nvPr>
        </p:nvSpPr>
        <p:spPr>
          <a:xfrm>
            <a:off x="841248" y="1536827"/>
            <a:ext cx="2862072" cy="4479925"/>
          </a:xfrm>
        </p:spPr>
        <p:txBody>
          <a:bodyPr/>
          <a:lstStyle/>
          <a:p>
            <a:r>
              <a:t>31 projects completed ($20.5M). On-time rate: 54.8% — down sharply from 68.8% in FY2024. Avg. satisfaction: 4.15/5.0 (up slightly) — quality is strong when delivery lands on time.</a:t>
            </a:r>
          </a:p>
        </p:txBody>
      </p:sp>
      <p:graphicFrame>
        <p:nvGraphicFramePr>
          <p:cNvPr id="7" name="Table Placeholder 2">
            <a:extLst>
              <a:ext uri="{FF2B5EF4-FFF2-40B4-BE49-F238E27FC236}">
                <a16:creationId xmlns:a16="http://schemas.microsoft.com/office/drawing/2014/main" id="{75CBC584-0DF7-369A-1E66-DDC01BBDB692}"/>
              </a:ext>
            </a:extLst>
          </p:cNvPr>
          <p:cNvGraphicFramePr>
            <a:graphicFrameLocks noGrp="1"/>
          </p:cNvGraphicFramePr>
          <p:nvPr>
            <p:ph sz="quarter" idx="14"/>
            <p:extLst>
              <p:ext uri="{D42A27DB-BD31-4B8C-83A1-F6EECF244321}">
                <p14:modId xmlns:p14="http://schemas.microsoft.com/office/powerpoint/2010/main" val="3428050937"/>
              </p:ext>
            </p:extLst>
          </p:nvPr>
        </p:nvGraphicFramePr>
        <p:xfrm>
          <a:off x="4727575" y="1536700"/>
          <a:ext cx="6591300" cy="4479760"/>
        </p:xfrm>
        <a:graphic>
          <a:graphicData uri="http://schemas.openxmlformats.org/drawingml/2006/table">
            <a:tbl>
              <a:tblPr firstRow="1" bandRow="1">
                <a:tableStyleId>{68D230F3-CF80-4859-8CE7-A43EE81993B5}</a:tableStyleId>
              </a:tblPr>
              <a:tblGrid>
                <a:gridCol w="1318260">
                  <a:extLst>
                    <a:ext uri="{9D8B030D-6E8A-4147-A177-3AD203B41FA5}">
                      <a16:colId xmlns:a16="http://schemas.microsoft.com/office/drawing/2014/main" val="30750867"/>
                    </a:ext>
                  </a:extLst>
                </a:gridCol>
                <a:gridCol w="1318260">
                  <a:extLst>
                    <a:ext uri="{9D8B030D-6E8A-4147-A177-3AD203B41FA5}">
                      <a16:colId xmlns:a16="http://schemas.microsoft.com/office/drawing/2014/main" val="1038941322"/>
                    </a:ext>
                  </a:extLst>
                </a:gridCol>
                <a:gridCol w="1318260">
                  <a:extLst>
                    <a:ext uri="{9D8B030D-6E8A-4147-A177-3AD203B41FA5}">
                      <a16:colId xmlns:a16="http://schemas.microsoft.com/office/drawing/2014/main" val="529645500"/>
                    </a:ext>
                  </a:extLst>
                </a:gridCol>
                <a:gridCol w="1318260">
                  <a:extLst>
                    <a:ext uri="{9D8B030D-6E8A-4147-A177-3AD203B41FA5}">
                      <a16:colId xmlns:a16="http://schemas.microsoft.com/office/drawing/2014/main" val="3469610457"/>
                    </a:ext>
                  </a:extLst>
                </a:gridCol>
                <a:gridCol w="1318260">
                  <a:extLst>
                    <a:ext uri="{9D8B030D-6E8A-4147-A177-3AD203B41FA5}">
                      <a16:colId xmlns:a16="http://schemas.microsoft.com/office/drawing/2014/main" val="3469610457"/>
                    </a:ext>
                  </a:extLst>
                </a:gridCol>
              </a:tblGrid>
              <a:tr h="895952">
                <a:tc>
                  <a:txBody>
                    <a:bodyPr/>
                    <a:lstStyle/>
                    <a:p>
                      <a:r>
                        <a:t>Practice</a:t>
                      </a:r>
                    </a:p>
                  </a:txBody>
                  <a:tcPr/>
                </a:tc>
                <a:tc>
                  <a:txBody>
                    <a:bodyPr/>
                    <a:lstStyle/>
                    <a:p>
                      <a:r>
                        <a:t>Projects</a:t>
                      </a:r>
                    </a:p>
                  </a:txBody>
                  <a:tcPr/>
                </a:tc>
                <a:tc>
                  <a:txBody>
                    <a:bodyPr/>
                    <a:lstStyle/>
                    <a:p>
                      <a:r>
                        <a:t>On-Time Rate</a:t>
                      </a:r>
                    </a:p>
                  </a:txBody>
                  <a:tcPr/>
                </a:tc>
                <a:tc>
                  <a:txBody>
                    <a:bodyPr/>
                    <a:lstStyle/>
                    <a:p>
                      <a:r>
                        <a:t>Avg. Satisfaction</a:t>
                      </a:r>
                    </a:p>
                  </a:txBody>
                  <a:tcPr/>
                </a:tc>
                <a:extLst>
                  <a:ext uri="{0D108BD9-81ED-4DB2-BD59-A6C34878D82A}">
                    <a16:rowId xmlns:a16="http://schemas.microsoft.com/office/drawing/2014/main" val="4251432886"/>
                  </a:ext>
                </a:extLst>
                <a:tc>
                  <a:txBody>
                    <a:bodyPr/>
                    <a:lstStyle/>
                    <a:p>
                      <a:r>
                        <a:t>Avg. Margin</a:t>
                      </a:r>
                    </a:p>
                  </a:txBody>
                  <a:tcPr/>
                </a:tc>
              </a:tr>
              <a:tr h="895952">
                <a:tc>
                  <a:txBody>
                    <a:bodyPr/>
                    <a:lstStyle/>
                    <a:p>
                      <a:r>
                        <a:t>Operations Excellence</a:t>
                      </a:r>
                    </a:p>
                  </a:txBody>
                  <a:tcPr/>
                </a:tc>
                <a:tc>
                  <a:txBody>
                    <a:bodyPr/>
                    <a:lstStyle/>
                    <a:p>
                      <a:r>
                        <a:t>6</a:t>
                      </a:r>
                    </a:p>
                  </a:txBody>
                  <a:tcPr/>
                </a:tc>
                <a:tc>
                  <a:txBody>
                    <a:bodyPr/>
                    <a:lstStyle/>
                    <a:p>
                      <a:r>
                        <a:t>100%</a:t>
                      </a:r>
                    </a:p>
                  </a:txBody>
                  <a:tcPr/>
                </a:tc>
                <a:tc>
                  <a:txBody>
                    <a:bodyPr/>
                    <a:lstStyle/>
                    <a:p>
                      <a:r>
                        <a:t>3.92</a:t>
                      </a:r>
                    </a:p>
                  </a:txBody>
                  <a:tcPr/>
                </a:tc>
                <a:extLst>
                  <a:ext uri="{0D108BD9-81ED-4DB2-BD59-A6C34878D82A}">
                    <a16:rowId xmlns:a16="http://schemas.microsoft.com/office/drawing/2014/main" val="360240625"/>
                  </a:ext>
                </a:extLst>
                <a:tc>
                  <a:txBody>
                    <a:bodyPr/>
                    <a:lstStyle/>
                    <a:p>
                      <a:r>
                        <a:t>29.8%</a:t>
                      </a:r>
                    </a:p>
                  </a:txBody>
                  <a:tcPr/>
                </a:tc>
              </a:tr>
              <a:tr h="895952">
                <a:tc>
                  <a:txBody>
                    <a:bodyPr/>
                    <a:lstStyle/>
                    <a:p>
                      <a:r>
                        <a:t>Strategy &amp; Growth</a:t>
                      </a:r>
                    </a:p>
                  </a:txBody>
                  <a:tcPr/>
                </a:tc>
                <a:tc>
                  <a:txBody>
                    <a:bodyPr/>
                    <a:lstStyle/>
                    <a:p>
                      <a:r>
                        <a:t>4</a:t>
                      </a:r>
                    </a:p>
                  </a:txBody>
                  <a:tcPr/>
                </a:tc>
                <a:tc>
                  <a:txBody>
                    <a:bodyPr/>
                    <a:lstStyle/>
                    <a:p>
                      <a:r>
                        <a:t>50%</a:t>
                      </a:r>
                    </a:p>
                  </a:txBody>
                  <a:tcPr/>
                </a:tc>
                <a:tc>
                  <a:txBody>
                    <a:bodyPr/>
                    <a:lstStyle/>
                    <a:p>
                      <a:r>
                        <a:t>4.5</a:t>
                      </a:r>
                    </a:p>
                  </a:txBody>
                  <a:tcPr/>
                </a:tc>
                <a:extLst>
                  <a:ext uri="{0D108BD9-81ED-4DB2-BD59-A6C34878D82A}">
                    <a16:rowId xmlns:a16="http://schemas.microsoft.com/office/drawing/2014/main" val="2762393470"/>
                  </a:ext>
                </a:extLst>
                <a:tc>
                  <a:txBody>
                    <a:bodyPr/>
                    <a:lstStyle/>
                    <a:p>
                      <a:r>
                        <a:t>27.1%</a:t>
                      </a:r>
                    </a:p>
                  </a:txBody>
                  <a:tcPr/>
                </a:tc>
              </a:tr>
              <a:tr h="895952">
                <a:tc>
                  <a:txBody>
                    <a:bodyPr/>
                    <a:lstStyle/>
                    <a:p>
                      <a:r>
                        <a:t>Technology &amp; Digital</a:t>
                      </a:r>
                    </a:p>
                  </a:txBody>
                  <a:tcPr/>
                </a:tc>
                <a:tc>
                  <a:txBody>
                    <a:bodyPr/>
                    <a:lstStyle/>
                    <a:p>
                      <a:r>
                        <a:t>7</a:t>
                      </a:r>
                    </a:p>
                  </a:txBody>
                  <a:tcPr/>
                </a:tc>
                <a:tc>
                  <a:txBody>
                    <a:bodyPr/>
                    <a:lstStyle/>
                    <a:p>
                      <a:r>
                        <a:t>43%</a:t>
                      </a:r>
                    </a:p>
                  </a:txBody>
                  <a:tcPr/>
                </a:tc>
                <a:tc>
                  <a:txBody>
                    <a:bodyPr/>
                    <a:lstStyle/>
                    <a:p>
                      <a:r>
                        <a:t>4.09</a:t>
                      </a:r>
                    </a:p>
                  </a:txBody>
                  <a:tcPr/>
                </a:tc>
                <a:extLst>
                  <a:ext uri="{0D108BD9-81ED-4DB2-BD59-A6C34878D82A}">
                    <a16:rowId xmlns:a16="http://schemas.microsoft.com/office/drawing/2014/main" val="1311364400"/>
                  </a:ext>
                </a:extLst>
                <a:tc>
                  <a:txBody>
                    <a:bodyPr/>
                    <a:lstStyle/>
                    <a:p>
                      <a:r>
                        <a:t>31.6%</a:t>
                      </a:r>
                    </a:p>
                  </a:txBody>
                  <a:tcPr/>
                </a:tc>
              </a:tr>
              <a:tr h="895952">
                <a:tc>
                  <a:txBody>
                    <a:bodyPr/>
                    <a:lstStyle/>
                    <a:p>
                      <a:r>
                        <a:t>HR &amp; People</a:t>
                      </a:r>
                    </a:p>
                  </a:txBody>
                  <a:tcPr/>
                </a:tc>
                <a:tc>
                  <a:txBody>
                    <a:bodyPr/>
                    <a:lstStyle/>
                    <a:p>
                      <a:r>
                        <a:t>7</a:t>
                      </a:r>
                    </a:p>
                  </a:txBody>
                  <a:tcPr/>
                </a:tc>
                <a:tc>
                  <a:txBody>
                    <a:bodyPr/>
                    <a:lstStyle/>
                    <a:p>
                      <a:r>
                        <a:t>43%</a:t>
                      </a:r>
                    </a:p>
                  </a:txBody>
                  <a:tcPr/>
                </a:tc>
                <a:tc>
                  <a:txBody>
                    <a:bodyPr/>
                    <a:lstStyle/>
                    <a:p>
                      <a:r>
                        <a:t>4.44</a:t>
                      </a:r>
                    </a:p>
                  </a:txBody>
                  <a:tcPr/>
                </a:tc>
                <a:extLst>
                  <a:ext uri="{0D108BD9-81ED-4DB2-BD59-A6C34878D82A}">
                    <a16:rowId xmlns:a16="http://schemas.microsoft.com/office/drawing/2014/main" val="2526263980"/>
                  </a:ext>
                </a:extLst>
                <a:tc>
                  <a:txBody>
                    <a:bodyPr/>
                    <a:lstStyle/>
                    <a:p>
                      <a:r>
                        <a:t>30.3%</a:t>
                      </a:r>
                    </a:p>
                  </a:txBody>
                  <a:tcPr/>
                </a:tc>
              </a:tr>
              <a:tr h="895952">
                <a:tc>
                  <a:txBody>
                    <a:bodyPr/>
                    <a:lstStyle/>
                    <a:p>
                      <a:r>
                        <a:t>Finance &amp; Risk</a:t>
                      </a:r>
                    </a:p>
                  </a:txBody>
                  <a:tcPr/>
                </a:tc>
                <a:tc>
                  <a:txBody>
                    <a:bodyPr/>
                    <a:lstStyle/>
                    <a:p>
                      <a:r>
                        <a:t>7</a:t>
                      </a:r>
                    </a:p>
                  </a:txBody>
                  <a:tcPr/>
                </a:tc>
                <a:tc>
                  <a:txBody>
                    <a:bodyPr/>
                    <a:lstStyle/>
                    <a:p>
                      <a:r>
                        <a:t>43%</a:t>
                      </a:r>
                    </a:p>
                  </a:txBody>
                  <a:tcPr/>
                </a:tc>
                <a:tc>
                  <a:txBody>
                    <a:bodyPr/>
                    <a:lstStyle/>
                    <a:p>
                      <a:r>
                        <a:t>3.91</a:t>
                      </a:r>
                    </a:p>
                  </a:txBody>
                  <a:tcPr/>
                </a:tc>
                <a:extLst>
                  <a:ext uri="{0D108BD9-81ED-4DB2-BD59-A6C34878D82A}">
                    <a16:rowId xmlns:a16="http://schemas.microsoft.com/office/drawing/2014/main" val="2526263980"/>
                  </a:ext>
                </a:extLst>
                <a:tc>
                  <a:txBody>
                    <a:bodyPr/>
                    <a:lstStyle/>
                    <a:p>
                      <a:r>
                        <a:t>32.6%</a:t>
                      </a:r>
                    </a:p>
                  </a:txBody>
                  <a:tcPr/>
                </a:tc>
              </a:tr>
            </a:tbl>
          </a:graphicData>
        </a:graphic>
      </p:graphicFrame>
      <p:sp>
        <p:nvSpPr>
          <p:cNvPr id="4" name="Slide Number Placeholder 3">
            <a:extLst>
              <a:ext uri="{FF2B5EF4-FFF2-40B4-BE49-F238E27FC236}">
                <a16:creationId xmlns:a16="http://schemas.microsoft.com/office/drawing/2014/main" id="{D425AA3C-075D-E8DD-D48B-DA9E07CBE09F}"/>
              </a:ext>
            </a:extLst>
          </p:cNvPr>
          <p:cNvSpPr>
            <a:spLocks noGrp="1"/>
          </p:cNvSpPr>
          <p:nvPr>
            <p:ph type="sldNum" sz="quarter" idx="11"/>
          </p:nvPr>
        </p:nvSpPr>
        <p:spPr>
          <a:xfrm>
            <a:off x="10917936" y="6385422"/>
            <a:ext cx="843264" cy="288000"/>
          </a:xfrm>
        </p:spPr>
        <p:txBody>
          <a:bodyPr/>
          <a:lstStyle/>
          <a:p>
            <a:endParaRPr lang="en-US"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A4A34DAF-F207-3061-24D6-6AFF552418DC}"/>
              </a:ext>
            </a:extLst>
          </p:cNvPr>
          <p:cNvSpPr>
            <a:spLocks noGrp="1"/>
          </p:cNvSpPr>
          <p:nvPr>
            <p:ph type="title"/>
          </p:nvPr>
        </p:nvSpPr>
        <p:spPr>
          <a:xfrm>
            <a:off x="841248" y="841248"/>
            <a:ext cx="10479024" cy="557784"/>
          </a:xfrm>
        </p:spPr>
        <p:txBody>
          <a:bodyPr/>
          <a:lstStyle/>
          <a:p>
            <a:r>
              <a:t>Notable Wins</a:t>
            </a:r>
            <a:endParaRPr lang="en-US" dirty="0"/>
          </a:p>
        </p:txBody>
      </p:sp>
      <p:sp>
        <p:nvSpPr>
          <p:cNvPr id="5" name="Content Placeholder 4">
            <a:extLst>
              <a:ext uri="{FF2B5EF4-FFF2-40B4-BE49-F238E27FC236}">
                <a16:creationId xmlns:a16="http://schemas.microsoft.com/office/drawing/2014/main" id="{8A94AC61-4F6E-98E2-D42B-F2114BBA120D}"/>
              </a:ext>
            </a:extLst>
          </p:cNvPr>
          <p:cNvSpPr>
            <a:spLocks noGrp="1"/>
          </p:cNvSpPr>
          <p:nvPr>
            <p:ph sz="quarter" idx="13"/>
          </p:nvPr>
        </p:nvSpPr>
        <p:spPr>
          <a:xfrm>
            <a:off x="841248" y="1536827"/>
            <a:ext cx="6556375" cy="4479925"/>
          </a:xfrm>
        </p:spPr>
        <p:txBody>
          <a:bodyPr/>
          <a:lstStyle/>
          <a:p>
            <a:r>
              <a:rPr b="1"/>
              <a:t>Apex Financial Corp (P2241):</a:t>
            </a:r>
            <a:r>
              <a:t> $1.1M, delivered 2 weeks early. CFO reference call; follow-on compliance opportunity in negotiation.</a:t>
            </a:r>
          </a:p>
          <a:p>
            <a:r>
              <a:rPr b="1"/>
              <a:t>Cardinal Health Systems (P2267):</a:t>
            </a:r>
            <a:r>
              <a:t> Satisfaction 4.8/5.0. Methodology packaged as MCG framework; two direct referrals.</a:t>
            </a:r>
          </a:p>
          <a:p>
            <a:r>
              <a:rPr b="1"/>
              <a:t>Quantum Computing Inc (P2289):</a:t>
            </a:r>
            <a:r>
              <a:t> Satisfaction 4.6/5.0. CTO: "The clearest technical roadmap we've ever received from an external adviser."</a:t>
            </a:r>
          </a:p>
        </p:txBody>
      </p:sp>
      <p:sp>
        <p:nvSpPr>
          <p:cNvPr id="4" name="Slide Number Placeholder 3">
            <a:extLst>
              <a:ext uri="{FF2B5EF4-FFF2-40B4-BE49-F238E27FC236}">
                <a16:creationId xmlns:a16="http://schemas.microsoft.com/office/drawing/2014/main" id="{D04F9477-0E09-541A-1BEE-18EAF43FE06E}"/>
              </a:ext>
            </a:extLst>
          </p:cNvPr>
          <p:cNvSpPr>
            <a:spLocks noGrp="1"/>
          </p:cNvSpPr>
          <p:nvPr>
            <p:ph type="sldNum" sz="quarter" idx="11"/>
          </p:nvPr>
        </p:nvSpPr>
        <p:spPr>
          <a:xfrm>
            <a:off x="10917936" y="6385422"/>
            <a:ext cx="843264" cy="288000"/>
          </a:xfrm>
        </p:spPr>
        <p:txBody>
          <a:bodyPr/>
          <a:lstStyle/>
          <a:p>
            <a:endParaRPr lang="en-US"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A4A34DAF-F207-3061-24D6-6AFF552418DC}"/>
              </a:ext>
            </a:extLst>
          </p:cNvPr>
          <p:cNvSpPr>
            <a:spLocks noGrp="1"/>
          </p:cNvSpPr>
          <p:nvPr>
            <p:ph type="title"/>
          </p:nvPr>
        </p:nvSpPr>
        <p:spPr>
          <a:xfrm>
            <a:off x="841248" y="841248"/>
            <a:ext cx="10479024" cy="557784"/>
          </a:xfrm>
        </p:spPr>
        <p:txBody>
          <a:bodyPr/>
          <a:lstStyle/>
          <a:p>
            <a:r>
              <a:t>Delivery Issues</a:t>
            </a:r>
            <a:endParaRPr lang="en-US" dirty="0"/>
          </a:p>
        </p:txBody>
      </p:sp>
      <p:sp>
        <p:nvSpPr>
          <p:cNvPr id="5" name="Content Placeholder 4">
            <a:extLst>
              <a:ext uri="{FF2B5EF4-FFF2-40B4-BE49-F238E27FC236}">
                <a16:creationId xmlns:a16="http://schemas.microsoft.com/office/drawing/2014/main" id="{8A94AC61-4F6E-98E2-D42B-F2114BBA120D}"/>
              </a:ext>
            </a:extLst>
          </p:cNvPr>
          <p:cNvSpPr>
            <a:spLocks noGrp="1"/>
          </p:cNvSpPr>
          <p:nvPr>
            <p:ph sz="quarter" idx="13"/>
          </p:nvPr>
        </p:nvSpPr>
        <p:spPr>
          <a:xfrm>
            <a:off x="841248" y="1536827"/>
            <a:ext cx="6556375" cy="4479925"/>
          </a:xfrm>
        </p:spPr>
        <p:txBody>
          <a:bodyPr/>
          <a:lstStyle/>
          <a:p>
            <a:r>
              <a:rPr b="1"/>
              <a:t>Triumph Automotive (P2278):</a:t>
            </a:r>
            <a:r>
              <a:t> 6 weeks over; scope expanded mid-engagement with no SOW gate. Q3 cash flow gap; follow-on renewal risk flagged.</a:t>
            </a:r>
          </a:p>
          <a:p>
            <a:r>
              <a:rPr b="1"/>
              <a:t>Empire Retail (P2303):</a:t>
            </a:r>
            <a:r>
              <a:t> Partial delivery — $320K of $500K — after three sponsor changes. No escalation protocol; firm not pursuing further work.</a:t>
            </a:r>
          </a:p>
          <a:p>
            <a:r>
              <a:t>Common root cause: SOW and escalation design did not keep pace with mid-engagement change.</a:t>
            </a:r>
          </a:p>
        </p:txBody>
      </p:sp>
      <p:sp>
        <p:nvSpPr>
          <p:cNvPr id="4" name="Slide Number Placeholder 3">
            <a:extLst>
              <a:ext uri="{FF2B5EF4-FFF2-40B4-BE49-F238E27FC236}">
                <a16:creationId xmlns:a16="http://schemas.microsoft.com/office/drawing/2014/main" id="{D04F9477-0E09-541A-1BEE-18EAF43FE06E}"/>
              </a:ext>
            </a:extLst>
          </p:cNvPr>
          <p:cNvSpPr>
            <a:spLocks noGrp="1"/>
          </p:cNvSpPr>
          <p:nvPr>
            <p:ph type="sldNum" sz="quarter" idx="11"/>
          </p:nvPr>
        </p:nvSpPr>
        <p:spPr>
          <a:xfrm>
            <a:off x="10917936" y="6385422"/>
            <a:ext cx="843264" cy="288000"/>
          </a:xfrm>
        </p:spPr>
        <p:txBody>
          <a:bodyPr/>
          <a:lstStyle/>
          <a:p>
            <a:endParaRPr lang="en-US"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8" name="Picture Placeholder 7" descr="Mountain view from a patio with hanging chair">
            <a:extLst>
              <a:ext uri="{FF2B5EF4-FFF2-40B4-BE49-F238E27FC236}">
                <a16:creationId xmlns:a16="http://schemas.microsoft.com/office/drawing/2014/main" id="{A0F07786-AFE7-7435-7951-DD3C080C3A53}"/>
              </a:ext>
            </a:extLst>
          </p:cNvPr>
          <p:cNvPicPr>
            <a:picLocks noGrp="1" noChangeAspect="1"/>
          </p:cNvPicPr>
          <p:nvPr>
            <p:ph type="pic" sz="quarter" idx="11"/>
          </p:nvPr>
        </p:nvPicPr>
        <p:blipFill>
          <a:blip r:embed="rId2"/>
          <a:srcRect t="20" b="20"/>
          <a:stretch/>
        </p:blipFill>
        <p:spPr>
          <a:xfrm>
            <a:off x="6092952" y="0"/>
            <a:ext cx="6099048" cy="6876288"/>
          </a:xfrm>
        </p:spPr>
      </p:pic>
      <p:sp>
        <p:nvSpPr>
          <p:cNvPr id="33" name="Title 32">
            <a:extLst>
              <a:ext uri="{FF2B5EF4-FFF2-40B4-BE49-F238E27FC236}">
                <a16:creationId xmlns:a16="http://schemas.microsoft.com/office/drawing/2014/main" id="{5D8FACD9-4906-4691-55B9-710FC59D2130}"/>
              </a:ext>
            </a:extLst>
          </p:cNvPr>
          <p:cNvSpPr>
            <a:spLocks noGrp="1"/>
          </p:cNvSpPr>
          <p:nvPr>
            <p:ph type="title"/>
          </p:nvPr>
        </p:nvSpPr>
        <p:spPr>
          <a:xfrm>
            <a:off x="841244" y="832104"/>
            <a:ext cx="6099048" cy="5219236"/>
          </a:xfrm>
        </p:spPr>
        <p:txBody>
          <a:bodyPr/>
          <a:lstStyle/>
          <a:p>
            <a:r>
              <a:t>Client Health</a:t>
            </a:r>
            <a:endParaRPr lang="en-US" dirty="0"/>
          </a:p>
        </p:txBody>
      </p:sp>
      <p:sp>
        <p:nvSpPr>
          <p:cNvPr id="46" name="Text Placeholder 45">
            <a:extLst>
              <a:ext uri="{FF2B5EF4-FFF2-40B4-BE49-F238E27FC236}">
                <a16:creationId xmlns:a16="http://schemas.microsoft.com/office/drawing/2014/main" id="{B7BFD7D2-6C97-1E33-B2CC-6AE1EB9EF8D2}"/>
              </a:ext>
            </a:extLst>
          </p:cNvPr>
          <p:cNvSpPr>
            <a:spLocks noGrp="1"/>
          </p:cNvSpPr>
          <p:nvPr>
            <p:ph type="body" sz="quarter" idx="15"/>
          </p:nvPr>
        </p:nvSpPr>
        <p:spPr/>
        <p:txBody>
          <a:bodyPr/>
          <a:lstStyle/>
          <a:p>
            <a:endParaRPr lang="en-US" dirty="0"/>
          </a:p>
        </p:txBody>
      </p:sp>
      <p:sp>
        <p:nvSpPr>
          <p:cNvPr id="43" name="Text Placeholder 42">
            <a:extLst>
              <a:ext uri="{FF2B5EF4-FFF2-40B4-BE49-F238E27FC236}">
                <a16:creationId xmlns:a16="http://schemas.microsoft.com/office/drawing/2014/main" id="{D45A4C16-121E-2E37-49E9-4A4ACF2C51FB}"/>
              </a:ext>
            </a:extLst>
          </p:cNvPr>
          <p:cNvSpPr>
            <a:spLocks noGrp="1"/>
          </p:cNvSpPr>
          <p:nvPr>
            <p:ph type="body" sz="quarter" idx="12"/>
          </p:nvPr>
        </p:nvSpPr>
        <p:spPr/>
        <p:txBody>
          <a:bodyPr/>
          <a:lstStyle/>
          <a:p>
            <a:endParaRPr lang="en-US" dirty="0"/>
          </a:p>
        </p:txBody>
      </p:sp>
      <p:sp>
        <p:nvSpPr>
          <p:cNvPr id="44" name="Text Placeholder 43">
            <a:extLst>
              <a:ext uri="{FF2B5EF4-FFF2-40B4-BE49-F238E27FC236}">
                <a16:creationId xmlns:a16="http://schemas.microsoft.com/office/drawing/2014/main" id="{D585FA3F-E61C-D66E-07B0-F757A8CA6054}"/>
              </a:ext>
            </a:extLst>
          </p:cNvPr>
          <p:cNvSpPr>
            <a:spLocks noGrp="1"/>
          </p:cNvSpPr>
          <p:nvPr>
            <p:ph type="body" sz="quarter" idx="13"/>
          </p:nvPr>
        </p:nvSpPr>
        <p:spPr/>
        <p:txBody>
          <a:bodyPr/>
          <a:lstStyle/>
          <a:p>
            <a:endParaRPr lang="en-US" dirty="0"/>
          </a:p>
        </p:txBody>
      </p:sp>
      <p:sp>
        <p:nvSpPr>
          <p:cNvPr id="45" name="Text Placeholder 44">
            <a:extLst>
              <a:ext uri="{FF2B5EF4-FFF2-40B4-BE49-F238E27FC236}">
                <a16:creationId xmlns:a16="http://schemas.microsoft.com/office/drawing/2014/main" id="{37E333FD-F3EA-ED3D-DAD7-C1B2247BA3CA}"/>
              </a:ext>
            </a:extLst>
          </p:cNvPr>
          <p:cNvSpPr>
            <a:spLocks noGrp="1"/>
          </p:cNvSpPr>
          <p:nvPr>
            <p:ph type="body" sz="quarter" idx="14"/>
          </p:nvPr>
        </p:nvSpPr>
        <p:spPr/>
        <p:txBody>
          <a:bodyPr/>
          <a:lstStyle/>
          <a:p>
            <a:endParaRPr lang="en-US"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A4A34DAF-F207-3061-24D6-6AFF552418DC}"/>
              </a:ext>
            </a:extLst>
          </p:cNvPr>
          <p:cNvSpPr>
            <a:spLocks noGrp="1"/>
          </p:cNvSpPr>
          <p:nvPr>
            <p:ph type="title"/>
          </p:nvPr>
        </p:nvSpPr>
        <p:spPr>
          <a:xfrm>
            <a:off x="841248" y="841248"/>
            <a:ext cx="10479024" cy="557784"/>
          </a:xfrm>
        </p:spPr>
        <p:txBody>
          <a:bodyPr/>
          <a:lstStyle/>
          <a:p>
            <a:r>
              <a:t>Client Retention</a:t>
            </a:r>
            <a:endParaRPr lang="en-US" dirty="0"/>
          </a:p>
        </p:txBody>
      </p:sp>
      <p:sp>
        <p:nvSpPr>
          <p:cNvPr id="5" name="Content Placeholder 4">
            <a:extLst>
              <a:ext uri="{FF2B5EF4-FFF2-40B4-BE49-F238E27FC236}">
                <a16:creationId xmlns:a16="http://schemas.microsoft.com/office/drawing/2014/main" id="{8A94AC61-4F6E-98E2-D42B-F2114BBA120D}"/>
              </a:ext>
            </a:extLst>
          </p:cNvPr>
          <p:cNvSpPr>
            <a:spLocks noGrp="1"/>
          </p:cNvSpPr>
          <p:nvPr>
            <p:ph sz="quarter" idx="13"/>
          </p:nvPr>
        </p:nvSpPr>
        <p:spPr>
          <a:xfrm>
            <a:off x="841248" y="1536827"/>
            <a:ext cx="6556375" cy="4479925"/>
          </a:xfrm>
        </p:spPr>
        <p:txBody>
          <a:bodyPr/>
          <a:lstStyle/>
          <a:p>
            <a:r>
              <a:t>Recovered to 89.3% in FY2025, up from the FY2024 trough (85.3%). Eight churns; 4 were pricing- or competition-driven — active re-evaluation, not passive attrition. Not yet back to FY2023's 93.3%.</a:t>
            </a:r>
          </a:p>
        </p:txBody>
      </p:sp>
      <p:sp>
        <p:nvSpPr>
          <p:cNvPr id="4" name="Slide Number Placeholder 3">
            <a:extLst>
              <a:ext uri="{FF2B5EF4-FFF2-40B4-BE49-F238E27FC236}">
                <a16:creationId xmlns:a16="http://schemas.microsoft.com/office/drawing/2014/main" id="{D04F9477-0E09-541A-1BEE-18EAF43FE06E}"/>
              </a:ext>
            </a:extLst>
          </p:cNvPr>
          <p:cNvSpPr>
            <a:spLocks noGrp="1"/>
          </p:cNvSpPr>
          <p:nvPr>
            <p:ph type="sldNum" sz="quarter" idx="11"/>
          </p:nvPr>
        </p:nvSpPr>
        <p:spPr>
          <a:xfrm>
            <a:off x="10917936" y="6385422"/>
            <a:ext cx="843264" cy="288000"/>
          </a:xfrm>
        </p:spPr>
        <p:txBody>
          <a:bodyPr/>
          <a:lstStyle/>
          <a:p>
            <a:endParaRPr lang="en-US" dirty="0"/>
          </a:p>
        </p:txBody>
      </p:sp>
      <p:graphicFrame>
        <p:nvGraphicFramePr>
          <p:cNvPr id="6" name="Chart 5"/>
          <p:cNvGraphicFramePr>
            <a:graphicFrameLocks noGrp="1"/>
          </p:cNvGraphicFramePr>
          <p:nvPr/>
        </p:nvGraphicFramePr>
        <p:xfrm>
          <a:off x="914400" y="1645920"/>
          <a:ext cx="7315200" cy="4389120"/>
        </p:xfrm>
        <a:graphic>
          <a:graphicData uri="http://schemas.openxmlformats.org/drawingml/2006/chart">
            <c:chart xmlns:c="http://schemas.openxmlformats.org/drawingml/2006/chart" r:id="rId2"/>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B236F643-9DF2-B730-72CE-75663E4FF0DF}"/>
              </a:ext>
            </a:extLst>
          </p:cNvPr>
          <p:cNvSpPr>
            <a:spLocks noGrp="1"/>
          </p:cNvSpPr>
          <p:nvPr>
            <p:ph type="title"/>
          </p:nvPr>
        </p:nvSpPr>
        <p:spPr>
          <a:xfrm>
            <a:off x="841248" y="841248"/>
            <a:ext cx="10479024" cy="557784"/>
          </a:xfrm>
        </p:spPr>
        <p:txBody>
          <a:bodyPr/>
          <a:lstStyle/>
          <a:p>
            <a:r>
              <a:t>Client NPS</a:t>
            </a:r>
            <a:endParaRPr lang="en-US" dirty="0"/>
          </a:p>
        </p:txBody>
      </p:sp>
      <p:sp>
        <p:nvSpPr>
          <p:cNvPr id="5" name="Content Placeholder 4">
            <a:extLst>
              <a:ext uri="{FF2B5EF4-FFF2-40B4-BE49-F238E27FC236}">
                <a16:creationId xmlns:a16="http://schemas.microsoft.com/office/drawing/2014/main" id="{AFF29AD4-BB7A-FB89-7276-12ECA4CCCE53}"/>
              </a:ext>
            </a:extLst>
          </p:cNvPr>
          <p:cNvSpPr>
            <a:spLocks noGrp="1"/>
          </p:cNvSpPr>
          <p:nvPr>
            <p:ph sz="quarter" idx="13"/>
          </p:nvPr>
        </p:nvSpPr>
        <p:spPr>
          <a:xfrm>
            <a:off x="841248" y="1536827"/>
            <a:ext cx="2862072" cy="4479925"/>
          </a:xfrm>
        </p:spPr>
        <p:txBody>
          <a:bodyPr/>
          <a:lstStyle/>
          <a:p>
            <a:r>
              <a:t>Avg. NPS 54.5 — essentially flat vs. FY2024 (54.3). Promoters slipped 29% → 26%; detractor share held at 45% (50 clients at risk).</a:t>
            </a:r>
          </a:p>
          <a:p>
            <a:r>
              <a:t>Strengths: analytical rigor, responsiveness. Improvement areas: consultant continuity, translating recommendations into action plans.</a:t>
            </a:r>
          </a:p>
        </p:txBody>
      </p:sp>
      <p:graphicFrame>
        <p:nvGraphicFramePr>
          <p:cNvPr id="7" name="Table Placeholder 2">
            <a:extLst>
              <a:ext uri="{FF2B5EF4-FFF2-40B4-BE49-F238E27FC236}">
                <a16:creationId xmlns:a16="http://schemas.microsoft.com/office/drawing/2014/main" id="{75CBC584-0DF7-369A-1E66-DDC01BBDB692}"/>
              </a:ext>
            </a:extLst>
          </p:cNvPr>
          <p:cNvGraphicFramePr>
            <a:graphicFrameLocks noGrp="1"/>
          </p:cNvGraphicFramePr>
          <p:nvPr>
            <p:ph sz="quarter" idx="14"/>
            <p:extLst>
              <p:ext uri="{D42A27DB-BD31-4B8C-83A1-F6EECF244321}">
                <p14:modId xmlns:p14="http://schemas.microsoft.com/office/powerpoint/2010/main" val="3428050937"/>
              </p:ext>
            </p:extLst>
          </p:nvPr>
        </p:nvGraphicFramePr>
        <p:xfrm>
          <a:off x="4727575" y="1536700"/>
          <a:ext cx="6591300" cy="4479760"/>
        </p:xfrm>
        <a:graphic>
          <a:graphicData uri="http://schemas.openxmlformats.org/drawingml/2006/table">
            <a:tbl>
              <a:tblPr firstRow="1" bandRow="1">
                <a:tableStyleId>{68D230F3-CF80-4859-8CE7-A43EE81993B5}</a:tableStyleId>
              </a:tblPr>
              <a:tblGrid>
                <a:gridCol w="2197100">
                  <a:extLst>
                    <a:ext uri="{9D8B030D-6E8A-4147-A177-3AD203B41FA5}">
                      <a16:colId xmlns:a16="http://schemas.microsoft.com/office/drawing/2014/main" val="30750867"/>
                    </a:ext>
                  </a:extLst>
                </a:gridCol>
                <a:gridCol w="2197100">
                  <a:extLst>
                    <a:ext uri="{9D8B030D-6E8A-4147-A177-3AD203B41FA5}">
                      <a16:colId xmlns:a16="http://schemas.microsoft.com/office/drawing/2014/main" val="1038941322"/>
                    </a:ext>
                  </a:extLst>
                </a:gridCol>
                <a:gridCol w="2197100">
                  <a:extLst>
                    <a:ext uri="{9D8B030D-6E8A-4147-A177-3AD203B41FA5}">
                      <a16:colId xmlns:a16="http://schemas.microsoft.com/office/drawing/2014/main" val="529645500"/>
                    </a:ext>
                  </a:extLst>
                </a:gridCol>
              </a:tblGrid>
              <a:tr h="895952">
                <a:tc>
                  <a:txBody>
                    <a:bodyPr/>
                    <a:lstStyle/>
                    <a:p>
                      <a:r>
                        <a:t>Category</a:t>
                      </a:r>
                    </a:p>
                  </a:txBody>
                  <a:tcPr/>
                </a:tc>
                <a:tc>
                  <a:txBody>
                    <a:bodyPr/>
                    <a:lstStyle/>
                    <a:p>
                      <a:r>
                        <a:t>FY2024 (n=112)</a:t>
                      </a:r>
                    </a:p>
                  </a:txBody>
                  <a:tcPr/>
                </a:tc>
                <a:tc>
                  <a:txBody>
                    <a:bodyPr/>
                    <a:lstStyle/>
                    <a:p>
                      <a:r>
                        <a:t>FY2025 (n=112)</a:t>
                      </a:r>
                    </a:p>
                  </a:txBody>
                  <a:tcPr/>
                </a:tc>
                <a:extLst>
                  <a:ext uri="{0D108BD9-81ED-4DB2-BD59-A6C34878D82A}">
                    <a16:rowId xmlns:a16="http://schemas.microsoft.com/office/drawing/2014/main" val="4251432886"/>
                  </a:ext>
                </a:extLst>
              </a:tr>
              <a:tr h="895952">
                <a:tc>
                  <a:txBody>
                    <a:bodyPr/>
                    <a:lstStyle/>
                    <a:p>
                      <a:r>
                        <a:t>Promoters (≥70)</a:t>
                      </a:r>
                    </a:p>
                  </a:txBody>
                  <a:tcPr/>
                </a:tc>
                <a:tc>
                  <a:txBody>
                    <a:bodyPr/>
                    <a:lstStyle/>
                    <a:p>
                      <a:r>
                        <a:t>32 (29%)</a:t>
                      </a:r>
                    </a:p>
                  </a:txBody>
                  <a:tcPr/>
                </a:tc>
                <a:tc>
                  <a:txBody>
                    <a:bodyPr/>
                    <a:lstStyle/>
                    <a:p>
                      <a:r>
                        <a:t>29 (26%)</a:t>
                      </a:r>
                    </a:p>
                  </a:txBody>
                  <a:tcPr/>
                </a:tc>
                <a:extLst>
                  <a:ext uri="{0D108BD9-81ED-4DB2-BD59-A6C34878D82A}">
                    <a16:rowId xmlns:a16="http://schemas.microsoft.com/office/drawing/2014/main" val="360240625"/>
                  </a:ext>
                </a:extLst>
              </a:tr>
              <a:tr h="895952">
                <a:tc>
                  <a:txBody>
                    <a:bodyPr/>
                    <a:lstStyle/>
                    <a:p>
                      <a:r>
                        <a:t>Passives (50–69)</a:t>
                      </a:r>
                    </a:p>
                  </a:txBody>
                  <a:tcPr/>
                </a:tc>
                <a:tc>
                  <a:txBody>
                    <a:bodyPr/>
                    <a:lstStyle/>
                    <a:p>
                      <a:r>
                        <a:t>30 (27%)</a:t>
                      </a:r>
                    </a:p>
                  </a:txBody>
                  <a:tcPr/>
                </a:tc>
                <a:tc>
                  <a:txBody>
                    <a:bodyPr/>
                    <a:lstStyle/>
                    <a:p>
                      <a:r>
                        <a:t>33 (29%)</a:t>
                      </a:r>
                    </a:p>
                  </a:txBody>
                  <a:tcPr/>
                </a:tc>
                <a:extLst>
                  <a:ext uri="{0D108BD9-81ED-4DB2-BD59-A6C34878D82A}">
                    <a16:rowId xmlns:a16="http://schemas.microsoft.com/office/drawing/2014/main" val="2762393470"/>
                  </a:ext>
                </a:extLst>
              </a:tr>
              <a:tr h="895952">
                <a:tc>
                  <a:txBody>
                    <a:bodyPr/>
                    <a:lstStyle/>
                    <a:p>
                      <a:r>
                        <a:t>Detractors (&lt;50)</a:t>
                      </a:r>
                    </a:p>
                  </a:txBody>
                  <a:tcPr/>
                </a:tc>
                <a:tc>
                  <a:txBody>
                    <a:bodyPr/>
                    <a:lstStyle/>
                    <a:p>
                      <a:r>
                        <a:t>50 (45%)</a:t>
                      </a:r>
                    </a:p>
                  </a:txBody>
                  <a:tcPr/>
                </a:tc>
                <a:tc>
                  <a:txBody>
                    <a:bodyPr/>
                    <a:lstStyle/>
                    <a:p>
                      <a:r>
                        <a:t>50 (45%)</a:t>
                      </a:r>
                    </a:p>
                  </a:txBody>
                  <a:tcPr/>
                </a:tc>
                <a:extLst>
                  <a:ext uri="{0D108BD9-81ED-4DB2-BD59-A6C34878D82A}">
                    <a16:rowId xmlns:a16="http://schemas.microsoft.com/office/drawing/2014/main" val="1311364400"/>
                  </a:ext>
                </a:extLst>
              </a:tr>
              <a:tr h="895952">
                <a:tc>
                  <a:txBody>
                    <a:bodyPr/>
                    <a:lstStyle/>
                    <a:p>
                      <a:r>
                        <a:t>Avg. NPS score</a:t>
                      </a:r>
                    </a:p>
                  </a:txBody>
                  <a:tcPr/>
                </a:tc>
                <a:tc>
                  <a:txBody>
                    <a:bodyPr/>
                    <a:lstStyle/>
                    <a:p>
                      <a:r>
                        <a:t>54.3</a:t>
                      </a:r>
                    </a:p>
                  </a:txBody>
                  <a:tcPr/>
                </a:tc>
                <a:tc>
                  <a:txBody>
                    <a:bodyPr/>
                    <a:lstStyle/>
                    <a:p>
                      <a:r>
                        <a:t>54.5</a:t>
                      </a:r>
                    </a:p>
                  </a:txBody>
                  <a:tcPr/>
                </a:tc>
                <a:extLst>
                  <a:ext uri="{0D108BD9-81ED-4DB2-BD59-A6C34878D82A}">
                    <a16:rowId xmlns:a16="http://schemas.microsoft.com/office/drawing/2014/main" val="2526263980"/>
                  </a:ext>
                </a:extLst>
              </a:tr>
            </a:tbl>
          </a:graphicData>
        </a:graphic>
      </p:graphicFrame>
      <p:sp>
        <p:nvSpPr>
          <p:cNvPr id="4" name="Slide Number Placeholder 3">
            <a:extLst>
              <a:ext uri="{FF2B5EF4-FFF2-40B4-BE49-F238E27FC236}">
                <a16:creationId xmlns:a16="http://schemas.microsoft.com/office/drawing/2014/main" id="{D425AA3C-075D-E8DD-D48B-DA9E07CBE09F}"/>
              </a:ext>
            </a:extLst>
          </p:cNvPr>
          <p:cNvSpPr>
            <a:spLocks noGrp="1"/>
          </p:cNvSpPr>
          <p:nvPr>
            <p:ph type="sldNum" sz="quarter" idx="11"/>
          </p:nvPr>
        </p:nvSpPr>
        <p:spPr>
          <a:xfrm>
            <a:off x="10917936" y="6385422"/>
            <a:ext cx="843264" cy="288000"/>
          </a:xfrm>
        </p:spPr>
        <p:txBody>
          <a:bodyPr/>
          <a:lstStyle/>
          <a:p>
            <a:endParaRPr lang="en-US"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a:extLst>
              <a:ext uri="{FF2B5EF4-FFF2-40B4-BE49-F238E27FC236}">
                <a16:creationId xmlns:a16="http://schemas.microsoft.com/office/drawing/2014/main" id="{D1F36F11-A50A-4347-9430-9522EAFCAB77}"/>
              </a:ext>
            </a:extLst>
          </p:cNvPr>
          <p:cNvSpPr>
            <a:spLocks noGrp="1"/>
          </p:cNvSpPr>
          <p:nvPr>
            <p:ph type="title"/>
          </p:nvPr>
        </p:nvSpPr>
        <p:spPr>
          <a:xfrm>
            <a:off x="841248" y="841248"/>
            <a:ext cx="6931152" cy="557784"/>
          </a:xfrm>
        </p:spPr>
        <p:txBody>
          <a:bodyPr/>
          <a:lstStyle/>
          <a:p>
            <a:r>
              <a:t>Active Pipeline &amp; Practice Capacity</a:t>
            </a:r>
            <a:endParaRPr lang="en-US" dirty="0"/>
          </a:p>
        </p:txBody>
      </p:sp>
      <p:sp>
        <p:nvSpPr>
          <p:cNvPr id="4" name="Text Placeholder 3">
            <a:extLst>
              <a:ext uri="{FF2B5EF4-FFF2-40B4-BE49-F238E27FC236}">
                <a16:creationId xmlns:a16="http://schemas.microsoft.com/office/drawing/2014/main" id="{9A1E0E93-C6B0-0C8B-16D2-354982229DB1}"/>
              </a:ext>
            </a:extLst>
          </p:cNvPr>
          <p:cNvSpPr>
            <a:spLocks noGrp="1"/>
          </p:cNvSpPr>
          <p:nvPr>
            <p:ph type="body" sz="quarter" idx="10"/>
          </p:nvPr>
        </p:nvSpPr>
        <p:spPr>
          <a:xfrm>
            <a:off x="841247" y="1536192"/>
            <a:ext cx="6931152" cy="4480560"/>
          </a:xfrm>
        </p:spPr>
        <p:txBody>
          <a:bodyPr/>
          <a:lstStyle/>
          <a:p/>
        </p:txBody>
      </p:sp>
      <p:pic>
        <p:nvPicPr>
          <p:cNvPr id="5" name="Picture Placeholder 4" descr="Group of people looking at laptop">
            <a:extLst>
              <a:ext uri="{FF2B5EF4-FFF2-40B4-BE49-F238E27FC236}">
                <a16:creationId xmlns:a16="http://schemas.microsoft.com/office/drawing/2014/main" id="{7D207226-A30E-B460-3601-8BA75215004A}"/>
              </a:ext>
            </a:extLst>
          </p:cNvPr>
          <p:cNvPicPr>
            <a:picLocks noGrp="1" noChangeAspect="1"/>
          </p:cNvPicPr>
          <p:nvPr>
            <p:ph type="pic" sz="quarter" idx="11"/>
          </p:nvPr>
        </p:nvPicPr>
        <p:blipFill>
          <a:blip r:embed="rId2"/>
          <a:srcRect t="12" b="12"/>
          <a:stretch/>
        </p:blipFill>
        <p:spPr>
          <a:xfrm>
            <a:off x="6111240" y="2231136"/>
            <a:ext cx="6080760" cy="4626864"/>
          </a:xfr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363603ED-5845-9B34-EF4D-77F260C5537F}"/>
              </a:ext>
            </a:extLst>
          </p:cNvPr>
          <p:cNvSpPr>
            <a:spLocks noGrp="1"/>
          </p:cNvSpPr>
          <p:nvPr>
            <p:ph type="title"/>
          </p:nvPr>
        </p:nvSpPr>
        <p:spPr>
          <a:xfrm>
            <a:off x="841248" y="841248"/>
            <a:ext cx="10479024" cy="557784"/>
          </a:xfrm>
        </p:spPr>
        <p:txBody>
          <a:bodyPr/>
          <a:lstStyle/>
          <a:p>
            <a:r>
              <a:t>Active Pipeline and Practice Capacity</a:t>
            </a:r>
            <a:endParaRPr lang="en-US" dirty="0"/>
          </a:p>
        </p:txBody>
      </p:sp>
      <p:graphicFrame>
        <p:nvGraphicFramePr>
          <p:cNvPr id="6" name="Table Placeholder 3">
            <a:extLst>
              <a:ext uri="{FF2B5EF4-FFF2-40B4-BE49-F238E27FC236}">
                <a16:creationId xmlns:a16="http://schemas.microsoft.com/office/drawing/2014/main" id="{29F1D68E-A6BD-BBAF-E58E-99086D82D066}"/>
              </a:ext>
            </a:extLst>
          </p:cNvPr>
          <p:cNvGraphicFramePr>
            <a:graphicFrameLocks noGrp="1"/>
          </p:cNvGraphicFramePr>
          <p:nvPr>
            <p:ph sz="quarter" idx="14"/>
            <p:extLst>
              <p:ext uri="{D42A27DB-BD31-4B8C-83A1-F6EECF244321}">
                <p14:modId xmlns:p14="http://schemas.microsoft.com/office/powerpoint/2010/main" val="2234545431"/>
              </p:ext>
            </p:extLst>
          </p:nvPr>
        </p:nvGraphicFramePr>
        <p:xfrm>
          <a:off x="841375" y="1527175"/>
          <a:ext cx="10477500" cy="4495800"/>
        </p:xfrm>
        <a:graphic>
          <a:graphicData uri="http://schemas.openxmlformats.org/drawingml/2006/table">
            <a:tbl>
              <a:tblPr firstRow="1" bandRow="1">
                <a:tableStyleId>{68D230F3-CF80-4859-8CE7-A43EE81993B5}</a:tableStyleId>
              </a:tblPr>
              <a:tblGrid>
                <a:gridCol w="3492500">
                  <a:extLst>
                    <a:ext uri="{9D8B030D-6E8A-4147-A177-3AD203B41FA5}">
                      <a16:colId xmlns:a16="http://schemas.microsoft.com/office/drawing/2014/main" val="130956065"/>
                    </a:ext>
                  </a:extLst>
                </a:gridCol>
                <a:gridCol w="3492500">
                  <a:extLst>
                    <a:ext uri="{9D8B030D-6E8A-4147-A177-3AD203B41FA5}">
                      <a16:colId xmlns:a16="http://schemas.microsoft.com/office/drawing/2014/main" val="2749965458"/>
                    </a:ext>
                  </a:extLst>
                </a:gridCol>
                <a:gridCol w="3492500">
                  <a:extLst>
                    <a:ext uri="{9D8B030D-6E8A-4147-A177-3AD203B41FA5}">
                      <a16:colId xmlns:a16="http://schemas.microsoft.com/office/drawing/2014/main" val="2116711163"/>
                    </a:ext>
                  </a:extLst>
                </a:gridCol>
              </a:tblGrid>
              <a:tr h="749300">
                <a:tc>
                  <a:txBody>
                    <a:bodyPr/>
                    <a:lstStyle/>
                    <a:p>
                      <a:r>
                        <a:t>Practice</a:t>
                      </a:r>
                    </a:p>
                  </a:txBody>
                  <a:tcPr/>
                </a:tc>
                <a:tc>
                  <a:txBody>
                    <a:bodyPr/>
                    <a:lstStyle/>
                    <a:p>
                      <a:r>
                        <a:t>Active Projects</a:t>
                      </a:r>
                    </a:p>
                  </a:txBody>
                  <a:tcPr/>
                </a:tc>
                <a:tc>
                  <a:txBody>
                    <a:bodyPr/>
                    <a:lstStyle/>
                    <a:p>
                      <a:r>
                        <a:t>Contracted Value</a:t>
                      </a:r>
                    </a:p>
                  </a:txBody>
                  <a:tcPr/>
                </a:tc>
                <a:extLst>
                  <a:ext uri="{0D108BD9-81ED-4DB2-BD59-A6C34878D82A}">
                    <a16:rowId xmlns:a16="http://schemas.microsoft.com/office/drawing/2014/main" val="3741017008"/>
                  </a:ext>
                </a:extLst>
              </a:tr>
              <a:tr h="749300">
                <a:tc>
                  <a:txBody>
                    <a:bodyPr/>
                    <a:lstStyle/>
                    <a:p>
                      <a:r>
                        <a:t>HR &amp; People</a:t>
                      </a:r>
                    </a:p>
                  </a:txBody>
                  <a:tcPr/>
                </a:tc>
                <a:tc>
                  <a:txBody>
                    <a:bodyPr/>
                    <a:lstStyle/>
                    <a:p>
                      <a:r>
                        <a:t>17</a:t>
                      </a:r>
                    </a:p>
                  </a:txBody>
                  <a:tcPr/>
                </a:tc>
                <a:tc>
                  <a:txBody>
                    <a:bodyPr/>
                    <a:lstStyle/>
                    <a:p>
                      <a:r>
                        <a:t>$15.4M</a:t>
                      </a:r>
                    </a:p>
                  </a:txBody>
                  <a:tcPr/>
                </a:tc>
                <a:extLst>
                  <a:ext uri="{0D108BD9-81ED-4DB2-BD59-A6C34878D82A}">
                    <a16:rowId xmlns:a16="http://schemas.microsoft.com/office/drawing/2014/main" val="511888340"/>
                  </a:ext>
                </a:extLst>
              </a:tr>
              <a:tr h="749300">
                <a:tc>
                  <a:txBody>
                    <a:bodyPr/>
                    <a:lstStyle/>
                    <a:p>
                      <a:r>
                        <a:t>Strategy &amp; Growth</a:t>
                      </a:r>
                    </a:p>
                  </a:txBody>
                  <a:tcPr/>
                </a:tc>
                <a:tc>
                  <a:txBody>
                    <a:bodyPr/>
                    <a:lstStyle/>
                    <a:p>
                      <a:r>
                        <a:t>13</a:t>
                      </a:r>
                    </a:p>
                  </a:txBody>
                  <a:tcPr/>
                </a:tc>
                <a:tc>
                  <a:txBody>
                    <a:bodyPr/>
                    <a:lstStyle/>
                    <a:p>
                      <a:r>
                        <a:t>$12.2M</a:t>
                      </a:r>
                    </a:p>
                  </a:txBody>
                  <a:tcPr/>
                </a:tc>
                <a:extLst>
                  <a:ext uri="{0D108BD9-81ED-4DB2-BD59-A6C34878D82A}">
                    <a16:rowId xmlns:a16="http://schemas.microsoft.com/office/drawing/2014/main" val="3937089168"/>
                  </a:ext>
                </a:extLst>
              </a:tr>
              <a:tr h="749300">
                <a:tc>
                  <a:txBody>
                    <a:bodyPr/>
                    <a:lstStyle/>
                    <a:p>
                      <a:r>
                        <a:t>Finance &amp; Risk</a:t>
                      </a:r>
                    </a:p>
                  </a:txBody>
                  <a:tcPr/>
                </a:tc>
                <a:tc>
                  <a:txBody>
                    <a:bodyPr/>
                    <a:lstStyle/>
                    <a:p>
                      <a:r>
                        <a:t>10</a:t>
                      </a:r>
                    </a:p>
                  </a:txBody>
                  <a:tcPr/>
                </a:tc>
                <a:tc>
                  <a:txBody>
                    <a:bodyPr/>
                    <a:lstStyle/>
                    <a:p>
                      <a:r>
                        <a:t>$8.5M</a:t>
                      </a:r>
                    </a:p>
                  </a:txBody>
                  <a:tcPr/>
                </a:tc>
                <a:extLst>
                  <a:ext uri="{0D108BD9-81ED-4DB2-BD59-A6C34878D82A}">
                    <a16:rowId xmlns:a16="http://schemas.microsoft.com/office/drawing/2014/main" val="1031597798"/>
                  </a:ext>
                </a:extLst>
              </a:tr>
              <a:tr h="749300">
                <a:tc>
                  <a:txBody>
                    <a:bodyPr/>
                    <a:lstStyle/>
                    <a:p>
                      <a:r>
                        <a:t>Technology &amp; Digital</a:t>
                      </a:r>
                    </a:p>
                  </a:txBody>
                  <a:tcPr/>
                </a:tc>
                <a:tc>
                  <a:txBody>
                    <a:bodyPr/>
                    <a:lstStyle/>
                    <a:p>
                      <a:r>
                        <a:t>9</a:t>
                      </a:r>
                    </a:p>
                  </a:txBody>
                  <a:tcPr/>
                </a:tc>
                <a:tc>
                  <a:txBody>
                    <a:bodyPr/>
                    <a:lstStyle/>
                    <a:p>
                      <a:r>
                        <a:t>$6.4M</a:t>
                      </a:r>
                    </a:p>
                  </a:txBody>
                  <a:tcPr/>
                </a:tc>
                <a:extLst>
                  <a:ext uri="{0D108BD9-81ED-4DB2-BD59-A6C34878D82A}">
                    <a16:rowId xmlns:a16="http://schemas.microsoft.com/office/drawing/2014/main" val="1194376521"/>
                  </a:ext>
                </a:extLst>
              </a:tr>
              <a:tr h="749300">
                <a:tc>
                  <a:txBody>
                    <a:bodyPr/>
                    <a:lstStyle/>
                    <a:p>
                      <a:r>
                        <a:t>Operations Excellence</a:t>
                      </a:r>
                    </a:p>
                  </a:txBody>
                  <a:tcPr/>
                </a:tc>
                <a:tc>
                  <a:txBody>
                    <a:bodyPr/>
                    <a:lstStyle/>
                    <a:p>
                      <a:r>
                        <a:t>9</a:t>
                      </a:r>
                    </a:p>
                  </a:txBody>
                  <a:tcPr/>
                </a:tc>
                <a:tc>
                  <a:txBody>
                    <a:bodyPr/>
                    <a:lstStyle/>
                    <a:p>
                      <a:r>
                        <a:t>$6.1M</a:t>
                      </a:r>
                    </a:p>
                  </a:txBody>
                  <a:tcPr/>
                </a:tc>
                <a:extLst>
                  <a:ext uri="{0D108BD9-81ED-4DB2-BD59-A6C34878D82A}">
                    <a16:rowId xmlns:a16="http://schemas.microsoft.com/office/drawing/2014/main" val="1918266800"/>
                  </a:ext>
                </a:extLst>
              </a:tr>
            </a:tbl>
          </a:graphicData>
        </a:graphic>
      </p:graphicFrame>
      <p:sp>
        <p:nvSpPr>
          <p:cNvPr id="4" name="Slide Number Placeholder 3">
            <a:extLst>
              <a:ext uri="{FF2B5EF4-FFF2-40B4-BE49-F238E27FC236}">
                <a16:creationId xmlns:a16="http://schemas.microsoft.com/office/drawing/2014/main" id="{9B333A90-2ED2-EF64-F9B3-7807A3275B87}"/>
              </a:ext>
            </a:extLst>
          </p:cNvPr>
          <p:cNvSpPr>
            <a:spLocks noGrp="1"/>
          </p:cNvSpPr>
          <p:nvPr>
            <p:ph type="sldNum" sz="quarter" idx="11"/>
          </p:nvPr>
        </p:nvSpPr>
        <p:spPr>
          <a:xfrm>
            <a:off x="10917936" y="6385422"/>
            <a:ext cx="843264" cy="288000"/>
          </a:xfrm>
        </p:spPr>
        <p:txBody>
          <a:bodyPr/>
          <a:lstStyle/>
          <a:p>
            <a:r>
              <a:t>$48.5M contracted across 58 engagements: 42 on track, 7 ahead, 6 at risk, 3 on hold.</a:t>
            </a:r>
            <a:endParaRPr lang="en-US" dirty="0"/>
          </a:p>
          <a:p>
            <a:r>
              <a:rPr b="1"/>
              <a:t>Capacity watch — T&amp;D:</a:t>
            </a:r>
            <a:r>
              <a:t> 3 senior consultants at ≥95% utilization; $6.2M pipeline at risk without two Senior Consultant hires.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A4A34DAF-F207-3061-24D6-6AFF552418DC}"/>
              </a:ext>
            </a:extLst>
          </p:cNvPr>
          <p:cNvSpPr>
            <a:spLocks noGrp="1"/>
          </p:cNvSpPr>
          <p:nvPr>
            <p:ph type="title"/>
          </p:nvPr>
        </p:nvSpPr>
        <p:spPr>
          <a:xfrm>
            <a:off x="841248" y="841248"/>
            <a:ext cx="10479024" cy="557784"/>
          </a:xfrm>
        </p:spPr>
        <p:txBody>
          <a:bodyPr/>
          <a:lstStyle/>
          <a:p>
            <a:r>
              <a:t>Strategic Priorities for FY2026</a:t>
            </a:r>
            <a:endParaRPr lang="en-US" dirty="0"/>
          </a:p>
        </p:txBody>
      </p:sp>
      <p:sp>
        <p:nvSpPr>
          <p:cNvPr id="5" name="Content Placeholder 4">
            <a:extLst>
              <a:ext uri="{FF2B5EF4-FFF2-40B4-BE49-F238E27FC236}">
                <a16:creationId xmlns:a16="http://schemas.microsoft.com/office/drawing/2014/main" id="{8A94AC61-4F6E-98E2-D42B-F2114BBA120D}"/>
              </a:ext>
            </a:extLst>
          </p:cNvPr>
          <p:cNvSpPr>
            <a:spLocks noGrp="1"/>
          </p:cNvSpPr>
          <p:nvPr>
            <p:ph sz="quarter" idx="13"/>
          </p:nvPr>
        </p:nvSpPr>
        <p:spPr>
          <a:xfrm>
            <a:off x="841248" y="1536827"/>
            <a:ext cx="6556375" cy="4479925"/>
          </a:xfrm>
        </p:spPr>
        <p:txBody>
          <a:bodyPr/>
          <a:lstStyle/>
          <a:p>
            <a:r>
              <a:t>1. </a:t>
            </a:r>
            <a:r>
              <a:rPr b="1"/>
              <a:t>Restore delivery consistency.</a:t>
            </a:r>
            <a:r>
              <a:t> On-time rate fell to 54.8%. Implement firm-wide SOW standard with explicit scope gates and sponsor-change escalation clauses.</a:t>
            </a:r>
          </a:p>
          <a:p>
            <a:r>
              <a:t>2. </a:t>
            </a:r>
            <a:r>
              <a:rPr b="1"/>
              <a:t>Convert NPS detractors.</a:t>
            </a:r>
            <a:r>
              <a:t> 45% of clients in the detractor band. Targeted account recovery + improvements in consultant continuity and action plan delivery.</a:t>
            </a:r>
          </a:p>
          <a:p>
            <a:r>
              <a:t>3. </a:t>
            </a:r>
            <a:r>
              <a:rPr b="1"/>
              <a:t>Resolve T&amp;D capacity.</a:t>
            </a:r>
            <a:r>
              <a:t> Highest pipeline ($6.2M), largest revenue share (28%), over-capacity now. Approve two Senior Consultant hires.</a:t>
            </a:r>
          </a:p>
        </p:txBody>
      </p:sp>
      <p:sp>
        <p:nvSpPr>
          <p:cNvPr id="4" name="Slide Number Placeholder 3">
            <a:extLst>
              <a:ext uri="{FF2B5EF4-FFF2-40B4-BE49-F238E27FC236}">
                <a16:creationId xmlns:a16="http://schemas.microsoft.com/office/drawing/2014/main" id="{D04F9477-0E09-541A-1BEE-18EAF43FE06E}"/>
              </a:ext>
            </a:extLst>
          </p:cNvPr>
          <p:cNvSpPr>
            <a:spLocks noGrp="1"/>
          </p:cNvSpPr>
          <p:nvPr>
            <p:ph type="sldNum" sz="quarter" idx="11"/>
          </p:nvPr>
        </p:nvSpPr>
        <p:spPr>
          <a:xfrm>
            <a:off x="10917936" y="6385422"/>
            <a:ext cx="843264" cy="288000"/>
          </a:xfrm>
        </p:spPr>
        <p:txBody>
          <a:bodyPr/>
          <a:lstStyle/>
          <a:p>
            <a:endParaRPr lang="en-US"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a:extLst>
              <a:ext uri="{FF2B5EF4-FFF2-40B4-BE49-F238E27FC236}">
                <a16:creationId xmlns:a16="http://schemas.microsoft.com/office/drawing/2014/main" id="{12CB087B-CB5E-35C5-3AD8-D1A6E1AF8260}"/>
              </a:ext>
            </a:extLst>
          </p:cNvPr>
          <p:cNvSpPr>
            <a:spLocks noGrp="1"/>
          </p:cNvSpPr>
          <p:nvPr>
            <p:ph type="title"/>
          </p:nvPr>
        </p:nvSpPr>
        <p:spPr>
          <a:xfrm>
            <a:off x="841248" y="841248"/>
            <a:ext cx="10479024" cy="557784"/>
          </a:xfrm>
        </p:spPr>
        <p:txBody>
          <a:bodyPr/>
          <a:lstStyle/>
          <a:p>
            <a:r>
              <a:t>Conclusion</a:t>
            </a:r>
            <a:endParaRPr lang="en-US" dirty="0"/>
          </a:p>
        </p:txBody>
      </p:sp>
      <p:sp>
        <p:nvSpPr>
          <p:cNvPr id="4" name="Text Placeholder 3">
            <a:extLst>
              <a:ext uri="{FF2B5EF4-FFF2-40B4-BE49-F238E27FC236}">
                <a16:creationId xmlns:a16="http://schemas.microsoft.com/office/drawing/2014/main" id="{DA26DA25-1172-208C-2C26-5E3AF67E11D5}"/>
              </a:ext>
            </a:extLst>
          </p:cNvPr>
          <p:cNvSpPr>
            <a:spLocks noGrp="1"/>
          </p:cNvSpPr>
          <p:nvPr>
            <p:ph type="body" sz="quarter" idx="10"/>
          </p:nvPr>
        </p:nvSpPr>
        <p:spPr>
          <a:xfrm>
            <a:off x="841247" y="1536192"/>
            <a:ext cx="10479024" cy="2679192"/>
          </a:xfrm>
        </p:spPr>
        <p:txBody>
          <a:bodyPr/>
          <a:lstStyle/>
          <a:p/>
        </p:txBody>
      </p:sp>
      <p:pic>
        <p:nvPicPr>
          <p:cNvPr id="8" name="Picture Placeholder 7" descr="Chairs and umbrellas next to a pool">
            <a:extLst>
              <a:ext uri="{FF2B5EF4-FFF2-40B4-BE49-F238E27FC236}">
                <a16:creationId xmlns:a16="http://schemas.microsoft.com/office/drawing/2014/main" id="{A5263C2E-2D90-6117-E5AF-011208E7AF59}"/>
              </a:ext>
            </a:extLst>
          </p:cNvPr>
          <p:cNvPicPr>
            <a:picLocks noGrp="1" noChangeAspect="1"/>
          </p:cNvPicPr>
          <p:nvPr>
            <p:ph type="pic" sz="quarter" idx="11"/>
          </p:nvPr>
        </p:nvPicPr>
        <p:blipFill>
          <a:blip r:embed="rId2"/>
          <a:srcRect l="9" r="9"/>
          <a:stretch/>
        </p:blipFill>
        <p:spPr>
          <a:xfrm>
            <a:off x="0" y="4462272"/>
            <a:ext cx="12188952" cy="2395728"/>
          </a:xfr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6576923F-2B95-8D5A-8578-DBC0FC0DCEA8}"/>
              </a:ext>
            </a:extLst>
          </p:cNvPr>
          <p:cNvSpPr>
            <a:spLocks noGrp="1"/>
          </p:cNvSpPr>
          <p:nvPr>
            <p:ph type="title"/>
          </p:nvPr>
        </p:nvSpPr>
        <p:spPr>
          <a:xfrm>
            <a:off x="841248" y="841248"/>
            <a:ext cx="10479024" cy="557784"/>
          </a:xfrm>
        </p:spPr>
        <p:txBody>
          <a:bodyPr/>
          <a:lstStyle/>
          <a:p>
            <a:r>
              <a:t>Key Takeaways</a:t>
            </a:r>
          </a:p>
        </p:txBody>
      </p:sp>
      <p:sp>
        <p:nvSpPr>
          <p:cNvPr id="5" name="Text Placeholder 4">
            <a:extLst>
              <a:ext uri="{FF2B5EF4-FFF2-40B4-BE49-F238E27FC236}">
                <a16:creationId xmlns:a16="http://schemas.microsoft.com/office/drawing/2014/main" id="{DFFF7AA9-7C16-A939-67C8-DF700FEF7D83}"/>
              </a:ext>
            </a:extLst>
          </p:cNvPr>
          <p:cNvSpPr>
            <a:spLocks noGrp="1"/>
          </p:cNvSpPr>
          <p:nvPr>
            <p:ph sz="quarter" idx="13"/>
          </p:nvPr>
        </p:nvSpPr>
        <p:spPr>
          <a:xfrm>
            <a:off x="841248" y="1536827"/>
            <a:ext cx="6556375" cy="4479925"/>
          </a:xfrm>
        </p:spPr>
        <p:txBody>
          <a:bodyPr/>
          <a:lstStyle/>
          <a:p>
            <a:r>
              <a:t>FY2025 revenue reached $43.7M (+13.0% YoY) — the third consecutive year of double-digit growth; operating margin held at 35.8%.</a:t>
            </a:r>
          </a:p>
          <a:p>
            <a:r>
              <a:t>All five practices grew 12–13.5% YoY — growth is broad-based, not dependent on any single practice.</a:t>
            </a:r>
          </a:p>
          <a:p>
            <a:r>
              <a:t>On-time project completion declined to 54.8% (from 68.8% in FY2024); this is the primary operational risk heading into FY2026.</a:t>
            </a:r>
          </a:p>
          <a:p>
            <a:r>
              <a:t>Client retention recovered to 89.3% (from FY2024's trough of 85.3%); NPS is flat with 45% of clients still in the detractor band.</a:t>
            </a:r>
          </a:p>
          <a:p>
            <a:r>
              <a:t>Active backlog of $48.5M across 58 projects provides strong FY2026 revenue visibility; Technology &amp; Digital capacity must be resolved to realize the pipeline.</a:t>
            </a:r>
          </a:p>
        </p:txBody>
      </p:sp>
      <p:sp>
        <p:nvSpPr>
          <p:cNvPr id="4" name="Slide Number Placeholder 3">
            <a:extLst>
              <a:ext uri="{FF2B5EF4-FFF2-40B4-BE49-F238E27FC236}">
                <a16:creationId xmlns:a16="http://schemas.microsoft.com/office/drawing/2014/main" id="{58FEA6BC-F3A8-6DDC-F1F8-6348F54E8BE2}"/>
              </a:ext>
            </a:extLst>
          </p:cNvPr>
          <p:cNvSpPr>
            <a:spLocks noGrp="1"/>
          </p:cNvSpPr>
          <p:nvPr>
            <p:ph type="sldNum" sz="quarter" idx="11"/>
          </p:nvPr>
        </p:nvSpPr>
        <p:spPr>
          <a:xfrm>
            <a:off x="10917936" y="6385422"/>
            <a:ext cx="843264" cy="288000"/>
          </a:xfrm>
        </p:spPr>
        <p:txBody>
          <a:bodyPr/>
          <a:lstStyle/>
          <a:p>
            <a:endParaRPr lang="en-US"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 name="Title 27">
            <a:extLst>
              <a:ext uri="{FF2B5EF4-FFF2-40B4-BE49-F238E27FC236}">
                <a16:creationId xmlns:a16="http://schemas.microsoft.com/office/drawing/2014/main" id="{CC25EE42-B3D5-AD1E-48BE-54CEFF2E3D79}"/>
              </a:ext>
            </a:extLst>
          </p:cNvPr>
          <p:cNvSpPr>
            <a:spLocks noGrp="1"/>
          </p:cNvSpPr>
          <p:nvPr>
            <p:ph type="title"/>
          </p:nvPr>
        </p:nvSpPr>
        <p:spPr/>
        <p:txBody>
          <a:bodyPr/>
          <a:lstStyle/>
          <a:p>
            <a:r>
              <a:t>Thank You</a:t>
            </a:r>
          </a:p>
        </p:txBody>
      </p:sp>
      <p:sp>
        <p:nvSpPr>
          <p:cNvPr id="15" name="Text Placeholder 14">
            <a:extLst>
              <a:ext uri="{FF2B5EF4-FFF2-40B4-BE49-F238E27FC236}">
                <a16:creationId xmlns:a16="http://schemas.microsoft.com/office/drawing/2014/main" id="{F4027D16-8477-9439-2912-A02011AD8AC6}"/>
              </a:ext>
            </a:extLst>
          </p:cNvPr>
          <p:cNvSpPr>
            <a:spLocks noGrp="1"/>
          </p:cNvSpPr>
          <p:nvPr>
            <p:ph type="body" sz="quarter" idx="11"/>
          </p:nvPr>
        </p:nvSpPr>
        <p:spPr>
          <a:xfrm>
            <a:off x="841375" y="3705309"/>
            <a:ext cx="10479088" cy="2587625"/>
          </a:xfrm>
        </p:spPr>
        <p:txBody>
          <a:bodyPr/>
          <a:lstStyle/>
          <a:p>
            <a:r>
              <a:t>Questions &amp; Discussion</a:t>
            </a:r>
          </a:p>
        </p:txBody>
      </p:sp>
    </p:spTree>
  </p:cSld>
  <p:clrMapOvr>
    <a:masterClrMapping/>
  </p:clrMapOvr>
</p:sld>
</file>

<file path=ppt/theme/theme1.xml><?xml version="1.0" encoding="utf-8"?>
<a:theme xmlns:a="http://schemas.openxmlformats.org/drawingml/2006/main" name="Custom">
  <a:themeElements>
    <a:clrScheme name="TM66835393">
      <a:dk1>
        <a:srgbClr val="000000"/>
      </a:dk1>
      <a:lt1>
        <a:srgbClr val="FFFFFF"/>
      </a:lt1>
      <a:dk2>
        <a:srgbClr val="44546A"/>
      </a:dk2>
      <a:lt2>
        <a:srgbClr val="E7E6E6"/>
      </a:lt2>
      <a:accent1>
        <a:srgbClr val="55BC7E"/>
      </a:accent1>
      <a:accent2>
        <a:srgbClr val="FFC330"/>
      </a:accent2>
      <a:accent3>
        <a:srgbClr val="BE80FF"/>
      </a:accent3>
      <a:accent4>
        <a:srgbClr val="FF8345"/>
      </a:accent4>
      <a:accent5>
        <a:srgbClr val="FF70BF"/>
      </a:accent5>
      <a:accent6>
        <a:srgbClr val="60A2F5"/>
      </a:accent6>
      <a:hlink>
        <a:srgbClr val="5C4EDC"/>
      </a:hlink>
      <a:folHlink>
        <a:srgbClr val="7FC5FF"/>
      </a:folHlink>
    </a:clrScheme>
    <a:fontScheme name="Custom 32">
      <a:majorFont>
        <a:latin typeface="Aptos"/>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18000">
              <a:schemeClr val="accent1">
                <a:lumMod val="5000"/>
                <a:lumOff val="95000"/>
              </a:schemeClr>
            </a:gs>
            <a:gs pos="100000">
              <a:schemeClr val="accent3">
                <a:alpha val="71000"/>
              </a:schemeClr>
            </a:gs>
          </a:gsLst>
          <a:path path="circle">
            <a:fillToRect l="100000" b="100000"/>
          </a:path>
          <a:tileRect t="-100000" r="-100000"/>
        </a:gradFill>
        <a:ln>
          <a:noFill/>
        </a:ln>
        <a:effectLst>
          <a:outerShdw blurRad="330200" dist="304800" dir="5400000" algn="t" rotWithShape="0">
            <a:prstClr val="black">
              <a:alpha val="39000"/>
            </a:prstClr>
          </a:outerShdw>
        </a:effectLst>
      </a:spPr>
      <a:bodyPr rtlCol="0" anchor="ctr"/>
      <a:lstStyle>
        <a:defPPr algn="ctr">
          <a:defRPr>
            <a:solidFill>
              <a:schemeClr val="lt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TM66835393_win32_SD_v3" id="{4170EB69-3ACE-4C18-BE4C-C6CBD8BF8A79}" vid="{8A480AB3-AE5D-4813-AA67-ADACC5EA6C3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9" ma:contentTypeDescription="Create a new document." ma:contentTypeScope="" ma:versionID="6a914531ae0f23be31da2eba1f3b42a9">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ae00154c9e66547f022c4923f88826d6"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B247F30-5811-40C0-99EC-CF53200590BE}">
  <ds:schemaRefs>
    <ds:schemaRef ds:uri="230e9df3-be65-4c73-a93b-d1236ebd677e"/>
    <ds:schemaRef ds:uri="71af3243-3dd4-4a8d-8c0d-dd76da1f02a5"/>
    <ds:schemaRef ds:uri="http://schemas.microsoft.com/office/2006/metadata/properties"/>
    <ds:schemaRef ds:uri="http://schemas.microsoft.com/office/infopath/2007/PartnerControls"/>
    <ds:schemaRef ds:uri="http://schemas.microsoft.com/sharepoint/v3"/>
  </ds:schemaRefs>
</ds:datastoreItem>
</file>

<file path=customXml/itemProps2.xml><?xml version="1.0" encoding="utf-8"?>
<ds:datastoreItem xmlns:ds="http://schemas.openxmlformats.org/officeDocument/2006/customXml" ds:itemID="{146EB691-4DD5-4558-B7D1-3EA8CC81E28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5E72E99-0076-433E-AD3A-575A11FAB73D}">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0</TotalTime>
  <Words>417</Words>
  <Application>Microsoft Office PowerPoint</Application>
  <PresentationFormat>Widescreen</PresentationFormat>
  <Paragraphs>108</Paragraphs>
  <Slides>13</Slides>
  <Notes>0</Notes>
  <HiddenSlides>0</HiddenSlides>
  <MMClips>0</MMClips>
  <ScaleCrop>false</ScaleCrop>
  <HeadingPairs>
    <vt:vector size="4" baseType="variant">
      <vt:variant>
        <vt:lpstr>Theme</vt:lpstr>
      </vt:variant>
      <vt:variant>
        <vt:i4>1</vt:i4>
      </vt:variant>
      <vt:variant>
        <vt:lpstr>Slide Titles</vt:lpstr>
      </vt:variant>
      <vt:variant>
        <vt:i4>13</vt:i4>
      </vt:variant>
    </vt:vector>
  </HeadingPairs>
  <TitlesOfParts>
    <vt:vector size="14" baseType="lpstr">
      <vt:lpstr>Custom</vt:lpstr>
      <vt:lpstr>Q4 MARKET ANALYSIS </vt:lpstr>
      <vt:lpstr>Agenda</vt:lpstr>
      <vt:lpstr>NAVIGATE THE FUTURE  </vt:lpstr>
      <vt:lpstr>CURRENT MARKET ANALYSIS </vt:lpstr>
      <vt:lpstr>UNLOCKING NEW HORIZONS </vt:lpstr>
      <vt:lpstr>PRODUCT LAUNCH </vt:lpstr>
      <vt:lpstr>MARKETING STRATEGIES </vt:lpstr>
      <vt:lpstr>FINANCIAL OVERVIEW </vt:lpstr>
      <vt:lpstr>QUARTERLY TARGETS </vt:lpstr>
      <vt:lpstr>FINANCIAL SNAPSHOT </vt:lpstr>
      <vt:lpstr>Innovative solutions </vt:lpstr>
      <vt:lpstr>FUTURE INITIATIVES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Meridian Consulting Group — FY2025 Annual Performance Review</dc:title>
  <dc:creator>[To be confirmed]</dc:creator>
  <cp:lastModifiedBy/>
  <cp:revision>2</cp:revision>
  <dcterms:created xsi:type="dcterms:W3CDTF">2026-05-29T18:29:47Z</dcterms:created>
  <dcterms:modified xsi:type="dcterms:W3CDTF">2026-05-29T18:30:50Z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