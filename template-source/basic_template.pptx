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15</c:v>
                </c:pt>
                <c:pt idx="2">
                  <c:v>14</c:v>
                </c:pt>
                <c:pt idx="3">
                  <c:v>19</c:v>
                </c:pt>
                <c:pt idx="4">
                  <c:v>22</c:v>
                </c:pt>
                <c:pt idx="5">
                  <c:v>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28</c:v>
                </c:pt>
                <c:pt idx="2">
                  <c:v>22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0-20</c:v>
                </c:pt>
                <c:pt idx="1">
                  <c:v>20-40</c:v>
                </c:pt>
                <c:pt idx="2">
                  <c:v>40-60</c:v>
                </c:pt>
                <c:pt idx="3">
                  <c:v>60-80</c:v>
                </c:pt>
                <c:pt idx="4">
                  <c:v>80-100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12</c:v>
                </c:pt>
                <c:pt idx="2">
                  <c:v>45</c:v>
                </c:pt>
                <c:pt idx="3">
                  <c:v>30</c:v>
                </c:pt>
                <c:pt idx="4">
                  <c:v>10</c:v>
                </c:pt>
              </c:numCache>
            </c:numRef>
          </c:val>
        </c:ser>
        <c:gapWidth val="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62A2E"/>
                </a:solidFill>
                <a:latin typeface="Arial"/>
              </a:rPr>
              <a:t>Presentation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6B7280"/>
                </a:solidFill>
                <a:latin typeface="Arial"/>
              </a:rPr>
              <a:t>Subtitle / author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Numbered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Bulleted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62A2E"/>
                </a:solidFill>
                <a:latin typeface="Arial"/>
              </a:rPr>
              <a:t>Section Divider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Left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Right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three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0618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8276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Four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3703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75191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4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Bar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what this chart shows.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Line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trend over time.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Pie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composition.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Histogram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distribution.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Key takeaway 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577840" y="1828800"/>
          <a:ext cx="5790895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what the table shows.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two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24447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table and its chart.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49377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2103120"/>
          <a:ext cx="5059375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120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 and chart.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Card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above the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12%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1 label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0138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24%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2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36%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3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Note / source line below the cards.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1054577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pic>
        <p:nvPicPr>
          <p:cNvPr id="5" name="Picture 4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28800"/>
            <a:ext cx="579089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one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two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937760"/>
            <a:ext cx="10545775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 i="0">
                <a:solidFill>
                  <a:srgbClr val="262A2E"/>
                </a:solidFill>
                <a:latin typeface="Arial"/>
              </a:rPr>
              <a:t>Key message goes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937760"/>
            <a:ext cx="82296" cy="100584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262A2E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  <a:latin typeface="Arial"/>
              </a:rPr>
              <a:t>name@example.com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