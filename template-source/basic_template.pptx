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15</c:v>
                </c:pt>
                <c:pt idx="2">
                  <c:v>14</c:v>
                </c:pt>
                <c:pt idx="3">
                  <c:v>19</c:v>
                </c:pt>
                <c:pt idx="4">
                  <c:v>22</c:v>
                </c:pt>
                <c:pt idx="5">
                  <c:v>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28</c:v>
                </c:pt>
                <c:pt idx="2">
                  <c:v>22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62A2E"/>
                </a:solidFill>
                <a:latin typeface="Arial"/>
              </a:rPr>
              <a:t>Presentation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6B7280"/>
                </a:solidFill>
                <a:latin typeface="Arial"/>
              </a:rPr>
              <a:t>Subtitle / author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Numbered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-1143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114300" indent="-1143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114300" indent="-1143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114300" indent="-114300"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Bulleted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First key point goes here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Second supporting point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Third point with a bit more detail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62A2E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262A2E"/>
                </a:solidFill>
                <a:latin typeface="Arial"/>
              </a:rPr>
              <a:t>Section Divider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Left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Left point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Right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62A2E"/>
                </a:solidFill>
                <a:latin typeface="Arial"/>
              </a:rPr>
              <a:t>Right point three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0618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8276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Four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3703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75191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3B6EA5"/>
                </a:solidFill>
                <a:latin typeface="Arial"/>
              </a:rPr>
              <a:t>Heading 4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62A2E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Bar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what this chart shows.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Line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trend over time.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Pie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One-line takeaway about the composition.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Key takeaway 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577840" y="1828800"/>
          <a:ext cx="5790895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what the table shows.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Arial"/>
              </a:rPr>
              <a:t>Source / footnote line below the 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Two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two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24447" y="2103120"/>
          <a:ext cx="5044287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/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Arial"/>
              </a:rPr>
              <a:t>Source / footnote line below the tables.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Table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describing the table and its chart.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49377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/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62A2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2103120"/>
          <a:ext cx="5059375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Card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6B7280"/>
                </a:solidFill>
                <a:latin typeface="Arial"/>
              </a:rPr>
              <a:t>Intro line above the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12%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1 label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0138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24%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2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2148840"/>
            <a:ext cx="3271418" cy="2468880"/>
          </a:xfrm>
          <a:prstGeom prst="roundRect">
            <a:avLst/>
          </a:prstGeom>
          <a:solidFill>
            <a:srgbClr val="F4F5F7"/>
          </a:solidFill>
          <a:ln w="9525">
            <a:solidFill>
              <a:srgbClr val="D7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3B6EA5"/>
                </a:solidFill>
                <a:latin typeface="Arial"/>
              </a:rPr>
              <a:t>36%</a:t>
            </a:r>
          </a:p>
          <a:p>
            <a:pPr algn="ctr"/>
            <a:r>
              <a:rPr sz="1500" b="0" i="0">
                <a:solidFill>
                  <a:srgbClr val="6B7280"/>
                </a:solidFill>
                <a:latin typeface="Arial"/>
              </a:rPr>
              <a:t>Metric 3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280"/>
                </a:solidFill>
                <a:latin typeface="Arial"/>
              </a:rPr>
              <a:t>Note / source line below the cards.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1054577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Text + 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3B6EA5"/>
                </a:solidFill>
                <a:latin typeface="Arial"/>
              </a:rPr>
              <a:t>Heading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62A2E"/>
                </a:solidFill>
                <a:latin typeface="Arial"/>
              </a:rPr>
              <a:t>Supporting point three</a:t>
            </a:r>
          </a:p>
        </p:txBody>
      </p:sp>
      <p:pic>
        <p:nvPicPr>
          <p:cNvPr id="5" name="Picture 4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28800"/>
            <a:ext cx="579089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62A2E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2377440" cy="3810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one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two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62A2E"/>
                </a:solidFill>
                <a:latin typeface="Arial"/>
              </a:rPr>
              <a:t>Summary point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937760"/>
            <a:ext cx="10545775" cy="1005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 i="0">
                <a:solidFill>
                  <a:srgbClr val="262A2E"/>
                </a:solidFill>
                <a:latin typeface="Arial"/>
              </a:rPr>
              <a:t>Key message goes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937760"/>
            <a:ext cx="82296" cy="100584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262A2E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280"/>
                </a:solidFill>
                <a:latin typeface="Arial"/>
              </a:rPr>
              <a:t>name@example.com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