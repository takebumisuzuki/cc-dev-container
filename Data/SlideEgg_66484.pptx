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20"/>
  </p:notesMasterIdLst>
  <p:sldIdLst>
    <p:sldId id="277" r:id="rId2"/>
    <p:sldId id="260" r:id="rId3"/>
    <p:sldId id="258" r:id="rId4"/>
    <p:sldId id="275" r:id="rId5"/>
    <p:sldId id="257" r:id="rId6"/>
    <p:sldId id="271" r:id="rId7"/>
    <p:sldId id="262" r:id="rId8"/>
    <p:sldId id="269" r:id="rId9"/>
    <p:sldId id="266" r:id="rId10"/>
    <p:sldId id="270" r:id="rId11"/>
    <p:sldId id="286" r:id="rId12"/>
    <p:sldId id="289" r:id="rId13"/>
    <p:sldId id="312" r:id="rId14"/>
    <p:sldId id="313" r:id="rId15"/>
    <p:sldId id="314" r:id="rId16"/>
    <p:sldId id="315" r:id="rId17"/>
    <p:sldId id="333" r:id="rId18"/>
    <p:sldId id="33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7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740691774598021E-2"/>
          <c:y val="4.3821499402661668E-2"/>
          <c:w val="0.92846634141014694"/>
          <c:h val="0.811630476787573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40</c:v>
                </c:pt>
                <c:pt idx="3">
                  <c:v>80</c:v>
                </c:pt>
                <c:pt idx="4">
                  <c:v>70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C9-425C-9A59-3724B14DE9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337247152"/>
        <c:axId val="1337249552"/>
      </c:barChart>
      <c:catAx>
        <c:axId val="133724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337249552"/>
        <c:crosses val="autoZero"/>
        <c:auto val="1"/>
        <c:lblAlgn val="ctr"/>
        <c:lblOffset val="100"/>
        <c:noMultiLvlLbl val="0"/>
      </c:catAx>
      <c:valAx>
        <c:axId val="1337249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40000"/>
                  <a:lumOff val="6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337247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cs typeface="Segoe UI" panose="020B0502040204020203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53308-DFAD-4E98-9EEB-7FAD39E1708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BFBE3-26DA-481E-8D46-63DAC351FD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65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A31AA-46E3-4503-5366-4352D52A1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3FFC0-4639-7918-9856-285307A5D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097B04-C52A-9AE7-34B0-A559179C4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9EDF8-9A45-9898-125C-4F92AA0BC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302A33-762B-446B-97EE-F5A29A9F1DC4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569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2342-A4B9-1F45-BE2D-0AF06BC7F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950B8-75A7-82C5-43DE-974363E7E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BFBEA-0E52-891A-262F-2405E6C7C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9040F-B50E-AE40-BAA3-08E7D4EA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302A33-762B-446B-97EE-F5A29A9F1DC4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409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627BB-5CB1-814D-72CE-B443E0B8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E504FD-FF65-88AB-9179-288C12672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49BE7-A0BB-AA7F-780B-4021C7610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3036-4115-425B-6774-B7610C42D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302A33-762B-446B-97EE-F5A29A9F1DC4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635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8FE4-9774-5BED-8E40-4D066F40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79417-2F90-53C0-6B4C-9A9F661E0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21320-71F8-8315-D57E-E887D931E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947D6-E132-493C-8FCE-95E76856C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302A33-762B-446B-97EE-F5A29A9F1DC4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9973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5B068-BC51-480B-7750-10171717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07297-4A9F-1C98-1238-7547F514D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085A9-A8EB-0602-66E6-DC67E9634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A597D-566C-D371-90DF-F10BD2E20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302A33-762B-446B-97EE-F5A29A9F1DC4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22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9C3D6C-A546-2F15-09A6-D0721E1F7D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0C24-62A6-AD5E-84AC-E72A4EFF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2ABBD-C8EC-44C0-9ED9-48FF082CCBE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A89F1-BA3C-D2E2-D9A4-C74EA4E2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6BE1C-9699-E426-71CD-31C70111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A2435-866A-49AC-8C54-3E104CF4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2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D447317-CCF4-1D4D-3025-8E89E3B135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72221" y="1122681"/>
            <a:ext cx="2820434" cy="3760579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 dirty="0"/>
              <a:t>Click the icon to insert an image</a:t>
            </a:r>
            <a:endParaRPr lang="en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732E5D-18BB-B01B-7D15-C9930C7804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88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13947E-9125-A6AD-6604-A3DE82CBDC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4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0E45F8-7196-B730-F492-A21517E6C7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D447317-CCF4-1D4D-3025-8E89E3B135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27672" y="984147"/>
            <a:ext cx="2164257" cy="4474395"/>
          </a:xfrm>
          <a:prstGeom prst="roundRect">
            <a:avLst>
              <a:gd name="adj" fmla="val 50000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 dirty="0"/>
              <a:t>Click the icon to insert an image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62148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D447317-CCF4-1D4D-3025-8E89E3B135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49736" y="1286181"/>
            <a:ext cx="2164257" cy="4474395"/>
          </a:xfrm>
          <a:prstGeom prst="roundRect">
            <a:avLst>
              <a:gd name="adj" fmla="val 50000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 dirty="0"/>
              <a:t>Click the icon to insert an image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642AA3-D0BB-8A56-E601-C142C3D02D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95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6200DD9-7905-E6B1-570C-BBDDD3FEE7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D447317-CCF4-1D4D-3025-8E89E3B135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114860" y="1286181"/>
            <a:ext cx="2164257" cy="4474395"/>
          </a:xfrm>
          <a:prstGeom prst="roundRect">
            <a:avLst>
              <a:gd name="adj" fmla="val 50000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 dirty="0"/>
              <a:t>Click the icon to insert an image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2101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9099CE-91FD-FBC9-0B77-A86AA01134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D447317-CCF4-1D4D-3025-8E89E3B135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705021" y="1839108"/>
            <a:ext cx="1910713" cy="3881655"/>
          </a:xfrm>
          <a:pattFill prst="pct5">
            <a:fgClr>
              <a:schemeClr val="tx1"/>
            </a:fgClr>
            <a:bgClr>
              <a:schemeClr val="bg2"/>
            </a:bgClr>
          </a:patt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 dirty="0"/>
              <a:t>Click the icon to insert an image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6454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B92CAF-C084-3FC7-3680-61BAA9BD24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96EE70E-D0FA-609D-CFDD-A42A485510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417873" y="1650766"/>
            <a:ext cx="3163579" cy="4218105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 dirty="0"/>
              <a:t>Click the icon to insert an image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7633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0DA2C-0B90-D5E6-4BA6-2C6E7AEC64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5D447317-CCF4-1D4D-3025-8E89E3B1350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99364" y="1150137"/>
            <a:ext cx="2386013" cy="4583682"/>
          </a:xfrm>
          <a:prstGeom prst="round2SameRect">
            <a:avLst>
              <a:gd name="adj1" fmla="val 50000"/>
              <a:gd name="adj2" fmla="val 0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</a:lstStyle>
          <a:p>
            <a:r>
              <a:rPr lang="en-US" dirty="0"/>
              <a:t>Click the icon to insert an image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57597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EC032-6AEB-0A3C-A818-D92DDFA6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1FD3A-F43B-7E21-3CB5-126ED7A1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7EB5B-FB48-8071-E0D1-8BB4FD2DF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2ABBD-C8EC-44C0-9ED9-48FF082CCBEC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5AE4-8CA0-401D-8AD1-9D5DFDF5C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ACDE-0283-83C6-74A4-2355CCC53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A2435-866A-49AC-8C54-3E104CF433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7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6" r:id="rId7"/>
    <p:sldLayoutId id="2147483687" r:id="rId8"/>
    <p:sldLayoutId id="2147483688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egg.com/tips-and-tricks-powerpoint-templates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lideegg.tawk.hel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lideegg.tawk.help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hyperlink" Target="twitter:%20https://twitter.com/deckez_official" TargetMode="External"/><Relationship Id="rId3" Type="http://schemas.openxmlformats.org/officeDocument/2006/relationships/hyperlink" Target="https://www.facebook.com/SlideEgg" TargetMode="External"/><Relationship Id="rId7" Type="http://schemas.openxmlformats.org/officeDocument/2006/relationships/hyperlink" Target="https://www.youtube.com/channel/UCKevbriFTbpu-nd4NBafPEg" TargetMode="External"/><Relationship Id="rId12" Type="http://schemas.openxmlformats.org/officeDocument/2006/relationships/image" Target="../media/image21.png"/><Relationship Id="rId2" Type="http://schemas.openxmlformats.org/officeDocument/2006/relationships/hyperlink" Target="http://www.slideegg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hyperlink" Target="https://deckez.com/" TargetMode="External"/><Relationship Id="rId5" Type="http://schemas.openxmlformats.org/officeDocument/2006/relationships/hyperlink" Target="https://www.instagram.com/egg_slide/" TargetMode="Externa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hyperlink" Target="https://www.instagram.com/slide_egg/" TargetMode="External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0C5B8-B0A7-814E-1900-1E88D639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101927-365E-E6D1-DC87-B12FF4760C3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Star: 4 Points 4">
            <a:extLst>
              <a:ext uri="{FF2B5EF4-FFF2-40B4-BE49-F238E27FC236}">
                <a16:creationId xmlns:a16="http://schemas.microsoft.com/office/drawing/2014/main" id="{E57608A5-D286-B9C1-6A12-962C1D1F1A1E}"/>
              </a:ext>
            </a:extLst>
          </p:cNvPr>
          <p:cNvSpPr/>
          <p:nvPr/>
        </p:nvSpPr>
        <p:spPr>
          <a:xfrm>
            <a:off x="5341617" y="5765718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00CC7A-7D3B-2234-CAC8-C2FD4A798C16}"/>
              </a:ext>
            </a:extLst>
          </p:cNvPr>
          <p:cNvSpPr/>
          <p:nvPr/>
        </p:nvSpPr>
        <p:spPr>
          <a:xfrm>
            <a:off x="4838997" y="1715543"/>
            <a:ext cx="3662605" cy="3662605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Star: 4 Points 10">
            <a:extLst>
              <a:ext uri="{FF2B5EF4-FFF2-40B4-BE49-F238E27FC236}">
                <a16:creationId xmlns:a16="http://schemas.microsoft.com/office/drawing/2014/main" id="{1C11FDD6-C2F1-018E-09F8-7749A7B73BD4}"/>
              </a:ext>
            </a:extLst>
          </p:cNvPr>
          <p:cNvSpPr/>
          <p:nvPr/>
        </p:nvSpPr>
        <p:spPr>
          <a:xfrm>
            <a:off x="8463981" y="401044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Star: 4 Points 20">
            <a:extLst>
              <a:ext uri="{FF2B5EF4-FFF2-40B4-BE49-F238E27FC236}">
                <a16:creationId xmlns:a16="http://schemas.microsoft.com/office/drawing/2014/main" id="{C07B7B82-B84E-EC0F-15D3-797708742A5D}"/>
              </a:ext>
            </a:extLst>
          </p:cNvPr>
          <p:cNvSpPr/>
          <p:nvPr/>
        </p:nvSpPr>
        <p:spPr>
          <a:xfrm>
            <a:off x="4114797" y="1276311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A8D973-A724-DB8B-817E-4930FFA2520F}"/>
              </a:ext>
            </a:extLst>
          </p:cNvPr>
          <p:cNvCxnSpPr>
            <a:cxnSpLocks/>
          </p:cNvCxnSpPr>
          <p:nvPr/>
        </p:nvCxnSpPr>
        <p:spPr>
          <a:xfrm>
            <a:off x="440531" y="5994320"/>
            <a:ext cx="44767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20AAE16-592C-CEAE-2F6B-D4C75BCB30AB}"/>
              </a:ext>
            </a:extLst>
          </p:cNvPr>
          <p:cNvCxnSpPr>
            <a:cxnSpLocks/>
          </p:cNvCxnSpPr>
          <p:nvPr/>
        </p:nvCxnSpPr>
        <p:spPr>
          <a:xfrm>
            <a:off x="217033" y="191520"/>
            <a:ext cx="31981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CBE750E-8116-D864-6F46-DFF15C97DEA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986971" y="1861515"/>
            <a:ext cx="3319050" cy="3319050"/>
          </a:xfrm>
          <a:prstGeom prst="ellipse">
            <a:avLst/>
          </a:prstGeom>
          <a:pattFill prst="pct5">
            <a:fgClr>
              <a:srgbClr val="000000"/>
            </a:fgClr>
            <a:bgClr>
              <a:srgbClr val="E7E6E6"/>
            </a:bgClr>
          </a:pattFill>
          <a:ln w="28575">
            <a:noFill/>
          </a:ln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28CBCCE-7917-7D72-E68A-ADD6E0571490}"/>
              </a:ext>
            </a:extLst>
          </p:cNvPr>
          <p:cNvGrpSpPr/>
          <p:nvPr/>
        </p:nvGrpSpPr>
        <p:grpSpPr>
          <a:xfrm>
            <a:off x="621245" y="2505377"/>
            <a:ext cx="3954269" cy="1847246"/>
            <a:chOff x="621245" y="2603348"/>
            <a:chExt cx="3954269" cy="18472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CF28495-C3D8-6961-99E2-C571547C442D}"/>
                </a:ext>
              </a:extLst>
            </p:cNvPr>
            <p:cNvSpPr/>
            <p:nvPr/>
          </p:nvSpPr>
          <p:spPr>
            <a:xfrm>
              <a:off x="699374" y="3880441"/>
              <a:ext cx="3793174" cy="57015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800"/>
              <a:r>
                <a:rPr lang="en-US" sz="1200" dirty="0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Driving Growth Through Smart Planning and Digital Channels</a:t>
              </a:r>
              <a:endParaRPr lang="en-ID" sz="1200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4C4BEA2-7E54-CD28-6195-B2BD90107D90}"/>
                </a:ext>
              </a:extLst>
            </p:cNvPr>
            <p:cNvSpPr txBox="1"/>
            <p:nvPr/>
          </p:nvSpPr>
          <p:spPr>
            <a:xfrm>
              <a:off x="621245" y="2603348"/>
              <a:ext cx="395426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3000" b="1" dirty="0">
                  <a:solidFill>
                    <a:srgbClr val="FFFF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Sales Strategy and Digital Marketing</a:t>
              </a:r>
              <a:endParaRPr lang="en-IN" sz="30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6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15829-346C-FAC0-77E7-386A6E05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1688F7-4D82-1608-8194-8764D71175C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C6E9C4-1195-6428-2882-D276F58227C6}"/>
              </a:ext>
            </a:extLst>
          </p:cNvPr>
          <p:cNvSpPr/>
          <p:nvPr/>
        </p:nvSpPr>
        <p:spPr>
          <a:xfrm>
            <a:off x="1334925" y="1403014"/>
            <a:ext cx="2566031" cy="3740486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Star: 4 Points 12">
            <a:extLst>
              <a:ext uri="{FF2B5EF4-FFF2-40B4-BE49-F238E27FC236}">
                <a16:creationId xmlns:a16="http://schemas.microsoft.com/office/drawing/2014/main" id="{D88F561E-86A8-1712-1A7B-CEFE62225706}"/>
              </a:ext>
            </a:extLst>
          </p:cNvPr>
          <p:cNvSpPr/>
          <p:nvPr/>
        </p:nvSpPr>
        <p:spPr>
          <a:xfrm>
            <a:off x="8326812" y="400262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Star: 4 Points 13">
            <a:extLst>
              <a:ext uri="{FF2B5EF4-FFF2-40B4-BE49-F238E27FC236}">
                <a16:creationId xmlns:a16="http://schemas.microsoft.com/office/drawing/2014/main" id="{16444288-3DA7-D9E3-DC3A-344004E5046D}"/>
              </a:ext>
            </a:extLst>
          </p:cNvPr>
          <p:cNvSpPr/>
          <p:nvPr/>
        </p:nvSpPr>
        <p:spPr>
          <a:xfrm>
            <a:off x="4038559" y="5745813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254C43FD-3116-A77C-8646-4BFE80CC1F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35813" y="1595360"/>
            <a:ext cx="2164257" cy="3355796"/>
          </a:xfrm>
          <a:prstGeom prst="roundRect">
            <a:avLst>
              <a:gd name="adj" fmla="val 50000"/>
            </a:avLst>
          </a:prstGeom>
          <a:pattFill prst="pct5">
            <a:fgClr>
              <a:srgbClr val="000000"/>
            </a:fgClr>
            <a:bgClr>
              <a:srgbClr val="E7E6E6"/>
            </a:bgClr>
          </a:pattFill>
          <a:ln w="28575">
            <a:noFill/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9774549-4E52-BB6A-3402-271D509CB38E}"/>
              </a:ext>
            </a:extLst>
          </p:cNvPr>
          <p:cNvGrpSpPr/>
          <p:nvPr/>
        </p:nvGrpSpPr>
        <p:grpSpPr>
          <a:xfrm>
            <a:off x="4484878" y="2172132"/>
            <a:ext cx="3954269" cy="2536868"/>
            <a:chOff x="5833709" y="1136548"/>
            <a:chExt cx="5272359" cy="338249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DB264E8-6A5B-D324-1633-88D6BBBA8EFF}"/>
                </a:ext>
              </a:extLst>
            </p:cNvPr>
            <p:cNvSpPr txBox="1"/>
            <p:nvPr/>
          </p:nvSpPr>
          <p:spPr>
            <a:xfrm>
              <a:off x="5833709" y="1136548"/>
              <a:ext cx="527235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30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Introduction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30CEF7-BD22-D3E4-632E-38F02CE5BBF7}"/>
                </a:ext>
              </a:extLst>
            </p:cNvPr>
            <p:cNvSpPr txBox="1"/>
            <p:nvPr/>
          </p:nvSpPr>
          <p:spPr>
            <a:xfrm>
              <a:off x="5833709" y="1954489"/>
              <a:ext cx="5122579" cy="2564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15000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Sales strategy and digital marketing work together to attract the right audience, build strong relationships, and convert leads into customers, helping businesses achieve sustainable growth and improved market competitiveness.</a:t>
              </a:r>
              <a:endParaRPr lang="en-IN" sz="135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EEDD7B-3C53-D258-CDFA-4E63778F9976}"/>
              </a:ext>
            </a:extLst>
          </p:cNvPr>
          <p:cNvCxnSpPr/>
          <p:nvPr/>
        </p:nvCxnSpPr>
        <p:spPr>
          <a:xfrm>
            <a:off x="558754" y="1269203"/>
            <a:ext cx="0" cy="364139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Star: 4 Points 18">
            <a:extLst>
              <a:ext uri="{FF2B5EF4-FFF2-40B4-BE49-F238E27FC236}">
                <a16:creationId xmlns:a16="http://schemas.microsoft.com/office/drawing/2014/main" id="{F05AF691-341C-8A2A-3A7C-E6597FCBA0BB}"/>
              </a:ext>
            </a:extLst>
          </p:cNvPr>
          <p:cNvSpPr/>
          <p:nvPr/>
        </p:nvSpPr>
        <p:spPr>
          <a:xfrm>
            <a:off x="334828" y="5131591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35551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F490-2487-04F1-12E9-7B7C42C46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F02ECD1-C61A-6DFE-5FC4-A40AF57568B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AD7515-B5E6-9818-A0F6-08D819B1352C}"/>
              </a:ext>
            </a:extLst>
          </p:cNvPr>
          <p:cNvSpPr/>
          <p:nvPr/>
        </p:nvSpPr>
        <p:spPr>
          <a:xfrm>
            <a:off x="5548849" y="1629541"/>
            <a:ext cx="2566031" cy="3740486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Star: 4 Points 16">
            <a:extLst>
              <a:ext uri="{FF2B5EF4-FFF2-40B4-BE49-F238E27FC236}">
                <a16:creationId xmlns:a16="http://schemas.microsoft.com/office/drawing/2014/main" id="{447CDB43-2EC5-067D-7524-6A343630A88A}"/>
              </a:ext>
            </a:extLst>
          </p:cNvPr>
          <p:cNvSpPr/>
          <p:nvPr/>
        </p:nvSpPr>
        <p:spPr>
          <a:xfrm>
            <a:off x="5005174" y="586169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9FD984-F538-578F-648A-403519C2BAE8}"/>
              </a:ext>
            </a:extLst>
          </p:cNvPr>
          <p:cNvCxnSpPr/>
          <p:nvPr/>
        </p:nvCxnSpPr>
        <p:spPr>
          <a:xfrm>
            <a:off x="8540179" y="1269203"/>
            <a:ext cx="0" cy="364139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Star: 4 Points 20">
            <a:extLst>
              <a:ext uri="{FF2B5EF4-FFF2-40B4-BE49-F238E27FC236}">
                <a16:creationId xmlns:a16="http://schemas.microsoft.com/office/drawing/2014/main" id="{DA5C624F-3C06-30A5-3289-1F70F09C4007}"/>
              </a:ext>
            </a:extLst>
          </p:cNvPr>
          <p:cNvSpPr/>
          <p:nvPr/>
        </p:nvSpPr>
        <p:spPr>
          <a:xfrm>
            <a:off x="8316253" y="5131591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7ABA3373-42F2-2E74-D174-BEA4CA6CC21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87226" y="1779790"/>
            <a:ext cx="2289277" cy="3439988"/>
          </a:xfrm>
          <a:prstGeom prst="roundRect">
            <a:avLst>
              <a:gd name="adj" fmla="val 50000"/>
            </a:avLst>
          </a:prstGeom>
          <a:pattFill prst="pct5">
            <a:fgClr>
              <a:srgbClr val="000000"/>
            </a:fgClr>
            <a:bgClr>
              <a:srgbClr val="E7E6E6"/>
            </a:bgClr>
          </a:pattFill>
          <a:ln w="28575">
            <a:noFill/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E7B3CB3-4FE0-56C3-74F3-7094C1A1B836}"/>
              </a:ext>
            </a:extLst>
          </p:cNvPr>
          <p:cNvGrpSpPr/>
          <p:nvPr/>
        </p:nvGrpSpPr>
        <p:grpSpPr>
          <a:xfrm>
            <a:off x="562999" y="1788471"/>
            <a:ext cx="4026467" cy="3511891"/>
            <a:chOff x="587374" y="1029721"/>
            <a:chExt cx="5368623" cy="468252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6D9248-21A7-C0A3-B293-F5B9FCD45EFF}"/>
                </a:ext>
              </a:extLst>
            </p:cNvPr>
            <p:cNvSpPr txBox="1"/>
            <p:nvPr/>
          </p:nvSpPr>
          <p:spPr>
            <a:xfrm>
              <a:off x="587374" y="1029721"/>
              <a:ext cx="527235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30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Understanding Sales Strategy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4978A52-C530-395D-ABA7-815CE62E6606}"/>
                </a:ext>
              </a:extLst>
            </p:cNvPr>
            <p:cNvGrpSpPr/>
            <p:nvPr/>
          </p:nvGrpSpPr>
          <p:grpSpPr>
            <a:xfrm>
              <a:off x="663575" y="2746654"/>
              <a:ext cx="5292422" cy="400109"/>
              <a:chOff x="368147" y="2034597"/>
              <a:chExt cx="5292422" cy="40010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120249-803D-CC11-DFC9-BB59D1CF05F2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Defines target customers and their needs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10" name="Freeform 44">
                <a:extLst>
                  <a:ext uri="{FF2B5EF4-FFF2-40B4-BE49-F238E27FC236}">
                    <a16:creationId xmlns:a16="http://schemas.microsoft.com/office/drawing/2014/main" id="{6C0BBD7E-1E5D-3ECF-56EB-73589A84BC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1859427D-CCCC-1014-9F6B-3DD1EB9E01BD}"/>
                </a:ext>
              </a:extLst>
            </p:cNvPr>
            <p:cNvGrpSpPr/>
            <p:nvPr/>
          </p:nvGrpSpPr>
          <p:grpSpPr>
            <a:xfrm>
              <a:off x="663575" y="3509480"/>
              <a:ext cx="5292422" cy="400109"/>
              <a:chOff x="368147" y="2034597"/>
              <a:chExt cx="5292422" cy="40010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430EA5-78E3-57FD-5360-5D9E48E17087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Clarifies value proposition and positioning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13" name="Freeform 44">
                <a:extLst>
                  <a:ext uri="{FF2B5EF4-FFF2-40B4-BE49-F238E27FC236}">
                    <a16:creationId xmlns:a16="http://schemas.microsoft.com/office/drawing/2014/main" id="{F1E8B565-99A3-D6F7-F773-EDE067994F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18885CF-F7B6-C877-F862-1996844314B9}"/>
                </a:ext>
              </a:extLst>
            </p:cNvPr>
            <p:cNvGrpSpPr/>
            <p:nvPr/>
          </p:nvGrpSpPr>
          <p:grpSpPr>
            <a:xfrm>
              <a:off x="663575" y="4272306"/>
              <a:ext cx="5292422" cy="400109"/>
              <a:chOff x="368147" y="2034597"/>
              <a:chExt cx="5292422" cy="400109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A4F0DE-7A21-05B4-35E1-0D48BAD680D1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Outlines the sales process and approach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Freeform 44">
                <a:extLst>
                  <a:ext uri="{FF2B5EF4-FFF2-40B4-BE49-F238E27FC236}">
                    <a16:creationId xmlns:a16="http://schemas.microsoft.com/office/drawing/2014/main" id="{B5BC1A1F-EE9E-95B9-3BB1-309C86CEF2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F175769-3379-88B9-D7F7-25B134792F68}"/>
                </a:ext>
              </a:extLst>
            </p:cNvPr>
            <p:cNvGrpSpPr/>
            <p:nvPr/>
          </p:nvGrpSpPr>
          <p:grpSpPr>
            <a:xfrm>
              <a:off x="663575" y="5035134"/>
              <a:ext cx="5292422" cy="677107"/>
              <a:chOff x="368147" y="2034597"/>
              <a:chExt cx="5292422" cy="677107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013F41-1CD0-6BC4-6075-85C1A58234A8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677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Focuses on achieving consistent revenue growth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Freeform 44">
                <a:extLst>
                  <a:ext uri="{FF2B5EF4-FFF2-40B4-BE49-F238E27FC236}">
                    <a16:creationId xmlns:a16="http://schemas.microsoft.com/office/drawing/2014/main" id="{F18F2C86-BF0D-04B8-7F17-0F2698DE42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9373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D52CA-F9EE-F3DA-4B95-98EAC76A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48A009-5BEB-C6BC-7F6B-2820F7DC5E8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4C70A9E5-55F1-AE28-1FCA-3705A7DA2B3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7454" y="2095500"/>
            <a:ext cx="3163490" cy="3163491"/>
          </a:xfrm>
          <a:prstGeom prst="ellipse">
            <a:avLst/>
          </a:prstGeom>
          <a:pattFill prst="pct5">
            <a:fgClr>
              <a:srgbClr val="000000"/>
            </a:fgClr>
            <a:bgClr>
              <a:srgbClr val="E7E6E6"/>
            </a:bgClr>
          </a:pattFill>
          <a:ln w="28575">
            <a:noFill/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B71F0D2-C017-A660-F43E-9493F19EC688}"/>
              </a:ext>
            </a:extLst>
          </p:cNvPr>
          <p:cNvSpPr/>
          <p:nvPr/>
        </p:nvSpPr>
        <p:spPr>
          <a:xfrm>
            <a:off x="410977" y="1931593"/>
            <a:ext cx="3491040" cy="349104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Star: 4 Points 18">
            <a:extLst>
              <a:ext uri="{FF2B5EF4-FFF2-40B4-BE49-F238E27FC236}">
                <a16:creationId xmlns:a16="http://schemas.microsoft.com/office/drawing/2014/main" id="{5813C50C-B4AD-ACB9-1F38-0170E650F4E0}"/>
              </a:ext>
            </a:extLst>
          </p:cNvPr>
          <p:cNvSpPr/>
          <p:nvPr/>
        </p:nvSpPr>
        <p:spPr>
          <a:xfrm>
            <a:off x="8398156" y="644300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Star: 4 Points 21">
            <a:extLst>
              <a:ext uri="{FF2B5EF4-FFF2-40B4-BE49-F238E27FC236}">
                <a16:creationId xmlns:a16="http://schemas.microsoft.com/office/drawing/2014/main" id="{F93EF5CB-F489-D356-202E-781E262212FE}"/>
              </a:ext>
            </a:extLst>
          </p:cNvPr>
          <p:cNvSpPr/>
          <p:nvPr/>
        </p:nvSpPr>
        <p:spPr>
          <a:xfrm>
            <a:off x="348852" y="376578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9AB7C7A-186E-9A7D-08CF-7D0810885229}"/>
              </a:ext>
            </a:extLst>
          </p:cNvPr>
          <p:cNvGrpSpPr/>
          <p:nvPr/>
        </p:nvGrpSpPr>
        <p:grpSpPr>
          <a:xfrm>
            <a:off x="4312994" y="2135834"/>
            <a:ext cx="3954269" cy="2604367"/>
            <a:chOff x="5833709" y="1136548"/>
            <a:chExt cx="5272359" cy="347249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3B2A7E-64E2-A5FF-3C57-7A62F7D08758}"/>
                </a:ext>
              </a:extLst>
            </p:cNvPr>
            <p:cNvSpPr txBox="1"/>
            <p:nvPr/>
          </p:nvSpPr>
          <p:spPr>
            <a:xfrm>
              <a:off x="5833709" y="1136548"/>
              <a:ext cx="5272359" cy="1354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30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Importance of Digital Marketing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F8AA1E-97A9-59CA-C8B2-CDE0F5088FC8}"/>
                </a:ext>
              </a:extLst>
            </p:cNvPr>
            <p:cNvSpPr txBox="1"/>
            <p:nvPr/>
          </p:nvSpPr>
          <p:spPr>
            <a:xfrm>
              <a:off x="5908598" y="2459987"/>
              <a:ext cx="5122579" cy="2149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15000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Digital marketing is essential for reaching wider audiences, building brand awareness, generating qualified leads, and supporting sales growth through cost-effective, measurable, and targeted online channels.</a:t>
              </a:r>
              <a:endParaRPr lang="en-IN" sz="135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4277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891E5-9497-69D7-8F92-FDA145125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820A36-E7CE-E189-7BC8-07C81BA49CE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A40158-018A-0EC0-D838-12D2AA6D48BC}"/>
              </a:ext>
            </a:extLst>
          </p:cNvPr>
          <p:cNvSpPr/>
          <p:nvPr/>
        </p:nvSpPr>
        <p:spPr>
          <a:xfrm>
            <a:off x="163316" y="2381382"/>
            <a:ext cx="820738" cy="820738"/>
          </a:xfrm>
          <a:prstGeom prst="rect">
            <a:avLst/>
          </a:prstGeom>
          <a:noFill/>
          <a:ln w="38100">
            <a:solidFill>
              <a:srgbClr val="E8ED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475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  <a:endParaRPr lang="en-ID" sz="2475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49D275-1E9E-CC4F-49C5-B63226F464F5}"/>
              </a:ext>
            </a:extLst>
          </p:cNvPr>
          <p:cNvSpPr txBox="1"/>
          <p:nvPr/>
        </p:nvSpPr>
        <p:spPr>
          <a:xfrm>
            <a:off x="1248070" y="2440532"/>
            <a:ext cx="2539857" cy="30008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defTabSz="685800"/>
            <a:r>
              <a:rPr lang="en-IN" sz="135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Understand Customer Needs</a:t>
            </a:r>
            <a:endParaRPr lang="en-ID" sz="135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355B8-F702-03BE-E08E-CBF8B1BA2343}"/>
              </a:ext>
            </a:extLst>
          </p:cNvPr>
          <p:cNvSpPr txBox="1"/>
          <p:nvPr/>
        </p:nvSpPr>
        <p:spPr>
          <a:xfrm>
            <a:off x="1248070" y="2727470"/>
            <a:ext cx="253985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Identify pain points, preferences, and expectations.</a:t>
            </a:r>
            <a:endParaRPr lang="en-ID" sz="12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67D186-FD38-B265-D02A-D0730782FA1D}"/>
              </a:ext>
            </a:extLst>
          </p:cNvPr>
          <p:cNvSpPr/>
          <p:nvPr/>
        </p:nvSpPr>
        <p:spPr>
          <a:xfrm>
            <a:off x="4290556" y="2381382"/>
            <a:ext cx="820738" cy="820738"/>
          </a:xfrm>
          <a:prstGeom prst="rect">
            <a:avLst/>
          </a:prstGeom>
          <a:noFill/>
          <a:ln w="38100">
            <a:solidFill>
              <a:srgbClr val="E8ED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475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  <a:endParaRPr lang="en-ID" sz="2475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E226D0-A0AF-BD21-18C2-FA916AAB3ABF}"/>
              </a:ext>
            </a:extLst>
          </p:cNvPr>
          <p:cNvSpPr txBox="1"/>
          <p:nvPr/>
        </p:nvSpPr>
        <p:spPr>
          <a:xfrm>
            <a:off x="5375311" y="2417450"/>
            <a:ext cx="2637263" cy="30008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defTabSz="685800"/>
            <a:r>
              <a:rPr lang="en-IN" sz="135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Personalized Communication</a:t>
            </a:r>
            <a:endParaRPr lang="en-ID" sz="135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773CA1-0B85-F3AE-B377-6229D2CE2BE3}"/>
              </a:ext>
            </a:extLst>
          </p:cNvPr>
          <p:cNvSpPr txBox="1"/>
          <p:nvPr/>
        </p:nvSpPr>
        <p:spPr>
          <a:xfrm>
            <a:off x="5375311" y="2704387"/>
            <a:ext cx="271443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685800"/>
            <a:r>
              <a:rPr lang="en-IN"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Deliver relevant messages and tailored solutions.</a:t>
            </a:r>
            <a:endParaRPr lang="en-ID" sz="12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E3F67C-8960-1F48-E1B1-48430EF9D48E}"/>
              </a:ext>
            </a:extLst>
          </p:cNvPr>
          <p:cNvSpPr/>
          <p:nvPr/>
        </p:nvSpPr>
        <p:spPr>
          <a:xfrm>
            <a:off x="1310168" y="4308954"/>
            <a:ext cx="820738" cy="820738"/>
          </a:xfrm>
          <a:prstGeom prst="rect">
            <a:avLst/>
          </a:prstGeom>
          <a:noFill/>
          <a:ln w="38100">
            <a:solidFill>
              <a:srgbClr val="E8ED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475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  <a:endParaRPr lang="en-ID" sz="2475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4BD25D-3056-803F-C3FF-F4F80F8C2A60}"/>
              </a:ext>
            </a:extLst>
          </p:cNvPr>
          <p:cNvSpPr txBox="1"/>
          <p:nvPr/>
        </p:nvSpPr>
        <p:spPr>
          <a:xfrm>
            <a:off x="2394923" y="4345022"/>
            <a:ext cx="1903512" cy="300082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defTabSz="685800"/>
            <a:r>
              <a:rPr lang="en-IN" sz="135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Build Trust &amp; Value</a:t>
            </a:r>
            <a:endParaRPr lang="en-ID" sz="135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490CCA-4840-5054-8433-FC9D88EA96E8}"/>
              </a:ext>
            </a:extLst>
          </p:cNvPr>
          <p:cNvSpPr txBox="1"/>
          <p:nvPr/>
        </p:nvSpPr>
        <p:spPr>
          <a:xfrm>
            <a:off x="2394923" y="4631959"/>
            <a:ext cx="277846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Focus on transparency, consistency, and long-term relationships.</a:t>
            </a:r>
            <a:endParaRPr lang="en-ID" sz="12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DB08D2-DEC5-259A-34F7-6B7594B33E2B}"/>
              </a:ext>
            </a:extLst>
          </p:cNvPr>
          <p:cNvSpPr/>
          <p:nvPr/>
        </p:nvSpPr>
        <p:spPr>
          <a:xfrm>
            <a:off x="5437408" y="4308954"/>
            <a:ext cx="820738" cy="820738"/>
          </a:xfrm>
          <a:prstGeom prst="rect">
            <a:avLst/>
          </a:prstGeom>
          <a:noFill/>
          <a:ln w="38100">
            <a:solidFill>
              <a:srgbClr val="E8ED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2475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04</a:t>
            </a:r>
            <a:endParaRPr lang="en-ID" sz="2475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6CFCD4-85C0-8656-4BA2-FB574947CDA5}"/>
              </a:ext>
            </a:extLst>
          </p:cNvPr>
          <p:cNvSpPr txBox="1"/>
          <p:nvPr/>
        </p:nvSpPr>
        <p:spPr>
          <a:xfrm>
            <a:off x="6522163" y="4137270"/>
            <a:ext cx="2561069" cy="507831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defTabSz="685800"/>
            <a:r>
              <a:rPr lang="en-IN" sz="135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Improve Customer Experience</a:t>
            </a:r>
            <a:endParaRPr lang="en-ID" sz="1350" b="1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565EDC-B88D-BCCA-7AFB-9B9EB005D4AA}"/>
              </a:ext>
            </a:extLst>
          </p:cNvPr>
          <p:cNvSpPr txBox="1"/>
          <p:nvPr/>
        </p:nvSpPr>
        <p:spPr>
          <a:xfrm>
            <a:off x="6522163" y="4631959"/>
            <a:ext cx="248872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Ensure smooth interactions across all touchpoints.</a:t>
            </a:r>
            <a:endParaRPr lang="en-ID" sz="12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2BC30DB-8874-66E7-06C8-AA7C214071AC}"/>
              </a:ext>
            </a:extLst>
          </p:cNvPr>
          <p:cNvCxnSpPr>
            <a:cxnSpLocks/>
          </p:cNvCxnSpPr>
          <p:nvPr/>
        </p:nvCxnSpPr>
        <p:spPr>
          <a:xfrm>
            <a:off x="440532" y="3756083"/>
            <a:ext cx="826293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4 Points 4">
            <a:extLst>
              <a:ext uri="{FF2B5EF4-FFF2-40B4-BE49-F238E27FC236}">
                <a16:creationId xmlns:a16="http://schemas.microsoft.com/office/drawing/2014/main" id="{15EAF8B3-3961-F576-F968-D8DA277D5973}"/>
              </a:ext>
            </a:extLst>
          </p:cNvPr>
          <p:cNvSpPr/>
          <p:nvPr/>
        </p:nvSpPr>
        <p:spPr>
          <a:xfrm>
            <a:off x="396216" y="5078440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tar: 4 Points 10">
            <a:extLst>
              <a:ext uri="{FF2B5EF4-FFF2-40B4-BE49-F238E27FC236}">
                <a16:creationId xmlns:a16="http://schemas.microsoft.com/office/drawing/2014/main" id="{7CCDDA12-FE03-D4CC-B91A-D022BA892B79}"/>
              </a:ext>
            </a:extLst>
          </p:cNvPr>
          <p:cNvSpPr/>
          <p:nvPr/>
        </p:nvSpPr>
        <p:spPr>
          <a:xfrm>
            <a:off x="8323995" y="1695769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24895-75C3-8049-5313-0AE6B836FCE8}"/>
              </a:ext>
            </a:extLst>
          </p:cNvPr>
          <p:cNvSpPr txBox="1"/>
          <p:nvPr/>
        </p:nvSpPr>
        <p:spPr>
          <a:xfrm>
            <a:off x="0" y="672255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IN" sz="30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Customer-Centric Approach</a:t>
            </a:r>
            <a:endParaRPr lang="en-IN" sz="3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4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B9272-755B-5DE4-7382-97F8D88BF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5F9F57-FB15-F836-A695-3FF8D2F4578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Star: 4 Points 14">
            <a:extLst>
              <a:ext uri="{FF2B5EF4-FFF2-40B4-BE49-F238E27FC236}">
                <a16:creationId xmlns:a16="http://schemas.microsoft.com/office/drawing/2014/main" id="{22A91C85-8F43-4E15-8CB9-3D981799EF87}"/>
              </a:ext>
            </a:extLst>
          </p:cNvPr>
          <p:cNvSpPr/>
          <p:nvPr/>
        </p:nvSpPr>
        <p:spPr>
          <a:xfrm>
            <a:off x="296809" y="5872721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78E0CC1-76DE-0C4C-9915-999C5003CB3A}"/>
              </a:ext>
            </a:extLst>
          </p:cNvPr>
          <p:cNvSpPr/>
          <p:nvPr/>
        </p:nvSpPr>
        <p:spPr>
          <a:xfrm>
            <a:off x="2944136" y="2671622"/>
            <a:ext cx="1029233" cy="42365"/>
          </a:xfrm>
          <a:custGeom>
            <a:avLst/>
            <a:gdLst>
              <a:gd name="connsiteX0" fmla="*/ 20703 w 788670"/>
              <a:gd name="connsiteY0" fmla="*/ 42863 h 42862"/>
              <a:gd name="connsiteX1" fmla="*/ 774654 w 788670"/>
              <a:gd name="connsiteY1" fmla="*/ 42863 h 42862"/>
              <a:gd name="connsiteX2" fmla="*/ 774654 w 788670"/>
              <a:gd name="connsiteY2" fmla="*/ 0 h 42862"/>
              <a:gd name="connsiteX3" fmla="*/ 20703 w 788670"/>
              <a:gd name="connsiteY3" fmla="*/ 0 h 42862"/>
              <a:gd name="connsiteX4" fmla="*/ 20703 w 788670"/>
              <a:gd name="connsiteY4" fmla="*/ 42863 h 4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670" h="42862">
                <a:moveTo>
                  <a:pt x="20703" y="42863"/>
                </a:moveTo>
                <a:lnTo>
                  <a:pt x="774654" y="42863"/>
                </a:lnTo>
                <a:cubicBezTo>
                  <a:pt x="802258" y="42863"/>
                  <a:pt x="802258" y="0"/>
                  <a:pt x="774654" y="0"/>
                </a:cubicBezTo>
                <a:lnTo>
                  <a:pt x="20703" y="0"/>
                </a:lnTo>
                <a:cubicBezTo>
                  <a:pt x="-6901" y="0"/>
                  <a:pt x="-6901" y="42863"/>
                  <a:pt x="20703" y="42863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3A312D8-5FDC-8F82-1D71-7EACF23CB262}"/>
              </a:ext>
            </a:extLst>
          </p:cNvPr>
          <p:cNvSpPr/>
          <p:nvPr/>
        </p:nvSpPr>
        <p:spPr>
          <a:xfrm>
            <a:off x="3969049" y="2468064"/>
            <a:ext cx="442703" cy="442703"/>
          </a:xfrm>
          <a:custGeom>
            <a:avLst/>
            <a:gdLst>
              <a:gd name="connsiteX0" fmla="*/ 227514 w 222885"/>
              <a:gd name="connsiteY0" fmla="*/ 113757 h 222885"/>
              <a:gd name="connsiteX1" fmla="*/ 113757 w 222885"/>
              <a:gd name="connsiteY1" fmla="*/ 227514 h 222885"/>
              <a:gd name="connsiteX2" fmla="*/ 0 w 222885"/>
              <a:gd name="connsiteY2" fmla="*/ 113757 h 222885"/>
              <a:gd name="connsiteX3" fmla="*/ 113757 w 222885"/>
              <a:gd name="connsiteY3" fmla="*/ 0 h 222885"/>
              <a:gd name="connsiteX4" fmla="*/ 227514 w 222885"/>
              <a:gd name="connsiteY4" fmla="*/ 113757 h 22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885" h="222885">
                <a:moveTo>
                  <a:pt x="227514" y="113757"/>
                </a:moveTo>
                <a:cubicBezTo>
                  <a:pt x="227514" y="176585"/>
                  <a:pt x="176585" y="227514"/>
                  <a:pt x="113757" y="227514"/>
                </a:cubicBezTo>
                <a:cubicBezTo>
                  <a:pt x="50929" y="227514"/>
                  <a:pt x="0" y="176585"/>
                  <a:pt x="0" y="113757"/>
                </a:cubicBezTo>
                <a:cubicBezTo>
                  <a:pt x="0" y="50929"/>
                  <a:pt x="50929" y="0"/>
                  <a:pt x="113757" y="0"/>
                </a:cubicBezTo>
                <a:cubicBezTo>
                  <a:pt x="176585" y="0"/>
                  <a:pt x="227514" y="50929"/>
                  <a:pt x="227514" y="113757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0EA4B5A-2AB9-FA0E-DDD2-AD7372F1E0DC}"/>
              </a:ext>
            </a:extLst>
          </p:cNvPr>
          <p:cNvSpPr/>
          <p:nvPr/>
        </p:nvSpPr>
        <p:spPr>
          <a:xfrm>
            <a:off x="2569777" y="3491044"/>
            <a:ext cx="1409471" cy="39716"/>
          </a:xfrm>
          <a:custGeom>
            <a:avLst/>
            <a:gdLst>
              <a:gd name="connsiteX0" fmla="*/ 20703 w 1225867"/>
              <a:gd name="connsiteY0" fmla="*/ 42863 h 42862"/>
              <a:gd name="connsiteX1" fmla="*/ 1205508 w 1225867"/>
              <a:gd name="connsiteY1" fmla="*/ 42863 h 42862"/>
              <a:gd name="connsiteX2" fmla="*/ 1205508 w 1225867"/>
              <a:gd name="connsiteY2" fmla="*/ 0 h 42862"/>
              <a:gd name="connsiteX3" fmla="*/ 20703 w 1225867"/>
              <a:gd name="connsiteY3" fmla="*/ 0 h 42862"/>
              <a:gd name="connsiteX4" fmla="*/ 20703 w 1225867"/>
              <a:gd name="connsiteY4" fmla="*/ 42863 h 4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5867" h="42862">
                <a:moveTo>
                  <a:pt x="20703" y="42863"/>
                </a:moveTo>
                <a:lnTo>
                  <a:pt x="1205508" y="42863"/>
                </a:lnTo>
                <a:cubicBezTo>
                  <a:pt x="1233111" y="42863"/>
                  <a:pt x="1233111" y="0"/>
                  <a:pt x="1205508" y="0"/>
                </a:cubicBezTo>
                <a:lnTo>
                  <a:pt x="20703" y="0"/>
                </a:lnTo>
                <a:cubicBezTo>
                  <a:pt x="-6901" y="0"/>
                  <a:pt x="-6901" y="42863"/>
                  <a:pt x="20703" y="42863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41D3AB4-FE11-1323-A58F-0EF9ACA4CAFA}"/>
              </a:ext>
            </a:extLst>
          </p:cNvPr>
          <p:cNvSpPr/>
          <p:nvPr/>
        </p:nvSpPr>
        <p:spPr>
          <a:xfrm>
            <a:off x="3875447" y="3193771"/>
            <a:ext cx="629999" cy="629999"/>
          </a:xfrm>
          <a:custGeom>
            <a:avLst/>
            <a:gdLst>
              <a:gd name="connsiteX0" fmla="*/ 241315 w 317182"/>
              <a:gd name="connsiteY0" fmla="*/ 80438 h 317182"/>
              <a:gd name="connsiteX1" fmla="*/ 241315 w 317182"/>
              <a:gd name="connsiteY1" fmla="*/ 241315 h 317182"/>
              <a:gd name="connsiteX2" fmla="*/ 80439 w 317182"/>
              <a:gd name="connsiteY2" fmla="*/ 241315 h 317182"/>
              <a:gd name="connsiteX3" fmla="*/ 80439 w 317182"/>
              <a:gd name="connsiteY3" fmla="*/ 80438 h 317182"/>
              <a:gd name="connsiteX4" fmla="*/ 241315 w 317182"/>
              <a:gd name="connsiteY4" fmla="*/ 80438 h 317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7182" h="317182">
                <a:moveTo>
                  <a:pt x="241315" y="80438"/>
                </a:moveTo>
                <a:cubicBezTo>
                  <a:pt x="285740" y="124863"/>
                  <a:pt x="285740" y="196890"/>
                  <a:pt x="241315" y="241315"/>
                </a:cubicBezTo>
                <a:cubicBezTo>
                  <a:pt x="196890" y="285740"/>
                  <a:pt x="124863" y="285740"/>
                  <a:pt x="80439" y="241315"/>
                </a:cubicBezTo>
                <a:cubicBezTo>
                  <a:pt x="36014" y="196890"/>
                  <a:pt x="36014" y="124863"/>
                  <a:pt x="80439" y="80438"/>
                </a:cubicBezTo>
                <a:cubicBezTo>
                  <a:pt x="124864" y="36013"/>
                  <a:pt x="196891" y="36014"/>
                  <a:pt x="241315" y="80438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5BA73D1-4AA3-9B07-1AAE-0CE18DB6C0B2}"/>
              </a:ext>
            </a:extLst>
          </p:cNvPr>
          <p:cNvSpPr/>
          <p:nvPr/>
        </p:nvSpPr>
        <p:spPr>
          <a:xfrm>
            <a:off x="2234659" y="4335804"/>
            <a:ext cx="1744589" cy="39716"/>
          </a:xfrm>
          <a:custGeom>
            <a:avLst/>
            <a:gdLst>
              <a:gd name="connsiteX0" fmla="*/ 20703 w 1517332"/>
              <a:gd name="connsiteY0" fmla="*/ 42863 h 42862"/>
              <a:gd name="connsiteX1" fmla="*/ 1500745 w 1517332"/>
              <a:gd name="connsiteY1" fmla="*/ 42863 h 42862"/>
              <a:gd name="connsiteX2" fmla="*/ 1500745 w 1517332"/>
              <a:gd name="connsiteY2" fmla="*/ 0 h 42862"/>
              <a:gd name="connsiteX3" fmla="*/ 20703 w 1517332"/>
              <a:gd name="connsiteY3" fmla="*/ 0 h 42862"/>
              <a:gd name="connsiteX4" fmla="*/ 20703 w 1517332"/>
              <a:gd name="connsiteY4" fmla="*/ 42863 h 4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7332" h="42862">
                <a:moveTo>
                  <a:pt x="20703" y="42863"/>
                </a:moveTo>
                <a:lnTo>
                  <a:pt x="1500745" y="42863"/>
                </a:lnTo>
                <a:cubicBezTo>
                  <a:pt x="1528348" y="42863"/>
                  <a:pt x="1528348" y="0"/>
                  <a:pt x="1500745" y="0"/>
                </a:cubicBezTo>
                <a:lnTo>
                  <a:pt x="20703" y="0"/>
                </a:lnTo>
                <a:cubicBezTo>
                  <a:pt x="-6901" y="0"/>
                  <a:pt x="-6901" y="42863"/>
                  <a:pt x="20703" y="42863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AB0516-E227-6092-0CB8-060B8B7EC8C0}"/>
              </a:ext>
            </a:extLst>
          </p:cNvPr>
          <p:cNvSpPr/>
          <p:nvPr/>
        </p:nvSpPr>
        <p:spPr>
          <a:xfrm>
            <a:off x="3969049" y="4132165"/>
            <a:ext cx="442703" cy="442703"/>
          </a:xfrm>
          <a:custGeom>
            <a:avLst/>
            <a:gdLst>
              <a:gd name="connsiteX0" fmla="*/ 227514 w 222885"/>
              <a:gd name="connsiteY0" fmla="*/ 113757 h 222885"/>
              <a:gd name="connsiteX1" fmla="*/ 113757 w 222885"/>
              <a:gd name="connsiteY1" fmla="*/ 227514 h 222885"/>
              <a:gd name="connsiteX2" fmla="*/ 0 w 222885"/>
              <a:gd name="connsiteY2" fmla="*/ 113757 h 222885"/>
              <a:gd name="connsiteX3" fmla="*/ 113757 w 222885"/>
              <a:gd name="connsiteY3" fmla="*/ 0 h 222885"/>
              <a:gd name="connsiteX4" fmla="*/ 227514 w 222885"/>
              <a:gd name="connsiteY4" fmla="*/ 113757 h 22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885" h="222885">
                <a:moveTo>
                  <a:pt x="227514" y="113757"/>
                </a:moveTo>
                <a:cubicBezTo>
                  <a:pt x="227514" y="176583"/>
                  <a:pt x="176583" y="227514"/>
                  <a:pt x="113757" y="227514"/>
                </a:cubicBezTo>
                <a:cubicBezTo>
                  <a:pt x="50931" y="227514"/>
                  <a:pt x="0" y="176584"/>
                  <a:pt x="0" y="113757"/>
                </a:cubicBezTo>
                <a:cubicBezTo>
                  <a:pt x="0" y="50931"/>
                  <a:pt x="50931" y="0"/>
                  <a:pt x="113757" y="0"/>
                </a:cubicBezTo>
                <a:cubicBezTo>
                  <a:pt x="176584" y="0"/>
                  <a:pt x="227514" y="50931"/>
                  <a:pt x="227514" y="113757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4080E52-5A18-E76D-B6D7-5895A2231B81}"/>
              </a:ext>
            </a:extLst>
          </p:cNvPr>
          <p:cNvSpPr/>
          <p:nvPr/>
        </p:nvSpPr>
        <p:spPr>
          <a:xfrm>
            <a:off x="1748596" y="5203042"/>
            <a:ext cx="2227553" cy="39716"/>
          </a:xfrm>
          <a:custGeom>
            <a:avLst/>
            <a:gdLst>
              <a:gd name="connsiteX0" fmla="*/ 20703 w 1937385"/>
              <a:gd name="connsiteY0" fmla="*/ 42863 h 42862"/>
              <a:gd name="connsiteX1" fmla="*/ 1920369 w 1937385"/>
              <a:gd name="connsiteY1" fmla="*/ 42863 h 42862"/>
              <a:gd name="connsiteX2" fmla="*/ 1920369 w 1937385"/>
              <a:gd name="connsiteY2" fmla="*/ 0 h 42862"/>
              <a:gd name="connsiteX3" fmla="*/ 20703 w 1937385"/>
              <a:gd name="connsiteY3" fmla="*/ 0 h 42862"/>
              <a:gd name="connsiteX4" fmla="*/ 20703 w 1937385"/>
              <a:gd name="connsiteY4" fmla="*/ 42863 h 4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7385" h="42862">
                <a:moveTo>
                  <a:pt x="20703" y="42863"/>
                </a:moveTo>
                <a:lnTo>
                  <a:pt x="1920369" y="42863"/>
                </a:lnTo>
                <a:cubicBezTo>
                  <a:pt x="1947972" y="42863"/>
                  <a:pt x="1947972" y="0"/>
                  <a:pt x="1920369" y="0"/>
                </a:cubicBezTo>
                <a:lnTo>
                  <a:pt x="20703" y="0"/>
                </a:lnTo>
                <a:cubicBezTo>
                  <a:pt x="-6901" y="0"/>
                  <a:pt x="-6901" y="42863"/>
                  <a:pt x="20703" y="42863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08CB5F7-4955-E454-7F32-132A74A0E212}"/>
              </a:ext>
            </a:extLst>
          </p:cNvPr>
          <p:cNvSpPr/>
          <p:nvPr/>
        </p:nvSpPr>
        <p:spPr>
          <a:xfrm>
            <a:off x="3969049" y="4999403"/>
            <a:ext cx="442703" cy="442703"/>
          </a:xfrm>
          <a:custGeom>
            <a:avLst/>
            <a:gdLst>
              <a:gd name="connsiteX0" fmla="*/ 227514 w 222885"/>
              <a:gd name="connsiteY0" fmla="*/ 113757 h 222885"/>
              <a:gd name="connsiteX1" fmla="*/ 113757 w 222885"/>
              <a:gd name="connsiteY1" fmla="*/ 227514 h 222885"/>
              <a:gd name="connsiteX2" fmla="*/ 0 w 222885"/>
              <a:gd name="connsiteY2" fmla="*/ 113757 h 222885"/>
              <a:gd name="connsiteX3" fmla="*/ 113757 w 222885"/>
              <a:gd name="connsiteY3" fmla="*/ 0 h 222885"/>
              <a:gd name="connsiteX4" fmla="*/ 227514 w 222885"/>
              <a:gd name="connsiteY4" fmla="*/ 113757 h 22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2885" h="222885">
                <a:moveTo>
                  <a:pt x="227514" y="113757"/>
                </a:moveTo>
                <a:cubicBezTo>
                  <a:pt x="227514" y="176585"/>
                  <a:pt x="176585" y="227514"/>
                  <a:pt x="113757" y="227514"/>
                </a:cubicBezTo>
                <a:cubicBezTo>
                  <a:pt x="50929" y="227514"/>
                  <a:pt x="0" y="176585"/>
                  <a:pt x="0" y="113757"/>
                </a:cubicBezTo>
                <a:cubicBezTo>
                  <a:pt x="0" y="50930"/>
                  <a:pt x="50929" y="0"/>
                  <a:pt x="113757" y="0"/>
                </a:cubicBezTo>
                <a:cubicBezTo>
                  <a:pt x="176585" y="0"/>
                  <a:pt x="227514" y="50930"/>
                  <a:pt x="227514" y="113757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F0C08B8-ECFD-DF43-58FF-5C5983C82229}"/>
              </a:ext>
            </a:extLst>
          </p:cNvPr>
          <p:cNvSpPr/>
          <p:nvPr/>
        </p:nvSpPr>
        <p:spPr>
          <a:xfrm>
            <a:off x="1509019" y="4783005"/>
            <a:ext cx="611627" cy="873752"/>
          </a:xfrm>
          <a:custGeom>
            <a:avLst/>
            <a:gdLst>
              <a:gd name="connsiteX0" fmla="*/ 0 w 660082"/>
              <a:gd name="connsiteY0" fmla="*/ 66865 h 942975"/>
              <a:gd name="connsiteX1" fmla="*/ 333042 w 660082"/>
              <a:gd name="connsiteY1" fmla="*/ 949833 h 942975"/>
              <a:gd name="connsiteX2" fmla="*/ 666169 w 660082"/>
              <a:gd name="connsiteY2" fmla="*/ 66865 h 942975"/>
              <a:gd name="connsiteX3" fmla="*/ 0 w 660082"/>
              <a:gd name="connsiteY3" fmla="*/ 66865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082" h="942975">
                <a:moveTo>
                  <a:pt x="0" y="66865"/>
                </a:moveTo>
                <a:lnTo>
                  <a:pt x="333042" y="949833"/>
                </a:lnTo>
                <a:lnTo>
                  <a:pt x="666169" y="66865"/>
                </a:lnTo>
                <a:cubicBezTo>
                  <a:pt x="453057" y="-22288"/>
                  <a:pt x="213112" y="-22288"/>
                  <a:pt x="0" y="66865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0A3777E-E270-0B7C-8295-D669354E7164}"/>
              </a:ext>
            </a:extLst>
          </p:cNvPr>
          <p:cNvSpPr/>
          <p:nvPr/>
        </p:nvSpPr>
        <p:spPr>
          <a:xfrm>
            <a:off x="1204317" y="3866916"/>
            <a:ext cx="1231198" cy="873752"/>
          </a:xfrm>
          <a:custGeom>
            <a:avLst/>
            <a:gdLst>
              <a:gd name="connsiteX0" fmla="*/ 665655 w 1328737"/>
              <a:gd name="connsiteY0" fmla="*/ 0 h 942975"/>
              <a:gd name="connsiteX1" fmla="*/ 0 w 1328737"/>
              <a:gd name="connsiteY1" fmla="*/ 205226 h 942975"/>
              <a:gd name="connsiteX2" fmla="*/ 282893 w 1328737"/>
              <a:gd name="connsiteY2" fmla="*/ 947433 h 942975"/>
              <a:gd name="connsiteX3" fmla="*/ 665312 w 1328737"/>
              <a:gd name="connsiteY3" fmla="*/ 870280 h 942975"/>
              <a:gd name="connsiteX4" fmla="*/ 1047817 w 1328737"/>
              <a:gd name="connsiteY4" fmla="*/ 947433 h 942975"/>
              <a:gd name="connsiteX5" fmla="*/ 1330709 w 1328737"/>
              <a:gd name="connsiteY5" fmla="*/ 205226 h 942975"/>
              <a:gd name="connsiteX6" fmla="*/ 665655 w 1328737"/>
              <a:gd name="connsiteY6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28737" h="942975">
                <a:moveTo>
                  <a:pt x="665655" y="0"/>
                </a:moveTo>
                <a:cubicBezTo>
                  <a:pt x="202740" y="0"/>
                  <a:pt x="0" y="205226"/>
                  <a:pt x="0" y="205226"/>
                </a:cubicBezTo>
                <a:lnTo>
                  <a:pt x="282893" y="947433"/>
                </a:lnTo>
                <a:cubicBezTo>
                  <a:pt x="493690" y="862822"/>
                  <a:pt x="665312" y="870280"/>
                  <a:pt x="665312" y="870280"/>
                </a:cubicBezTo>
                <a:cubicBezTo>
                  <a:pt x="665312" y="870280"/>
                  <a:pt x="836762" y="862479"/>
                  <a:pt x="1047817" y="947433"/>
                </a:cubicBezTo>
                <a:lnTo>
                  <a:pt x="1330709" y="205226"/>
                </a:lnTo>
                <a:cubicBezTo>
                  <a:pt x="1330709" y="205226"/>
                  <a:pt x="1128570" y="0"/>
                  <a:pt x="665655" y="0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5CF15739-E1C6-5B7A-7EA8-C3797EBA4548}"/>
              </a:ext>
            </a:extLst>
          </p:cNvPr>
          <p:cNvSpPr/>
          <p:nvPr/>
        </p:nvSpPr>
        <p:spPr>
          <a:xfrm>
            <a:off x="895644" y="2925250"/>
            <a:ext cx="1842824" cy="1016730"/>
          </a:xfrm>
          <a:custGeom>
            <a:avLst/>
            <a:gdLst>
              <a:gd name="connsiteX0" fmla="*/ 995010 w 1988820"/>
              <a:gd name="connsiteY0" fmla="*/ 0 h 1097280"/>
              <a:gd name="connsiteX1" fmla="*/ 0 w 1988820"/>
              <a:gd name="connsiteY1" fmla="*/ 370932 h 1097280"/>
              <a:gd name="connsiteX2" fmla="*/ 297294 w 1988820"/>
              <a:gd name="connsiteY2" fmla="*/ 1100623 h 1097280"/>
              <a:gd name="connsiteX3" fmla="*/ 995010 w 1988820"/>
              <a:gd name="connsiteY3" fmla="*/ 885539 h 1097280"/>
              <a:gd name="connsiteX4" fmla="*/ 1692812 w 1988820"/>
              <a:gd name="connsiteY4" fmla="*/ 1100623 h 1097280"/>
              <a:gd name="connsiteX5" fmla="*/ 1990106 w 1988820"/>
              <a:gd name="connsiteY5" fmla="*/ 370932 h 1097280"/>
              <a:gd name="connsiteX6" fmla="*/ 995010 w 1988820"/>
              <a:gd name="connsiteY6" fmla="*/ 0 h 1097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88820" h="1097280">
                <a:moveTo>
                  <a:pt x="995010" y="0"/>
                </a:moveTo>
                <a:cubicBezTo>
                  <a:pt x="388163" y="0"/>
                  <a:pt x="0" y="370932"/>
                  <a:pt x="0" y="370932"/>
                </a:cubicBezTo>
                <a:lnTo>
                  <a:pt x="297294" y="1100623"/>
                </a:lnTo>
                <a:cubicBezTo>
                  <a:pt x="582587" y="902942"/>
                  <a:pt x="870623" y="885539"/>
                  <a:pt x="995010" y="885539"/>
                </a:cubicBezTo>
                <a:cubicBezTo>
                  <a:pt x="1119397" y="885539"/>
                  <a:pt x="1407433" y="902684"/>
                  <a:pt x="1692812" y="1100623"/>
                </a:cubicBezTo>
                <a:lnTo>
                  <a:pt x="1990106" y="370932"/>
                </a:lnTo>
                <a:cubicBezTo>
                  <a:pt x="1990106" y="370932"/>
                  <a:pt x="1602372" y="0"/>
                  <a:pt x="995010" y="0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FD90FEE-3E11-B7F0-84EB-C46A8E412EB6}"/>
              </a:ext>
            </a:extLst>
          </p:cNvPr>
          <p:cNvSpPr/>
          <p:nvPr/>
        </p:nvSpPr>
        <p:spPr>
          <a:xfrm>
            <a:off x="525411" y="1922421"/>
            <a:ext cx="2581542" cy="1223252"/>
          </a:xfrm>
          <a:custGeom>
            <a:avLst/>
            <a:gdLst>
              <a:gd name="connsiteX0" fmla="*/ 1394746 w 2786062"/>
              <a:gd name="connsiteY0" fmla="*/ 0 h 1320165"/>
              <a:gd name="connsiteX1" fmla="*/ 1394746 w 2786062"/>
              <a:gd name="connsiteY1" fmla="*/ 0 h 1320165"/>
              <a:gd name="connsiteX2" fmla="*/ 0 w 2786062"/>
              <a:gd name="connsiteY2" fmla="*/ 457086 h 1320165"/>
              <a:gd name="connsiteX3" fmla="*/ 352758 w 2786062"/>
              <a:gd name="connsiteY3" fmla="*/ 1321794 h 1320165"/>
              <a:gd name="connsiteX4" fmla="*/ 1394489 w 2786062"/>
              <a:gd name="connsiteY4" fmla="*/ 933374 h 1320165"/>
              <a:gd name="connsiteX5" fmla="*/ 1394489 w 2786062"/>
              <a:gd name="connsiteY5" fmla="*/ 933374 h 1320165"/>
              <a:gd name="connsiteX6" fmla="*/ 2436219 w 2786062"/>
              <a:gd name="connsiteY6" fmla="*/ 1321794 h 1320165"/>
              <a:gd name="connsiteX7" fmla="*/ 2789149 w 2786062"/>
              <a:gd name="connsiteY7" fmla="*/ 457086 h 1320165"/>
              <a:gd name="connsiteX8" fmla="*/ 1394746 w 2786062"/>
              <a:gd name="connsiteY8" fmla="*/ 0 h 1320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6062" h="1320165">
                <a:moveTo>
                  <a:pt x="1394746" y="0"/>
                </a:moveTo>
                <a:lnTo>
                  <a:pt x="1394746" y="0"/>
                </a:lnTo>
                <a:cubicBezTo>
                  <a:pt x="520694" y="86"/>
                  <a:pt x="0" y="457086"/>
                  <a:pt x="0" y="457086"/>
                </a:cubicBezTo>
                <a:lnTo>
                  <a:pt x="352758" y="1321794"/>
                </a:lnTo>
                <a:cubicBezTo>
                  <a:pt x="804958" y="923173"/>
                  <a:pt x="1385230" y="933374"/>
                  <a:pt x="1394489" y="933374"/>
                </a:cubicBezTo>
                <a:lnTo>
                  <a:pt x="1394489" y="933374"/>
                </a:lnTo>
                <a:cubicBezTo>
                  <a:pt x="1403747" y="933374"/>
                  <a:pt x="1969275" y="900370"/>
                  <a:pt x="2436219" y="1321794"/>
                </a:cubicBezTo>
                <a:lnTo>
                  <a:pt x="2789149" y="457086"/>
                </a:lnTo>
                <a:cubicBezTo>
                  <a:pt x="2789149" y="457086"/>
                  <a:pt x="2268541" y="86"/>
                  <a:pt x="1394746" y="0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pPr defTabSz="685800">
              <a:defRPr/>
            </a:pPr>
            <a:endParaRPr lang="en-US" sz="12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FCE267-F632-5D8C-8C4C-418697DA81A3}"/>
              </a:ext>
            </a:extLst>
          </p:cNvPr>
          <p:cNvSpPr txBox="1"/>
          <p:nvPr/>
        </p:nvSpPr>
        <p:spPr>
          <a:xfrm>
            <a:off x="1538639" y="4860390"/>
            <a:ext cx="5625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1500" b="1" dirty="0">
                <a:solidFill>
                  <a:srgbClr val="000000">
                    <a:lumMod val="85000"/>
                    <a:lumOff val="1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0DC8DE-ED4E-1C6B-30A0-B0A5592D55F9}"/>
              </a:ext>
            </a:extLst>
          </p:cNvPr>
          <p:cNvSpPr txBox="1"/>
          <p:nvPr/>
        </p:nvSpPr>
        <p:spPr>
          <a:xfrm>
            <a:off x="1538639" y="4100180"/>
            <a:ext cx="562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b="1" dirty="0">
                <a:solidFill>
                  <a:srgbClr val="000000">
                    <a:lumMod val="85000"/>
                    <a:lumOff val="1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09E8FE6-69AF-9547-2871-49B7CDCA0843}"/>
              </a:ext>
            </a:extLst>
          </p:cNvPr>
          <p:cNvSpPr txBox="1"/>
          <p:nvPr/>
        </p:nvSpPr>
        <p:spPr>
          <a:xfrm>
            <a:off x="1538639" y="3165079"/>
            <a:ext cx="5625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100" b="1" dirty="0">
                <a:solidFill>
                  <a:srgbClr val="000000">
                    <a:lumMod val="85000"/>
                    <a:lumOff val="1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76EC05-A245-6200-770C-FF809FA8FEA3}"/>
              </a:ext>
            </a:extLst>
          </p:cNvPr>
          <p:cNvSpPr txBox="1"/>
          <p:nvPr/>
        </p:nvSpPr>
        <p:spPr>
          <a:xfrm>
            <a:off x="1538639" y="2187239"/>
            <a:ext cx="562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en-US" sz="2400" b="1" dirty="0">
                <a:solidFill>
                  <a:srgbClr val="000000">
                    <a:lumMod val="85000"/>
                    <a:lumOff val="1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43429B-C9A7-39A2-9292-313692A2D330}"/>
              </a:ext>
            </a:extLst>
          </p:cNvPr>
          <p:cNvSpPr txBox="1"/>
          <p:nvPr/>
        </p:nvSpPr>
        <p:spPr>
          <a:xfrm>
            <a:off x="0" y="1215994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IN" sz="30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Funnel Alignment</a:t>
            </a:r>
            <a:endParaRPr lang="en-IN" sz="3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741B92E-E5CE-18CF-9337-2B215E9533B4}"/>
              </a:ext>
            </a:extLst>
          </p:cNvPr>
          <p:cNvGrpSpPr/>
          <p:nvPr/>
        </p:nvGrpSpPr>
        <p:grpSpPr>
          <a:xfrm>
            <a:off x="4489881" y="4871306"/>
            <a:ext cx="4407506" cy="711587"/>
            <a:chOff x="6007261" y="5514117"/>
            <a:chExt cx="5876675" cy="94878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64D16BE-116A-C903-1F87-A374B3BE1CB4}"/>
                </a:ext>
              </a:extLst>
            </p:cNvPr>
            <p:cNvSpPr txBox="1"/>
            <p:nvPr/>
          </p:nvSpPr>
          <p:spPr>
            <a:xfrm>
              <a:off x="6007261" y="5514117"/>
              <a:ext cx="211969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135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Awareness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6483B4-8642-212D-52B7-F4C4D7E52681}"/>
                </a:ext>
              </a:extLst>
            </p:cNvPr>
            <p:cNvSpPr txBox="1"/>
            <p:nvPr/>
          </p:nvSpPr>
          <p:spPr>
            <a:xfrm>
              <a:off x="6007261" y="5847345"/>
              <a:ext cx="587667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Attract the right audience through targeted marketing and clear brand messaging.</a:t>
              </a:r>
              <a:endParaRPr lang="en-IN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1CFB88-DA3E-61B6-D8EE-91859423ABB8}"/>
              </a:ext>
            </a:extLst>
          </p:cNvPr>
          <p:cNvGrpSpPr/>
          <p:nvPr/>
        </p:nvGrpSpPr>
        <p:grpSpPr>
          <a:xfrm>
            <a:off x="4489881" y="2320363"/>
            <a:ext cx="4407506" cy="711587"/>
            <a:chOff x="6007261" y="5514117"/>
            <a:chExt cx="5876675" cy="94878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C1A3F0-261F-9746-A0B9-6A0527F73294}"/>
                </a:ext>
              </a:extLst>
            </p:cNvPr>
            <p:cNvSpPr txBox="1"/>
            <p:nvPr/>
          </p:nvSpPr>
          <p:spPr>
            <a:xfrm>
              <a:off x="6007261" y="5514117"/>
              <a:ext cx="211969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135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Conversion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A68886-0838-6945-C6ED-6E342A7EB230}"/>
                </a:ext>
              </a:extLst>
            </p:cNvPr>
            <p:cNvSpPr txBox="1"/>
            <p:nvPr/>
          </p:nvSpPr>
          <p:spPr>
            <a:xfrm>
              <a:off x="6007261" y="5847345"/>
              <a:ext cx="587667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Turn qualified leads into customers with strong offers and a smooth sales process.</a:t>
              </a:r>
              <a:endParaRPr lang="en-IN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47532D8-3113-3230-15EC-1AC3E44235B5}"/>
              </a:ext>
            </a:extLst>
          </p:cNvPr>
          <p:cNvGrpSpPr/>
          <p:nvPr/>
        </p:nvGrpSpPr>
        <p:grpSpPr>
          <a:xfrm>
            <a:off x="4489881" y="4020991"/>
            <a:ext cx="4407506" cy="711587"/>
            <a:chOff x="6007261" y="5514117"/>
            <a:chExt cx="5876675" cy="94878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6E465C-C960-8CBC-5EE4-E95EA463ADF1}"/>
                </a:ext>
              </a:extLst>
            </p:cNvPr>
            <p:cNvSpPr txBox="1"/>
            <p:nvPr/>
          </p:nvSpPr>
          <p:spPr>
            <a:xfrm>
              <a:off x="6007261" y="5514117"/>
              <a:ext cx="211969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135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Interest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7FDAA66-FD7D-DBCC-7550-8B471FF11327}"/>
                </a:ext>
              </a:extLst>
            </p:cNvPr>
            <p:cNvSpPr txBox="1"/>
            <p:nvPr/>
          </p:nvSpPr>
          <p:spPr>
            <a:xfrm>
              <a:off x="6007261" y="5847345"/>
              <a:ext cx="587667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Engage prospects with valuable content that addresses needs and builds curiosity.</a:t>
              </a:r>
              <a:endParaRPr lang="en-IN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BEF743-EB64-EC9F-FF6D-F84174FB93C9}"/>
              </a:ext>
            </a:extLst>
          </p:cNvPr>
          <p:cNvGrpSpPr/>
          <p:nvPr/>
        </p:nvGrpSpPr>
        <p:grpSpPr>
          <a:xfrm>
            <a:off x="4489881" y="3170675"/>
            <a:ext cx="4407506" cy="711585"/>
            <a:chOff x="6007261" y="5514117"/>
            <a:chExt cx="5876675" cy="94878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2D6AFF-7385-0A51-A6DA-F3262A396611}"/>
                </a:ext>
              </a:extLst>
            </p:cNvPr>
            <p:cNvSpPr txBox="1"/>
            <p:nvPr/>
          </p:nvSpPr>
          <p:spPr>
            <a:xfrm>
              <a:off x="6007261" y="5514117"/>
              <a:ext cx="2119692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135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Consideration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EC50CD3-495A-FAD0-D1F5-AD65D9B47C86}"/>
                </a:ext>
              </a:extLst>
            </p:cNvPr>
            <p:cNvSpPr txBox="1"/>
            <p:nvPr/>
          </p:nvSpPr>
          <p:spPr>
            <a:xfrm>
              <a:off x="6007261" y="5847344"/>
              <a:ext cx="587667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Nurture leads using personalized communication, demos, and solution-focused messaging.</a:t>
              </a:r>
              <a:endParaRPr lang="en-IN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A3A91A9C-F049-4FA6-8903-2A4A4A8C15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1632" y="5108989"/>
            <a:ext cx="222831" cy="22283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04F829E-5824-9A5D-F134-E1D9DC3B34A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3691" y="4206807"/>
            <a:ext cx="293420" cy="2934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FD71727-1EAA-BF36-65B4-7CDFC6C6BBB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1854" y="3364506"/>
            <a:ext cx="265024" cy="26502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9FE0CF6-21D0-0AC5-926E-89175666C1C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6552" y="2544115"/>
            <a:ext cx="300830" cy="300830"/>
          </a:xfrm>
          <a:prstGeom prst="rect">
            <a:avLst/>
          </a:prstGeom>
        </p:spPr>
      </p:pic>
      <p:sp>
        <p:nvSpPr>
          <p:cNvPr id="3" name="Star: 4 Points 2">
            <a:extLst>
              <a:ext uri="{FF2B5EF4-FFF2-40B4-BE49-F238E27FC236}">
                <a16:creationId xmlns:a16="http://schemas.microsoft.com/office/drawing/2014/main" id="{A03A72D8-C940-E6EE-227B-6F11DFA07F26}"/>
              </a:ext>
            </a:extLst>
          </p:cNvPr>
          <p:cNvSpPr/>
          <p:nvPr/>
        </p:nvSpPr>
        <p:spPr>
          <a:xfrm>
            <a:off x="8069209" y="447044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58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FB48-C859-61AC-F33C-B800B104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54166D1-533A-B920-66CF-054D61A5328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827167-8D39-DF9A-540C-AB2ECC2CC7B5}"/>
              </a:ext>
            </a:extLst>
          </p:cNvPr>
          <p:cNvCxnSpPr>
            <a:cxnSpLocks/>
          </p:cNvCxnSpPr>
          <p:nvPr/>
        </p:nvCxnSpPr>
        <p:spPr>
          <a:xfrm>
            <a:off x="436923" y="5402141"/>
            <a:ext cx="518153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C3AF6C9A-C938-01F1-0A32-7EAC7272C0D0}"/>
              </a:ext>
            </a:extLst>
          </p:cNvPr>
          <p:cNvSpPr/>
          <p:nvPr/>
        </p:nvSpPr>
        <p:spPr>
          <a:xfrm>
            <a:off x="5618455" y="1475327"/>
            <a:ext cx="2725445" cy="3926814"/>
          </a:xfrm>
          <a:prstGeom prst="round2SameRect">
            <a:avLst>
              <a:gd name="adj1" fmla="val 50000"/>
              <a:gd name="adj2" fmla="val 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Star: 4 Points 12">
            <a:extLst>
              <a:ext uri="{FF2B5EF4-FFF2-40B4-BE49-F238E27FC236}">
                <a16:creationId xmlns:a16="http://schemas.microsoft.com/office/drawing/2014/main" id="{737052BE-F097-2A14-D692-BCBFE34BD11C}"/>
              </a:ext>
            </a:extLst>
          </p:cNvPr>
          <p:cNvSpPr/>
          <p:nvPr/>
        </p:nvSpPr>
        <p:spPr>
          <a:xfrm>
            <a:off x="373103" y="512426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Star: 4 Points 14">
            <a:extLst>
              <a:ext uri="{FF2B5EF4-FFF2-40B4-BE49-F238E27FC236}">
                <a16:creationId xmlns:a16="http://schemas.microsoft.com/office/drawing/2014/main" id="{A434980F-E809-B9C8-0E4E-D3E480B5B845}"/>
              </a:ext>
            </a:extLst>
          </p:cNvPr>
          <p:cNvSpPr/>
          <p:nvPr/>
        </p:nvSpPr>
        <p:spPr>
          <a:xfrm>
            <a:off x="8343900" y="6134298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Star: 4 Points 15">
            <a:extLst>
              <a:ext uri="{FF2B5EF4-FFF2-40B4-BE49-F238E27FC236}">
                <a16:creationId xmlns:a16="http://schemas.microsoft.com/office/drawing/2014/main" id="{F340F4BA-1A42-ABAD-6B8F-82B9B717C8AF}"/>
              </a:ext>
            </a:extLst>
          </p:cNvPr>
          <p:cNvSpPr/>
          <p:nvPr/>
        </p:nvSpPr>
        <p:spPr>
          <a:xfrm>
            <a:off x="8184697" y="760228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6ADC231-519F-E332-7288-E61C259525C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799364" y="1630287"/>
            <a:ext cx="2386013" cy="3664038"/>
          </a:xfrm>
          <a:prstGeom prst="round2SameRect">
            <a:avLst>
              <a:gd name="adj1" fmla="val 50000"/>
              <a:gd name="adj2" fmla="val 0"/>
            </a:avLst>
          </a:prstGeom>
          <a:pattFill prst="pct5">
            <a:fgClr>
              <a:srgbClr val="000000"/>
            </a:fgClr>
            <a:bgClr>
              <a:srgbClr val="E7E6E6"/>
            </a:bgClr>
          </a:pattFill>
          <a:ln w="28575"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F74C6BC-4871-62EB-2B10-B0234C4B9F7C}"/>
              </a:ext>
            </a:extLst>
          </p:cNvPr>
          <p:cNvGrpSpPr/>
          <p:nvPr/>
        </p:nvGrpSpPr>
        <p:grpSpPr>
          <a:xfrm>
            <a:off x="866837" y="1745065"/>
            <a:ext cx="4061192" cy="3304142"/>
            <a:chOff x="541074" y="1029721"/>
            <a:chExt cx="5414923" cy="44055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5620BE-C9E2-7748-490D-D270637E6DCE}"/>
                </a:ext>
              </a:extLst>
            </p:cNvPr>
            <p:cNvSpPr txBox="1"/>
            <p:nvPr/>
          </p:nvSpPr>
          <p:spPr>
            <a:xfrm>
              <a:off x="541074" y="1029721"/>
              <a:ext cx="5272359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30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Digital Marketing Channels</a:t>
              </a:r>
              <a:endParaRPr lang="en-IN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E542513-D28F-9C36-CB2F-B30EDD9A7DF9}"/>
                </a:ext>
              </a:extLst>
            </p:cNvPr>
            <p:cNvGrpSpPr/>
            <p:nvPr/>
          </p:nvGrpSpPr>
          <p:grpSpPr>
            <a:xfrm>
              <a:off x="663575" y="2746654"/>
              <a:ext cx="5292422" cy="400109"/>
              <a:chOff x="368147" y="2034597"/>
              <a:chExt cx="5292422" cy="40010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28113B0-AC6F-8087-99BF-B3DCF3A34A0D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IN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Search engine optimization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Freeform 44">
                <a:extLst>
                  <a:ext uri="{FF2B5EF4-FFF2-40B4-BE49-F238E27FC236}">
                    <a16:creationId xmlns:a16="http://schemas.microsoft.com/office/drawing/2014/main" id="{AED66450-2BFD-EDF7-7429-6EFC21EBFE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4CD298B-8E1B-41BA-6BCA-2EF79C551B38}"/>
                </a:ext>
              </a:extLst>
            </p:cNvPr>
            <p:cNvGrpSpPr/>
            <p:nvPr/>
          </p:nvGrpSpPr>
          <p:grpSpPr>
            <a:xfrm>
              <a:off x="663575" y="3509480"/>
              <a:ext cx="5292422" cy="400109"/>
              <a:chOff x="368147" y="2034597"/>
              <a:chExt cx="5292422" cy="400109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8E4D7D-A990-9FBC-A3F6-7D7AF844F317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IN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Social media marketing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Freeform 44">
                <a:extLst>
                  <a:ext uri="{FF2B5EF4-FFF2-40B4-BE49-F238E27FC236}">
                    <a16:creationId xmlns:a16="http://schemas.microsoft.com/office/drawing/2014/main" id="{8D7EAFF8-BBA7-1257-5CD1-7D102C3CF8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BACD83-A907-8D38-E7E5-FFC89D1CA465}"/>
                </a:ext>
              </a:extLst>
            </p:cNvPr>
            <p:cNvGrpSpPr/>
            <p:nvPr/>
          </p:nvGrpSpPr>
          <p:grpSpPr>
            <a:xfrm>
              <a:off x="663575" y="4272306"/>
              <a:ext cx="5292422" cy="400109"/>
              <a:chOff x="368147" y="2034597"/>
              <a:chExt cx="5292422" cy="40010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B5D928-A21E-C4E3-5C81-33A288CCD541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IN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Email campaigns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20" name="Freeform 44">
                <a:extLst>
                  <a:ext uri="{FF2B5EF4-FFF2-40B4-BE49-F238E27FC236}">
                    <a16:creationId xmlns:a16="http://schemas.microsoft.com/office/drawing/2014/main" id="{2E895334-9348-FF6E-2102-E5875BDA6E9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8D2510-8C3A-F7A5-7802-3CCBEE21D8D7}"/>
                </a:ext>
              </a:extLst>
            </p:cNvPr>
            <p:cNvGrpSpPr/>
            <p:nvPr/>
          </p:nvGrpSpPr>
          <p:grpSpPr>
            <a:xfrm>
              <a:off x="663575" y="5035134"/>
              <a:ext cx="5292422" cy="400109"/>
              <a:chOff x="368147" y="2034597"/>
              <a:chExt cx="5292422" cy="40010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5A1980-2C01-9263-6882-4BC59760AEE6}"/>
                  </a:ext>
                </a:extLst>
              </p:cNvPr>
              <p:cNvSpPr txBox="1"/>
              <p:nvPr/>
            </p:nvSpPr>
            <p:spPr>
              <a:xfrm>
                <a:off x="619988" y="2034597"/>
                <a:ext cx="5040581" cy="400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/>
                <a:r>
                  <a:rPr lang="en-IN" sz="135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Paid advertising</a:t>
                </a:r>
                <a:endParaRPr lang="en-US" sz="1350" b="1" dirty="0">
                  <a:solidFill>
                    <a:srgbClr val="FFFFFF"/>
                  </a:solidFill>
                  <a:latin typeface="Segoe UI" panose="020B0502040204020203" pitchFamily="34" charset="0"/>
                  <a:ea typeface="Poppins Bold" pitchFamily="34" charset="-122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Freeform 44">
                <a:extLst>
                  <a:ext uri="{FF2B5EF4-FFF2-40B4-BE49-F238E27FC236}">
                    <a16:creationId xmlns:a16="http://schemas.microsoft.com/office/drawing/2014/main" id="{D51406DC-7C81-C589-9A8C-92792D6067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6200000">
                <a:off x="368687" y="2096011"/>
                <a:ext cx="245423" cy="246504"/>
              </a:xfrm>
              <a:custGeom>
                <a:avLst/>
                <a:gdLst>
                  <a:gd name="T0" fmla="*/ 48 w 96"/>
                  <a:gd name="T1" fmla="*/ 0 h 96"/>
                  <a:gd name="T2" fmla="*/ 0 w 96"/>
                  <a:gd name="T3" fmla="*/ 48 h 96"/>
                  <a:gd name="T4" fmla="*/ 48 w 96"/>
                  <a:gd name="T5" fmla="*/ 96 h 96"/>
                  <a:gd name="T6" fmla="*/ 96 w 96"/>
                  <a:gd name="T7" fmla="*/ 48 h 96"/>
                  <a:gd name="T8" fmla="*/ 48 w 96"/>
                  <a:gd name="T9" fmla="*/ 0 h 96"/>
                  <a:gd name="T10" fmla="*/ 76 w 96"/>
                  <a:gd name="T11" fmla="*/ 52 h 96"/>
                  <a:gd name="T12" fmla="*/ 52 w 96"/>
                  <a:gd name="T13" fmla="*/ 75 h 96"/>
                  <a:gd name="T14" fmla="*/ 48 w 96"/>
                  <a:gd name="T15" fmla="*/ 76 h 96"/>
                  <a:gd name="T16" fmla="*/ 44 w 96"/>
                  <a:gd name="T17" fmla="*/ 75 h 96"/>
                  <a:gd name="T18" fmla="*/ 20 w 96"/>
                  <a:gd name="T19" fmla="*/ 53 h 96"/>
                  <a:gd name="T20" fmla="*/ 19 w 96"/>
                  <a:gd name="T21" fmla="*/ 49 h 96"/>
                  <a:gd name="T22" fmla="*/ 20 w 96"/>
                  <a:gd name="T23" fmla="*/ 44 h 96"/>
                  <a:gd name="T24" fmla="*/ 22 w 96"/>
                  <a:gd name="T25" fmla="*/ 43 h 96"/>
                  <a:gd name="T26" fmla="*/ 30 w 96"/>
                  <a:gd name="T27" fmla="*/ 43 h 96"/>
                  <a:gd name="T28" fmla="*/ 40 w 96"/>
                  <a:gd name="T29" fmla="*/ 52 h 96"/>
                  <a:gd name="T30" fmla="*/ 40 w 96"/>
                  <a:gd name="T31" fmla="*/ 22 h 96"/>
                  <a:gd name="T32" fmla="*/ 46 w 96"/>
                  <a:gd name="T33" fmla="*/ 16 h 96"/>
                  <a:gd name="T34" fmla="*/ 50 w 96"/>
                  <a:gd name="T35" fmla="*/ 16 h 96"/>
                  <a:gd name="T36" fmla="*/ 56 w 96"/>
                  <a:gd name="T37" fmla="*/ 22 h 96"/>
                  <a:gd name="T38" fmla="*/ 56 w 96"/>
                  <a:gd name="T39" fmla="*/ 52 h 96"/>
                  <a:gd name="T40" fmla="*/ 66 w 96"/>
                  <a:gd name="T41" fmla="*/ 42 h 96"/>
                  <a:gd name="T42" fmla="*/ 75 w 96"/>
                  <a:gd name="T43" fmla="*/ 43 h 96"/>
                  <a:gd name="T44" fmla="*/ 76 w 96"/>
                  <a:gd name="T45" fmla="*/ 44 h 96"/>
                  <a:gd name="T46" fmla="*/ 77 w 96"/>
                  <a:gd name="T47" fmla="*/ 48 h 96"/>
                  <a:gd name="T48" fmla="*/ 76 w 96"/>
                  <a:gd name="T49" fmla="*/ 5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6" h="96">
                    <a:moveTo>
                      <a:pt x="48" y="0"/>
                    </a:moveTo>
                    <a:cubicBezTo>
                      <a:pt x="22" y="0"/>
                      <a:pt x="0" y="22"/>
                      <a:pt x="0" y="48"/>
                    </a:cubicBezTo>
                    <a:cubicBezTo>
                      <a:pt x="0" y="74"/>
                      <a:pt x="22" y="96"/>
                      <a:pt x="48" y="96"/>
                    </a:cubicBezTo>
                    <a:cubicBezTo>
                      <a:pt x="75" y="96"/>
                      <a:pt x="96" y="74"/>
                      <a:pt x="96" y="48"/>
                    </a:cubicBezTo>
                    <a:cubicBezTo>
                      <a:pt x="96" y="22"/>
                      <a:pt x="75" y="0"/>
                      <a:pt x="48" y="0"/>
                    </a:cubicBezTo>
                    <a:close/>
                    <a:moveTo>
                      <a:pt x="76" y="52"/>
                    </a:moveTo>
                    <a:cubicBezTo>
                      <a:pt x="52" y="75"/>
                      <a:pt x="52" y="75"/>
                      <a:pt x="52" y="75"/>
                    </a:cubicBezTo>
                    <a:cubicBezTo>
                      <a:pt x="51" y="76"/>
                      <a:pt x="50" y="76"/>
                      <a:pt x="48" y="76"/>
                    </a:cubicBezTo>
                    <a:cubicBezTo>
                      <a:pt x="46" y="76"/>
                      <a:pt x="45" y="76"/>
                      <a:pt x="44" y="75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19" y="52"/>
                      <a:pt x="19" y="50"/>
                      <a:pt x="19" y="49"/>
                    </a:cubicBezTo>
                    <a:cubicBezTo>
                      <a:pt x="19" y="47"/>
                      <a:pt x="19" y="45"/>
                      <a:pt x="20" y="44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4" y="41"/>
                      <a:pt x="28" y="41"/>
                      <a:pt x="30" y="43"/>
                    </a:cubicBezTo>
                    <a:cubicBezTo>
                      <a:pt x="40" y="52"/>
                      <a:pt x="40" y="52"/>
                      <a:pt x="40" y="5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19"/>
                      <a:pt x="43" y="16"/>
                      <a:pt x="46" y="16"/>
                    </a:cubicBezTo>
                    <a:cubicBezTo>
                      <a:pt x="50" y="16"/>
                      <a:pt x="50" y="16"/>
                      <a:pt x="50" y="16"/>
                    </a:cubicBezTo>
                    <a:cubicBezTo>
                      <a:pt x="53" y="16"/>
                      <a:pt x="56" y="19"/>
                      <a:pt x="56" y="22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0"/>
                      <a:pt x="72" y="40"/>
                      <a:pt x="75" y="43"/>
                    </a:cubicBezTo>
                    <a:cubicBezTo>
                      <a:pt x="76" y="44"/>
                      <a:pt x="76" y="44"/>
                      <a:pt x="76" y="44"/>
                    </a:cubicBezTo>
                    <a:cubicBezTo>
                      <a:pt x="77" y="45"/>
                      <a:pt x="77" y="46"/>
                      <a:pt x="77" y="48"/>
                    </a:cubicBezTo>
                    <a:cubicBezTo>
                      <a:pt x="77" y="50"/>
                      <a:pt x="77" y="51"/>
                      <a:pt x="76" y="5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pPr defTabSz="685800"/>
                <a:endParaRPr lang="id-ID" sz="1350" dirty="0">
                  <a:solidFill>
                    <a:srgbClr val="0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517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22EF4-07DC-B2B4-A0B8-09D13191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B06F93B-8FEB-F16E-95B5-1CC12DC53F9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BA8DF9-76E7-2684-049A-761C0287F211}"/>
              </a:ext>
            </a:extLst>
          </p:cNvPr>
          <p:cNvSpPr/>
          <p:nvPr/>
        </p:nvSpPr>
        <p:spPr>
          <a:xfrm>
            <a:off x="4572000" y="1554986"/>
            <a:ext cx="4131470" cy="3748028"/>
          </a:xfrm>
          <a:prstGeom prst="roundRect">
            <a:avLst>
              <a:gd name="adj" fmla="val 51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64F9DF3-BC9A-9A57-16B9-C18FA87A08ED}"/>
              </a:ext>
            </a:extLst>
          </p:cNvPr>
          <p:cNvGraphicFramePr/>
          <p:nvPr/>
        </p:nvGraphicFramePr>
        <p:xfrm>
          <a:off x="4928989" y="1766536"/>
          <a:ext cx="3491971" cy="2949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F8A5F738-D139-56E9-6960-1EFE2CED8E6C}"/>
              </a:ext>
            </a:extLst>
          </p:cNvPr>
          <p:cNvGrpSpPr/>
          <p:nvPr/>
        </p:nvGrpSpPr>
        <p:grpSpPr>
          <a:xfrm>
            <a:off x="362949" y="2291646"/>
            <a:ext cx="4027993" cy="2292743"/>
            <a:chOff x="266217" y="1145894"/>
            <a:chExt cx="5370657" cy="305699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FB0D5F-D4BD-8B80-9408-139E805BDF7A}"/>
                </a:ext>
              </a:extLst>
            </p:cNvPr>
            <p:cNvSpPr txBox="1"/>
            <p:nvPr/>
          </p:nvSpPr>
          <p:spPr>
            <a:xfrm>
              <a:off x="266217" y="2469333"/>
              <a:ext cx="4794854" cy="1733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defTabSz="685800">
                <a:lnSpc>
                  <a:spcPct val="15000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Tracking data helps businesses understand what works, identify gaps, and improve sales and marketing performance through informed, data-driven decisions.</a:t>
              </a:r>
              <a:endParaRPr lang="en-ID" sz="13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1ACA17-FCEF-5643-71DC-B819706F3674}"/>
                </a:ext>
              </a:extLst>
            </p:cNvPr>
            <p:cNvSpPr txBox="1"/>
            <p:nvPr/>
          </p:nvSpPr>
          <p:spPr>
            <a:xfrm>
              <a:off x="266217" y="1145894"/>
              <a:ext cx="5370657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30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&amp; Performance Tracking</a:t>
              </a:r>
            </a:p>
          </p:txBody>
        </p:sp>
      </p:grpSp>
      <p:sp>
        <p:nvSpPr>
          <p:cNvPr id="2" name="Star: 4 Points 1">
            <a:extLst>
              <a:ext uri="{FF2B5EF4-FFF2-40B4-BE49-F238E27FC236}">
                <a16:creationId xmlns:a16="http://schemas.microsoft.com/office/drawing/2014/main" id="{E98956B1-D37F-B898-E6E3-B9239ACA22A8}"/>
              </a:ext>
            </a:extLst>
          </p:cNvPr>
          <p:cNvSpPr/>
          <p:nvPr/>
        </p:nvSpPr>
        <p:spPr>
          <a:xfrm>
            <a:off x="8000997" y="320290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Star: 4 Points 5">
            <a:extLst>
              <a:ext uri="{FF2B5EF4-FFF2-40B4-BE49-F238E27FC236}">
                <a16:creationId xmlns:a16="http://schemas.microsoft.com/office/drawing/2014/main" id="{6F7450EE-CE53-8679-01C6-3DEAF2C4E8B2}"/>
              </a:ext>
            </a:extLst>
          </p:cNvPr>
          <p:cNvSpPr/>
          <p:nvPr/>
        </p:nvSpPr>
        <p:spPr>
          <a:xfrm>
            <a:off x="462650" y="5738442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1FB060-30A6-E023-BC5A-66F9EA533FE4}"/>
              </a:ext>
            </a:extLst>
          </p:cNvPr>
          <p:cNvSpPr txBox="1"/>
          <p:nvPr/>
        </p:nvSpPr>
        <p:spPr>
          <a:xfrm>
            <a:off x="4891750" y="4699954"/>
            <a:ext cx="3566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trends show steady growth with peak engagement during mid-year campaigns.</a:t>
            </a:r>
            <a:endParaRPr lang="en-IN" sz="1200" dirty="0">
              <a:solidFill>
                <a:srgbClr val="000000">
                  <a:lumMod val="85000"/>
                  <a:lumOff val="15000"/>
                </a:srgb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29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83B61-EFF2-87B3-855F-6C3C82F2C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E4603AA-564C-D40C-358A-7F888B26C69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050D49DC-34A5-15B0-E1A2-9FD3FFE16C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04838" y="2094310"/>
            <a:ext cx="2164556" cy="3355181"/>
          </a:xfrm>
          <a:prstGeom prst="roundRect">
            <a:avLst>
              <a:gd name="adj" fmla="val 50000"/>
            </a:avLst>
          </a:prstGeom>
          <a:pattFill prst="pct5">
            <a:fgClr>
              <a:srgbClr val="000000"/>
            </a:fgClr>
            <a:bgClr>
              <a:srgbClr val="E7E6E6"/>
            </a:bgClr>
          </a:pattFill>
          <a:ln w="28575"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FDAC19-2A0D-1C24-85E7-9524283BE7BC}"/>
              </a:ext>
            </a:extLst>
          </p:cNvPr>
          <p:cNvSpPr/>
          <p:nvPr/>
        </p:nvSpPr>
        <p:spPr>
          <a:xfrm>
            <a:off x="404500" y="1901520"/>
            <a:ext cx="2566031" cy="3740486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Star: 4 Points 13">
            <a:extLst>
              <a:ext uri="{FF2B5EF4-FFF2-40B4-BE49-F238E27FC236}">
                <a16:creationId xmlns:a16="http://schemas.microsoft.com/office/drawing/2014/main" id="{7FACCDFD-7C07-F242-FCDB-2B8DC0A122BB}"/>
              </a:ext>
            </a:extLst>
          </p:cNvPr>
          <p:cNvSpPr/>
          <p:nvPr/>
        </p:nvSpPr>
        <p:spPr>
          <a:xfrm>
            <a:off x="8200052" y="5822632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454176-1321-03A6-B8CA-81B55DB04CD3}"/>
              </a:ext>
            </a:extLst>
          </p:cNvPr>
          <p:cNvSpPr txBox="1"/>
          <p:nvPr/>
        </p:nvSpPr>
        <p:spPr>
          <a:xfrm>
            <a:off x="0" y="1215994"/>
            <a:ext cx="9144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IN" sz="30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Challenges &amp; Solutions</a:t>
            </a:r>
            <a:endParaRPr lang="en-IN" sz="30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504FC4-6B8C-F17A-2786-A75A5845D3C1}"/>
              </a:ext>
            </a:extLst>
          </p:cNvPr>
          <p:cNvGrpSpPr/>
          <p:nvPr/>
        </p:nvGrpSpPr>
        <p:grpSpPr>
          <a:xfrm>
            <a:off x="3381305" y="2093865"/>
            <a:ext cx="4818747" cy="1491624"/>
            <a:chOff x="4959821" y="2181635"/>
            <a:chExt cx="6424996" cy="19888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CD68E0-F29C-854F-BDC8-986B4D3053F7}"/>
                </a:ext>
              </a:extLst>
            </p:cNvPr>
            <p:cNvSpPr txBox="1"/>
            <p:nvPr/>
          </p:nvSpPr>
          <p:spPr>
            <a:xfrm>
              <a:off x="4959821" y="2181635"/>
              <a:ext cx="5243779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135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Challenges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A599503-BDEF-08FC-327D-B08369670443}"/>
                </a:ext>
              </a:extLst>
            </p:cNvPr>
            <p:cNvSpPr txBox="1"/>
            <p:nvPr/>
          </p:nvSpPr>
          <p:spPr>
            <a:xfrm>
              <a:off x="4959821" y="2615938"/>
              <a:ext cx="6424996" cy="1554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Common challenges include low lead quality, weak audience targeting, inconsistent messaging, limited engagement, and poor coordination between sales and marketing teams, resulting in missed opportunities and reduced conversion rates.</a:t>
              </a:r>
              <a:endParaRPr lang="en-IN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" name="Star: 4 Points 14">
            <a:extLst>
              <a:ext uri="{FF2B5EF4-FFF2-40B4-BE49-F238E27FC236}">
                <a16:creationId xmlns:a16="http://schemas.microsoft.com/office/drawing/2014/main" id="{A343A790-7AC4-2C99-63E5-46801745032C}"/>
              </a:ext>
            </a:extLst>
          </p:cNvPr>
          <p:cNvSpPr/>
          <p:nvPr/>
        </p:nvSpPr>
        <p:spPr>
          <a:xfrm>
            <a:off x="604838" y="963185"/>
            <a:ext cx="457203" cy="457203"/>
          </a:xfrm>
          <a:prstGeom prst="star4">
            <a:avLst>
              <a:gd name="adj" fmla="val 182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D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5905EF-3D92-175F-442A-32520F37DBA9}"/>
              </a:ext>
            </a:extLst>
          </p:cNvPr>
          <p:cNvGrpSpPr/>
          <p:nvPr/>
        </p:nvGrpSpPr>
        <p:grpSpPr>
          <a:xfrm>
            <a:off x="3381305" y="3752844"/>
            <a:ext cx="5219297" cy="1491624"/>
            <a:chOff x="4959820" y="2181635"/>
            <a:chExt cx="6959063" cy="198883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B4668E-FC2E-D5FD-D18D-0C2523CCAE33}"/>
                </a:ext>
              </a:extLst>
            </p:cNvPr>
            <p:cNvSpPr txBox="1"/>
            <p:nvPr/>
          </p:nvSpPr>
          <p:spPr>
            <a:xfrm>
              <a:off x="4959821" y="2181635"/>
              <a:ext cx="5243779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135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Solutions 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3BED06-AEC2-D1DE-780F-0DF74D9D44E4}"/>
                </a:ext>
              </a:extLst>
            </p:cNvPr>
            <p:cNvSpPr txBox="1"/>
            <p:nvPr/>
          </p:nvSpPr>
          <p:spPr>
            <a:xfrm>
              <a:off x="4959820" y="2615938"/>
              <a:ext cx="6959063" cy="1554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150000"/>
                </a:lnSpc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Effective solutions involve precise targeting, aligned sales and marketing efforts, consistent messaging, data-driven optimization, improved customer engagement strategies, and continuous performance tracking to increase conversions and drive sustainable business growth.</a:t>
              </a:r>
              <a:endParaRPr lang="en-IN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042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4EA0E-3EF6-B3E8-D9E1-70717550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512663A-18F9-E376-DC2A-8A0CFE61246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C0A83E4-FB8F-9111-A698-7B11F056A3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60106" y="1628775"/>
            <a:ext cx="3524250" cy="3525441"/>
          </a:xfrm>
          <a:prstGeom prst="ellipse">
            <a:avLst/>
          </a:prstGeom>
          <a:pattFill prst="pct5">
            <a:fgClr>
              <a:srgbClr val="000000"/>
            </a:fgClr>
            <a:bgClr>
              <a:srgbClr val="E7E6E6"/>
            </a:bgClr>
          </a:pattFill>
          <a:ln w="28575"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E4B2D30-FE94-3134-CFCF-440FC61A34A0}"/>
              </a:ext>
            </a:extLst>
          </p:cNvPr>
          <p:cNvGrpSpPr/>
          <p:nvPr/>
        </p:nvGrpSpPr>
        <p:grpSpPr>
          <a:xfrm>
            <a:off x="664537" y="2502157"/>
            <a:ext cx="4027993" cy="1871721"/>
            <a:chOff x="266217" y="1145894"/>
            <a:chExt cx="5370657" cy="249562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FC19EE-AA1B-B957-9EA8-F1D0A4FB4AF0}"/>
                </a:ext>
              </a:extLst>
            </p:cNvPr>
            <p:cNvSpPr txBox="1"/>
            <p:nvPr/>
          </p:nvSpPr>
          <p:spPr>
            <a:xfrm>
              <a:off x="266217" y="1907970"/>
              <a:ext cx="4794854" cy="17335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defTabSz="685800">
                <a:lnSpc>
                  <a:spcPct val="15000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An integrated sales strategy and digital marketing approach builds visibility, strengthens customer relationships, and drives measurable business growth.</a:t>
              </a:r>
              <a:endParaRPr lang="en-ID" sz="13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895724-A0A3-18A1-31C2-DA790B63EFD7}"/>
                </a:ext>
              </a:extLst>
            </p:cNvPr>
            <p:cNvSpPr txBox="1"/>
            <p:nvPr/>
          </p:nvSpPr>
          <p:spPr>
            <a:xfrm>
              <a:off x="266217" y="1145894"/>
              <a:ext cx="5370657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30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Conclusion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B46C18-F920-BC2F-6E9C-036262285BC4}"/>
              </a:ext>
            </a:extLst>
          </p:cNvPr>
          <p:cNvGrpSpPr/>
          <p:nvPr/>
        </p:nvGrpSpPr>
        <p:grpSpPr>
          <a:xfrm>
            <a:off x="842886" y="1130840"/>
            <a:ext cx="7458229" cy="457203"/>
            <a:chOff x="1660319" y="407932"/>
            <a:chExt cx="9944305" cy="6096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DB2F1D-45F7-F786-317B-7B45DD3C6C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70629" y="712734"/>
              <a:ext cx="893399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tar: 4 Points 19">
              <a:extLst>
                <a:ext uri="{FF2B5EF4-FFF2-40B4-BE49-F238E27FC236}">
                  <a16:creationId xmlns:a16="http://schemas.microsoft.com/office/drawing/2014/main" id="{A9DB28FC-1B28-873A-28DF-0DA8C6C9C7DF}"/>
                </a:ext>
              </a:extLst>
            </p:cNvPr>
            <p:cNvSpPr/>
            <p:nvPr/>
          </p:nvSpPr>
          <p:spPr>
            <a:xfrm>
              <a:off x="1660319" y="407932"/>
              <a:ext cx="609604" cy="609604"/>
            </a:xfrm>
            <a:prstGeom prst="star4">
              <a:avLst>
                <a:gd name="adj" fmla="val 182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ID" sz="1350" dirty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1C8EF5D-05B1-F9FC-F0EC-A9B8AD572E74}"/>
              </a:ext>
            </a:extLst>
          </p:cNvPr>
          <p:cNvGrpSpPr/>
          <p:nvPr/>
        </p:nvGrpSpPr>
        <p:grpSpPr>
          <a:xfrm flipH="1">
            <a:off x="842886" y="5269958"/>
            <a:ext cx="7458229" cy="457203"/>
            <a:chOff x="1660319" y="407932"/>
            <a:chExt cx="9944305" cy="60960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C3DAFAC-109B-2592-3091-68FD117BD9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70629" y="712734"/>
              <a:ext cx="893399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Star: 4 Points 20">
              <a:extLst>
                <a:ext uri="{FF2B5EF4-FFF2-40B4-BE49-F238E27FC236}">
                  <a16:creationId xmlns:a16="http://schemas.microsoft.com/office/drawing/2014/main" id="{28556DE0-F119-C74C-77BC-1C30836C5D1A}"/>
                </a:ext>
              </a:extLst>
            </p:cNvPr>
            <p:cNvSpPr/>
            <p:nvPr/>
          </p:nvSpPr>
          <p:spPr>
            <a:xfrm>
              <a:off x="1660319" y="407932"/>
              <a:ext cx="609604" cy="609604"/>
            </a:xfrm>
            <a:prstGeom prst="star4">
              <a:avLst>
                <a:gd name="adj" fmla="val 1826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ID" sz="1350" dirty="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0467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3EAEC-6EFA-64B4-71E3-C8C68DE27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2E204B-7B09-DA98-2B05-EE1F2B6AB04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67" name="Google Shape;9148;p73">
            <a:extLst>
              <a:ext uri="{FF2B5EF4-FFF2-40B4-BE49-F238E27FC236}">
                <a16:creationId xmlns:a16="http://schemas.microsoft.com/office/drawing/2014/main" id="{FF551D9C-128E-A263-DC4A-1BBAD8007DEE}"/>
              </a:ext>
            </a:extLst>
          </p:cNvPr>
          <p:cNvSpPr/>
          <p:nvPr/>
        </p:nvSpPr>
        <p:spPr>
          <a:xfrm>
            <a:off x="563901" y="2017973"/>
            <a:ext cx="71476" cy="86400"/>
          </a:xfrm>
          <a:custGeom>
            <a:avLst/>
            <a:gdLst/>
            <a:ahLst/>
            <a:cxnLst/>
            <a:rect l="l" t="t" r="r" b="b"/>
            <a:pathLst>
              <a:path w="2112" h="2553" extrusionOk="0">
                <a:moveTo>
                  <a:pt x="1072" y="0"/>
                </a:moveTo>
                <a:cubicBezTo>
                  <a:pt x="473" y="0"/>
                  <a:pt x="64" y="473"/>
                  <a:pt x="64" y="1009"/>
                </a:cubicBezTo>
                <a:cubicBezTo>
                  <a:pt x="1" y="1229"/>
                  <a:pt x="158" y="1324"/>
                  <a:pt x="379" y="1324"/>
                </a:cubicBezTo>
                <a:cubicBezTo>
                  <a:pt x="568" y="1324"/>
                  <a:pt x="725" y="1166"/>
                  <a:pt x="725" y="977"/>
                </a:cubicBezTo>
                <a:cubicBezTo>
                  <a:pt x="725" y="788"/>
                  <a:pt x="883" y="631"/>
                  <a:pt x="1072" y="631"/>
                </a:cubicBezTo>
                <a:cubicBezTo>
                  <a:pt x="1261" y="631"/>
                  <a:pt x="1418" y="788"/>
                  <a:pt x="1418" y="977"/>
                </a:cubicBezTo>
                <a:cubicBezTo>
                  <a:pt x="1418" y="1103"/>
                  <a:pt x="1355" y="1198"/>
                  <a:pt x="1229" y="1292"/>
                </a:cubicBezTo>
                <a:cubicBezTo>
                  <a:pt x="914" y="1450"/>
                  <a:pt x="725" y="1796"/>
                  <a:pt x="725" y="2206"/>
                </a:cubicBezTo>
                <a:cubicBezTo>
                  <a:pt x="725" y="2395"/>
                  <a:pt x="883" y="2552"/>
                  <a:pt x="1072" y="2552"/>
                </a:cubicBezTo>
                <a:cubicBezTo>
                  <a:pt x="1261" y="2552"/>
                  <a:pt x="1418" y="2395"/>
                  <a:pt x="1418" y="2206"/>
                </a:cubicBezTo>
                <a:cubicBezTo>
                  <a:pt x="1418" y="2080"/>
                  <a:pt x="1481" y="1954"/>
                  <a:pt x="1544" y="1922"/>
                </a:cubicBezTo>
                <a:cubicBezTo>
                  <a:pt x="1891" y="1733"/>
                  <a:pt x="2111" y="1355"/>
                  <a:pt x="2111" y="1009"/>
                </a:cubicBezTo>
                <a:cubicBezTo>
                  <a:pt x="2111" y="410"/>
                  <a:pt x="1639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8" name="Google Shape;9149;p73">
            <a:extLst>
              <a:ext uri="{FF2B5EF4-FFF2-40B4-BE49-F238E27FC236}">
                <a16:creationId xmlns:a16="http://schemas.microsoft.com/office/drawing/2014/main" id="{BE107D5E-5C65-4A6B-001B-35AE5FD254D0}"/>
              </a:ext>
            </a:extLst>
          </p:cNvPr>
          <p:cNvSpPr/>
          <p:nvPr/>
        </p:nvSpPr>
        <p:spPr>
          <a:xfrm>
            <a:off x="301624" y="2110737"/>
            <a:ext cx="216457" cy="259133"/>
          </a:xfrm>
          <a:custGeom>
            <a:avLst/>
            <a:gdLst/>
            <a:ahLst/>
            <a:cxnLst/>
            <a:rect l="l" t="t" r="r" b="b"/>
            <a:pathLst>
              <a:path w="6396" h="7657" extrusionOk="0">
                <a:moveTo>
                  <a:pt x="3245" y="693"/>
                </a:moveTo>
                <a:cubicBezTo>
                  <a:pt x="3812" y="693"/>
                  <a:pt x="4285" y="1166"/>
                  <a:pt x="4285" y="1702"/>
                </a:cubicBezTo>
                <a:cubicBezTo>
                  <a:pt x="4285" y="2269"/>
                  <a:pt x="3812" y="2710"/>
                  <a:pt x="3245" y="2710"/>
                </a:cubicBezTo>
                <a:cubicBezTo>
                  <a:pt x="2647" y="2710"/>
                  <a:pt x="2174" y="2269"/>
                  <a:pt x="2174" y="1702"/>
                </a:cubicBezTo>
                <a:cubicBezTo>
                  <a:pt x="2174" y="1166"/>
                  <a:pt x="2678" y="693"/>
                  <a:pt x="3245" y="693"/>
                </a:cubicBezTo>
                <a:close/>
                <a:moveTo>
                  <a:pt x="3245" y="3434"/>
                </a:moveTo>
                <a:cubicBezTo>
                  <a:pt x="4569" y="3434"/>
                  <a:pt x="5671" y="4537"/>
                  <a:pt x="5671" y="5892"/>
                </a:cubicBezTo>
                <a:lnTo>
                  <a:pt x="5671" y="6994"/>
                </a:lnTo>
                <a:lnTo>
                  <a:pt x="788" y="6994"/>
                </a:lnTo>
                <a:lnTo>
                  <a:pt x="788" y="5892"/>
                </a:lnTo>
                <a:cubicBezTo>
                  <a:pt x="788" y="4537"/>
                  <a:pt x="1891" y="3434"/>
                  <a:pt x="3245" y="3434"/>
                </a:cubicBezTo>
                <a:close/>
                <a:moveTo>
                  <a:pt x="3182" y="0"/>
                </a:moveTo>
                <a:cubicBezTo>
                  <a:pt x="2237" y="0"/>
                  <a:pt x="1418" y="788"/>
                  <a:pt x="1418" y="1733"/>
                </a:cubicBezTo>
                <a:cubicBezTo>
                  <a:pt x="1418" y="2206"/>
                  <a:pt x="1607" y="2678"/>
                  <a:pt x="1985" y="2993"/>
                </a:cubicBezTo>
                <a:cubicBezTo>
                  <a:pt x="819" y="3466"/>
                  <a:pt x="0" y="4569"/>
                  <a:pt x="0" y="5892"/>
                </a:cubicBezTo>
                <a:lnTo>
                  <a:pt x="0" y="7309"/>
                </a:lnTo>
                <a:cubicBezTo>
                  <a:pt x="126" y="7499"/>
                  <a:pt x="284" y="7656"/>
                  <a:pt x="441" y="7656"/>
                </a:cubicBezTo>
                <a:lnTo>
                  <a:pt x="6018" y="7656"/>
                </a:lnTo>
                <a:cubicBezTo>
                  <a:pt x="6238" y="7656"/>
                  <a:pt x="6396" y="7499"/>
                  <a:pt x="6396" y="7309"/>
                </a:cubicBezTo>
                <a:lnTo>
                  <a:pt x="6396" y="5892"/>
                </a:lnTo>
                <a:cubicBezTo>
                  <a:pt x="6396" y="4569"/>
                  <a:pt x="5545" y="3466"/>
                  <a:pt x="4411" y="2993"/>
                </a:cubicBezTo>
                <a:cubicBezTo>
                  <a:pt x="4758" y="2647"/>
                  <a:pt x="4978" y="2206"/>
                  <a:pt x="4978" y="1733"/>
                </a:cubicBezTo>
                <a:cubicBezTo>
                  <a:pt x="4978" y="788"/>
                  <a:pt x="4190" y="0"/>
                  <a:pt x="31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9" name="Google Shape;9150;p73">
            <a:extLst>
              <a:ext uri="{FF2B5EF4-FFF2-40B4-BE49-F238E27FC236}">
                <a16:creationId xmlns:a16="http://schemas.microsoft.com/office/drawing/2014/main" id="{AC02989B-C87C-67F5-4045-4E034328A663}"/>
              </a:ext>
            </a:extLst>
          </p:cNvPr>
          <p:cNvSpPr/>
          <p:nvPr/>
        </p:nvSpPr>
        <p:spPr>
          <a:xfrm>
            <a:off x="493545" y="1971069"/>
            <a:ext cx="213275" cy="211144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662"/>
                </a:moveTo>
                <a:cubicBezTo>
                  <a:pt x="4505" y="662"/>
                  <a:pt x="5608" y="1765"/>
                  <a:pt x="5608" y="3119"/>
                </a:cubicBezTo>
                <a:cubicBezTo>
                  <a:pt x="5608" y="4442"/>
                  <a:pt x="4505" y="5545"/>
                  <a:pt x="3151" y="5545"/>
                </a:cubicBezTo>
                <a:cubicBezTo>
                  <a:pt x="2710" y="5545"/>
                  <a:pt x="2332" y="5451"/>
                  <a:pt x="1954" y="5230"/>
                </a:cubicBezTo>
                <a:cubicBezTo>
                  <a:pt x="1890" y="5199"/>
                  <a:pt x="1796" y="5199"/>
                  <a:pt x="1733" y="5199"/>
                </a:cubicBezTo>
                <a:lnTo>
                  <a:pt x="945" y="5388"/>
                </a:lnTo>
                <a:lnTo>
                  <a:pt x="1166" y="4694"/>
                </a:lnTo>
                <a:cubicBezTo>
                  <a:pt x="1229" y="4568"/>
                  <a:pt x="1166" y="4505"/>
                  <a:pt x="1134" y="4411"/>
                </a:cubicBezTo>
                <a:cubicBezTo>
                  <a:pt x="914" y="4033"/>
                  <a:pt x="756" y="3592"/>
                  <a:pt x="756" y="3119"/>
                </a:cubicBezTo>
                <a:cubicBezTo>
                  <a:pt x="725" y="1733"/>
                  <a:pt x="1827" y="662"/>
                  <a:pt x="3151" y="662"/>
                </a:cubicBezTo>
                <a:close/>
                <a:moveTo>
                  <a:pt x="3182" y="0"/>
                </a:moveTo>
                <a:cubicBezTo>
                  <a:pt x="1449" y="0"/>
                  <a:pt x="95" y="1418"/>
                  <a:pt x="95" y="3119"/>
                </a:cubicBezTo>
                <a:cubicBezTo>
                  <a:pt x="95" y="3655"/>
                  <a:pt x="189" y="4190"/>
                  <a:pt x="473" y="4663"/>
                </a:cubicBezTo>
                <a:lnTo>
                  <a:pt x="32" y="5766"/>
                </a:lnTo>
                <a:cubicBezTo>
                  <a:pt x="0" y="5860"/>
                  <a:pt x="32" y="5986"/>
                  <a:pt x="126" y="6112"/>
                </a:cubicBezTo>
                <a:cubicBezTo>
                  <a:pt x="189" y="6175"/>
                  <a:pt x="315" y="6238"/>
                  <a:pt x="473" y="6238"/>
                </a:cubicBezTo>
                <a:lnTo>
                  <a:pt x="1764" y="5923"/>
                </a:lnTo>
                <a:cubicBezTo>
                  <a:pt x="2206" y="6144"/>
                  <a:pt x="2678" y="6238"/>
                  <a:pt x="3182" y="6238"/>
                </a:cubicBezTo>
                <a:cubicBezTo>
                  <a:pt x="4915" y="6238"/>
                  <a:pt x="6301" y="4820"/>
                  <a:pt x="6301" y="3119"/>
                </a:cubicBezTo>
                <a:cubicBezTo>
                  <a:pt x="6301" y="1386"/>
                  <a:pt x="4883" y="0"/>
                  <a:pt x="31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70" name="Google Shape;9151;p73">
            <a:extLst>
              <a:ext uri="{FF2B5EF4-FFF2-40B4-BE49-F238E27FC236}">
                <a16:creationId xmlns:a16="http://schemas.microsoft.com/office/drawing/2014/main" id="{C79D5C25-5D82-2648-0AB5-17001B59794F}"/>
              </a:ext>
            </a:extLst>
          </p:cNvPr>
          <p:cNvSpPr/>
          <p:nvPr/>
        </p:nvSpPr>
        <p:spPr>
          <a:xfrm>
            <a:off x="588437" y="2110738"/>
            <a:ext cx="23487" cy="24536"/>
          </a:xfrm>
          <a:custGeom>
            <a:avLst/>
            <a:gdLst/>
            <a:ahLst/>
            <a:cxnLst/>
            <a:rect l="l" t="t" r="r" b="b"/>
            <a:pathLst>
              <a:path w="694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cubicBezTo>
                  <a:pt x="536" y="725"/>
                  <a:pt x="693" y="567"/>
                  <a:pt x="693" y="378"/>
                </a:cubicBez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4" name="Google Shape;9153;p73">
            <a:extLst>
              <a:ext uri="{FF2B5EF4-FFF2-40B4-BE49-F238E27FC236}">
                <a16:creationId xmlns:a16="http://schemas.microsoft.com/office/drawing/2014/main" id="{33F05A70-AF3E-85E4-72C8-5146A9F3C24E}"/>
              </a:ext>
            </a:extLst>
          </p:cNvPr>
          <p:cNvSpPr/>
          <p:nvPr/>
        </p:nvSpPr>
        <p:spPr>
          <a:xfrm>
            <a:off x="302688" y="2517507"/>
            <a:ext cx="193038" cy="327562"/>
          </a:xfrm>
          <a:custGeom>
            <a:avLst/>
            <a:gdLst/>
            <a:ahLst/>
            <a:cxnLst/>
            <a:rect l="l" t="t" r="r" b="b"/>
            <a:pathLst>
              <a:path w="5704" h="9679" extrusionOk="0">
                <a:moveTo>
                  <a:pt x="2080" y="662"/>
                </a:moveTo>
                <a:cubicBezTo>
                  <a:pt x="2458" y="662"/>
                  <a:pt x="2773" y="977"/>
                  <a:pt x="2773" y="1387"/>
                </a:cubicBezTo>
                <a:cubicBezTo>
                  <a:pt x="2773" y="1765"/>
                  <a:pt x="2458" y="2080"/>
                  <a:pt x="2080" y="2080"/>
                </a:cubicBezTo>
                <a:cubicBezTo>
                  <a:pt x="1671" y="2080"/>
                  <a:pt x="1356" y="1765"/>
                  <a:pt x="1356" y="1387"/>
                </a:cubicBezTo>
                <a:cubicBezTo>
                  <a:pt x="1356" y="977"/>
                  <a:pt x="1734" y="662"/>
                  <a:pt x="2080" y="662"/>
                </a:cubicBezTo>
                <a:close/>
                <a:moveTo>
                  <a:pt x="2962" y="6900"/>
                </a:moveTo>
                <a:lnTo>
                  <a:pt x="3120" y="7593"/>
                </a:lnTo>
                <a:lnTo>
                  <a:pt x="1135" y="7593"/>
                </a:lnTo>
                <a:lnTo>
                  <a:pt x="1293" y="6900"/>
                </a:lnTo>
                <a:close/>
                <a:moveTo>
                  <a:pt x="1742" y="2767"/>
                </a:moveTo>
                <a:cubicBezTo>
                  <a:pt x="1866" y="2767"/>
                  <a:pt x="1991" y="2831"/>
                  <a:pt x="2049" y="2962"/>
                </a:cubicBezTo>
                <a:lnTo>
                  <a:pt x="2553" y="3938"/>
                </a:lnTo>
                <a:cubicBezTo>
                  <a:pt x="2584" y="4064"/>
                  <a:pt x="2742" y="4127"/>
                  <a:pt x="2868" y="4127"/>
                </a:cubicBezTo>
                <a:lnTo>
                  <a:pt x="3813" y="4127"/>
                </a:lnTo>
                <a:cubicBezTo>
                  <a:pt x="4002" y="4127"/>
                  <a:pt x="4159" y="4285"/>
                  <a:pt x="4159" y="4474"/>
                </a:cubicBezTo>
                <a:cubicBezTo>
                  <a:pt x="4159" y="4695"/>
                  <a:pt x="4002" y="4852"/>
                  <a:pt x="3813" y="4852"/>
                </a:cubicBezTo>
                <a:lnTo>
                  <a:pt x="2427" y="4852"/>
                </a:lnTo>
                <a:cubicBezTo>
                  <a:pt x="2301" y="4852"/>
                  <a:pt x="2175" y="4758"/>
                  <a:pt x="2112" y="4631"/>
                </a:cubicBezTo>
                <a:cubicBezTo>
                  <a:pt x="2042" y="4515"/>
                  <a:pt x="1919" y="4450"/>
                  <a:pt x="1784" y="4450"/>
                </a:cubicBezTo>
                <a:cubicBezTo>
                  <a:pt x="1737" y="4450"/>
                  <a:pt x="1688" y="4458"/>
                  <a:pt x="1639" y="4474"/>
                </a:cubicBezTo>
                <a:cubicBezTo>
                  <a:pt x="1482" y="4568"/>
                  <a:pt x="1387" y="4758"/>
                  <a:pt x="1482" y="4947"/>
                </a:cubicBezTo>
                <a:cubicBezTo>
                  <a:pt x="1671" y="5325"/>
                  <a:pt x="2017" y="5545"/>
                  <a:pt x="2427" y="5545"/>
                </a:cubicBezTo>
                <a:lnTo>
                  <a:pt x="3813" y="5545"/>
                </a:lnTo>
                <a:cubicBezTo>
                  <a:pt x="3970" y="5545"/>
                  <a:pt x="4128" y="5671"/>
                  <a:pt x="4159" y="5829"/>
                </a:cubicBezTo>
                <a:lnTo>
                  <a:pt x="4853" y="8570"/>
                </a:lnTo>
                <a:cubicBezTo>
                  <a:pt x="4916" y="8790"/>
                  <a:pt x="4790" y="8979"/>
                  <a:pt x="4632" y="9011"/>
                </a:cubicBezTo>
                <a:cubicBezTo>
                  <a:pt x="4608" y="9015"/>
                  <a:pt x="4584" y="9017"/>
                  <a:pt x="4560" y="9017"/>
                </a:cubicBezTo>
                <a:cubicBezTo>
                  <a:pt x="4403" y="9017"/>
                  <a:pt x="4273" y="8927"/>
                  <a:pt x="4191" y="8790"/>
                </a:cubicBezTo>
                <a:lnTo>
                  <a:pt x="3655" y="6522"/>
                </a:lnTo>
                <a:cubicBezTo>
                  <a:pt x="3592" y="6364"/>
                  <a:pt x="3498" y="6270"/>
                  <a:pt x="3277" y="6270"/>
                </a:cubicBezTo>
                <a:lnTo>
                  <a:pt x="1040" y="6270"/>
                </a:lnTo>
                <a:cubicBezTo>
                  <a:pt x="914" y="6270"/>
                  <a:pt x="851" y="6207"/>
                  <a:pt x="757" y="6144"/>
                </a:cubicBezTo>
                <a:cubicBezTo>
                  <a:pt x="694" y="5986"/>
                  <a:pt x="694" y="5892"/>
                  <a:pt x="694" y="5797"/>
                </a:cubicBezTo>
                <a:lnTo>
                  <a:pt x="1419" y="3025"/>
                </a:lnTo>
                <a:cubicBezTo>
                  <a:pt x="1453" y="2855"/>
                  <a:pt x="1597" y="2767"/>
                  <a:pt x="1742" y="2767"/>
                </a:cubicBezTo>
                <a:close/>
                <a:moveTo>
                  <a:pt x="2143" y="0"/>
                </a:moveTo>
                <a:cubicBezTo>
                  <a:pt x="1419" y="0"/>
                  <a:pt x="788" y="630"/>
                  <a:pt x="788" y="1387"/>
                </a:cubicBezTo>
                <a:cubicBezTo>
                  <a:pt x="788" y="1733"/>
                  <a:pt x="946" y="2080"/>
                  <a:pt x="1135" y="2332"/>
                </a:cubicBezTo>
                <a:cubicBezTo>
                  <a:pt x="977" y="2426"/>
                  <a:pt x="851" y="2647"/>
                  <a:pt x="788" y="2867"/>
                </a:cubicBezTo>
                <a:lnTo>
                  <a:pt x="64" y="5640"/>
                </a:lnTo>
                <a:cubicBezTo>
                  <a:pt x="1" y="5955"/>
                  <a:pt x="64" y="6270"/>
                  <a:pt x="253" y="6522"/>
                </a:cubicBezTo>
                <a:cubicBezTo>
                  <a:pt x="347" y="6648"/>
                  <a:pt x="473" y="6774"/>
                  <a:pt x="631" y="6805"/>
                </a:cubicBezTo>
                <a:lnTo>
                  <a:pt x="32" y="9263"/>
                </a:lnTo>
                <a:cubicBezTo>
                  <a:pt x="1" y="9452"/>
                  <a:pt x="95" y="9609"/>
                  <a:pt x="253" y="9672"/>
                </a:cubicBezTo>
                <a:cubicBezTo>
                  <a:pt x="281" y="9676"/>
                  <a:pt x="309" y="9678"/>
                  <a:pt x="335" y="9678"/>
                </a:cubicBezTo>
                <a:cubicBezTo>
                  <a:pt x="513" y="9678"/>
                  <a:pt x="639" y="9589"/>
                  <a:pt x="694" y="9452"/>
                </a:cubicBezTo>
                <a:lnTo>
                  <a:pt x="977" y="8318"/>
                </a:lnTo>
                <a:lnTo>
                  <a:pt x="3372" y="8318"/>
                </a:lnTo>
                <a:lnTo>
                  <a:pt x="3529" y="8885"/>
                </a:lnTo>
                <a:cubicBezTo>
                  <a:pt x="3661" y="9359"/>
                  <a:pt x="4079" y="9679"/>
                  <a:pt x="4526" y="9679"/>
                </a:cubicBezTo>
                <a:cubicBezTo>
                  <a:pt x="4613" y="9679"/>
                  <a:pt x="4702" y="9667"/>
                  <a:pt x="4790" y="9641"/>
                </a:cubicBezTo>
                <a:cubicBezTo>
                  <a:pt x="5357" y="9483"/>
                  <a:pt x="5703" y="8916"/>
                  <a:pt x="5546" y="8381"/>
                </a:cubicBezTo>
                <a:lnTo>
                  <a:pt x="4821" y="5640"/>
                </a:lnTo>
                <a:cubicBezTo>
                  <a:pt x="4790" y="5482"/>
                  <a:pt x="4727" y="5325"/>
                  <a:pt x="4601" y="5199"/>
                </a:cubicBezTo>
                <a:cubicBezTo>
                  <a:pt x="4758" y="5010"/>
                  <a:pt x="4884" y="4758"/>
                  <a:pt x="4884" y="4474"/>
                </a:cubicBezTo>
                <a:cubicBezTo>
                  <a:pt x="4884" y="3907"/>
                  <a:pt x="4412" y="3466"/>
                  <a:pt x="3844" y="3466"/>
                </a:cubicBezTo>
                <a:lnTo>
                  <a:pt x="3088" y="3466"/>
                </a:lnTo>
                <a:lnTo>
                  <a:pt x="2710" y="2647"/>
                </a:lnTo>
                <a:cubicBezTo>
                  <a:pt x="3183" y="2395"/>
                  <a:pt x="3529" y="1922"/>
                  <a:pt x="3529" y="1387"/>
                </a:cubicBezTo>
                <a:cubicBezTo>
                  <a:pt x="3529" y="630"/>
                  <a:pt x="2899" y="0"/>
                  <a:pt x="21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5" name="Google Shape;9154;p73">
            <a:extLst>
              <a:ext uri="{FF2B5EF4-FFF2-40B4-BE49-F238E27FC236}">
                <a16:creationId xmlns:a16="http://schemas.microsoft.com/office/drawing/2014/main" id="{79510D02-452C-166F-3E37-9D369DD13BBE}"/>
              </a:ext>
            </a:extLst>
          </p:cNvPr>
          <p:cNvSpPr/>
          <p:nvPr/>
        </p:nvSpPr>
        <p:spPr>
          <a:xfrm>
            <a:off x="511669" y="2517508"/>
            <a:ext cx="194087" cy="328442"/>
          </a:xfrm>
          <a:custGeom>
            <a:avLst/>
            <a:gdLst/>
            <a:ahLst/>
            <a:cxnLst/>
            <a:rect l="l" t="t" r="r" b="b"/>
            <a:pathLst>
              <a:path w="5735" h="9705" extrusionOk="0">
                <a:moveTo>
                  <a:pt x="3624" y="662"/>
                </a:moveTo>
                <a:cubicBezTo>
                  <a:pt x="4002" y="662"/>
                  <a:pt x="4317" y="977"/>
                  <a:pt x="4317" y="1355"/>
                </a:cubicBezTo>
                <a:cubicBezTo>
                  <a:pt x="4317" y="1765"/>
                  <a:pt x="4002" y="2080"/>
                  <a:pt x="3624" y="2080"/>
                </a:cubicBezTo>
                <a:cubicBezTo>
                  <a:pt x="3214" y="2080"/>
                  <a:pt x="2899" y="1765"/>
                  <a:pt x="2899" y="1355"/>
                </a:cubicBezTo>
                <a:cubicBezTo>
                  <a:pt x="2899" y="977"/>
                  <a:pt x="3214" y="662"/>
                  <a:pt x="3624" y="662"/>
                </a:cubicBezTo>
                <a:close/>
                <a:moveTo>
                  <a:pt x="4317" y="6900"/>
                </a:moveTo>
                <a:lnTo>
                  <a:pt x="4474" y="7593"/>
                </a:lnTo>
                <a:lnTo>
                  <a:pt x="2490" y="7593"/>
                </a:lnTo>
                <a:lnTo>
                  <a:pt x="2647" y="6900"/>
                </a:lnTo>
                <a:close/>
                <a:moveTo>
                  <a:pt x="3962" y="2731"/>
                </a:moveTo>
                <a:cubicBezTo>
                  <a:pt x="4108" y="2731"/>
                  <a:pt x="4250" y="2818"/>
                  <a:pt x="4285" y="2993"/>
                </a:cubicBezTo>
                <a:lnTo>
                  <a:pt x="4979" y="5734"/>
                </a:lnTo>
                <a:cubicBezTo>
                  <a:pt x="5010" y="6018"/>
                  <a:pt x="4853" y="6207"/>
                  <a:pt x="4632" y="6207"/>
                </a:cubicBezTo>
                <a:lnTo>
                  <a:pt x="2395" y="6207"/>
                </a:lnTo>
                <a:cubicBezTo>
                  <a:pt x="2238" y="6207"/>
                  <a:pt x="2080" y="6333"/>
                  <a:pt x="2049" y="6490"/>
                </a:cubicBezTo>
                <a:lnTo>
                  <a:pt x="1482" y="8727"/>
                </a:lnTo>
                <a:cubicBezTo>
                  <a:pt x="1456" y="8883"/>
                  <a:pt x="1323" y="8996"/>
                  <a:pt x="1154" y="8996"/>
                </a:cubicBezTo>
                <a:cubicBezTo>
                  <a:pt x="1118" y="8996"/>
                  <a:pt x="1080" y="8990"/>
                  <a:pt x="1040" y="8979"/>
                </a:cubicBezTo>
                <a:cubicBezTo>
                  <a:pt x="851" y="8916"/>
                  <a:pt x="725" y="8727"/>
                  <a:pt x="820" y="8538"/>
                </a:cubicBezTo>
                <a:lnTo>
                  <a:pt x="1513" y="5766"/>
                </a:lnTo>
                <a:cubicBezTo>
                  <a:pt x="1576" y="5608"/>
                  <a:pt x="1671" y="5514"/>
                  <a:pt x="1891" y="5514"/>
                </a:cubicBezTo>
                <a:lnTo>
                  <a:pt x="3246" y="5514"/>
                </a:lnTo>
                <a:cubicBezTo>
                  <a:pt x="3655" y="5514"/>
                  <a:pt x="4002" y="5262"/>
                  <a:pt x="4222" y="4915"/>
                </a:cubicBezTo>
                <a:cubicBezTo>
                  <a:pt x="4285" y="4758"/>
                  <a:pt x="4222" y="4537"/>
                  <a:pt x="4033" y="4442"/>
                </a:cubicBezTo>
                <a:cubicBezTo>
                  <a:pt x="3993" y="4426"/>
                  <a:pt x="3948" y="4418"/>
                  <a:pt x="3902" y="4418"/>
                </a:cubicBezTo>
                <a:cubicBezTo>
                  <a:pt x="3770" y="4418"/>
                  <a:pt x="3631" y="4483"/>
                  <a:pt x="3561" y="4600"/>
                </a:cubicBezTo>
                <a:cubicBezTo>
                  <a:pt x="3529" y="4726"/>
                  <a:pt x="3372" y="4789"/>
                  <a:pt x="3246" y="4789"/>
                </a:cubicBezTo>
                <a:lnTo>
                  <a:pt x="1891" y="4789"/>
                </a:lnTo>
                <a:cubicBezTo>
                  <a:pt x="1671" y="4789"/>
                  <a:pt x="1513" y="4631"/>
                  <a:pt x="1513" y="4442"/>
                </a:cubicBezTo>
                <a:cubicBezTo>
                  <a:pt x="1513" y="4253"/>
                  <a:pt x="1671" y="4096"/>
                  <a:pt x="1891" y="4096"/>
                </a:cubicBezTo>
                <a:lnTo>
                  <a:pt x="2836" y="4096"/>
                </a:lnTo>
                <a:cubicBezTo>
                  <a:pt x="2931" y="4096"/>
                  <a:pt x="3057" y="4001"/>
                  <a:pt x="3151" y="3907"/>
                </a:cubicBezTo>
                <a:cubicBezTo>
                  <a:pt x="3151" y="3844"/>
                  <a:pt x="3655" y="2899"/>
                  <a:pt x="3655" y="2899"/>
                </a:cubicBezTo>
                <a:cubicBezTo>
                  <a:pt x="3725" y="2787"/>
                  <a:pt x="3845" y="2731"/>
                  <a:pt x="3962" y="2731"/>
                </a:cubicBezTo>
                <a:close/>
                <a:moveTo>
                  <a:pt x="3529" y="0"/>
                </a:moveTo>
                <a:cubicBezTo>
                  <a:pt x="2805" y="0"/>
                  <a:pt x="2175" y="630"/>
                  <a:pt x="2175" y="1355"/>
                </a:cubicBezTo>
                <a:cubicBezTo>
                  <a:pt x="2175" y="1922"/>
                  <a:pt x="2490" y="2395"/>
                  <a:pt x="2994" y="2615"/>
                </a:cubicBezTo>
                <a:lnTo>
                  <a:pt x="2584" y="3466"/>
                </a:lnTo>
                <a:lnTo>
                  <a:pt x="1860" y="3466"/>
                </a:lnTo>
                <a:cubicBezTo>
                  <a:pt x="1261" y="3466"/>
                  <a:pt x="820" y="3938"/>
                  <a:pt x="820" y="4474"/>
                </a:cubicBezTo>
                <a:cubicBezTo>
                  <a:pt x="820" y="4758"/>
                  <a:pt x="946" y="4978"/>
                  <a:pt x="1103" y="5199"/>
                </a:cubicBezTo>
                <a:cubicBezTo>
                  <a:pt x="977" y="5325"/>
                  <a:pt x="914" y="5451"/>
                  <a:pt x="851" y="5608"/>
                </a:cubicBezTo>
                <a:lnTo>
                  <a:pt x="158" y="8381"/>
                </a:lnTo>
                <a:cubicBezTo>
                  <a:pt x="1" y="8916"/>
                  <a:pt x="347" y="9483"/>
                  <a:pt x="914" y="9641"/>
                </a:cubicBezTo>
                <a:cubicBezTo>
                  <a:pt x="1002" y="9667"/>
                  <a:pt x="1091" y="9679"/>
                  <a:pt x="1178" y="9679"/>
                </a:cubicBezTo>
                <a:cubicBezTo>
                  <a:pt x="1624" y="9679"/>
                  <a:pt x="2038" y="9359"/>
                  <a:pt x="2143" y="8885"/>
                </a:cubicBezTo>
                <a:lnTo>
                  <a:pt x="2332" y="8286"/>
                </a:lnTo>
                <a:lnTo>
                  <a:pt x="4695" y="8286"/>
                </a:lnTo>
                <a:lnTo>
                  <a:pt x="4947" y="9452"/>
                </a:lnTo>
                <a:cubicBezTo>
                  <a:pt x="4995" y="9597"/>
                  <a:pt x="5118" y="9704"/>
                  <a:pt x="5257" y="9704"/>
                </a:cubicBezTo>
                <a:cubicBezTo>
                  <a:pt x="5300" y="9704"/>
                  <a:pt x="5344" y="9694"/>
                  <a:pt x="5388" y="9672"/>
                </a:cubicBezTo>
                <a:cubicBezTo>
                  <a:pt x="5577" y="9641"/>
                  <a:pt x="5703" y="9452"/>
                  <a:pt x="5609" y="9231"/>
                </a:cubicBezTo>
                <a:lnTo>
                  <a:pt x="5042" y="6805"/>
                </a:lnTo>
                <a:cubicBezTo>
                  <a:pt x="5514" y="6616"/>
                  <a:pt x="5735" y="6144"/>
                  <a:pt x="5640" y="5640"/>
                </a:cubicBezTo>
                <a:lnTo>
                  <a:pt x="4916" y="2867"/>
                </a:lnTo>
                <a:cubicBezTo>
                  <a:pt x="4884" y="2647"/>
                  <a:pt x="4758" y="2489"/>
                  <a:pt x="4569" y="2332"/>
                </a:cubicBezTo>
                <a:cubicBezTo>
                  <a:pt x="4790" y="2080"/>
                  <a:pt x="4916" y="1733"/>
                  <a:pt x="4916" y="1355"/>
                </a:cubicBezTo>
                <a:cubicBezTo>
                  <a:pt x="4916" y="630"/>
                  <a:pt x="4285" y="0"/>
                  <a:pt x="35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6" name="Google Shape;9155;p73">
            <a:extLst>
              <a:ext uri="{FF2B5EF4-FFF2-40B4-BE49-F238E27FC236}">
                <a16:creationId xmlns:a16="http://schemas.microsoft.com/office/drawing/2014/main" id="{2C613C89-DDAB-735F-3018-569131E220D0}"/>
              </a:ext>
            </a:extLst>
          </p:cNvPr>
          <p:cNvSpPr/>
          <p:nvPr/>
        </p:nvSpPr>
        <p:spPr>
          <a:xfrm>
            <a:off x="421037" y="2444983"/>
            <a:ext cx="165321" cy="142241"/>
          </a:xfrm>
          <a:custGeom>
            <a:avLst/>
            <a:gdLst/>
            <a:ahLst/>
            <a:cxnLst/>
            <a:rect l="l" t="t" r="r" b="b"/>
            <a:pathLst>
              <a:path w="4885" h="4203" extrusionOk="0">
                <a:moveTo>
                  <a:pt x="3844" y="631"/>
                </a:moveTo>
                <a:cubicBezTo>
                  <a:pt x="4034" y="631"/>
                  <a:pt x="4223" y="789"/>
                  <a:pt x="4223" y="978"/>
                </a:cubicBezTo>
                <a:lnTo>
                  <a:pt x="4223" y="1734"/>
                </a:lnTo>
                <a:cubicBezTo>
                  <a:pt x="4223" y="1923"/>
                  <a:pt x="4034" y="2112"/>
                  <a:pt x="3844" y="2112"/>
                </a:cubicBezTo>
                <a:cubicBezTo>
                  <a:pt x="3655" y="2143"/>
                  <a:pt x="3498" y="2301"/>
                  <a:pt x="3498" y="2458"/>
                </a:cubicBezTo>
                <a:lnTo>
                  <a:pt x="3498" y="2994"/>
                </a:lnTo>
                <a:lnTo>
                  <a:pt x="2679" y="2206"/>
                </a:lnTo>
                <a:cubicBezTo>
                  <a:pt x="2584" y="2143"/>
                  <a:pt x="2521" y="2112"/>
                  <a:pt x="2427" y="2112"/>
                </a:cubicBezTo>
                <a:lnTo>
                  <a:pt x="1009" y="2112"/>
                </a:lnTo>
                <a:cubicBezTo>
                  <a:pt x="820" y="2112"/>
                  <a:pt x="662" y="1923"/>
                  <a:pt x="662" y="1734"/>
                </a:cubicBezTo>
                <a:lnTo>
                  <a:pt x="662" y="978"/>
                </a:lnTo>
                <a:cubicBezTo>
                  <a:pt x="662" y="789"/>
                  <a:pt x="820" y="631"/>
                  <a:pt x="1009" y="631"/>
                </a:cubicBezTo>
                <a:close/>
                <a:moveTo>
                  <a:pt x="1009" y="1"/>
                </a:moveTo>
                <a:cubicBezTo>
                  <a:pt x="442" y="1"/>
                  <a:pt x="1" y="474"/>
                  <a:pt x="1" y="1041"/>
                </a:cubicBezTo>
                <a:lnTo>
                  <a:pt x="1" y="1765"/>
                </a:lnTo>
                <a:cubicBezTo>
                  <a:pt x="1" y="2364"/>
                  <a:pt x="473" y="2805"/>
                  <a:pt x="1009" y="2805"/>
                </a:cubicBezTo>
                <a:lnTo>
                  <a:pt x="2269" y="2805"/>
                </a:lnTo>
                <a:lnTo>
                  <a:pt x="3592" y="4097"/>
                </a:lnTo>
                <a:cubicBezTo>
                  <a:pt x="3663" y="4167"/>
                  <a:pt x="3770" y="4203"/>
                  <a:pt x="3872" y="4203"/>
                </a:cubicBezTo>
                <a:cubicBezTo>
                  <a:pt x="3906" y="4203"/>
                  <a:pt x="3939" y="4199"/>
                  <a:pt x="3970" y="4191"/>
                </a:cubicBezTo>
                <a:cubicBezTo>
                  <a:pt x="4097" y="4160"/>
                  <a:pt x="4160" y="4002"/>
                  <a:pt x="4160" y="3876"/>
                </a:cubicBezTo>
                <a:lnTo>
                  <a:pt x="4160" y="2773"/>
                </a:lnTo>
                <a:cubicBezTo>
                  <a:pt x="4569" y="2616"/>
                  <a:pt x="4884" y="2238"/>
                  <a:pt x="4884" y="1765"/>
                </a:cubicBezTo>
                <a:lnTo>
                  <a:pt x="4884" y="1041"/>
                </a:lnTo>
                <a:cubicBezTo>
                  <a:pt x="4884" y="442"/>
                  <a:pt x="4412" y="1"/>
                  <a:pt x="384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08" name="Google Shape;9156;p73">
            <a:extLst>
              <a:ext uri="{FF2B5EF4-FFF2-40B4-BE49-F238E27FC236}">
                <a16:creationId xmlns:a16="http://schemas.microsoft.com/office/drawing/2014/main" id="{046F9918-E037-F681-4AE4-308D96EDB041}"/>
              </a:ext>
            </a:extLst>
          </p:cNvPr>
          <p:cNvSpPr/>
          <p:nvPr/>
        </p:nvSpPr>
        <p:spPr>
          <a:xfrm>
            <a:off x="304290" y="2960519"/>
            <a:ext cx="399851" cy="400899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29" y="693"/>
                </a:moveTo>
                <a:cubicBezTo>
                  <a:pt x="6238" y="693"/>
                  <a:pt x="6553" y="1008"/>
                  <a:pt x="6553" y="1418"/>
                </a:cubicBezTo>
                <a:cubicBezTo>
                  <a:pt x="6553" y="1796"/>
                  <a:pt x="6238" y="2111"/>
                  <a:pt x="5829" y="2111"/>
                </a:cubicBezTo>
                <a:cubicBezTo>
                  <a:pt x="5451" y="2111"/>
                  <a:pt x="5136" y="1796"/>
                  <a:pt x="5136" y="1418"/>
                </a:cubicBezTo>
                <a:cubicBezTo>
                  <a:pt x="5136" y="1008"/>
                  <a:pt x="5482" y="693"/>
                  <a:pt x="5829" y="693"/>
                </a:cubicBezTo>
                <a:close/>
                <a:moveTo>
                  <a:pt x="5829" y="2773"/>
                </a:moveTo>
                <a:cubicBezTo>
                  <a:pt x="6774" y="2773"/>
                  <a:pt x="7562" y="3560"/>
                  <a:pt x="7562" y="4568"/>
                </a:cubicBezTo>
                <a:lnTo>
                  <a:pt x="7562" y="4915"/>
                </a:lnTo>
                <a:lnTo>
                  <a:pt x="4096" y="4915"/>
                </a:lnTo>
                <a:lnTo>
                  <a:pt x="4096" y="4568"/>
                </a:lnTo>
                <a:cubicBezTo>
                  <a:pt x="4096" y="3560"/>
                  <a:pt x="4884" y="2773"/>
                  <a:pt x="5829" y="2773"/>
                </a:cubicBezTo>
                <a:close/>
                <a:moveTo>
                  <a:pt x="2363" y="6963"/>
                </a:moveTo>
                <a:cubicBezTo>
                  <a:pt x="2773" y="6963"/>
                  <a:pt x="3088" y="7278"/>
                  <a:pt x="3088" y="7656"/>
                </a:cubicBezTo>
                <a:cubicBezTo>
                  <a:pt x="3088" y="8065"/>
                  <a:pt x="2773" y="8380"/>
                  <a:pt x="2363" y="8380"/>
                </a:cubicBezTo>
                <a:cubicBezTo>
                  <a:pt x="1985" y="8380"/>
                  <a:pt x="1670" y="8065"/>
                  <a:pt x="1670" y="7656"/>
                </a:cubicBezTo>
                <a:cubicBezTo>
                  <a:pt x="1670" y="7278"/>
                  <a:pt x="1985" y="6963"/>
                  <a:pt x="2363" y="6963"/>
                </a:cubicBezTo>
                <a:close/>
                <a:moveTo>
                  <a:pt x="9357" y="6963"/>
                </a:moveTo>
                <a:cubicBezTo>
                  <a:pt x="9735" y="6963"/>
                  <a:pt x="10050" y="7278"/>
                  <a:pt x="10050" y="7656"/>
                </a:cubicBezTo>
                <a:cubicBezTo>
                  <a:pt x="10050" y="8065"/>
                  <a:pt x="9735" y="8380"/>
                  <a:pt x="9357" y="8380"/>
                </a:cubicBezTo>
                <a:cubicBezTo>
                  <a:pt x="8948" y="8380"/>
                  <a:pt x="8633" y="8065"/>
                  <a:pt x="8633" y="7656"/>
                </a:cubicBezTo>
                <a:cubicBezTo>
                  <a:pt x="8633" y="7278"/>
                  <a:pt x="8948" y="6963"/>
                  <a:pt x="9357" y="6963"/>
                </a:cubicBezTo>
                <a:close/>
                <a:moveTo>
                  <a:pt x="2363" y="9042"/>
                </a:moveTo>
                <a:cubicBezTo>
                  <a:pt x="3308" y="9042"/>
                  <a:pt x="4096" y="9830"/>
                  <a:pt x="4096" y="10806"/>
                </a:cubicBezTo>
                <a:lnTo>
                  <a:pt x="4096" y="11184"/>
                </a:lnTo>
                <a:lnTo>
                  <a:pt x="630" y="11184"/>
                </a:lnTo>
                <a:lnTo>
                  <a:pt x="630" y="10806"/>
                </a:lnTo>
                <a:cubicBezTo>
                  <a:pt x="630" y="9830"/>
                  <a:pt x="1418" y="9042"/>
                  <a:pt x="2363" y="9042"/>
                </a:cubicBezTo>
                <a:close/>
                <a:moveTo>
                  <a:pt x="9357" y="9042"/>
                </a:moveTo>
                <a:cubicBezTo>
                  <a:pt x="10302" y="9042"/>
                  <a:pt x="11090" y="9830"/>
                  <a:pt x="11090" y="10806"/>
                </a:cubicBezTo>
                <a:lnTo>
                  <a:pt x="11090" y="11184"/>
                </a:lnTo>
                <a:lnTo>
                  <a:pt x="7625" y="11184"/>
                </a:lnTo>
                <a:lnTo>
                  <a:pt x="7625" y="10806"/>
                </a:lnTo>
                <a:cubicBezTo>
                  <a:pt x="7625" y="9830"/>
                  <a:pt x="8412" y="9042"/>
                  <a:pt x="9357" y="9042"/>
                </a:cubicBezTo>
                <a:close/>
                <a:moveTo>
                  <a:pt x="5892" y="0"/>
                </a:moveTo>
                <a:cubicBezTo>
                  <a:pt x="5136" y="0"/>
                  <a:pt x="4506" y="630"/>
                  <a:pt x="4506" y="1355"/>
                </a:cubicBezTo>
                <a:cubicBezTo>
                  <a:pt x="4506" y="1733"/>
                  <a:pt x="4632" y="2016"/>
                  <a:pt x="4852" y="2300"/>
                </a:cubicBezTo>
                <a:cubicBezTo>
                  <a:pt x="4033" y="2710"/>
                  <a:pt x="3466" y="3529"/>
                  <a:pt x="3466" y="4505"/>
                </a:cubicBezTo>
                <a:lnTo>
                  <a:pt x="3466" y="5230"/>
                </a:lnTo>
                <a:cubicBezTo>
                  <a:pt x="3466" y="5419"/>
                  <a:pt x="3623" y="5577"/>
                  <a:pt x="3844" y="5577"/>
                </a:cubicBezTo>
                <a:lnTo>
                  <a:pt x="5577" y="5577"/>
                </a:lnTo>
                <a:lnTo>
                  <a:pt x="5577" y="7152"/>
                </a:lnTo>
                <a:lnTo>
                  <a:pt x="3875" y="8822"/>
                </a:lnTo>
                <a:cubicBezTo>
                  <a:pt x="3749" y="8696"/>
                  <a:pt x="3592" y="8601"/>
                  <a:pt x="3434" y="8569"/>
                </a:cubicBezTo>
                <a:cubicBezTo>
                  <a:pt x="3686" y="8349"/>
                  <a:pt x="3781" y="8034"/>
                  <a:pt x="3781" y="7624"/>
                </a:cubicBezTo>
                <a:cubicBezTo>
                  <a:pt x="3781" y="6868"/>
                  <a:pt x="3151" y="6238"/>
                  <a:pt x="2426" y="6238"/>
                </a:cubicBezTo>
                <a:cubicBezTo>
                  <a:pt x="1670" y="6238"/>
                  <a:pt x="1040" y="6868"/>
                  <a:pt x="1040" y="7624"/>
                </a:cubicBezTo>
                <a:cubicBezTo>
                  <a:pt x="1040" y="7971"/>
                  <a:pt x="1166" y="8286"/>
                  <a:pt x="1387" y="8569"/>
                </a:cubicBezTo>
                <a:cubicBezTo>
                  <a:pt x="567" y="8979"/>
                  <a:pt x="0" y="9798"/>
                  <a:pt x="0" y="10775"/>
                </a:cubicBezTo>
                <a:lnTo>
                  <a:pt x="0" y="11499"/>
                </a:lnTo>
                <a:cubicBezTo>
                  <a:pt x="0" y="11688"/>
                  <a:pt x="158" y="11846"/>
                  <a:pt x="378" y="11846"/>
                </a:cubicBezTo>
                <a:lnTo>
                  <a:pt x="4474" y="11846"/>
                </a:lnTo>
                <a:cubicBezTo>
                  <a:pt x="4663" y="11846"/>
                  <a:pt x="4821" y="11688"/>
                  <a:pt x="4821" y="11499"/>
                </a:cubicBezTo>
                <a:lnTo>
                  <a:pt x="4821" y="10775"/>
                </a:lnTo>
                <a:cubicBezTo>
                  <a:pt x="4821" y="10239"/>
                  <a:pt x="4632" y="9704"/>
                  <a:pt x="4348" y="9326"/>
                </a:cubicBezTo>
                <a:lnTo>
                  <a:pt x="5860" y="7782"/>
                </a:lnTo>
                <a:lnTo>
                  <a:pt x="7404" y="9326"/>
                </a:lnTo>
                <a:cubicBezTo>
                  <a:pt x="7089" y="9704"/>
                  <a:pt x="6931" y="10239"/>
                  <a:pt x="6931" y="10775"/>
                </a:cubicBezTo>
                <a:lnTo>
                  <a:pt x="6931" y="11499"/>
                </a:lnTo>
                <a:cubicBezTo>
                  <a:pt x="6931" y="11688"/>
                  <a:pt x="7089" y="11846"/>
                  <a:pt x="7309" y="11846"/>
                </a:cubicBezTo>
                <a:lnTo>
                  <a:pt x="11468" y="11846"/>
                </a:lnTo>
                <a:cubicBezTo>
                  <a:pt x="11657" y="11846"/>
                  <a:pt x="11815" y="11688"/>
                  <a:pt x="11815" y="11499"/>
                </a:cubicBezTo>
                <a:lnTo>
                  <a:pt x="11815" y="10775"/>
                </a:lnTo>
                <a:cubicBezTo>
                  <a:pt x="11783" y="9830"/>
                  <a:pt x="11185" y="8979"/>
                  <a:pt x="10365" y="8569"/>
                </a:cubicBezTo>
                <a:cubicBezTo>
                  <a:pt x="10586" y="8349"/>
                  <a:pt x="10712" y="8034"/>
                  <a:pt x="10712" y="7624"/>
                </a:cubicBezTo>
                <a:cubicBezTo>
                  <a:pt x="10712" y="6868"/>
                  <a:pt x="10082" y="6238"/>
                  <a:pt x="9357" y="6238"/>
                </a:cubicBezTo>
                <a:cubicBezTo>
                  <a:pt x="8601" y="6238"/>
                  <a:pt x="7971" y="6868"/>
                  <a:pt x="7971" y="7624"/>
                </a:cubicBezTo>
                <a:cubicBezTo>
                  <a:pt x="7971" y="7971"/>
                  <a:pt x="8097" y="8286"/>
                  <a:pt x="8318" y="8569"/>
                </a:cubicBezTo>
                <a:cubicBezTo>
                  <a:pt x="8160" y="8664"/>
                  <a:pt x="8034" y="8727"/>
                  <a:pt x="7877" y="8822"/>
                </a:cubicBezTo>
                <a:lnTo>
                  <a:pt x="6207" y="7152"/>
                </a:lnTo>
                <a:lnTo>
                  <a:pt x="6207" y="5577"/>
                </a:lnTo>
                <a:lnTo>
                  <a:pt x="7940" y="5577"/>
                </a:lnTo>
                <a:cubicBezTo>
                  <a:pt x="8129" y="5577"/>
                  <a:pt x="8286" y="5419"/>
                  <a:pt x="8286" y="5230"/>
                </a:cubicBezTo>
                <a:lnTo>
                  <a:pt x="8286" y="4505"/>
                </a:lnTo>
                <a:cubicBezTo>
                  <a:pt x="8286" y="3529"/>
                  <a:pt x="7688" y="2710"/>
                  <a:pt x="6900" y="2300"/>
                </a:cubicBezTo>
                <a:cubicBezTo>
                  <a:pt x="7152" y="2080"/>
                  <a:pt x="7246" y="1764"/>
                  <a:pt x="7246" y="1355"/>
                </a:cubicBezTo>
                <a:cubicBezTo>
                  <a:pt x="7246" y="630"/>
                  <a:pt x="6616" y="0"/>
                  <a:pt x="5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2" name="Google Shape;9158;p73">
            <a:extLst>
              <a:ext uri="{FF2B5EF4-FFF2-40B4-BE49-F238E27FC236}">
                <a16:creationId xmlns:a16="http://schemas.microsoft.com/office/drawing/2014/main" id="{4B9062DA-0AA3-DC78-0F20-A5AE522C63F9}"/>
              </a:ext>
            </a:extLst>
          </p:cNvPr>
          <p:cNvSpPr/>
          <p:nvPr/>
        </p:nvSpPr>
        <p:spPr>
          <a:xfrm>
            <a:off x="2859065" y="1970797"/>
            <a:ext cx="355111" cy="399342"/>
          </a:xfrm>
          <a:custGeom>
            <a:avLst/>
            <a:gdLst/>
            <a:ahLst/>
            <a:cxnLst/>
            <a:rect l="l" t="t" r="r" b="b"/>
            <a:pathLst>
              <a:path w="10493" h="11800" extrusionOk="0">
                <a:moveTo>
                  <a:pt x="5294" y="709"/>
                </a:moveTo>
                <a:cubicBezTo>
                  <a:pt x="6350" y="1316"/>
                  <a:pt x="7422" y="1602"/>
                  <a:pt x="8487" y="1602"/>
                </a:cubicBezTo>
                <a:cubicBezTo>
                  <a:pt x="8915" y="1602"/>
                  <a:pt x="9343" y="1556"/>
                  <a:pt x="9767" y="1465"/>
                </a:cubicBezTo>
                <a:lnTo>
                  <a:pt x="9767" y="5026"/>
                </a:lnTo>
                <a:cubicBezTo>
                  <a:pt x="9767" y="7798"/>
                  <a:pt x="7940" y="10287"/>
                  <a:pt x="5294" y="11137"/>
                </a:cubicBezTo>
                <a:cubicBezTo>
                  <a:pt x="2647" y="10350"/>
                  <a:pt x="789" y="7798"/>
                  <a:pt x="789" y="5026"/>
                </a:cubicBezTo>
                <a:lnTo>
                  <a:pt x="789" y="1465"/>
                </a:lnTo>
                <a:cubicBezTo>
                  <a:pt x="1222" y="1556"/>
                  <a:pt x="1654" y="1602"/>
                  <a:pt x="2084" y="1602"/>
                </a:cubicBezTo>
                <a:cubicBezTo>
                  <a:pt x="3153" y="1602"/>
                  <a:pt x="4215" y="1316"/>
                  <a:pt x="5294" y="709"/>
                </a:cubicBezTo>
                <a:close/>
                <a:moveTo>
                  <a:pt x="5266" y="0"/>
                </a:moveTo>
                <a:cubicBezTo>
                  <a:pt x="5207" y="0"/>
                  <a:pt x="5152" y="16"/>
                  <a:pt x="5105" y="48"/>
                </a:cubicBezTo>
                <a:cubicBezTo>
                  <a:pt x="4065" y="646"/>
                  <a:pt x="3057" y="930"/>
                  <a:pt x="2017" y="930"/>
                </a:cubicBezTo>
                <a:cubicBezTo>
                  <a:pt x="1513" y="930"/>
                  <a:pt x="1009" y="835"/>
                  <a:pt x="473" y="678"/>
                </a:cubicBezTo>
                <a:cubicBezTo>
                  <a:pt x="440" y="669"/>
                  <a:pt x="408" y="665"/>
                  <a:pt x="378" y="665"/>
                </a:cubicBezTo>
                <a:cubicBezTo>
                  <a:pt x="297" y="665"/>
                  <a:pt x="228" y="695"/>
                  <a:pt x="158" y="741"/>
                </a:cubicBezTo>
                <a:cubicBezTo>
                  <a:pt x="95" y="804"/>
                  <a:pt x="1" y="898"/>
                  <a:pt x="1" y="993"/>
                </a:cubicBezTo>
                <a:lnTo>
                  <a:pt x="1" y="4994"/>
                </a:lnTo>
                <a:cubicBezTo>
                  <a:pt x="127" y="8176"/>
                  <a:pt x="2206" y="10917"/>
                  <a:pt x="5199" y="11799"/>
                </a:cubicBezTo>
                <a:lnTo>
                  <a:pt x="5357" y="11799"/>
                </a:lnTo>
                <a:cubicBezTo>
                  <a:pt x="8350" y="10917"/>
                  <a:pt x="10492" y="8176"/>
                  <a:pt x="10492" y="5026"/>
                </a:cubicBezTo>
                <a:lnTo>
                  <a:pt x="10492" y="1056"/>
                </a:lnTo>
                <a:cubicBezTo>
                  <a:pt x="10492" y="930"/>
                  <a:pt x="10429" y="835"/>
                  <a:pt x="10335" y="772"/>
                </a:cubicBezTo>
                <a:cubicBezTo>
                  <a:pt x="10282" y="720"/>
                  <a:pt x="10230" y="697"/>
                  <a:pt x="10173" y="697"/>
                </a:cubicBezTo>
                <a:cubicBezTo>
                  <a:pt x="10126" y="697"/>
                  <a:pt x="10076" y="713"/>
                  <a:pt x="10019" y="741"/>
                </a:cubicBezTo>
                <a:cubicBezTo>
                  <a:pt x="9509" y="876"/>
                  <a:pt x="9006" y="946"/>
                  <a:pt x="8504" y="946"/>
                </a:cubicBezTo>
                <a:cubicBezTo>
                  <a:pt x="7490" y="946"/>
                  <a:pt x="6485" y="659"/>
                  <a:pt x="5451" y="48"/>
                </a:cubicBezTo>
                <a:cubicBezTo>
                  <a:pt x="5388" y="16"/>
                  <a:pt x="5325" y="0"/>
                  <a:pt x="52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3" name="Google Shape;9159;p73">
            <a:extLst>
              <a:ext uri="{FF2B5EF4-FFF2-40B4-BE49-F238E27FC236}">
                <a16:creationId xmlns:a16="http://schemas.microsoft.com/office/drawing/2014/main" id="{CBF2AB0E-4861-C125-57CE-5B219AD68C1D}"/>
              </a:ext>
            </a:extLst>
          </p:cNvPr>
          <p:cNvSpPr/>
          <p:nvPr/>
        </p:nvSpPr>
        <p:spPr>
          <a:xfrm>
            <a:off x="2957175" y="2065152"/>
            <a:ext cx="165287" cy="187691"/>
          </a:xfrm>
          <a:custGeom>
            <a:avLst/>
            <a:gdLst/>
            <a:ahLst/>
            <a:cxnLst/>
            <a:rect l="l" t="t" r="r" b="b"/>
            <a:pathLst>
              <a:path w="4884" h="5546" extrusionOk="0">
                <a:moveTo>
                  <a:pt x="2426" y="694"/>
                </a:moveTo>
                <a:cubicBezTo>
                  <a:pt x="2836" y="694"/>
                  <a:pt x="3151" y="1009"/>
                  <a:pt x="3151" y="1418"/>
                </a:cubicBezTo>
                <a:cubicBezTo>
                  <a:pt x="3151" y="1796"/>
                  <a:pt x="2836" y="2111"/>
                  <a:pt x="2426" y="2111"/>
                </a:cubicBezTo>
                <a:cubicBezTo>
                  <a:pt x="2048" y="2111"/>
                  <a:pt x="1733" y="1796"/>
                  <a:pt x="1733" y="1418"/>
                </a:cubicBezTo>
                <a:cubicBezTo>
                  <a:pt x="1733" y="1009"/>
                  <a:pt x="2048" y="694"/>
                  <a:pt x="2426" y="694"/>
                </a:cubicBezTo>
                <a:close/>
                <a:moveTo>
                  <a:pt x="2426" y="2742"/>
                </a:moveTo>
                <a:cubicBezTo>
                  <a:pt x="3371" y="2742"/>
                  <a:pt x="4159" y="3529"/>
                  <a:pt x="4159" y="4474"/>
                </a:cubicBezTo>
                <a:lnTo>
                  <a:pt x="4159" y="4821"/>
                </a:lnTo>
                <a:lnTo>
                  <a:pt x="693" y="4821"/>
                </a:lnTo>
                <a:lnTo>
                  <a:pt x="693" y="4474"/>
                </a:lnTo>
                <a:cubicBezTo>
                  <a:pt x="693" y="3529"/>
                  <a:pt x="1481" y="2742"/>
                  <a:pt x="2426" y="2742"/>
                </a:cubicBezTo>
                <a:close/>
                <a:moveTo>
                  <a:pt x="2458" y="1"/>
                </a:moveTo>
                <a:cubicBezTo>
                  <a:pt x="1733" y="1"/>
                  <a:pt x="1103" y="599"/>
                  <a:pt x="1103" y="1355"/>
                </a:cubicBezTo>
                <a:cubicBezTo>
                  <a:pt x="1103" y="1733"/>
                  <a:pt x="1198" y="2048"/>
                  <a:pt x="1450" y="2269"/>
                </a:cubicBezTo>
                <a:cubicBezTo>
                  <a:pt x="630" y="2647"/>
                  <a:pt x="63" y="3498"/>
                  <a:pt x="63" y="4474"/>
                </a:cubicBezTo>
                <a:lnTo>
                  <a:pt x="63" y="5199"/>
                </a:lnTo>
                <a:cubicBezTo>
                  <a:pt x="0" y="5388"/>
                  <a:pt x="158" y="5546"/>
                  <a:pt x="347" y="5546"/>
                </a:cubicBezTo>
                <a:lnTo>
                  <a:pt x="4506" y="5546"/>
                </a:lnTo>
                <a:cubicBezTo>
                  <a:pt x="4726" y="5546"/>
                  <a:pt x="4884" y="5388"/>
                  <a:pt x="4884" y="5199"/>
                </a:cubicBezTo>
                <a:lnTo>
                  <a:pt x="4884" y="4474"/>
                </a:lnTo>
                <a:cubicBezTo>
                  <a:pt x="4884" y="3498"/>
                  <a:pt x="4317" y="2647"/>
                  <a:pt x="3497" y="2269"/>
                </a:cubicBezTo>
                <a:cubicBezTo>
                  <a:pt x="3718" y="2048"/>
                  <a:pt x="3844" y="1702"/>
                  <a:pt x="3844" y="1355"/>
                </a:cubicBezTo>
                <a:cubicBezTo>
                  <a:pt x="3844" y="599"/>
                  <a:pt x="3214" y="1"/>
                  <a:pt x="245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0" name="Google Shape;9161;p73">
            <a:extLst>
              <a:ext uri="{FF2B5EF4-FFF2-40B4-BE49-F238E27FC236}">
                <a16:creationId xmlns:a16="http://schemas.microsoft.com/office/drawing/2014/main" id="{9E5312AA-98D9-48C2-E5E3-B60B0026E5CF}"/>
              </a:ext>
            </a:extLst>
          </p:cNvPr>
          <p:cNvSpPr/>
          <p:nvPr/>
        </p:nvSpPr>
        <p:spPr>
          <a:xfrm>
            <a:off x="2835084" y="2445523"/>
            <a:ext cx="403066" cy="399884"/>
          </a:xfrm>
          <a:custGeom>
            <a:avLst/>
            <a:gdLst/>
            <a:ahLst/>
            <a:cxnLst/>
            <a:rect l="l" t="t" r="r" b="b"/>
            <a:pathLst>
              <a:path w="11910" h="11816" extrusionOk="0">
                <a:moveTo>
                  <a:pt x="5892" y="694"/>
                </a:moveTo>
                <a:cubicBezTo>
                  <a:pt x="7625" y="694"/>
                  <a:pt x="9043" y="2112"/>
                  <a:pt x="9043" y="3845"/>
                </a:cubicBezTo>
                <a:cubicBezTo>
                  <a:pt x="9043" y="5483"/>
                  <a:pt x="7751" y="6838"/>
                  <a:pt x="6081" y="6932"/>
                </a:cubicBezTo>
                <a:cubicBezTo>
                  <a:pt x="6018" y="6932"/>
                  <a:pt x="5987" y="6901"/>
                  <a:pt x="5924" y="6869"/>
                </a:cubicBezTo>
                <a:lnTo>
                  <a:pt x="5766" y="6711"/>
                </a:lnTo>
                <a:cubicBezTo>
                  <a:pt x="5297" y="6298"/>
                  <a:pt x="4683" y="6101"/>
                  <a:pt x="4072" y="6101"/>
                </a:cubicBezTo>
                <a:cubicBezTo>
                  <a:pt x="3985" y="6101"/>
                  <a:pt x="3899" y="6105"/>
                  <a:pt x="3813" y="6113"/>
                </a:cubicBezTo>
                <a:cubicBezTo>
                  <a:pt x="3151" y="5577"/>
                  <a:pt x="2773" y="4727"/>
                  <a:pt x="2773" y="3845"/>
                </a:cubicBezTo>
                <a:cubicBezTo>
                  <a:pt x="2773" y="2112"/>
                  <a:pt x="4191" y="694"/>
                  <a:pt x="5892" y="694"/>
                </a:cubicBezTo>
                <a:close/>
                <a:moveTo>
                  <a:pt x="4171" y="6822"/>
                </a:moveTo>
                <a:cubicBezTo>
                  <a:pt x="4577" y="6822"/>
                  <a:pt x="4979" y="6964"/>
                  <a:pt x="5294" y="7247"/>
                </a:cubicBezTo>
                <a:cubicBezTo>
                  <a:pt x="5420" y="7373"/>
                  <a:pt x="5735" y="7657"/>
                  <a:pt x="5892" y="7657"/>
                </a:cubicBezTo>
                <a:lnTo>
                  <a:pt x="7972" y="7657"/>
                </a:lnTo>
                <a:cubicBezTo>
                  <a:pt x="8192" y="7657"/>
                  <a:pt x="8350" y="7814"/>
                  <a:pt x="8350" y="8003"/>
                </a:cubicBezTo>
                <a:cubicBezTo>
                  <a:pt x="8350" y="8192"/>
                  <a:pt x="8192" y="8350"/>
                  <a:pt x="7972" y="8350"/>
                </a:cubicBezTo>
                <a:lnTo>
                  <a:pt x="5514" y="8350"/>
                </a:lnTo>
                <a:cubicBezTo>
                  <a:pt x="5294" y="8350"/>
                  <a:pt x="5136" y="8507"/>
                  <a:pt x="5136" y="8728"/>
                </a:cubicBezTo>
                <a:cubicBezTo>
                  <a:pt x="5136" y="8917"/>
                  <a:pt x="5294" y="9074"/>
                  <a:pt x="5514" y="9074"/>
                </a:cubicBezTo>
                <a:lnTo>
                  <a:pt x="8224" y="9074"/>
                </a:lnTo>
                <a:cubicBezTo>
                  <a:pt x="8507" y="9074"/>
                  <a:pt x="8759" y="8948"/>
                  <a:pt x="8980" y="8759"/>
                </a:cubicBezTo>
                <a:lnTo>
                  <a:pt x="10492" y="7090"/>
                </a:lnTo>
                <a:cubicBezTo>
                  <a:pt x="10568" y="7033"/>
                  <a:pt x="10666" y="6987"/>
                  <a:pt x="10766" y="6987"/>
                </a:cubicBezTo>
                <a:cubicBezTo>
                  <a:pt x="10833" y="6987"/>
                  <a:pt x="10902" y="7008"/>
                  <a:pt x="10965" y="7058"/>
                </a:cubicBezTo>
                <a:cubicBezTo>
                  <a:pt x="11122" y="7184"/>
                  <a:pt x="11185" y="7373"/>
                  <a:pt x="11059" y="7531"/>
                </a:cubicBezTo>
                <a:lnTo>
                  <a:pt x="9389" y="9767"/>
                </a:lnTo>
                <a:cubicBezTo>
                  <a:pt x="9074" y="10209"/>
                  <a:pt x="8570" y="10492"/>
                  <a:pt x="8035" y="10492"/>
                </a:cubicBezTo>
                <a:lnTo>
                  <a:pt x="2773" y="10492"/>
                </a:lnTo>
                <a:lnTo>
                  <a:pt x="2773" y="7468"/>
                </a:lnTo>
                <a:lnTo>
                  <a:pt x="3025" y="7247"/>
                </a:lnTo>
                <a:cubicBezTo>
                  <a:pt x="3356" y="6964"/>
                  <a:pt x="3766" y="6822"/>
                  <a:pt x="4171" y="6822"/>
                </a:cubicBezTo>
                <a:close/>
                <a:moveTo>
                  <a:pt x="1734" y="6932"/>
                </a:moveTo>
                <a:cubicBezTo>
                  <a:pt x="1923" y="6932"/>
                  <a:pt x="2080" y="7090"/>
                  <a:pt x="2080" y="7310"/>
                </a:cubicBezTo>
                <a:lnTo>
                  <a:pt x="2080" y="10807"/>
                </a:lnTo>
                <a:cubicBezTo>
                  <a:pt x="2080" y="10996"/>
                  <a:pt x="1923" y="11154"/>
                  <a:pt x="1734" y="11154"/>
                </a:cubicBezTo>
                <a:lnTo>
                  <a:pt x="662" y="11154"/>
                </a:lnTo>
                <a:lnTo>
                  <a:pt x="662" y="6932"/>
                </a:lnTo>
                <a:close/>
                <a:moveTo>
                  <a:pt x="5924" y="1"/>
                </a:moveTo>
                <a:cubicBezTo>
                  <a:pt x="3844" y="1"/>
                  <a:pt x="2112" y="1734"/>
                  <a:pt x="2112" y="3845"/>
                </a:cubicBezTo>
                <a:cubicBezTo>
                  <a:pt x="2112" y="4790"/>
                  <a:pt x="2458" y="5672"/>
                  <a:pt x="3088" y="6396"/>
                </a:cubicBezTo>
                <a:cubicBezTo>
                  <a:pt x="2931" y="6459"/>
                  <a:pt x="2773" y="6585"/>
                  <a:pt x="2616" y="6711"/>
                </a:cubicBezTo>
                <a:cubicBezTo>
                  <a:pt x="2427" y="6428"/>
                  <a:pt x="2112" y="6270"/>
                  <a:pt x="1765" y="6270"/>
                </a:cubicBezTo>
                <a:lnTo>
                  <a:pt x="347" y="6270"/>
                </a:lnTo>
                <a:cubicBezTo>
                  <a:pt x="158" y="6270"/>
                  <a:pt x="1" y="6428"/>
                  <a:pt x="1" y="6585"/>
                </a:cubicBezTo>
                <a:lnTo>
                  <a:pt x="1" y="11469"/>
                </a:lnTo>
                <a:cubicBezTo>
                  <a:pt x="1" y="11658"/>
                  <a:pt x="158" y="11815"/>
                  <a:pt x="347" y="11815"/>
                </a:cubicBezTo>
                <a:lnTo>
                  <a:pt x="1765" y="11815"/>
                </a:lnTo>
                <a:cubicBezTo>
                  <a:pt x="2238" y="11815"/>
                  <a:pt x="2584" y="11563"/>
                  <a:pt x="2742" y="11122"/>
                </a:cubicBezTo>
                <a:lnTo>
                  <a:pt x="8035" y="11122"/>
                </a:lnTo>
                <a:cubicBezTo>
                  <a:pt x="8759" y="11122"/>
                  <a:pt x="9515" y="10776"/>
                  <a:pt x="9956" y="10146"/>
                </a:cubicBezTo>
                <a:lnTo>
                  <a:pt x="11595" y="7877"/>
                </a:lnTo>
                <a:cubicBezTo>
                  <a:pt x="11910" y="7468"/>
                  <a:pt x="11878" y="6838"/>
                  <a:pt x="11437" y="6459"/>
                </a:cubicBezTo>
                <a:cubicBezTo>
                  <a:pt x="11249" y="6301"/>
                  <a:pt x="11015" y="6221"/>
                  <a:pt x="10780" y="6221"/>
                </a:cubicBezTo>
                <a:cubicBezTo>
                  <a:pt x="10503" y="6221"/>
                  <a:pt x="10224" y="6332"/>
                  <a:pt x="10019" y="6554"/>
                </a:cubicBezTo>
                <a:lnTo>
                  <a:pt x="9011" y="7657"/>
                </a:lnTo>
                <a:cubicBezTo>
                  <a:pt x="8885" y="7247"/>
                  <a:pt x="8539" y="6932"/>
                  <a:pt x="8098" y="6932"/>
                </a:cubicBezTo>
                <a:cubicBezTo>
                  <a:pt x="8287" y="6838"/>
                  <a:pt x="8444" y="6680"/>
                  <a:pt x="8602" y="6522"/>
                </a:cubicBezTo>
                <a:cubicBezTo>
                  <a:pt x="9358" y="5798"/>
                  <a:pt x="9767" y="4821"/>
                  <a:pt x="9767" y="3845"/>
                </a:cubicBezTo>
                <a:cubicBezTo>
                  <a:pt x="9767" y="1734"/>
                  <a:pt x="8035" y="1"/>
                  <a:pt x="592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61" name="Google Shape;9162;p73">
            <a:extLst>
              <a:ext uri="{FF2B5EF4-FFF2-40B4-BE49-F238E27FC236}">
                <a16:creationId xmlns:a16="http://schemas.microsoft.com/office/drawing/2014/main" id="{8AB5C3D1-8C32-1D73-5C29-200496D2402B}"/>
              </a:ext>
            </a:extLst>
          </p:cNvPr>
          <p:cNvSpPr/>
          <p:nvPr/>
        </p:nvSpPr>
        <p:spPr>
          <a:xfrm>
            <a:off x="2998240" y="2492464"/>
            <a:ext cx="73574" cy="164204"/>
          </a:xfrm>
          <a:custGeom>
            <a:avLst/>
            <a:gdLst/>
            <a:ahLst/>
            <a:cxnLst/>
            <a:rect l="l" t="t" r="r" b="b"/>
            <a:pathLst>
              <a:path w="2174" h="4852" extrusionOk="0">
                <a:moveTo>
                  <a:pt x="1071" y="0"/>
                </a:moveTo>
                <a:cubicBezTo>
                  <a:pt x="882" y="0"/>
                  <a:pt x="725" y="158"/>
                  <a:pt x="725" y="347"/>
                </a:cubicBezTo>
                <a:lnTo>
                  <a:pt x="725" y="756"/>
                </a:lnTo>
                <a:cubicBezTo>
                  <a:pt x="315" y="914"/>
                  <a:pt x="63" y="1292"/>
                  <a:pt x="63" y="1733"/>
                </a:cubicBezTo>
                <a:cubicBezTo>
                  <a:pt x="0" y="2332"/>
                  <a:pt x="473" y="2804"/>
                  <a:pt x="1071" y="2804"/>
                </a:cubicBezTo>
                <a:cubicBezTo>
                  <a:pt x="1260" y="2804"/>
                  <a:pt x="1418" y="2962"/>
                  <a:pt x="1418" y="3151"/>
                </a:cubicBezTo>
                <a:cubicBezTo>
                  <a:pt x="1418" y="3308"/>
                  <a:pt x="1355" y="3434"/>
                  <a:pt x="1229" y="3466"/>
                </a:cubicBezTo>
                <a:cubicBezTo>
                  <a:pt x="1185" y="3492"/>
                  <a:pt x="1140" y="3503"/>
                  <a:pt x="1093" y="3503"/>
                </a:cubicBezTo>
                <a:cubicBezTo>
                  <a:pt x="970" y="3503"/>
                  <a:pt x="839" y="3422"/>
                  <a:pt x="725" y="3308"/>
                </a:cubicBezTo>
                <a:cubicBezTo>
                  <a:pt x="662" y="3245"/>
                  <a:pt x="575" y="3214"/>
                  <a:pt x="488" y="3214"/>
                </a:cubicBezTo>
                <a:cubicBezTo>
                  <a:pt x="402" y="3214"/>
                  <a:pt x="315" y="3245"/>
                  <a:pt x="252" y="3308"/>
                </a:cubicBezTo>
                <a:cubicBezTo>
                  <a:pt x="126" y="3434"/>
                  <a:pt x="126" y="3655"/>
                  <a:pt x="252" y="3781"/>
                </a:cubicBezTo>
                <a:cubicBezTo>
                  <a:pt x="410" y="3938"/>
                  <a:pt x="567" y="4064"/>
                  <a:pt x="756" y="4096"/>
                </a:cubicBezTo>
                <a:lnTo>
                  <a:pt x="756" y="4505"/>
                </a:lnTo>
                <a:cubicBezTo>
                  <a:pt x="756" y="4694"/>
                  <a:pt x="914" y="4852"/>
                  <a:pt x="1103" y="4852"/>
                </a:cubicBezTo>
                <a:cubicBezTo>
                  <a:pt x="1323" y="4852"/>
                  <a:pt x="1481" y="4694"/>
                  <a:pt x="1481" y="4505"/>
                </a:cubicBezTo>
                <a:lnTo>
                  <a:pt x="1481" y="4096"/>
                </a:lnTo>
                <a:cubicBezTo>
                  <a:pt x="1481" y="4096"/>
                  <a:pt x="1512" y="4096"/>
                  <a:pt x="1512" y="4064"/>
                </a:cubicBezTo>
                <a:cubicBezTo>
                  <a:pt x="1890" y="3907"/>
                  <a:pt x="2142" y="3497"/>
                  <a:pt x="2142" y="3119"/>
                </a:cubicBezTo>
                <a:cubicBezTo>
                  <a:pt x="2142" y="2521"/>
                  <a:pt x="1670" y="2079"/>
                  <a:pt x="1103" y="2079"/>
                </a:cubicBezTo>
                <a:cubicBezTo>
                  <a:pt x="914" y="2079"/>
                  <a:pt x="756" y="1922"/>
                  <a:pt x="756" y="1733"/>
                </a:cubicBezTo>
                <a:cubicBezTo>
                  <a:pt x="756" y="1575"/>
                  <a:pt x="851" y="1449"/>
                  <a:pt x="1008" y="1418"/>
                </a:cubicBezTo>
                <a:cubicBezTo>
                  <a:pt x="1047" y="1405"/>
                  <a:pt x="1085" y="1399"/>
                  <a:pt x="1124" y="1399"/>
                </a:cubicBezTo>
                <a:cubicBezTo>
                  <a:pt x="1273" y="1399"/>
                  <a:pt x="1418" y="1494"/>
                  <a:pt x="1544" y="1670"/>
                </a:cubicBezTo>
                <a:cubicBezTo>
                  <a:pt x="1610" y="1753"/>
                  <a:pt x="1703" y="1792"/>
                  <a:pt x="1795" y="1792"/>
                </a:cubicBezTo>
                <a:cubicBezTo>
                  <a:pt x="1876" y="1792"/>
                  <a:pt x="1957" y="1761"/>
                  <a:pt x="2016" y="1701"/>
                </a:cubicBezTo>
                <a:cubicBezTo>
                  <a:pt x="2174" y="1575"/>
                  <a:pt x="2174" y="1323"/>
                  <a:pt x="2048" y="1229"/>
                </a:cubicBezTo>
                <a:cubicBezTo>
                  <a:pt x="1859" y="977"/>
                  <a:pt x="1670" y="819"/>
                  <a:pt x="1418" y="756"/>
                </a:cubicBezTo>
                <a:lnTo>
                  <a:pt x="1418" y="347"/>
                </a:ln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11" name="Google Shape;9163;p73">
            <a:extLst>
              <a:ext uri="{FF2B5EF4-FFF2-40B4-BE49-F238E27FC236}">
                <a16:creationId xmlns:a16="http://schemas.microsoft.com/office/drawing/2014/main" id="{50BC8DEB-97C3-5AC2-A976-6738837EC7BB}"/>
              </a:ext>
            </a:extLst>
          </p:cNvPr>
          <p:cNvSpPr/>
          <p:nvPr/>
        </p:nvSpPr>
        <p:spPr>
          <a:xfrm>
            <a:off x="2836125" y="2960519"/>
            <a:ext cx="400932" cy="400899"/>
          </a:xfrm>
          <a:custGeom>
            <a:avLst/>
            <a:gdLst/>
            <a:ahLst/>
            <a:cxnLst/>
            <a:rect l="l" t="t" r="r" b="b"/>
            <a:pathLst>
              <a:path w="11847" h="11846" extrusionOk="0">
                <a:moveTo>
                  <a:pt x="10744" y="3718"/>
                </a:moveTo>
                <a:lnTo>
                  <a:pt x="10428" y="4348"/>
                </a:lnTo>
                <a:cubicBezTo>
                  <a:pt x="10397" y="4442"/>
                  <a:pt x="10397" y="4568"/>
                  <a:pt x="10428" y="4663"/>
                </a:cubicBezTo>
                <a:lnTo>
                  <a:pt x="10744" y="5293"/>
                </a:lnTo>
                <a:lnTo>
                  <a:pt x="9483" y="4915"/>
                </a:lnTo>
                <a:lnTo>
                  <a:pt x="9105" y="4505"/>
                </a:lnTo>
                <a:lnTo>
                  <a:pt x="9483" y="4127"/>
                </a:lnTo>
                <a:lnTo>
                  <a:pt x="10744" y="3718"/>
                </a:lnTo>
                <a:close/>
                <a:moveTo>
                  <a:pt x="4443" y="3497"/>
                </a:moveTo>
                <a:cubicBezTo>
                  <a:pt x="4884" y="3497"/>
                  <a:pt x="5262" y="3781"/>
                  <a:pt x="5419" y="4190"/>
                </a:cubicBezTo>
                <a:lnTo>
                  <a:pt x="4443" y="4190"/>
                </a:lnTo>
                <a:cubicBezTo>
                  <a:pt x="4253" y="4190"/>
                  <a:pt x="4096" y="4348"/>
                  <a:pt x="4096" y="4568"/>
                </a:cubicBezTo>
                <a:cubicBezTo>
                  <a:pt x="4096" y="4663"/>
                  <a:pt x="4253" y="4820"/>
                  <a:pt x="4443" y="4820"/>
                </a:cubicBezTo>
                <a:lnTo>
                  <a:pt x="5419" y="4820"/>
                </a:lnTo>
                <a:cubicBezTo>
                  <a:pt x="5262" y="5230"/>
                  <a:pt x="4915" y="5545"/>
                  <a:pt x="4443" y="5545"/>
                </a:cubicBezTo>
                <a:cubicBezTo>
                  <a:pt x="3844" y="5545"/>
                  <a:pt x="3434" y="5072"/>
                  <a:pt x="3434" y="4505"/>
                </a:cubicBezTo>
                <a:cubicBezTo>
                  <a:pt x="3434" y="3970"/>
                  <a:pt x="3907" y="3497"/>
                  <a:pt x="4443" y="3497"/>
                </a:cubicBezTo>
                <a:close/>
                <a:moveTo>
                  <a:pt x="4443" y="2080"/>
                </a:moveTo>
                <a:cubicBezTo>
                  <a:pt x="5671" y="2080"/>
                  <a:pt x="6679" y="2993"/>
                  <a:pt x="6837" y="4159"/>
                </a:cubicBezTo>
                <a:lnTo>
                  <a:pt x="6144" y="4159"/>
                </a:lnTo>
                <a:cubicBezTo>
                  <a:pt x="5986" y="3371"/>
                  <a:pt x="5262" y="2773"/>
                  <a:pt x="4443" y="2773"/>
                </a:cubicBezTo>
                <a:cubicBezTo>
                  <a:pt x="3497" y="2773"/>
                  <a:pt x="2710" y="3560"/>
                  <a:pt x="2710" y="4505"/>
                </a:cubicBezTo>
                <a:cubicBezTo>
                  <a:pt x="2710" y="5451"/>
                  <a:pt x="3497" y="6238"/>
                  <a:pt x="4443" y="6238"/>
                </a:cubicBezTo>
                <a:cubicBezTo>
                  <a:pt x="5262" y="6238"/>
                  <a:pt x="5986" y="5671"/>
                  <a:pt x="6144" y="4883"/>
                </a:cubicBezTo>
                <a:lnTo>
                  <a:pt x="6837" y="4883"/>
                </a:lnTo>
                <a:cubicBezTo>
                  <a:pt x="6679" y="6049"/>
                  <a:pt x="5671" y="6963"/>
                  <a:pt x="4443" y="6963"/>
                </a:cubicBezTo>
                <a:cubicBezTo>
                  <a:pt x="3119" y="6963"/>
                  <a:pt x="2017" y="5860"/>
                  <a:pt x="2017" y="4505"/>
                </a:cubicBezTo>
                <a:cubicBezTo>
                  <a:pt x="2017" y="3182"/>
                  <a:pt x="3119" y="2080"/>
                  <a:pt x="4443" y="2080"/>
                </a:cubicBezTo>
                <a:close/>
                <a:moveTo>
                  <a:pt x="4474" y="662"/>
                </a:moveTo>
                <a:cubicBezTo>
                  <a:pt x="6459" y="662"/>
                  <a:pt x="8097" y="2206"/>
                  <a:pt x="8255" y="4127"/>
                </a:cubicBezTo>
                <a:lnTo>
                  <a:pt x="7562" y="4127"/>
                </a:lnTo>
                <a:cubicBezTo>
                  <a:pt x="7372" y="2584"/>
                  <a:pt x="6049" y="1355"/>
                  <a:pt x="4443" y="1355"/>
                </a:cubicBezTo>
                <a:cubicBezTo>
                  <a:pt x="2710" y="1355"/>
                  <a:pt x="1324" y="2773"/>
                  <a:pt x="1324" y="4474"/>
                </a:cubicBezTo>
                <a:cubicBezTo>
                  <a:pt x="1324" y="6175"/>
                  <a:pt x="2741" y="7593"/>
                  <a:pt x="4443" y="7593"/>
                </a:cubicBezTo>
                <a:cubicBezTo>
                  <a:pt x="6049" y="7593"/>
                  <a:pt x="7372" y="6364"/>
                  <a:pt x="7562" y="4820"/>
                </a:cubicBezTo>
                <a:lnTo>
                  <a:pt x="8255" y="4820"/>
                </a:lnTo>
                <a:cubicBezTo>
                  <a:pt x="8097" y="6774"/>
                  <a:pt x="6459" y="8286"/>
                  <a:pt x="4474" y="8286"/>
                </a:cubicBezTo>
                <a:cubicBezTo>
                  <a:pt x="2395" y="8286"/>
                  <a:pt x="662" y="6616"/>
                  <a:pt x="662" y="4474"/>
                </a:cubicBezTo>
                <a:cubicBezTo>
                  <a:pt x="662" y="2363"/>
                  <a:pt x="2363" y="662"/>
                  <a:pt x="4474" y="662"/>
                </a:cubicBezTo>
                <a:close/>
                <a:moveTo>
                  <a:pt x="5734" y="8822"/>
                </a:moveTo>
                <a:lnTo>
                  <a:pt x="6049" y="9767"/>
                </a:lnTo>
                <a:lnTo>
                  <a:pt x="2836" y="9767"/>
                </a:lnTo>
                <a:lnTo>
                  <a:pt x="3151" y="8822"/>
                </a:lnTo>
                <a:cubicBezTo>
                  <a:pt x="3529" y="8916"/>
                  <a:pt x="4001" y="9011"/>
                  <a:pt x="4443" y="9011"/>
                </a:cubicBezTo>
                <a:cubicBezTo>
                  <a:pt x="4884" y="9011"/>
                  <a:pt x="5356" y="8916"/>
                  <a:pt x="5734" y="8822"/>
                </a:cubicBezTo>
                <a:close/>
                <a:moveTo>
                  <a:pt x="6522" y="10428"/>
                </a:moveTo>
                <a:cubicBezTo>
                  <a:pt x="6963" y="10428"/>
                  <a:pt x="7372" y="10680"/>
                  <a:pt x="7530" y="11121"/>
                </a:cubicBezTo>
                <a:lnTo>
                  <a:pt x="1418" y="11121"/>
                </a:lnTo>
                <a:cubicBezTo>
                  <a:pt x="1576" y="10743"/>
                  <a:pt x="1922" y="10428"/>
                  <a:pt x="2395" y="10428"/>
                </a:cubicBezTo>
                <a:close/>
                <a:moveTo>
                  <a:pt x="4474" y="0"/>
                </a:moveTo>
                <a:cubicBezTo>
                  <a:pt x="1985" y="0"/>
                  <a:pt x="0" y="1985"/>
                  <a:pt x="0" y="4474"/>
                </a:cubicBezTo>
                <a:cubicBezTo>
                  <a:pt x="0" y="6238"/>
                  <a:pt x="1040" y="7813"/>
                  <a:pt x="2552" y="8538"/>
                </a:cubicBezTo>
                <a:lnTo>
                  <a:pt x="2143" y="9767"/>
                </a:lnTo>
                <a:cubicBezTo>
                  <a:pt x="1324" y="9861"/>
                  <a:pt x="693" y="10586"/>
                  <a:pt x="693" y="11499"/>
                </a:cubicBezTo>
                <a:cubicBezTo>
                  <a:pt x="693" y="11688"/>
                  <a:pt x="851" y="11846"/>
                  <a:pt x="1040" y="11846"/>
                </a:cubicBezTo>
                <a:lnTo>
                  <a:pt x="7971" y="11846"/>
                </a:lnTo>
                <a:cubicBezTo>
                  <a:pt x="8192" y="11846"/>
                  <a:pt x="8349" y="11688"/>
                  <a:pt x="8349" y="11499"/>
                </a:cubicBezTo>
                <a:cubicBezTo>
                  <a:pt x="8349" y="10617"/>
                  <a:pt x="7719" y="9924"/>
                  <a:pt x="6900" y="9767"/>
                </a:cubicBezTo>
                <a:lnTo>
                  <a:pt x="6490" y="8538"/>
                </a:lnTo>
                <a:cubicBezTo>
                  <a:pt x="7782" y="7908"/>
                  <a:pt x="8727" y="6679"/>
                  <a:pt x="8979" y="5230"/>
                </a:cubicBezTo>
                <a:lnTo>
                  <a:pt x="9137" y="5388"/>
                </a:lnTo>
                <a:cubicBezTo>
                  <a:pt x="9168" y="5419"/>
                  <a:pt x="9200" y="5451"/>
                  <a:pt x="9263" y="5451"/>
                </a:cubicBezTo>
                <a:lnTo>
                  <a:pt x="11374" y="6175"/>
                </a:lnTo>
                <a:cubicBezTo>
                  <a:pt x="11403" y="6183"/>
                  <a:pt x="11435" y="6186"/>
                  <a:pt x="11466" y="6186"/>
                </a:cubicBezTo>
                <a:cubicBezTo>
                  <a:pt x="11569" y="6186"/>
                  <a:pt x="11672" y="6145"/>
                  <a:pt x="11720" y="6049"/>
                </a:cubicBezTo>
                <a:cubicBezTo>
                  <a:pt x="11815" y="5923"/>
                  <a:pt x="11846" y="5766"/>
                  <a:pt x="11783" y="5671"/>
                </a:cubicBezTo>
                <a:lnTo>
                  <a:pt x="11153" y="4442"/>
                </a:lnTo>
                <a:lnTo>
                  <a:pt x="11783" y="3214"/>
                </a:lnTo>
                <a:cubicBezTo>
                  <a:pt x="11815" y="3151"/>
                  <a:pt x="11783" y="2993"/>
                  <a:pt x="11689" y="2899"/>
                </a:cubicBezTo>
                <a:cubicBezTo>
                  <a:pt x="11641" y="2802"/>
                  <a:pt x="11519" y="2761"/>
                  <a:pt x="11422" y="2761"/>
                </a:cubicBezTo>
                <a:cubicBezTo>
                  <a:pt x="11392" y="2761"/>
                  <a:pt x="11364" y="2765"/>
                  <a:pt x="11342" y="2773"/>
                </a:cubicBezTo>
                <a:lnTo>
                  <a:pt x="9200" y="3497"/>
                </a:lnTo>
                <a:cubicBezTo>
                  <a:pt x="9168" y="3497"/>
                  <a:pt x="9105" y="3529"/>
                  <a:pt x="9105" y="3560"/>
                </a:cubicBezTo>
                <a:lnTo>
                  <a:pt x="8916" y="3718"/>
                </a:lnTo>
                <a:cubicBezTo>
                  <a:pt x="8570" y="1607"/>
                  <a:pt x="6742" y="0"/>
                  <a:pt x="44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7" name="Google Shape;9165;p73">
            <a:extLst>
              <a:ext uri="{FF2B5EF4-FFF2-40B4-BE49-F238E27FC236}">
                <a16:creationId xmlns:a16="http://schemas.microsoft.com/office/drawing/2014/main" id="{B16E0686-CB7C-9C47-3696-D84D8184D619}"/>
              </a:ext>
            </a:extLst>
          </p:cNvPr>
          <p:cNvSpPr/>
          <p:nvPr/>
        </p:nvSpPr>
        <p:spPr>
          <a:xfrm>
            <a:off x="5386929" y="1970544"/>
            <a:ext cx="398801" cy="399850"/>
          </a:xfrm>
          <a:custGeom>
            <a:avLst/>
            <a:gdLst/>
            <a:ahLst/>
            <a:cxnLst/>
            <a:rect l="l" t="t" r="r" b="b"/>
            <a:pathLst>
              <a:path w="11784" h="11815" extrusionOk="0">
                <a:moveTo>
                  <a:pt x="9043" y="662"/>
                </a:moveTo>
                <a:lnTo>
                  <a:pt x="9043" y="2080"/>
                </a:lnTo>
                <a:lnTo>
                  <a:pt x="2742" y="2080"/>
                </a:lnTo>
                <a:lnTo>
                  <a:pt x="2742" y="662"/>
                </a:lnTo>
                <a:close/>
                <a:moveTo>
                  <a:pt x="10775" y="2742"/>
                </a:moveTo>
                <a:cubicBezTo>
                  <a:pt x="10996" y="2742"/>
                  <a:pt x="11153" y="2899"/>
                  <a:pt x="11153" y="3120"/>
                </a:cubicBezTo>
                <a:lnTo>
                  <a:pt x="11153" y="6554"/>
                </a:lnTo>
                <a:cubicBezTo>
                  <a:pt x="11153" y="6774"/>
                  <a:pt x="10996" y="6932"/>
                  <a:pt x="10775" y="6932"/>
                </a:cubicBezTo>
                <a:lnTo>
                  <a:pt x="9767" y="6932"/>
                </a:lnTo>
                <a:lnTo>
                  <a:pt x="9767" y="4474"/>
                </a:lnTo>
                <a:cubicBezTo>
                  <a:pt x="9767" y="4285"/>
                  <a:pt x="9610" y="4128"/>
                  <a:pt x="9421" y="4128"/>
                </a:cubicBezTo>
                <a:lnTo>
                  <a:pt x="2427" y="4128"/>
                </a:lnTo>
                <a:cubicBezTo>
                  <a:pt x="2238" y="4128"/>
                  <a:pt x="2080" y="4285"/>
                  <a:pt x="2080" y="4474"/>
                </a:cubicBezTo>
                <a:lnTo>
                  <a:pt x="2080" y="6932"/>
                </a:lnTo>
                <a:lnTo>
                  <a:pt x="1009" y="6932"/>
                </a:lnTo>
                <a:cubicBezTo>
                  <a:pt x="820" y="6932"/>
                  <a:pt x="662" y="6774"/>
                  <a:pt x="662" y="6554"/>
                </a:cubicBezTo>
                <a:lnTo>
                  <a:pt x="662" y="3120"/>
                </a:lnTo>
                <a:cubicBezTo>
                  <a:pt x="662" y="2899"/>
                  <a:pt x="820" y="2742"/>
                  <a:pt x="1009" y="2742"/>
                </a:cubicBezTo>
                <a:close/>
                <a:moveTo>
                  <a:pt x="9011" y="4821"/>
                </a:moveTo>
                <a:lnTo>
                  <a:pt x="9011" y="11090"/>
                </a:lnTo>
                <a:lnTo>
                  <a:pt x="2710" y="11090"/>
                </a:lnTo>
                <a:lnTo>
                  <a:pt x="2710" y="4821"/>
                </a:lnTo>
                <a:close/>
                <a:moveTo>
                  <a:pt x="2395" y="1"/>
                </a:moveTo>
                <a:cubicBezTo>
                  <a:pt x="2206" y="1"/>
                  <a:pt x="2049" y="158"/>
                  <a:pt x="2049" y="347"/>
                </a:cubicBezTo>
                <a:lnTo>
                  <a:pt x="2049" y="2112"/>
                </a:lnTo>
                <a:lnTo>
                  <a:pt x="1009" y="2112"/>
                </a:lnTo>
                <a:cubicBezTo>
                  <a:pt x="442" y="2112"/>
                  <a:pt x="1" y="2584"/>
                  <a:pt x="1" y="3151"/>
                </a:cubicBezTo>
                <a:lnTo>
                  <a:pt x="1" y="6617"/>
                </a:lnTo>
                <a:cubicBezTo>
                  <a:pt x="1" y="7215"/>
                  <a:pt x="473" y="7625"/>
                  <a:pt x="1009" y="7625"/>
                </a:cubicBezTo>
                <a:lnTo>
                  <a:pt x="2049" y="7625"/>
                </a:lnTo>
                <a:lnTo>
                  <a:pt x="2049" y="11468"/>
                </a:lnTo>
                <a:cubicBezTo>
                  <a:pt x="2049" y="11657"/>
                  <a:pt x="2206" y="11815"/>
                  <a:pt x="2395" y="11815"/>
                </a:cubicBezTo>
                <a:lnTo>
                  <a:pt x="9358" y="11815"/>
                </a:lnTo>
                <a:cubicBezTo>
                  <a:pt x="9578" y="11815"/>
                  <a:pt x="9736" y="11657"/>
                  <a:pt x="9736" y="11468"/>
                </a:cubicBezTo>
                <a:lnTo>
                  <a:pt x="9736" y="7625"/>
                </a:lnTo>
                <a:lnTo>
                  <a:pt x="10744" y="7625"/>
                </a:lnTo>
                <a:cubicBezTo>
                  <a:pt x="11343" y="7625"/>
                  <a:pt x="11784" y="7152"/>
                  <a:pt x="11784" y="6617"/>
                </a:cubicBezTo>
                <a:lnTo>
                  <a:pt x="11784" y="3151"/>
                </a:lnTo>
                <a:cubicBezTo>
                  <a:pt x="11784" y="2553"/>
                  <a:pt x="11311" y="2112"/>
                  <a:pt x="10744" y="2112"/>
                </a:cubicBezTo>
                <a:lnTo>
                  <a:pt x="9736" y="2112"/>
                </a:lnTo>
                <a:lnTo>
                  <a:pt x="9736" y="347"/>
                </a:lnTo>
                <a:cubicBezTo>
                  <a:pt x="9736" y="158"/>
                  <a:pt x="9578" y="1"/>
                  <a:pt x="935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8" name="Google Shape;9166;p73">
            <a:extLst>
              <a:ext uri="{FF2B5EF4-FFF2-40B4-BE49-F238E27FC236}">
                <a16:creationId xmlns:a16="http://schemas.microsoft.com/office/drawing/2014/main" id="{94C0C065-8B82-3F83-45CC-B5CA4A55B72C}"/>
              </a:ext>
            </a:extLst>
          </p:cNvPr>
          <p:cNvSpPr/>
          <p:nvPr/>
        </p:nvSpPr>
        <p:spPr>
          <a:xfrm>
            <a:off x="5716385" y="2085709"/>
            <a:ext cx="23487" cy="24536"/>
          </a:xfrm>
          <a:custGeom>
            <a:avLst/>
            <a:gdLst/>
            <a:ahLst/>
            <a:cxnLst/>
            <a:rect l="l" t="t" r="r" b="b"/>
            <a:pathLst>
              <a:path w="694" h="725" extrusionOk="0">
                <a:moveTo>
                  <a:pt x="347" y="0"/>
                </a:moveTo>
                <a:cubicBezTo>
                  <a:pt x="158" y="0"/>
                  <a:pt x="1" y="189"/>
                  <a:pt x="1" y="378"/>
                </a:cubicBezTo>
                <a:cubicBezTo>
                  <a:pt x="1" y="599"/>
                  <a:pt x="158" y="725"/>
                  <a:pt x="347" y="725"/>
                </a:cubicBezTo>
                <a:cubicBezTo>
                  <a:pt x="536" y="725"/>
                  <a:pt x="694" y="567"/>
                  <a:pt x="694" y="378"/>
                </a:cubicBezTo>
                <a:cubicBezTo>
                  <a:pt x="694" y="189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9" name="Google Shape;9167;p73">
            <a:extLst>
              <a:ext uri="{FF2B5EF4-FFF2-40B4-BE49-F238E27FC236}">
                <a16:creationId xmlns:a16="http://schemas.microsoft.com/office/drawing/2014/main" id="{1DB23D6E-8458-7F8D-6740-F47B7AF6F816}"/>
              </a:ext>
            </a:extLst>
          </p:cNvPr>
          <p:cNvSpPr/>
          <p:nvPr/>
        </p:nvSpPr>
        <p:spPr>
          <a:xfrm>
            <a:off x="5512753" y="2157153"/>
            <a:ext cx="143966" cy="165287"/>
          </a:xfrm>
          <a:custGeom>
            <a:avLst/>
            <a:gdLst/>
            <a:ahLst/>
            <a:cxnLst/>
            <a:rect l="l" t="t" r="r" b="b"/>
            <a:pathLst>
              <a:path w="4254" h="4884" extrusionOk="0">
                <a:moveTo>
                  <a:pt x="2174" y="693"/>
                </a:moveTo>
                <a:cubicBezTo>
                  <a:pt x="2584" y="693"/>
                  <a:pt x="2899" y="1008"/>
                  <a:pt x="2899" y="1418"/>
                </a:cubicBezTo>
                <a:cubicBezTo>
                  <a:pt x="2899" y="1796"/>
                  <a:pt x="2584" y="2111"/>
                  <a:pt x="2174" y="2111"/>
                </a:cubicBezTo>
                <a:cubicBezTo>
                  <a:pt x="1796" y="2111"/>
                  <a:pt x="1481" y="1796"/>
                  <a:pt x="1481" y="1418"/>
                </a:cubicBezTo>
                <a:cubicBezTo>
                  <a:pt x="1481" y="1008"/>
                  <a:pt x="1796" y="693"/>
                  <a:pt x="2174" y="693"/>
                </a:cubicBezTo>
                <a:close/>
                <a:moveTo>
                  <a:pt x="2174" y="2804"/>
                </a:moveTo>
                <a:cubicBezTo>
                  <a:pt x="2930" y="2804"/>
                  <a:pt x="3592" y="3403"/>
                  <a:pt x="3592" y="4190"/>
                </a:cubicBezTo>
                <a:lnTo>
                  <a:pt x="756" y="4190"/>
                </a:lnTo>
                <a:cubicBezTo>
                  <a:pt x="756" y="3403"/>
                  <a:pt x="1387" y="2804"/>
                  <a:pt x="2174" y="2804"/>
                </a:cubicBezTo>
                <a:close/>
                <a:moveTo>
                  <a:pt x="2143" y="0"/>
                </a:moveTo>
                <a:cubicBezTo>
                  <a:pt x="1387" y="0"/>
                  <a:pt x="725" y="630"/>
                  <a:pt x="725" y="1386"/>
                </a:cubicBezTo>
                <a:cubicBezTo>
                  <a:pt x="725" y="1733"/>
                  <a:pt x="882" y="2079"/>
                  <a:pt x="1103" y="2331"/>
                </a:cubicBezTo>
                <a:cubicBezTo>
                  <a:pt x="473" y="2678"/>
                  <a:pt x="0" y="3340"/>
                  <a:pt x="0" y="4159"/>
                </a:cubicBezTo>
                <a:lnTo>
                  <a:pt x="0" y="4537"/>
                </a:lnTo>
                <a:cubicBezTo>
                  <a:pt x="63" y="4726"/>
                  <a:pt x="221" y="4883"/>
                  <a:pt x="410" y="4883"/>
                </a:cubicBezTo>
                <a:lnTo>
                  <a:pt x="3907" y="4883"/>
                </a:lnTo>
                <a:cubicBezTo>
                  <a:pt x="4127" y="4883"/>
                  <a:pt x="4253" y="4726"/>
                  <a:pt x="4253" y="4537"/>
                </a:cubicBezTo>
                <a:lnTo>
                  <a:pt x="4253" y="4159"/>
                </a:lnTo>
                <a:cubicBezTo>
                  <a:pt x="4253" y="3371"/>
                  <a:pt x="3844" y="2709"/>
                  <a:pt x="3151" y="2331"/>
                </a:cubicBezTo>
                <a:cubicBezTo>
                  <a:pt x="3403" y="2048"/>
                  <a:pt x="3560" y="1733"/>
                  <a:pt x="3560" y="1386"/>
                </a:cubicBezTo>
                <a:cubicBezTo>
                  <a:pt x="3560" y="599"/>
                  <a:pt x="2930" y="0"/>
                  <a:pt x="21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13" name="Google Shape;9168;p73">
            <a:extLst>
              <a:ext uri="{FF2B5EF4-FFF2-40B4-BE49-F238E27FC236}">
                <a16:creationId xmlns:a16="http://schemas.microsoft.com/office/drawing/2014/main" id="{72081F06-8649-0343-58C8-C67F03DA5F07}"/>
              </a:ext>
            </a:extLst>
          </p:cNvPr>
          <p:cNvSpPr/>
          <p:nvPr/>
        </p:nvSpPr>
        <p:spPr>
          <a:xfrm>
            <a:off x="5383141" y="2458312"/>
            <a:ext cx="406280" cy="374300"/>
          </a:xfrm>
          <a:custGeom>
            <a:avLst/>
            <a:gdLst/>
            <a:ahLst/>
            <a:cxnLst/>
            <a:rect l="l" t="t" r="r" b="b"/>
            <a:pathLst>
              <a:path w="12005" h="11060" extrusionOk="0">
                <a:moveTo>
                  <a:pt x="2049" y="2049"/>
                </a:moveTo>
                <a:cubicBezTo>
                  <a:pt x="2238" y="2049"/>
                  <a:pt x="2395" y="2206"/>
                  <a:pt x="2395" y="2395"/>
                </a:cubicBezTo>
                <a:cubicBezTo>
                  <a:pt x="2395" y="2584"/>
                  <a:pt x="2238" y="2742"/>
                  <a:pt x="2049" y="2742"/>
                </a:cubicBezTo>
                <a:cubicBezTo>
                  <a:pt x="1860" y="2742"/>
                  <a:pt x="1702" y="2584"/>
                  <a:pt x="1702" y="2395"/>
                </a:cubicBezTo>
                <a:cubicBezTo>
                  <a:pt x="1734" y="2206"/>
                  <a:pt x="1860" y="2049"/>
                  <a:pt x="2049" y="2049"/>
                </a:cubicBezTo>
                <a:close/>
                <a:moveTo>
                  <a:pt x="9736" y="2049"/>
                </a:moveTo>
                <a:cubicBezTo>
                  <a:pt x="9925" y="2049"/>
                  <a:pt x="10082" y="2206"/>
                  <a:pt x="10082" y="2395"/>
                </a:cubicBezTo>
                <a:cubicBezTo>
                  <a:pt x="10082" y="2584"/>
                  <a:pt x="9925" y="2742"/>
                  <a:pt x="9736" y="2742"/>
                </a:cubicBezTo>
                <a:cubicBezTo>
                  <a:pt x="9515" y="2742"/>
                  <a:pt x="9358" y="2584"/>
                  <a:pt x="9358" y="2395"/>
                </a:cubicBezTo>
                <a:cubicBezTo>
                  <a:pt x="9358" y="2206"/>
                  <a:pt x="9515" y="2049"/>
                  <a:pt x="9736" y="2049"/>
                </a:cubicBezTo>
                <a:close/>
                <a:moveTo>
                  <a:pt x="2049" y="3719"/>
                </a:moveTo>
                <a:lnTo>
                  <a:pt x="3151" y="5514"/>
                </a:lnTo>
                <a:lnTo>
                  <a:pt x="946" y="5514"/>
                </a:lnTo>
                <a:lnTo>
                  <a:pt x="2049" y="3719"/>
                </a:lnTo>
                <a:close/>
                <a:moveTo>
                  <a:pt x="9736" y="3719"/>
                </a:moveTo>
                <a:lnTo>
                  <a:pt x="10838" y="5514"/>
                </a:lnTo>
                <a:lnTo>
                  <a:pt x="8633" y="5514"/>
                </a:lnTo>
                <a:lnTo>
                  <a:pt x="9736" y="3719"/>
                </a:lnTo>
                <a:close/>
                <a:moveTo>
                  <a:pt x="3435" y="6207"/>
                </a:moveTo>
                <a:cubicBezTo>
                  <a:pt x="3466" y="6964"/>
                  <a:pt x="2836" y="7594"/>
                  <a:pt x="2049" y="7594"/>
                </a:cubicBezTo>
                <a:cubicBezTo>
                  <a:pt x="1292" y="7594"/>
                  <a:pt x="662" y="6964"/>
                  <a:pt x="662" y="6207"/>
                </a:cubicBezTo>
                <a:close/>
                <a:moveTo>
                  <a:pt x="11090" y="6207"/>
                </a:moveTo>
                <a:cubicBezTo>
                  <a:pt x="11090" y="6964"/>
                  <a:pt x="10460" y="7594"/>
                  <a:pt x="9736" y="7594"/>
                </a:cubicBezTo>
                <a:cubicBezTo>
                  <a:pt x="8980" y="7594"/>
                  <a:pt x="8350" y="6964"/>
                  <a:pt x="8350" y="6207"/>
                </a:cubicBezTo>
                <a:close/>
                <a:moveTo>
                  <a:pt x="5892" y="663"/>
                </a:moveTo>
                <a:cubicBezTo>
                  <a:pt x="6113" y="663"/>
                  <a:pt x="6270" y="820"/>
                  <a:pt x="6270" y="1009"/>
                </a:cubicBezTo>
                <a:lnTo>
                  <a:pt x="6270" y="8980"/>
                </a:lnTo>
                <a:lnTo>
                  <a:pt x="5546" y="8980"/>
                </a:lnTo>
                <a:lnTo>
                  <a:pt x="5546" y="1009"/>
                </a:lnTo>
                <a:cubicBezTo>
                  <a:pt x="5546" y="820"/>
                  <a:pt x="5703" y="663"/>
                  <a:pt x="5892" y="663"/>
                </a:cubicBezTo>
                <a:close/>
                <a:moveTo>
                  <a:pt x="8003" y="9673"/>
                </a:moveTo>
                <a:cubicBezTo>
                  <a:pt x="8192" y="9673"/>
                  <a:pt x="8350" y="9830"/>
                  <a:pt x="8350" y="10020"/>
                </a:cubicBezTo>
                <a:lnTo>
                  <a:pt x="8350" y="10398"/>
                </a:lnTo>
                <a:lnTo>
                  <a:pt x="3466" y="10398"/>
                </a:lnTo>
                <a:lnTo>
                  <a:pt x="3466" y="10020"/>
                </a:lnTo>
                <a:cubicBezTo>
                  <a:pt x="3466" y="9830"/>
                  <a:pt x="3624" y="9673"/>
                  <a:pt x="3813" y="9673"/>
                </a:cubicBezTo>
                <a:close/>
                <a:moveTo>
                  <a:pt x="5955" y="1"/>
                </a:moveTo>
                <a:cubicBezTo>
                  <a:pt x="5357" y="1"/>
                  <a:pt x="4916" y="474"/>
                  <a:pt x="4916" y="1009"/>
                </a:cubicBezTo>
                <a:lnTo>
                  <a:pt x="4916" y="1167"/>
                </a:lnTo>
                <a:cubicBezTo>
                  <a:pt x="3970" y="1671"/>
                  <a:pt x="3655" y="1891"/>
                  <a:pt x="3057" y="1954"/>
                </a:cubicBezTo>
                <a:cubicBezTo>
                  <a:pt x="2899" y="1608"/>
                  <a:pt x="2553" y="1324"/>
                  <a:pt x="2112" y="1324"/>
                </a:cubicBezTo>
                <a:cubicBezTo>
                  <a:pt x="1734" y="1324"/>
                  <a:pt x="1387" y="1576"/>
                  <a:pt x="1166" y="1923"/>
                </a:cubicBezTo>
                <a:cubicBezTo>
                  <a:pt x="946" y="1891"/>
                  <a:pt x="694" y="1797"/>
                  <a:pt x="505" y="1734"/>
                </a:cubicBezTo>
                <a:cubicBezTo>
                  <a:pt x="454" y="1708"/>
                  <a:pt x="404" y="1697"/>
                  <a:pt x="355" y="1697"/>
                </a:cubicBezTo>
                <a:cubicBezTo>
                  <a:pt x="224" y="1697"/>
                  <a:pt x="110" y="1784"/>
                  <a:pt x="64" y="1923"/>
                </a:cubicBezTo>
                <a:cubicBezTo>
                  <a:pt x="1" y="2112"/>
                  <a:pt x="64" y="2301"/>
                  <a:pt x="284" y="2364"/>
                </a:cubicBezTo>
                <a:cubicBezTo>
                  <a:pt x="536" y="2458"/>
                  <a:pt x="820" y="2553"/>
                  <a:pt x="1135" y="2616"/>
                </a:cubicBezTo>
                <a:cubicBezTo>
                  <a:pt x="1229" y="2899"/>
                  <a:pt x="1387" y="3151"/>
                  <a:pt x="1607" y="3277"/>
                </a:cubicBezTo>
                <a:lnTo>
                  <a:pt x="127" y="5703"/>
                </a:lnTo>
                <a:cubicBezTo>
                  <a:pt x="64" y="5735"/>
                  <a:pt x="64" y="5829"/>
                  <a:pt x="64" y="5892"/>
                </a:cubicBezTo>
                <a:lnTo>
                  <a:pt x="64" y="6239"/>
                </a:lnTo>
                <a:cubicBezTo>
                  <a:pt x="64" y="7405"/>
                  <a:pt x="1009" y="8350"/>
                  <a:pt x="2175" y="8350"/>
                </a:cubicBezTo>
                <a:cubicBezTo>
                  <a:pt x="3309" y="8350"/>
                  <a:pt x="4254" y="7405"/>
                  <a:pt x="4254" y="6239"/>
                </a:cubicBezTo>
                <a:lnTo>
                  <a:pt x="4254" y="5892"/>
                </a:lnTo>
                <a:cubicBezTo>
                  <a:pt x="4254" y="5829"/>
                  <a:pt x="4254" y="5766"/>
                  <a:pt x="4222" y="5703"/>
                </a:cubicBezTo>
                <a:lnTo>
                  <a:pt x="2710" y="3277"/>
                </a:lnTo>
                <a:cubicBezTo>
                  <a:pt x="2962" y="3183"/>
                  <a:pt x="3120" y="2931"/>
                  <a:pt x="3183" y="2647"/>
                </a:cubicBezTo>
                <a:cubicBezTo>
                  <a:pt x="3844" y="2553"/>
                  <a:pt x="4222" y="2332"/>
                  <a:pt x="4947" y="1954"/>
                </a:cubicBezTo>
                <a:lnTo>
                  <a:pt x="4947" y="8980"/>
                </a:lnTo>
                <a:lnTo>
                  <a:pt x="3939" y="8980"/>
                </a:lnTo>
                <a:cubicBezTo>
                  <a:pt x="3340" y="8980"/>
                  <a:pt x="2899" y="9421"/>
                  <a:pt x="2899" y="9988"/>
                </a:cubicBezTo>
                <a:lnTo>
                  <a:pt x="2899" y="10713"/>
                </a:lnTo>
                <a:cubicBezTo>
                  <a:pt x="2899" y="10902"/>
                  <a:pt x="3057" y="11059"/>
                  <a:pt x="3246" y="11059"/>
                </a:cubicBezTo>
                <a:lnTo>
                  <a:pt x="8822" y="11059"/>
                </a:lnTo>
                <a:cubicBezTo>
                  <a:pt x="9011" y="11059"/>
                  <a:pt x="9169" y="10902"/>
                  <a:pt x="9169" y="10713"/>
                </a:cubicBezTo>
                <a:lnTo>
                  <a:pt x="9169" y="9988"/>
                </a:lnTo>
                <a:cubicBezTo>
                  <a:pt x="9169" y="9389"/>
                  <a:pt x="8696" y="8980"/>
                  <a:pt x="8129" y="8980"/>
                </a:cubicBezTo>
                <a:lnTo>
                  <a:pt x="7089" y="8980"/>
                </a:lnTo>
                <a:lnTo>
                  <a:pt x="7089" y="1954"/>
                </a:lnTo>
                <a:cubicBezTo>
                  <a:pt x="7814" y="2332"/>
                  <a:pt x="8224" y="2553"/>
                  <a:pt x="8885" y="2647"/>
                </a:cubicBezTo>
                <a:cubicBezTo>
                  <a:pt x="8980" y="2931"/>
                  <a:pt x="9137" y="3120"/>
                  <a:pt x="9358" y="3277"/>
                </a:cubicBezTo>
                <a:lnTo>
                  <a:pt x="7877" y="5703"/>
                </a:lnTo>
                <a:cubicBezTo>
                  <a:pt x="7814" y="5735"/>
                  <a:pt x="7814" y="5829"/>
                  <a:pt x="7814" y="5892"/>
                </a:cubicBezTo>
                <a:lnTo>
                  <a:pt x="7814" y="6239"/>
                </a:lnTo>
                <a:cubicBezTo>
                  <a:pt x="7814" y="7405"/>
                  <a:pt x="8759" y="8350"/>
                  <a:pt x="9925" y="8350"/>
                </a:cubicBezTo>
                <a:cubicBezTo>
                  <a:pt x="11059" y="8350"/>
                  <a:pt x="12004" y="7405"/>
                  <a:pt x="12004" y="6239"/>
                </a:cubicBezTo>
                <a:lnTo>
                  <a:pt x="12004" y="5892"/>
                </a:lnTo>
                <a:cubicBezTo>
                  <a:pt x="12004" y="5829"/>
                  <a:pt x="12004" y="5766"/>
                  <a:pt x="11973" y="5703"/>
                </a:cubicBezTo>
                <a:lnTo>
                  <a:pt x="10460" y="3277"/>
                </a:lnTo>
                <a:cubicBezTo>
                  <a:pt x="10523" y="3151"/>
                  <a:pt x="10681" y="2899"/>
                  <a:pt x="10744" y="2616"/>
                </a:cubicBezTo>
                <a:cubicBezTo>
                  <a:pt x="11027" y="2553"/>
                  <a:pt x="11343" y="2458"/>
                  <a:pt x="11626" y="2364"/>
                </a:cubicBezTo>
                <a:cubicBezTo>
                  <a:pt x="11815" y="2269"/>
                  <a:pt x="11878" y="2080"/>
                  <a:pt x="11815" y="1923"/>
                </a:cubicBezTo>
                <a:cubicBezTo>
                  <a:pt x="11746" y="1784"/>
                  <a:pt x="11626" y="1697"/>
                  <a:pt x="11505" y="1697"/>
                </a:cubicBezTo>
                <a:cubicBezTo>
                  <a:pt x="11461" y="1697"/>
                  <a:pt x="11416" y="1708"/>
                  <a:pt x="11374" y="1734"/>
                </a:cubicBezTo>
                <a:cubicBezTo>
                  <a:pt x="11122" y="1797"/>
                  <a:pt x="10933" y="1891"/>
                  <a:pt x="10712" y="1923"/>
                </a:cubicBezTo>
                <a:cubicBezTo>
                  <a:pt x="10555" y="1576"/>
                  <a:pt x="10208" y="1324"/>
                  <a:pt x="9767" y="1324"/>
                </a:cubicBezTo>
                <a:cubicBezTo>
                  <a:pt x="9326" y="1324"/>
                  <a:pt x="8980" y="1576"/>
                  <a:pt x="8822" y="1954"/>
                </a:cubicBezTo>
                <a:cubicBezTo>
                  <a:pt x="8224" y="1828"/>
                  <a:pt x="7908" y="1639"/>
                  <a:pt x="6963" y="1167"/>
                </a:cubicBezTo>
                <a:lnTo>
                  <a:pt x="6963" y="1009"/>
                </a:lnTo>
                <a:cubicBezTo>
                  <a:pt x="6963" y="411"/>
                  <a:pt x="6491" y="1"/>
                  <a:pt x="59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14" name="Google Shape;9169;p73">
            <a:extLst>
              <a:ext uri="{FF2B5EF4-FFF2-40B4-BE49-F238E27FC236}">
                <a16:creationId xmlns:a16="http://schemas.microsoft.com/office/drawing/2014/main" id="{598CCAE1-E92D-08DE-786C-4CCCFDC4ECBD}"/>
              </a:ext>
            </a:extLst>
          </p:cNvPr>
          <p:cNvSpPr/>
          <p:nvPr/>
        </p:nvSpPr>
        <p:spPr>
          <a:xfrm>
            <a:off x="5383683" y="2961042"/>
            <a:ext cx="405197" cy="399850"/>
          </a:xfrm>
          <a:custGeom>
            <a:avLst/>
            <a:gdLst/>
            <a:ahLst/>
            <a:cxnLst/>
            <a:rect l="l" t="t" r="r" b="b"/>
            <a:pathLst>
              <a:path w="11973" h="11815" extrusionOk="0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15" name="Google Shape;9170;p73">
            <a:extLst>
              <a:ext uri="{FF2B5EF4-FFF2-40B4-BE49-F238E27FC236}">
                <a16:creationId xmlns:a16="http://schemas.microsoft.com/office/drawing/2014/main" id="{F5C52ADF-2AFF-756F-D89E-7D18123653C0}"/>
              </a:ext>
            </a:extLst>
          </p:cNvPr>
          <p:cNvSpPr/>
          <p:nvPr/>
        </p:nvSpPr>
        <p:spPr>
          <a:xfrm>
            <a:off x="7994551" y="1971607"/>
            <a:ext cx="257000" cy="397718"/>
          </a:xfrm>
          <a:custGeom>
            <a:avLst/>
            <a:gdLst/>
            <a:ahLst/>
            <a:cxnLst/>
            <a:rect l="l" t="t" r="r" b="b"/>
            <a:pathLst>
              <a:path w="7594" h="11752" extrusionOk="0">
                <a:moveTo>
                  <a:pt x="6585" y="662"/>
                </a:moveTo>
                <a:cubicBezTo>
                  <a:pt x="6774" y="662"/>
                  <a:pt x="6932" y="819"/>
                  <a:pt x="6932" y="1008"/>
                </a:cubicBezTo>
                <a:cubicBezTo>
                  <a:pt x="6932" y="1197"/>
                  <a:pt x="6774" y="1355"/>
                  <a:pt x="6585" y="1355"/>
                </a:cubicBezTo>
                <a:lnTo>
                  <a:pt x="1040" y="1355"/>
                </a:lnTo>
                <a:cubicBezTo>
                  <a:pt x="820" y="1355"/>
                  <a:pt x="662" y="1197"/>
                  <a:pt x="662" y="1008"/>
                </a:cubicBezTo>
                <a:cubicBezTo>
                  <a:pt x="662" y="819"/>
                  <a:pt x="820" y="662"/>
                  <a:pt x="1040" y="662"/>
                </a:cubicBezTo>
                <a:close/>
                <a:moveTo>
                  <a:pt x="6175" y="2048"/>
                </a:moveTo>
                <a:lnTo>
                  <a:pt x="6175" y="2867"/>
                </a:lnTo>
                <a:cubicBezTo>
                  <a:pt x="5435" y="3277"/>
                  <a:pt x="4600" y="3481"/>
                  <a:pt x="3765" y="3481"/>
                </a:cubicBezTo>
                <a:cubicBezTo>
                  <a:pt x="2930" y="3481"/>
                  <a:pt x="2096" y="3277"/>
                  <a:pt x="1355" y="2867"/>
                </a:cubicBezTo>
                <a:lnTo>
                  <a:pt x="1355" y="2048"/>
                </a:lnTo>
                <a:close/>
                <a:moveTo>
                  <a:pt x="1418" y="3686"/>
                </a:moveTo>
                <a:lnTo>
                  <a:pt x="1418" y="3686"/>
                </a:lnTo>
                <a:cubicBezTo>
                  <a:pt x="2174" y="4001"/>
                  <a:pt x="2962" y="4190"/>
                  <a:pt x="3781" y="4190"/>
                </a:cubicBezTo>
                <a:cubicBezTo>
                  <a:pt x="4600" y="4190"/>
                  <a:pt x="5388" y="4033"/>
                  <a:pt x="6144" y="3686"/>
                </a:cubicBezTo>
                <a:lnTo>
                  <a:pt x="6144" y="3686"/>
                </a:lnTo>
                <a:cubicBezTo>
                  <a:pt x="5860" y="4757"/>
                  <a:pt x="4915" y="5545"/>
                  <a:pt x="3781" y="5545"/>
                </a:cubicBezTo>
                <a:cubicBezTo>
                  <a:pt x="2647" y="5545"/>
                  <a:pt x="1702" y="4757"/>
                  <a:pt x="1418" y="3686"/>
                </a:cubicBezTo>
                <a:close/>
                <a:moveTo>
                  <a:pt x="3435" y="6238"/>
                </a:moveTo>
                <a:lnTo>
                  <a:pt x="3435" y="7813"/>
                </a:lnTo>
                <a:lnTo>
                  <a:pt x="1544" y="9704"/>
                </a:lnTo>
                <a:lnTo>
                  <a:pt x="1355" y="9704"/>
                </a:lnTo>
                <a:lnTo>
                  <a:pt x="1355" y="8695"/>
                </a:lnTo>
                <a:cubicBezTo>
                  <a:pt x="1355" y="7467"/>
                  <a:pt x="2237" y="6427"/>
                  <a:pt x="3435" y="6238"/>
                </a:cubicBezTo>
                <a:close/>
                <a:moveTo>
                  <a:pt x="3781" y="8443"/>
                </a:moveTo>
                <a:lnTo>
                  <a:pt x="5041" y="9704"/>
                </a:lnTo>
                <a:lnTo>
                  <a:pt x="2552" y="9704"/>
                </a:lnTo>
                <a:lnTo>
                  <a:pt x="3781" y="8443"/>
                </a:lnTo>
                <a:close/>
                <a:moveTo>
                  <a:pt x="4128" y="6238"/>
                </a:moveTo>
                <a:cubicBezTo>
                  <a:pt x="5325" y="6396"/>
                  <a:pt x="6207" y="7435"/>
                  <a:pt x="6207" y="8695"/>
                </a:cubicBezTo>
                <a:lnTo>
                  <a:pt x="6207" y="9704"/>
                </a:lnTo>
                <a:lnTo>
                  <a:pt x="6018" y="9704"/>
                </a:lnTo>
                <a:lnTo>
                  <a:pt x="4128" y="7813"/>
                </a:lnTo>
                <a:lnTo>
                  <a:pt x="4128" y="6238"/>
                </a:lnTo>
                <a:close/>
                <a:moveTo>
                  <a:pt x="6553" y="10397"/>
                </a:moveTo>
                <a:cubicBezTo>
                  <a:pt x="6743" y="10428"/>
                  <a:pt x="6900" y="10586"/>
                  <a:pt x="6900" y="10743"/>
                </a:cubicBezTo>
                <a:cubicBezTo>
                  <a:pt x="6900" y="10932"/>
                  <a:pt x="6743" y="11090"/>
                  <a:pt x="6553" y="11090"/>
                </a:cubicBezTo>
                <a:lnTo>
                  <a:pt x="977" y="11090"/>
                </a:lnTo>
                <a:cubicBezTo>
                  <a:pt x="788" y="11090"/>
                  <a:pt x="631" y="10932"/>
                  <a:pt x="631" y="10743"/>
                </a:cubicBezTo>
                <a:cubicBezTo>
                  <a:pt x="631" y="10554"/>
                  <a:pt x="788" y="10397"/>
                  <a:pt x="977" y="10397"/>
                </a:cubicBezTo>
                <a:close/>
                <a:moveTo>
                  <a:pt x="1009" y="0"/>
                </a:moveTo>
                <a:cubicBezTo>
                  <a:pt x="442" y="0"/>
                  <a:pt x="0" y="473"/>
                  <a:pt x="0" y="1008"/>
                </a:cubicBezTo>
                <a:cubicBezTo>
                  <a:pt x="0" y="1449"/>
                  <a:pt x="284" y="1827"/>
                  <a:pt x="694" y="1985"/>
                </a:cubicBezTo>
                <a:lnTo>
                  <a:pt x="694" y="3088"/>
                </a:lnTo>
                <a:cubicBezTo>
                  <a:pt x="694" y="4316"/>
                  <a:pt x="1387" y="5356"/>
                  <a:pt x="2395" y="5860"/>
                </a:cubicBezTo>
                <a:cubicBezTo>
                  <a:pt x="1387" y="6364"/>
                  <a:pt x="694" y="7435"/>
                  <a:pt x="694" y="8664"/>
                </a:cubicBezTo>
                <a:lnTo>
                  <a:pt x="694" y="9767"/>
                </a:lnTo>
                <a:cubicBezTo>
                  <a:pt x="316" y="9924"/>
                  <a:pt x="0" y="10271"/>
                  <a:pt x="0" y="10743"/>
                </a:cubicBezTo>
                <a:cubicBezTo>
                  <a:pt x="0" y="11342"/>
                  <a:pt x="473" y="11751"/>
                  <a:pt x="1009" y="11751"/>
                </a:cubicBezTo>
                <a:lnTo>
                  <a:pt x="6585" y="11751"/>
                </a:lnTo>
                <a:cubicBezTo>
                  <a:pt x="7152" y="11751"/>
                  <a:pt x="7593" y="11279"/>
                  <a:pt x="7593" y="10743"/>
                </a:cubicBezTo>
                <a:cubicBezTo>
                  <a:pt x="7593" y="10302"/>
                  <a:pt x="7310" y="9924"/>
                  <a:pt x="6900" y="9767"/>
                </a:cubicBezTo>
                <a:lnTo>
                  <a:pt x="6900" y="8664"/>
                </a:lnTo>
                <a:cubicBezTo>
                  <a:pt x="6900" y="7435"/>
                  <a:pt x="6207" y="6364"/>
                  <a:pt x="5199" y="5860"/>
                </a:cubicBezTo>
                <a:cubicBezTo>
                  <a:pt x="6207" y="5387"/>
                  <a:pt x="6900" y="4316"/>
                  <a:pt x="6900" y="3088"/>
                </a:cubicBezTo>
                <a:lnTo>
                  <a:pt x="6900" y="1985"/>
                </a:lnTo>
                <a:cubicBezTo>
                  <a:pt x="7278" y="1827"/>
                  <a:pt x="7593" y="1481"/>
                  <a:pt x="7593" y="1008"/>
                </a:cubicBezTo>
                <a:cubicBezTo>
                  <a:pt x="7593" y="410"/>
                  <a:pt x="7121" y="0"/>
                  <a:pt x="65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16" name="Google Shape;9171;p73">
            <a:extLst>
              <a:ext uri="{FF2B5EF4-FFF2-40B4-BE49-F238E27FC236}">
                <a16:creationId xmlns:a16="http://schemas.microsoft.com/office/drawing/2014/main" id="{886EB263-29AA-2766-2B61-E26E6F6230CC}"/>
              </a:ext>
            </a:extLst>
          </p:cNvPr>
          <p:cNvSpPr/>
          <p:nvPr/>
        </p:nvSpPr>
        <p:spPr>
          <a:xfrm>
            <a:off x="811913" y="1969998"/>
            <a:ext cx="403031" cy="400932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3" name="Google Shape;9173;p73">
            <a:extLst>
              <a:ext uri="{FF2B5EF4-FFF2-40B4-BE49-F238E27FC236}">
                <a16:creationId xmlns:a16="http://schemas.microsoft.com/office/drawing/2014/main" id="{17917BB0-72BE-2324-C30F-DE0F5F438AD1}"/>
              </a:ext>
            </a:extLst>
          </p:cNvPr>
          <p:cNvSpPr/>
          <p:nvPr/>
        </p:nvSpPr>
        <p:spPr>
          <a:xfrm>
            <a:off x="881740" y="2681035"/>
            <a:ext cx="94928" cy="68396"/>
          </a:xfrm>
          <a:custGeom>
            <a:avLst/>
            <a:gdLst/>
            <a:ahLst/>
            <a:cxnLst/>
            <a:rect l="l" t="t" r="r" b="b"/>
            <a:pathLst>
              <a:path w="2805" h="2021" extrusionOk="0">
                <a:moveTo>
                  <a:pt x="2473" y="0"/>
                </a:moveTo>
                <a:cubicBezTo>
                  <a:pt x="2377" y="0"/>
                  <a:pt x="2273" y="32"/>
                  <a:pt x="2206" y="99"/>
                </a:cubicBezTo>
                <a:lnTo>
                  <a:pt x="1072" y="1233"/>
                </a:lnTo>
                <a:lnTo>
                  <a:pt x="599" y="761"/>
                </a:lnTo>
                <a:cubicBezTo>
                  <a:pt x="536" y="713"/>
                  <a:pt x="449" y="690"/>
                  <a:pt x="363" y="690"/>
                </a:cubicBezTo>
                <a:cubicBezTo>
                  <a:pt x="276" y="690"/>
                  <a:pt x="189" y="713"/>
                  <a:pt x="126" y="761"/>
                </a:cubicBezTo>
                <a:cubicBezTo>
                  <a:pt x="0" y="887"/>
                  <a:pt x="0" y="1139"/>
                  <a:pt x="126" y="1233"/>
                </a:cubicBezTo>
                <a:lnTo>
                  <a:pt x="820" y="1958"/>
                </a:lnTo>
                <a:cubicBezTo>
                  <a:pt x="914" y="2021"/>
                  <a:pt x="977" y="2021"/>
                  <a:pt x="1072" y="2021"/>
                </a:cubicBezTo>
                <a:cubicBezTo>
                  <a:pt x="1135" y="2021"/>
                  <a:pt x="1261" y="1989"/>
                  <a:pt x="1292" y="1926"/>
                </a:cubicBezTo>
                <a:lnTo>
                  <a:pt x="2678" y="540"/>
                </a:lnTo>
                <a:cubicBezTo>
                  <a:pt x="2804" y="414"/>
                  <a:pt x="2804" y="162"/>
                  <a:pt x="2678" y="68"/>
                </a:cubicBezTo>
                <a:cubicBezTo>
                  <a:pt x="2634" y="24"/>
                  <a:pt x="2557" y="0"/>
                  <a:pt x="24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4" name="Google Shape;9174;p73">
            <a:extLst>
              <a:ext uri="{FF2B5EF4-FFF2-40B4-BE49-F238E27FC236}">
                <a16:creationId xmlns:a16="http://schemas.microsoft.com/office/drawing/2014/main" id="{D4354B22-2F74-1647-ADEE-00EFB672B131}"/>
              </a:ext>
            </a:extLst>
          </p:cNvPr>
          <p:cNvSpPr/>
          <p:nvPr/>
        </p:nvSpPr>
        <p:spPr>
          <a:xfrm>
            <a:off x="881740" y="2610913"/>
            <a:ext cx="94928" cy="69242"/>
          </a:xfrm>
          <a:custGeom>
            <a:avLst/>
            <a:gdLst/>
            <a:ahLst/>
            <a:cxnLst/>
            <a:rect l="l" t="t" r="r" b="b"/>
            <a:pathLst>
              <a:path w="2805" h="2046" extrusionOk="0">
                <a:moveTo>
                  <a:pt x="2469" y="1"/>
                </a:moveTo>
                <a:cubicBezTo>
                  <a:pt x="2374" y="1"/>
                  <a:pt x="2272" y="40"/>
                  <a:pt x="2206" y="123"/>
                </a:cubicBezTo>
                <a:lnTo>
                  <a:pt x="1072" y="1257"/>
                </a:lnTo>
                <a:lnTo>
                  <a:pt x="599" y="785"/>
                </a:lnTo>
                <a:cubicBezTo>
                  <a:pt x="536" y="738"/>
                  <a:pt x="449" y="714"/>
                  <a:pt x="363" y="714"/>
                </a:cubicBezTo>
                <a:cubicBezTo>
                  <a:pt x="276" y="714"/>
                  <a:pt x="189" y="738"/>
                  <a:pt x="126" y="785"/>
                </a:cubicBezTo>
                <a:cubicBezTo>
                  <a:pt x="0" y="911"/>
                  <a:pt x="0" y="1163"/>
                  <a:pt x="126" y="1257"/>
                </a:cubicBezTo>
                <a:lnTo>
                  <a:pt x="820" y="1982"/>
                </a:lnTo>
                <a:cubicBezTo>
                  <a:pt x="914" y="2045"/>
                  <a:pt x="977" y="2045"/>
                  <a:pt x="1072" y="2045"/>
                </a:cubicBezTo>
                <a:cubicBezTo>
                  <a:pt x="1135" y="2045"/>
                  <a:pt x="1261" y="2014"/>
                  <a:pt x="1292" y="1951"/>
                </a:cubicBezTo>
                <a:lnTo>
                  <a:pt x="2678" y="564"/>
                </a:lnTo>
                <a:cubicBezTo>
                  <a:pt x="2804" y="438"/>
                  <a:pt x="2804" y="186"/>
                  <a:pt x="2678" y="92"/>
                </a:cubicBezTo>
                <a:cubicBezTo>
                  <a:pt x="2634" y="32"/>
                  <a:pt x="2554" y="1"/>
                  <a:pt x="246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5" name="Google Shape;9175;p73">
            <a:extLst>
              <a:ext uri="{FF2B5EF4-FFF2-40B4-BE49-F238E27FC236}">
                <a16:creationId xmlns:a16="http://schemas.microsoft.com/office/drawing/2014/main" id="{975B26DA-28BE-20CA-7BE4-F220F72E0108}"/>
              </a:ext>
            </a:extLst>
          </p:cNvPr>
          <p:cNvSpPr/>
          <p:nvPr/>
        </p:nvSpPr>
        <p:spPr>
          <a:xfrm>
            <a:off x="881740" y="2540553"/>
            <a:ext cx="94928" cy="69208"/>
          </a:xfrm>
          <a:custGeom>
            <a:avLst/>
            <a:gdLst/>
            <a:ahLst/>
            <a:cxnLst/>
            <a:rect l="l" t="t" r="r" b="b"/>
            <a:pathLst>
              <a:path w="2805" h="2045" extrusionOk="0">
                <a:moveTo>
                  <a:pt x="2469" y="1"/>
                </a:moveTo>
                <a:cubicBezTo>
                  <a:pt x="2374" y="1"/>
                  <a:pt x="2272" y="40"/>
                  <a:pt x="2206" y="123"/>
                </a:cubicBezTo>
                <a:lnTo>
                  <a:pt x="1072" y="1257"/>
                </a:lnTo>
                <a:lnTo>
                  <a:pt x="599" y="785"/>
                </a:lnTo>
                <a:cubicBezTo>
                  <a:pt x="536" y="722"/>
                  <a:pt x="449" y="690"/>
                  <a:pt x="363" y="690"/>
                </a:cubicBezTo>
                <a:cubicBezTo>
                  <a:pt x="276" y="690"/>
                  <a:pt x="189" y="722"/>
                  <a:pt x="126" y="785"/>
                </a:cubicBezTo>
                <a:cubicBezTo>
                  <a:pt x="0" y="911"/>
                  <a:pt x="0" y="1131"/>
                  <a:pt x="126" y="1257"/>
                </a:cubicBezTo>
                <a:lnTo>
                  <a:pt x="820" y="1982"/>
                </a:lnTo>
                <a:cubicBezTo>
                  <a:pt x="914" y="2045"/>
                  <a:pt x="977" y="2045"/>
                  <a:pt x="1072" y="2045"/>
                </a:cubicBezTo>
                <a:cubicBezTo>
                  <a:pt x="1135" y="2045"/>
                  <a:pt x="1261" y="2013"/>
                  <a:pt x="1292" y="1919"/>
                </a:cubicBezTo>
                <a:lnTo>
                  <a:pt x="2678" y="532"/>
                </a:lnTo>
                <a:cubicBezTo>
                  <a:pt x="2804" y="438"/>
                  <a:pt x="2804" y="186"/>
                  <a:pt x="2678" y="91"/>
                </a:cubicBezTo>
                <a:cubicBezTo>
                  <a:pt x="2634" y="32"/>
                  <a:pt x="2554" y="1"/>
                  <a:pt x="246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6" name="Google Shape;9176;p73">
            <a:extLst>
              <a:ext uri="{FF2B5EF4-FFF2-40B4-BE49-F238E27FC236}">
                <a16:creationId xmlns:a16="http://schemas.microsoft.com/office/drawing/2014/main" id="{4C7DEE68-2352-A014-4C60-5069CC3CC6D2}"/>
              </a:ext>
            </a:extLst>
          </p:cNvPr>
          <p:cNvSpPr/>
          <p:nvPr/>
        </p:nvSpPr>
        <p:spPr>
          <a:xfrm>
            <a:off x="811381" y="2445523"/>
            <a:ext cx="404114" cy="399884"/>
          </a:xfrm>
          <a:custGeom>
            <a:avLst/>
            <a:gdLst/>
            <a:ahLst/>
            <a:cxnLst/>
            <a:rect l="l" t="t" r="r" b="b"/>
            <a:pathLst>
              <a:path w="11941" h="11816" extrusionOk="0">
                <a:moveTo>
                  <a:pt x="6963" y="1198"/>
                </a:moveTo>
                <a:lnTo>
                  <a:pt x="7876" y="2143"/>
                </a:lnTo>
                <a:lnTo>
                  <a:pt x="6963" y="2143"/>
                </a:lnTo>
                <a:lnTo>
                  <a:pt x="6963" y="1198"/>
                </a:lnTo>
                <a:close/>
                <a:moveTo>
                  <a:pt x="10286" y="3498"/>
                </a:moveTo>
                <a:cubicBezTo>
                  <a:pt x="10373" y="3498"/>
                  <a:pt x="10460" y="3530"/>
                  <a:pt x="10523" y="3593"/>
                </a:cubicBezTo>
                <a:lnTo>
                  <a:pt x="10995" y="4065"/>
                </a:lnTo>
                <a:cubicBezTo>
                  <a:pt x="11184" y="4223"/>
                  <a:pt x="11184" y="4475"/>
                  <a:pt x="11027" y="4569"/>
                </a:cubicBezTo>
                <a:lnTo>
                  <a:pt x="10806" y="4821"/>
                </a:lnTo>
                <a:lnTo>
                  <a:pt x="9798" y="3845"/>
                </a:lnTo>
                <a:lnTo>
                  <a:pt x="10050" y="3593"/>
                </a:lnTo>
                <a:cubicBezTo>
                  <a:pt x="10113" y="3530"/>
                  <a:pt x="10200" y="3498"/>
                  <a:pt x="10286" y="3498"/>
                </a:cubicBezTo>
                <a:close/>
                <a:moveTo>
                  <a:pt x="9294" y="4349"/>
                </a:moveTo>
                <a:lnTo>
                  <a:pt x="10271" y="5325"/>
                </a:lnTo>
                <a:lnTo>
                  <a:pt x="7845" y="7783"/>
                </a:lnTo>
                <a:lnTo>
                  <a:pt x="6868" y="6774"/>
                </a:lnTo>
                <a:lnTo>
                  <a:pt x="9294" y="4349"/>
                </a:lnTo>
                <a:close/>
                <a:moveTo>
                  <a:pt x="6585" y="7499"/>
                </a:moveTo>
                <a:lnTo>
                  <a:pt x="7183" y="8098"/>
                </a:lnTo>
                <a:lnTo>
                  <a:pt x="6427" y="8255"/>
                </a:lnTo>
                <a:lnTo>
                  <a:pt x="6585" y="7499"/>
                </a:lnTo>
                <a:close/>
                <a:moveTo>
                  <a:pt x="6994" y="10398"/>
                </a:moveTo>
                <a:lnTo>
                  <a:pt x="6994" y="10776"/>
                </a:lnTo>
                <a:cubicBezTo>
                  <a:pt x="6994" y="10870"/>
                  <a:pt x="7057" y="10996"/>
                  <a:pt x="7089" y="11122"/>
                </a:cubicBezTo>
                <a:lnTo>
                  <a:pt x="1071" y="11122"/>
                </a:lnTo>
                <a:cubicBezTo>
                  <a:pt x="882" y="11122"/>
                  <a:pt x="693" y="10965"/>
                  <a:pt x="693" y="10776"/>
                </a:cubicBezTo>
                <a:lnTo>
                  <a:pt x="693" y="10398"/>
                </a:lnTo>
                <a:close/>
                <a:moveTo>
                  <a:pt x="6270" y="663"/>
                </a:moveTo>
                <a:lnTo>
                  <a:pt x="6270" y="2458"/>
                </a:lnTo>
                <a:cubicBezTo>
                  <a:pt x="6270" y="2647"/>
                  <a:pt x="6427" y="2805"/>
                  <a:pt x="6616" y="2805"/>
                </a:cubicBezTo>
                <a:lnTo>
                  <a:pt x="8349" y="2805"/>
                </a:lnTo>
                <a:lnTo>
                  <a:pt x="8349" y="4286"/>
                </a:lnTo>
                <a:lnTo>
                  <a:pt x="6112" y="6554"/>
                </a:lnTo>
                <a:cubicBezTo>
                  <a:pt x="6081" y="6585"/>
                  <a:pt x="6018" y="6680"/>
                  <a:pt x="6018" y="6711"/>
                </a:cubicBezTo>
                <a:lnTo>
                  <a:pt x="5608" y="8633"/>
                </a:lnTo>
                <a:cubicBezTo>
                  <a:pt x="5545" y="8759"/>
                  <a:pt x="5608" y="8885"/>
                  <a:pt x="5671" y="8948"/>
                </a:cubicBezTo>
                <a:cubicBezTo>
                  <a:pt x="5742" y="9019"/>
                  <a:pt x="5813" y="9055"/>
                  <a:pt x="5897" y="9055"/>
                </a:cubicBezTo>
                <a:cubicBezTo>
                  <a:pt x="5925" y="9055"/>
                  <a:pt x="5955" y="9051"/>
                  <a:pt x="5986" y="9043"/>
                </a:cubicBezTo>
                <a:lnTo>
                  <a:pt x="7908" y="8602"/>
                </a:lnTo>
                <a:cubicBezTo>
                  <a:pt x="8002" y="8602"/>
                  <a:pt x="8034" y="8570"/>
                  <a:pt x="8065" y="8507"/>
                </a:cubicBezTo>
                <a:lnTo>
                  <a:pt x="8349" y="8255"/>
                </a:lnTo>
                <a:lnTo>
                  <a:pt x="8349" y="10807"/>
                </a:lnTo>
                <a:lnTo>
                  <a:pt x="8380" y="10807"/>
                </a:lnTo>
                <a:cubicBezTo>
                  <a:pt x="8380" y="10996"/>
                  <a:pt x="8223" y="11154"/>
                  <a:pt x="8034" y="11154"/>
                </a:cubicBezTo>
                <a:cubicBezTo>
                  <a:pt x="7845" y="11154"/>
                  <a:pt x="7687" y="10996"/>
                  <a:pt x="7687" y="10807"/>
                </a:cubicBezTo>
                <a:lnTo>
                  <a:pt x="7687" y="10083"/>
                </a:lnTo>
                <a:cubicBezTo>
                  <a:pt x="7687" y="9893"/>
                  <a:pt x="7530" y="9736"/>
                  <a:pt x="7309" y="9736"/>
                </a:cubicBezTo>
                <a:lnTo>
                  <a:pt x="1386" y="9736"/>
                </a:lnTo>
                <a:lnTo>
                  <a:pt x="1386" y="663"/>
                </a:lnTo>
                <a:close/>
                <a:moveTo>
                  <a:pt x="1071" y="1"/>
                </a:moveTo>
                <a:cubicBezTo>
                  <a:pt x="882" y="1"/>
                  <a:pt x="693" y="158"/>
                  <a:pt x="693" y="379"/>
                </a:cubicBezTo>
                <a:lnTo>
                  <a:pt x="693" y="9736"/>
                </a:lnTo>
                <a:lnTo>
                  <a:pt x="347" y="9736"/>
                </a:lnTo>
                <a:cubicBezTo>
                  <a:pt x="158" y="9736"/>
                  <a:pt x="0" y="9893"/>
                  <a:pt x="0" y="10083"/>
                </a:cubicBezTo>
                <a:lnTo>
                  <a:pt x="0" y="10807"/>
                </a:lnTo>
                <a:cubicBezTo>
                  <a:pt x="0" y="11406"/>
                  <a:pt x="473" y="11815"/>
                  <a:pt x="1008" y="11815"/>
                </a:cubicBezTo>
                <a:lnTo>
                  <a:pt x="8002" y="11815"/>
                </a:lnTo>
                <a:cubicBezTo>
                  <a:pt x="8569" y="11815"/>
                  <a:pt x="9011" y="11343"/>
                  <a:pt x="9011" y="10807"/>
                </a:cubicBezTo>
                <a:lnTo>
                  <a:pt x="9011" y="7562"/>
                </a:lnTo>
                <a:lnTo>
                  <a:pt x="11499" y="5105"/>
                </a:lnTo>
                <a:cubicBezTo>
                  <a:pt x="11940" y="4664"/>
                  <a:pt x="11940" y="4034"/>
                  <a:pt x="11531" y="3593"/>
                </a:cubicBezTo>
                <a:lnTo>
                  <a:pt x="11058" y="3120"/>
                </a:lnTo>
                <a:cubicBezTo>
                  <a:pt x="10869" y="2931"/>
                  <a:pt x="10609" y="2836"/>
                  <a:pt x="10346" y="2836"/>
                </a:cubicBezTo>
                <a:cubicBezTo>
                  <a:pt x="10082" y="2836"/>
                  <a:pt x="9814" y="2931"/>
                  <a:pt x="9609" y="3120"/>
                </a:cubicBezTo>
                <a:lnTo>
                  <a:pt x="9105" y="3624"/>
                </a:lnTo>
                <a:lnTo>
                  <a:pt x="9105" y="2490"/>
                </a:lnTo>
                <a:cubicBezTo>
                  <a:pt x="9105" y="2427"/>
                  <a:pt x="9074" y="2332"/>
                  <a:pt x="8979" y="2269"/>
                </a:cubicBezTo>
                <a:lnTo>
                  <a:pt x="6900" y="127"/>
                </a:lnTo>
                <a:cubicBezTo>
                  <a:pt x="6805" y="64"/>
                  <a:pt x="6742" y="1"/>
                  <a:pt x="66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1" name="Google Shape;9178;p73">
            <a:extLst>
              <a:ext uri="{FF2B5EF4-FFF2-40B4-BE49-F238E27FC236}">
                <a16:creationId xmlns:a16="http://schemas.microsoft.com/office/drawing/2014/main" id="{D0F25707-3FC6-A599-78CD-73133A2EFBF1}"/>
              </a:ext>
            </a:extLst>
          </p:cNvPr>
          <p:cNvSpPr/>
          <p:nvPr/>
        </p:nvSpPr>
        <p:spPr>
          <a:xfrm>
            <a:off x="898289" y="3056484"/>
            <a:ext cx="218589" cy="211144"/>
          </a:xfrm>
          <a:custGeom>
            <a:avLst/>
            <a:gdLst/>
            <a:ahLst/>
            <a:cxnLst/>
            <a:rect l="l" t="t" r="r" b="b"/>
            <a:pathLst>
              <a:path w="6459" h="6239" extrusionOk="0">
                <a:moveTo>
                  <a:pt x="3403" y="2079"/>
                </a:moveTo>
                <a:cubicBezTo>
                  <a:pt x="3781" y="2079"/>
                  <a:pt x="4096" y="2394"/>
                  <a:pt x="4096" y="2773"/>
                </a:cubicBezTo>
                <a:cubicBezTo>
                  <a:pt x="4096" y="3182"/>
                  <a:pt x="3781" y="3497"/>
                  <a:pt x="3403" y="3497"/>
                </a:cubicBezTo>
                <a:cubicBezTo>
                  <a:pt x="2993" y="3434"/>
                  <a:pt x="2678" y="3119"/>
                  <a:pt x="2678" y="2773"/>
                </a:cubicBezTo>
                <a:cubicBezTo>
                  <a:pt x="2678" y="2394"/>
                  <a:pt x="2993" y="2079"/>
                  <a:pt x="3403" y="2079"/>
                </a:cubicBezTo>
                <a:close/>
                <a:moveTo>
                  <a:pt x="3371" y="693"/>
                </a:moveTo>
                <a:cubicBezTo>
                  <a:pt x="4694" y="693"/>
                  <a:pt x="5765" y="1796"/>
                  <a:pt x="5765" y="3119"/>
                </a:cubicBezTo>
                <a:cubicBezTo>
                  <a:pt x="5765" y="3686"/>
                  <a:pt x="5545" y="4222"/>
                  <a:pt x="5198" y="4663"/>
                </a:cubicBezTo>
                <a:cubicBezTo>
                  <a:pt x="5072" y="4442"/>
                  <a:pt x="4915" y="4190"/>
                  <a:pt x="4694" y="4001"/>
                </a:cubicBezTo>
                <a:cubicBezTo>
                  <a:pt x="4568" y="3907"/>
                  <a:pt x="4442" y="3812"/>
                  <a:pt x="4348" y="3749"/>
                </a:cubicBezTo>
                <a:cubicBezTo>
                  <a:pt x="4568" y="3529"/>
                  <a:pt x="4726" y="3182"/>
                  <a:pt x="4726" y="2804"/>
                </a:cubicBezTo>
                <a:cubicBezTo>
                  <a:pt x="4726" y="2079"/>
                  <a:pt x="4096" y="1449"/>
                  <a:pt x="3340" y="1449"/>
                </a:cubicBezTo>
                <a:cubicBezTo>
                  <a:pt x="2615" y="1449"/>
                  <a:pt x="1985" y="2079"/>
                  <a:pt x="1985" y="2804"/>
                </a:cubicBezTo>
                <a:cubicBezTo>
                  <a:pt x="1985" y="3182"/>
                  <a:pt x="2142" y="3529"/>
                  <a:pt x="2363" y="3749"/>
                </a:cubicBezTo>
                <a:lnTo>
                  <a:pt x="2016" y="4001"/>
                </a:lnTo>
                <a:cubicBezTo>
                  <a:pt x="1827" y="4190"/>
                  <a:pt x="1607" y="4442"/>
                  <a:pt x="1512" y="4663"/>
                </a:cubicBezTo>
                <a:cubicBezTo>
                  <a:pt x="1040" y="4064"/>
                  <a:pt x="882" y="3434"/>
                  <a:pt x="945" y="2773"/>
                </a:cubicBezTo>
                <a:cubicBezTo>
                  <a:pt x="1103" y="1670"/>
                  <a:pt x="2111" y="693"/>
                  <a:pt x="3371" y="693"/>
                </a:cubicBezTo>
                <a:close/>
                <a:moveTo>
                  <a:pt x="3371" y="4159"/>
                </a:moveTo>
                <a:cubicBezTo>
                  <a:pt x="4001" y="4159"/>
                  <a:pt x="4505" y="4600"/>
                  <a:pt x="4694" y="5135"/>
                </a:cubicBezTo>
                <a:cubicBezTo>
                  <a:pt x="4316" y="5387"/>
                  <a:pt x="3875" y="5545"/>
                  <a:pt x="3371" y="5545"/>
                </a:cubicBezTo>
                <a:cubicBezTo>
                  <a:pt x="2898" y="5545"/>
                  <a:pt x="2426" y="5387"/>
                  <a:pt x="2016" y="5135"/>
                </a:cubicBezTo>
                <a:cubicBezTo>
                  <a:pt x="2174" y="4537"/>
                  <a:pt x="2741" y="4159"/>
                  <a:pt x="3371" y="4159"/>
                </a:cubicBezTo>
                <a:close/>
                <a:moveTo>
                  <a:pt x="3308" y="0"/>
                </a:moveTo>
                <a:cubicBezTo>
                  <a:pt x="1701" y="0"/>
                  <a:pt x="441" y="1229"/>
                  <a:pt x="252" y="2710"/>
                </a:cubicBezTo>
                <a:cubicBezTo>
                  <a:pt x="0" y="4600"/>
                  <a:pt x="1512" y="6238"/>
                  <a:pt x="3371" y="6238"/>
                </a:cubicBezTo>
                <a:cubicBezTo>
                  <a:pt x="5104" y="6238"/>
                  <a:pt x="6459" y="4820"/>
                  <a:pt x="6459" y="3119"/>
                </a:cubicBezTo>
                <a:cubicBezTo>
                  <a:pt x="6459" y="1386"/>
                  <a:pt x="5041" y="0"/>
                  <a:pt x="33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2" name="Google Shape;9179;p73">
            <a:extLst>
              <a:ext uri="{FF2B5EF4-FFF2-40B4-BE49-F238E27FC236}">
                <a16:creationId xmlns:a16="http://schemas.microsoft.com/office/drawing/2014/main" id="{10167609-BFB1-D634-9209-96AD599B134D}"/>
              </a:ext>
            </a:extLst>
          </p:cNvPr>
          <p:cNvSpPr/>
          <p:nvPr/>
        </p:nvSpPr>
        <p:spPr>
          <a:xfrm>
            <a:off x="811924" y="2959459"/>
            <a:ext cx="403031" cy="403031"/>
          </a:xfrm>
          <a:custGeom>
            <a:avLst/>
            <a:gdLst/>
            <a:ahLst/>
            <a:cxnLst/>
            <a:rect l="l" t="t" r="r" b="b"/>
            <a:pathLst>
              <a:path w="11909" h="11909" extrusionOk="0">
                <a:moveTo>
                  <a:pt x="6270" y="1512"/>
                </a:moveTo>
                <a:cubicBezTo>
                  <a:pt x="8475" y="1670"/>
                  <a:pt x="10239" y="3434"/>
                  <a:pt x="10397" y="5640"/>
                </a:cubicBezTo>
                <a:lnTo>
                  <a:pt x="10082" y="5640"/>
                </a:lnTo>
                <a:cubicBezTo>
                  <a:pt x="9893" y="5640"/>
                  <a:pt x="9735" y="5797"/>
                  <a:pt x="9735" y="5986"/>
                </a:cubicBezTo>
                <a:cubicBezTo>
                  <a:pt x="9735" y="6207"/>
                  <a:pt x="9893" y="6364"/>
                  <a:pt x="10082" y="6364"/>
                </a:cubicBezTo>
                <a:lnTo>
                  <a:pt x="10397" y="6364"/>
                </a:lnTo>
                <a:cubicBezTo>
                  <a:pt x="10239" y="8569"/>
                  <a:pt x="8475" y="10334"/>
                  <a:pt x="6270" y="10491"/>
                </a:cubicBezTo>
                <a:lnTo>
                  <a:pt x="6270" y="10176"/>
                </a:lnTo>
                <a:cubicBezTo>
                  <a:pt x="6270" y="9987"/>
                  <a:pt x="6112" y="9830"/>
                  <a:pt x="5923" y="9830"/>
                </a:cubicBezTo>
                <a:cubicBezTo>
                  <a:pt x="5703" y="9830"/>
                  <a:pt x="5545" y="9987"/>
                  <a:pt x="5545" y="10176"/>
                </a:cubicBezTo>
                <a:lnTo>
                  <a:pt x="5545" y="10491"/>
                </a:lnTo>
                <a:cubicBezTo>
                  <a:pt x="3340" y="10334"/>
                  <a:pt x="1575" y="8569"/>
                  <a:pt x="1418" y="6364"/>
                </a:cubicBezTo>
                <a:lnTo>
                  <a:pt x="1733" y="6364"/>
                </a:lnTo>
                <a:cubicBezTo>
                  <a:pt x="1922" y="6364"/>
                  <a:pt x="2079" y="6207"/>
                  <a:pt x="2079" y="5986"/>
                </a:cubicBezTo>
                <a:cubicBezTo>
                  <a:pt x="2142" y="5797"/>
                  <a:pt x="1985" y="5640"/>
                  <a:pt x="1764" y="5640"/>
                </a:cubicBezTo>
                <a:lnTo>
                  <a:pt x="1418" y="5640"/>
                </a:lnTo>
                <a:cubicBezTo>
                  <a:pt x="1575" y="3434"/>
                  <a:pt x="3340" y="1670"/>
                  <a:pt x="5545" y="1512"/>
                </a:cubicBezTo>
                <a:lnTo>
                  <a:pt x="5545" y="1827"/>
                </a:lnTo>
                <a:cubicBezTo>
                  <a:pt x="5545" y="2016"/>
                  <a:pt x="5703" y="2174"/>
                  <a:pt x="5923" y="2174"/>
                </a:cubicBezTo>
                <a:cubicBezTo>
                  <a:pt x="6112" y="2174"/>
                  <a:pt x="6270" y="2016"/>
                  <a:pt x="6270" y="1827"/>
                </a:cubicBezTo>
                <a:lnTo>
                  <a:pt x="6270" y="1512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47"/>
                </a:cubicBezTo>
                <a:lnTo>
                  <a:pt x="5608" y="756"/>
                </a:lnTo>
                <a:cubicBezTo>
                  <a:pt x="2993" y="914"/>
                  <a:pt x="914" y="2993"/>
                  <a:pt x="756" y="5608"/>
                </a:cubicBezTo>
                <a:lnTo>
                  <a:pt x="347" y="5608"/>
                </a:lnTo>
                <a:cubicBezTo>
                  <a:pt x="158" y="5608"/>
                  <a:pt x="0" y="5766"/>
                  <a:pt x="0" y="5955"/>
                </a:cubicBezTo>
                <a:cubicBezTo>
                  <a:pt x="0" y="6144"/>
                  <a:pt x="158" y="6301"/>
                  <a:pt x="347" y="6301"/>
                </a:cubicBezTo>
                <a:lnTo>
                  <a:pt x="756" y="6301"/>
                </a:lnTo>
                <a:cubicBezTo>
                  <a:pt x="914" y="8916"/>
                  <a:pt x="2993" y="10995"/>
                  <a:pt x="5608" y="11153"/>
                </a:cubicBezTo>
                <a:lnTo>
                  <a:pt x="5608" y="11562"/>
                </a:lnTo>
                <a:cubicBezTo>
                  <a:pt x="5608" y="11751"/>
                  <a:pt x="5766" y="11909"/>
                  <a:pt x="5955" y="11909"/>
                </a:cubicBezTo>
                <a:cubicBezTo>
                  <a:pt x="6144" y="11909"/>
                  <a:pt x="6301" y="11751"/>
                  <a:pt x="6301" y="11562"/>
                </a:cubicBezTo>
                <a:lnTo>
                  <a:pt x="6301" y="11153"/>
                </a:lnTo>
                <a:cubicBezTo>
                  <a:pt x="8916" y="10995"/>
                  <a:pt x="10995" y="8916"/>
                  <a:pt x="11153" y="6301"/>
                </a:cubicBezTo>
                <a:lnTo>
                  <a:pt x="11531" y="6301"/>
                </a:lnTo>
                <a:cubicBezTo>
                  <a:pt x="11751" y="6301"/>
                  <a:pt x="11909" y="6144"/>
                  <a:pt x="11909" y="5955"/>
                </a:cubicBezTo>
                <a:cubicBezTo>
                  <a:pt x="11909" y="5766"/>
                  <a:pt x="11751" y="5608"/>
                  <a:pt x="11531" y="5608"/>
                </a:cubicBezTo>
                <a:lnTo>
                  <a:pt x="11153" y="5608"/>
                </a:lnTo>
                <a:cubicBezTo>
                  <a:pt x="10995" y="2993"/>
                  <a:pt x="8916" y="914"/>
                  <a:pt x="6301" y="756"/>
                </a:cubicBezTo>
                <a:lnTo>
                  <a:pt x="6301" y="347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8" name="Google Shape;9181;p73">
            <a:extLst>
              <a:ext uri="{FF2B5EF4-FFF2-40B4-BE49-F238E27FC236}">
                <a16:creationId xmlns:a16="http://schemas.microsoft.com/office/drawing/2014/main" id="{5E44BB39-6721-DB43-D903-4B0B4C224110}"/>
              </a:ext>
            </a:extLst>
          </p:cNvPr>
          <p:cNvSpPr/>
          <p:nvPr/>
        </p:nvSpPr>
        <p:spPr>
          <a:xfrm>
            <a:off x="3468690" y="1970527"/>
            <a:ext cx="165287" cy="188774"/>
          </a:xfrm>
          <a:custGeom>
            <a:avLst/>
            <a:gdLst/>
            <a:ahLst/>
            <a:cxnLst/>
            <a:rect l="l" t="t" r="r" b="b"/>
            <a:pathLst>
              <a:path w="4884" h="5578" extrusionOk="0">
                <a:moveTo>
                  <a:pt x="2395" y="694"/>
                </a:moveTo>
                <a:cubicBezTo>
                  <a:pt x="2805" y="694"/>
                  <a:pt x="3120" y="1009"/>
                  <a:pt x="3120" y="1418"/>
                </a:cubicBezTo>
                <a:cubicBezTo>
                  <a:pt x="3120" y="1797"/>
                  <a:pt x="2805" y="2112"/>
                  <a:pt x="2395" y="2112"/>
                </a:cubicBezTo>
                <a:cubicBezTo>
                  <a:pt x="2017" y="2112"/>
                  <a:pt x="1702" y="1797"/>
                  <a:pt x="1702" y="1418"/>
                </a:cubicBezTo>
                <a:cubicBezTo>
                  <a:pt x="1733" y="1009"/>
                  <a:pt x="2048" y="694"/>
                  <a:pt x="2395" y="694"/>
                </a:cubicBezTo>
                <a:close/>
                <a:moveTo>
                  <a:pt x="2395" y="2742"/>
                </a:moveTo>
                <a:cubicBezTo>
                  <a:pt x="3340" y="2742"/>
                  <a:pt x="4128" y="3529"/>
                  <a:pt x="4128" y="4537"/>
                </a:cubicBezTo>
                <a:lnTo>
                  <a:pt x="4128" y="4884"/>
                </a:lnTo>
                <a:lnTo>
                  <a:pt x="662" y="4884"/>
                </a:lnTo>
                <a:lnTo>
                  <a:pt x="662" y="4537"/>
                </a:lnTo>
                <a:cubicBezTo>
                  <a:pt x="662" y="3529"/>
                  <a:pt x="1450" y="2742"/>
                  <a:pt x="2395" y="2742"/>
                </a:cubicBezTo>
                <a:close/>
                <a:moveTo>
                  <a:pt x="2490" y="1"/>
                </a:moveTo>
                <a:cubicBezTo>
                  <a:pt x="1733" y="1"/>
                  <a:pt x="1103" y="631"/>
                  <a:pt x="1103" y="1387"/>
                </a:cubicBezTo>
                <a:cubicBezTo>
                  <a:pt x="1103" y="1734"/>
                  <a:pt x="1229" y="2049"/>
                  <a:pt x="1450" y="2332"/>
                </a:cubicBezTo>
                <a:cubicBezTo>
                  <a:pt x="568" y="2710"/>
                  <a:pt x="1" y="3529"/>
                  <a:pt x="1" y="4537"/>
                </a:cubicBezTo>
                <a:lnTo>
                  <a:pt x="1" y="5231"/>
                </a:lnTo>
                <a:cubicBezTo>
                  <a:pt x="1" y="5420"/>
                  <a:pt x="158" y="5577"/>
                  <a:pt x="347" y="5577"/>
                </a:cubicBezTo>
                <a:lnTo>
                  <a:pt x="4537" y="5577"/>
                </a:lnTo>
                <a:cubicBezTo>
                  <a:pt x="4726" y="5577"/>
                  <a:pt x="4884" y="5420"/>
                  <a:pt x="4884" y="5231"/>
                </a:cubicBezTo>
                <a:lnTo>
                  <a:pt x="4884" y="4537"/>
                </a:lnTo>
                <a:cubicBezTo>
                  <a:pt x="4884" y="3529"/>
                  <a:pt x="4317" y="2710"/>
                  <a:pt x="3498" y="2332"/>
                </a:cubicBezTo>
                <a:cubicBezTo>
                  <a:pt x="3750" y="2080"/>
                  <a:pt x="3844" y="1765"/>
                  <a:pt x="3844" y="1387"/>
                </a:cubicBezTo>
                <a:cubicBezTo>
                  <a:pt x="3844" y="631"/>
                  <a:pt x="3214" y="1"/>
                  <a:pt x="249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9" name="Google Shape;9182;p73">
            <a:extLst>
              <a:ext uri="{FF2B5EF4-FFF2-40B4-BE49-F238E27FC236}">
                <a16:creationId xmlns:a16="http://schemas.microsoft.com/office/drawing/2014/main" id="{F390EE26-6B5A-7C13-B7E0-7F4AEDFB40DC}"/>
              </a:ext>
            </a:extLst>
          </p:cNvPr>
          <p:cNvSpPr/>
          <p:nvPr/>
        </p:nvSpPr>
        <p:spPr>
          <a:xfrm>
            <a:off x="3397248" y="2230676"/>
            <a:ext cx="259133" cy="93879"/>
          </a:xfrm>
          <a:custGeom>
            <a:avLst/>
            <a:gdLst/>
            <a:ahLst/>
            <a:cxnLst/>
            <a:rect l="l" t="t" r="r" b="b"/>
            <a:pathLst>
              <a:path w="7657" h="2774" extrusionOk="0">
                <a:moveTo>
                  <a:pt x="1419" y="694"/>
                </a:moveTo>
                <a:lnTo>
                  <a:pt x="1419" y="2080"/>
                </a:lnTo>
                <a:lnTo>
                  <a:pt x="694" y="2080"/>
                </a:lnTo>
                <a:lnTo>
                  <a:pt x="694" y="694"/>
                </a:lnTo>
                <a:close/>
                <a:moveTo>
                  <a:pt x="2773" y="694"/>
                </a:moveTo>
                <a:lnTo>
                  <a:pt x="2773" y="2080"/>
                </a:lnTo>
                <a:lnTo>
                  <a:pt x="2080" y="2080"/>
                </a:lnTo>
                <a:lnTo>
                  <a:pt x="2080" y="694"/>
                </a:lnTo>
                <a:close/>
                <a:moveTo>
                  <a:pt x="4159" y="694"/>
                </a:moveTo>
                <a:lnTo>
                  <a:pt x="4159" y="2080"/>
                </a:lnTo>
                <a:lnTo>
                  <a:pt x="3466" y="2080"/>
                </a:lnTo>
                <a:lnTo>
                  <a:pt x="3466" y="694"/>
                </a:lnTo>
                <a:close/>
                <a:moveTo>
                  <a:pt x="6995" y="694"/>
                </a:moveTo>
                <a:lnTo>
                  <a:pt x="6995" y="2080"/>
                </a:lnTo>
                <a:lnTo>
                  <a:pt x="4884" y="2080"/>
                </a:lnTo>
                <a:lnTo>
                  <a:pt x="4884" y="694"/>
                </a:lnTo>
                <a:close/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2427"/>
                </a:lnTo>
                <a:cubicBezTo>
                  <a:pt x="1" y="2616"/>
                  <a:pt x="158" y="2773"/>
                  <a:pt x="347" y="2773"/>
                </a:cubicBezTo>
                <a:lnTo>
                  <a:pt x="7310" y="2773"/>
                </a:lnTo>
                <a:cubicBezTo>
                  <a:pt x="7499" y="2773"/>
                  <a:pt x="7657" y="2616"/>
                  <a:pt x="7657" y="2427"/>
                </a:cubicBezTo>
                <a:lnTo>
                  <a:pt x="7657" y="347"/>
                </a:lnTo>
                <a:cubicBezTo>
                  <a:pt x="7657" y="127"/>
                  <a:pt x="7499" y="1"/>
                  <a:pt x="731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50" name="Google Shape;9183;p73">
            <a:extLst>
              <a:ext uri="{FF2B5EF4-FFF2-40B4-BE49-F238E27FC236}">
                <a16:creationId xmlns:a16="http://schemas.microsoft.com/office/drawing/2014/main" id="{B28BEC86-0D41-15B7-5FD0-AB174587F606}"/>
              </a:ext>
            </a:extLst>
          </p:cNvPr>
          <p:cNvSpPr/>
          <p:nvPr/>
        </p:nvSpPr>
        <p:spPr>
          <a:xfrm>
            <a:off x="3351424" y="2183768"/>
            <a:ext cx="399851" cy="186642"/>
          </a:xfrm>
          <a:custGeom>
            <a:avLst/>
            <a:gdLst/>
            <a:ahLst/>
            <a:cxnLst/>
            <a:rect l="l" t="t" r="r" b="b"/>
            <a:pathLst>
              <a:path w="11815" h="5515" extrusionOk="0">
                <a:moveTo>
                  <a:pt x="11121" y="2080"/>
                </a:moveTo>
                <a:lnTo>
                  <a:pt x="11121" y="3466"/>
                </a:lnTo>
                <a:lnTo>
                  <a:pt x="10397" y="3466"/>
                </a:lnTo>
                <a:lnTo>
                  <a:pt x="10397" y="2080"/>
                </a:lnTo>
                <a:close/>
                <a:moveTo>
                  <a:pt x="9389" y="662"/>
                </a:moveTo>
                <a:cubicBezTo>
                  <a:pt x="9578" y="662"/>
                  <a:pt x="9735" y="820"/>
                  <a:pt x="9735" y="1009"/>
                </a:cubicBezTo>
                <a:lnTo>
                  <a:pt x="9735" y="4474"/>
                </a:lnTo>
                <a:cubicBezTo>
                  <a:pt x="9735" y="4663"/>
                  <a:pt x="9578" y="4852"/>
                  <a:pt x="9389" y="4852"/>
                </a:cubicBezTo>
                <a:lnTo>
                  <a:pt x="1040" y="4852"/>
                </a:lnTo>
                <a:cubicBezTo>
                  <a:pt x="819" y="4852"/>
                  <a:pt x="662" y="4663"/>
                  <a:pt x="662" y="4474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40" y="1"/>
                </a:moveTo>
                <a:cubicBezTo>
                  <a:pt x="441" y="1"/>
                  <a:pt x="0" y="473"/>
                  <a:pt x="0" y="1009"/>
                </a:cubicBezTo>
                <a:lnTo>
                  <a:pt x="0" y="4474"/>
                </a:lnTo>
                <a:cubicBezTo>
                  <a:pt x="0" y="5073"/>
                  <a:pt x="473" y="5514"/>
                  <a:pt x="1040" y="5514"/>
                </a:cubicBezTo>
                <a:lnTo>
                  <a:pt x="9357" y="5514"/>
                </a:lnTo>
                <a:cubicBezTo>
                  <a:pt x="9956" y="5514"/>
                  <a:pt x="10397" y="5041"/>
                  <a:pt x="10397" y="4474"/>
                </a:cubicBezTo>
                <a:lnTo>
                  <a:pt x="10397" y="4128"/>
                </a:lnTo>
                <a:lnTo>
                  <a:pt x="11436" y="4128"/>
                </a:lnTo>
                <a:cubicBezTo>
                  <a:pt x="11625" y="4128"/>
                  <a:pt x="11783" y="3970"/>
                  <a:pt x="11783" y="3781"/>
                </a:cubicBezTo>
                <a:lnTo>
                  <a:pt x="11783" y="1702"/>
                </a:lnTo>
                <a:cubicBezTo>
                  <a:pt x="11814" y="1513"/>
                  <a:pt x="11657" y="1387"/>
                  <a:pt x="11468" y="1387"/>
                </a:cubicBezTo>
                <a:lnTo>
                  <a:pt x="10397" y="1387"/>
                </a:lnTo>
                <a:lnTo>
                  <a:pt x="10397" y="1009"/>
                </a:lnTo>
                <a:cubicBezTo>
                  <a:pt x="10397" y="442"/>
                  <a:pt x="9924" y="1"/>
                  <a:pt x="935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6" name="Google Shape;9185;p73">
            <a:extLst>
              <a:ext uri="{FF2B5EF4-FFF2-40B4-BE49-F238E27FC236}">
                <a16:creationId xmlns:a16="http://schemas.microsoft.com/office/drawing/2014/main" id="{4E52251A-7BA8-0223-916C-67ACC00F28E5}"/>
              </a:ext>
            </a:extLst>
          </p:cNvPr>
          <p:cNvSpPr/>
          <p:nvPr/>
        </p:nvSpPr>
        <p:spPr>
          <a:xfrm>
            <a:off x="3438857" y="2491398"/>
            <a:ext cx="217541" cy="211144"/>
          </a:xfrm>
          <a:custGeom>
            <a:avLst/>
            <a:gdLst/>
            <a:ahLst/>
            <a:cxnLst/>
            <a:rect l="l" t="t" r="r" b="b"/>
            <a:pathLst>
              <a:path w="6428" h="6239" extrusionOk="0">
                <a:moveTo>
                  <a:pt x="3371" y="2048"/>
                </a:moveTo>
                <a:cubicBezTo>
                  <a:pt x="3749" y="2048"/>
                  <a:pt x="4064" y="2363"/>
                  <a:pt x="4064" y="2773"/>
                </a:cubicBezTo>
                <a:cubicBezTo>
                  <a:pt x="4064" y="3151"/>
                  <a:pt x="3749" y="3466"/>
                  <a:pt x="3371" y="3466"/>
                </a:cubicBezTo>
                <a:cubicBezTo>
                  <a:pt x="2961" y="3466"/>
                  <a:pt x="2646" y="3151"/>
                  <a:pt x="2646" y="2773"/>
                </a:cubicBezTo>
                <a:cubicBezTo>
                  <a:pt x="2646" y="2363"/>
                  <a:pt x="2961" y="2048"/>
                  <a:pt x="3371" y="2048"/>
                </a:cubicBezTo>
                <a:close/>
                <a:moveTo>
                  <a:pt x="3308" y="662"/>
                </a:moveTo>
                <a:cubicBezTo>
                  <a:pt x="4663" y="662"/>
                  <a:pt x="5734" y="1764"/>
                  <a:pt x="5734" y="3119"/>
                </a:cubicBezTo>
                <a:cubicBezTo>
                  <a:pt x="5734" y="3655"/>
                  <a:pt x="5513" y="4159"/>
                  <a:pt x="5167" y="4663"/>
                </a:cubicBezTo>
                <a:cubicBezTo>
                  <a:pt x="4978" y="4253"/>
                  <a:pt x="4694" y="3938"/>
                  <a:pt x="4316" y="3686"/>
                </a:cubicBezTo>
                <a:cubicBezTo>
                  <a:pt x="4537" y="3466"/>
                  <a:pt x="4694" y="3119"/>
                  <a:pt x="4694" y="2741"/>
                </a:cubicBezTo>
                <a:cubicBezTo>
                  <a:pt x="4694" y="2016"/>
                  <a:pt x="4064" y="1386"/>
                  <a:pt x="3308" y="1386"/>
                </a:cubicBezTo>
                <a:cubicBezTo>
                  <a:pt x="2583" y="1386"/>
                  <a:pt x="1953" y="2016"/>
                  <a:pt x="1953" y="2741"/>
                </a:cubicBezTo>
                <a:cubicBezTo>
                  <a:pt x="1953" y="3119"/>
                  <a:pt x="2111" y="3466"/>
                  <a:pt x="2331" y="3686"/>
                </a:cubicBezTo>
                <a:cubicBezTo>
                  <a:pt x="1953" y="3907"/>
                  <a:pt x="1670" y="4253"/>
                  <a:pt x="1481" y="4663"/>
                </a:cubicBezTo>
                <a:cubicBezTo>
                  <a:pt x="1008" y="4096"/>
                  <a:pt x="851" y="3434"/>
                  <a:pt x="914" y="2773"/>
                </a:cubicBezTo>
                <a:cubicBezTo>
                  <a:pt x="1071" y="1670"/>
                  <a:pt x="2048" y="662"/>
                  <a:pt x="3308" y="662"/>
                </a:cubicBezTo>
                <a:close/>
                <a:moveTo>
                  <a:pt x="3308" y="4190"/>
                </a:moveTo>
                <a:cubicBezTo>
                  <a:pt x="3938" y="4190"/>
                  <a:pt x="4442" y="4600"/>
                  <a:pt x="4663" y="5167"/>
                </a:cubicBezTo>
                <a:cubicBezTo>
                  <a:pt x="4253" y="5387"/>
                  <a:pt x="3844" y="5545"/>
                  <a:pt x="3308" y="5545"/>
                </a:cubicBezTo>
                <a:cubicBezTo>
                  <a:pt x="2835" y="5545"/>
                  <a:pt x="2363" y="5387"/>
                  <a:pt x="1985" y="5167"/>
                </a:cubicBezTo>
                <a:cubicBezTo>
                  <a:pt x="2142" y="4568"/>
                  <a:pt x="2678" y="4190"/>
                  <a:pt x="3308" y="4190"/>
                </a:cubicBezTo>
                <a:close/>
                <a:moveTo>
                  <a:pt x="3308" y="0"/>
                </a:moveTo>
                <a:cubicBezTo>
                  <a:pt x="1701" y="0"/>
                  <a:pt x="410" y="1229"/>
                  <a:pt x="252" y="2678"/>
                </a:cubicBezTo>
                <a:cubicBezTo>
                  <a:pt x="0" y="4600"/>
                  <a:pt x="1481" y="6238"/>
                  <a:pt x="3308" y="6238"/>
                </a:cubicBezTo>
                <a:cubicBezTo>
                  <a:pt x="5041" y="6238"/>
                  <a:pt x="6427" y="4820"/>
                  <a:pt x="6427" y="3119"/>
                </a:cubicBezTo>
                <a:cubicBezTo>
                  <a:pt x="6427" y="1386"/>
                  <a:pt x="5009" y="0"/>
                  <a:pt x="33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7" name="Google Shape;9186;p73">
            <a:extLst>
              <a:ext uri="{FF2B5EF4-FFF2-40B4-BE49-F238E27FC236}">
                <a16:creationId xmlns:a16="http://schemas.microsoft.com/office/drawing/2014/main" id="{5249678C-0FBD-66F9-2A2C-A8E862225B54}"/>
              </a:ext>
            </a:extLst>
          </p:cNvPr>
          <p:cNvSpPr/>
          <p:nvPr/>
        </p:nvSpPr>
        <p:spPr>
          <a:xfrm>
            <a:off x="3375943" y="2444457"/>
            <a:ext cx="350813" cy="402016"/>
          </a:xfrm>
          <a:custGeom>
            <a:avLst/>
            <a:gdLst/>
            <a:ahLst/>
            <a:cxnLst/>
            <a:rect l="l" t="t" r="r" b="b"/>
            <a:pathLst>
              <a:path w="10366" h="11879" extrusionOk="0">
                <a:moveTo>
                  <a:pt x="5167" y="694"/>
                </a:moveTo>
                <a:cubicBezTo>
                  <a:pt x="7309" y="694"/>
                  <a:pt x="9011" y="2427"/>
                  <a:pt x="9011" y="4506"/>
                </a:cubicBezTo>
                <a:cubicBezTo>
                  <a:pt x="9011" y="5640"/>
                  <a:pt x="8475" y="6711"/>
                  <a:pt x="7656" y="7405"/>
                </a:cubicBezTo>
                <a:lnTo>
                  <a:pt x="5167" y="9547"/>
                </a:lnTo>
                <a:lnTo>
                  <a:pt x="2710" y="7405"/>
                </a:lnTo>
                <a:cubicBezTo>
                  <a:pt x="1796" y="6585"/>
                  <a:pt x="1229" y="5420"/>
                  <a:pt x="1386" y="4034"/>
                </a:cubicBezTo>
                <a:cubicBezTo>
                  <a:pt x="1575" y="2206"/>
                  <a:pt x="3151" y="694"/>
                  <a:pt x="5167" y="694"/>
                </a:cubicBezTo>
                <a:close/>
                <a:moveTo>
                  <a:pt x="8475" y="8980"/>
                </a:moveTo>
                <a:lnTo>
                  <a:pt x="9546" y="11122"/>
                </a:lnTo>
                <a:lnTo>
                  <a:pt x="977" y="11122"/>
                </a:lnTo>
                <a:lnTo>
                  <a:pt x="2017" y="8980"/>
                </a:lnTo>
                <a:lnTo>
                  <a:pt x="3529" y="8980"/>
                </a:lnTo>
                <a:lnTo>
                  <a:pt x="4978" y="10240"/>
                </a:lnTo>
                <a:cubicBezTo>
                  <a:pt x="5073" y="10272"/>
                  <a:pt x="5136" y="10335"/>
                  <a:pt x="5230" y="10335"/>
                </a:cubicBezTo>
                <a:cubicBezTo>
                  <a:pt x="5293" y="10335"/>
                  <a:pt x="5388" y="10272"/>
                  <a:pt x="5451" y="10240"/>
                </a:cubicBezTo>
                <a:lnTo>
                  <a:pt x="6900" y="8980"/>
                </a:lnTo>
                <a:close/>
                <a:moveTo>
                  <a:pt x="5107" y="1"/>
                </a:moveTo>
                <a:cubicBezTo>
                  <a:pt x="2772" y="1"/>
                  <a:pt x="912" y="1815"/>
                  <a:pt x="662" y="3939"/>
                </a:cubicBezTo>
                <a:cubicBezTo>
                  <a:pt x="441" y="5483"/>
                  <a:pt x="1040" y="6932"/>
                  <a:pt x="2174" y="7940"/>
                </a:cubicBezTo>
                <a:lnTo>
                  <a:pt x="2615" y="8318"/>
                </a:lnTo>
                <a:lnTo>
                  <a:pt x="1638" y="8318"/>
                </a:lnTo>
                <a:cubicBezTo>
                  <a:pt x="1575" y="8318"/>
                  <a:pt x="1481" y="8413"/>
                  <a:pt x="1449" y="8507"/>
                </a:cubicBezTo>
                <a:lnTo>
                  <a:pt x="63" y="11343"/>
                </a:lnTo>
                <a:cubicBezTo>
                  <a:pt x="0" y="11469"/>
                  <a:pt x="0" y="11595"/>
                  <a:pt x="63" y="11721"/>
                </a:cubicBezTo>
                <a:cubicBezTo>
                  <a:pt x="126" y="11815"/>
                  <a:pt x="221" y="11878"/>
                  <a:pt x="347" y="11878"/>
                </a:cubicBezTo>
                <a:lnTo>
                  <a:pt x="10019" y="11878"/>
                </a:lnTo>
                <a:cubicBezTo>
                  <a:pt x="10145" y="11878"/>
                  <a:pt x="10271" y="11784"/>
                  <a:pt x="10302" y="11721"/>
                </a:cubicBezTo>
                <a:cubicBezTo>
                  <a:pt x="10365" y="11595"/>
                  <a:pt x="10365" y="11469"/>
                  <a:pt x="10302" y="11343"/>
                </a:cubicBezTo>
                <a:lnTo>
                  <a:pt x="8916" y="8507"/>
                </a:lnTo>
                <a:cubicBezTo>
                  <a:pt x="8885" y="8413"/>
                  <a:pt x="8727" y="8318"/>
                  <a:pt x="8601" y="8318"/>
                </a:cubicBezTo>
                <a:lnTo>
                  <a:pt x="7624" y="8318"/>
                </a:lnTo>
                <a:lnTo>
                  <a:pt x="8065" y="7940"/>
                </a:lnTo>
                <a:cubicBezTo>
                  <a:pt x="9042" y="7090"/>
                  <a:pt x="9641" y="5829"/>
                  <a:pt x="9641" y="4506"/>
                </a:cubicBezTo>
                <a:cubicBezTo>
                  <a:pt x="9641" y="2049"/>
                  <a:pt x="7656" y="1"/>
                  <a:pt x="5167" y="1"/>
                </a:cubicBezTo>
                <a:cubicBezTo>
                  <a:pt x="5147" y="1"/>
                  <a:pt x="5127" y="1"/>
                  <a:pt x="510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21" name="Google Shape;9187;p73">
            <a:extLst>
              <a:ext uri="{FF2B5EF4-FFF2-40B4-BE49-F238E27FC236}">
                <a16:creationId xmlns:a16="http://schemas.microsoft.com/office/drawing/2014/main" id="{6667E316-73D6-E084-B7BE-0E99155E7C80}"/>
              </a:ext>
            </a:extLst>
          </p:cNvPr>
          <p:cNvSpPr/>
          <p:nvPr/>
        </p:nvSpPr>
        <p:spPr>
          <a:xfrm>
            <a:off x="3421753" y="2959976"/>
            <a:ext cx="259133" cy="401982"/>
          </a:xfrm>
          <a:custGeom>
            <a:avLst/>
            <a:gdLst/>
            <a:ahLst/>
            <a:cxnLst/>
            <a:rect l="l" t="t" r="r" b="b"/>
            <a:pathLst>
              <a:path w="7657" h="11878" extrusionOk="0">
                <a:moveTo>
                  <a:pt x="3813" y="1387"/>
                </a:moveTo>
                <a:cubicBezTo>
                  <a:pt x="4254" y="1387"/>
                  <a:pt x="4664" y="1670"/>
                  <a:pt x="4821" y="2112"/>
                </a:cubicBezTo>
                <a:lnTo>
                  <a:pt x="2836" y="2112"/>
                </a:lnTo>
                <a:cubicBezTo>
                  <a:pt x="2994" y="1702"/>
                  <a:pt x="3372" y="1387"/>
                  <a:pt x="3813" y="1387"/>
                </a:cubicBezTo>
                <a:close/>
                <a:moveTo>
                  <a:pt x="4947" y="2805"/>
                </a:moveTo>
                <a:cubicBezTo>
                  <a:pt x="5199" y="2805"/>
                  <a:pt x="5357" y="3057"/>
                  <a:pt x="5294" y="3277"/>
                </a:cubicBezTo>
                <a:lnTo>
                  <a:pt x="4947" y="4222"/>
                </a:lnTo>
                <a:lnTo>
                  <a:pt x="2679" y="4222"/>
                </a:lnTo>
                <a:lnTo>
                  <a:pt x="2364" y="3277"/>
                </a:lnTo>
                <a:cubicBezTo>
                  <a:pt x="2332" y="3025"/>
                  <a:pt x="2490" y="2805"/>
                  <a:pt x="2710" y="2805"/>
                </a:cubicBezTo>
                <a:close/>
                <a:moveTo>
                  <a:pt x="4916" y="4852"/>
                </a:moveTo>
                <a:lnTo>
                  <a:pt x="5514" y="8381"/>
                </a:lnTo>
                <a:lnTo>
                  <a:pt x="2175" y="8381"/>
                </a:lnTo>
                <a:lnTo>
                  <a:pt x="2773" y="4852"/>
                </a:lnTo>
                <a:close/>
                <a:moveTo>
                  <a:pt x="5955" y="9074"/>
                </a:moveTo>
                <a:cubicBezTo>
                  <a:pt x="6144" y="9074"/>
                  <a:pt x="6302" y="9232"/>
                  <a:pt x="6302" y="9421"/>
                </a:cubicBezTo>
                <a:lnTo>
                  <a:pt x="6302" y="9799"/>
                </a:lnTo>
                <a:lnTo>
                  <a:pt x="1450" y="9799"/>
                </a:lnTo>
                <a:lnTo>
                  <a:pt x="1450" y="9421"/>
                </a:lnTo>
                <a:cubicBezTo>
                  <a:pt x="1419" y="9232"/>
                  <a:pt x="1576" y="9074"/>
                  <a:pt x="1765" y="9074"/>
                </a:cubicBezTo>
                <a:close/>
                <a:moveTo>
                  <a:pt x="6648" y="10460"/>
                </a:moveTo>
                <a:cubicBezTo>
                  <a:pt x="6806" y="10460"/>
                  <a:pt x="6964" y="10618"/>
                  <a:pt x="6964" y="10807"/>
                </a:cubicBezTo>
                <a:lnTo>
                  <a:pt x="6964" y="11153"/>
                </a:lnTo>
                <a:lnTo>
                  <a:pt x="757" y="11153"/>
                </a:lnTo>
                <a:lnTo>
                  <a:pt x="757" y="10807"/>
                </a:lnTo>
                <a:cubicBezTo>
                  <a:pt x="757" y="10618"/>
                  <a:pt x="915" y="10460"/>
                  <a:pt x="1104" y="10460"/>
                </a:cubicBezTo>
                <a:close/>
                <a:moveTo>
                  <a:pt x="3782" y="1"/>
                </a:moveTo>
                <a:cubicBezTo>
                  <a:pt x="3592" y="1"/>
                  <a:pt x="3435" y="158"/>
                  <a:pt x="3435" y="379"/>
                </a:cubicBezTo>
                <a:lnTo>
                  <a:pt x="3435" y="757"/>
                </a:lnTo>
                <a:cubicBezTo>
                  <a:pt x="2679" y="914"/>
                  <a:pt x="2143" y="1544"/>
                  <a:pt x="2049" y="2301"/>
                </a:cubicBezTo>
                <a:cubicBezTo>
                  <a:pt x="1702" y="2521"/>
                  <a:pt x="1545" y="3025"/>
                  <a:pt x="1671" y="3466"/>
                </a:cubicBezTo>
                <a:lnTo>
                  <a:pt x="1891" y="4191"/>
                </a:lnTo>
                <a:lnTo>
                  <a:pt x="1702" y="4191"/>
                </a:lnTo>
                <a:cubicBezTo>
                  <a:pt x="1513" y="4191"/>
                  <a:pt x="1356" y="4348"/>
                  <a:pt x="1356" y="4537"/>
                </a:cubicBezTo>
                <a:cubicBezTo>
                  <a:pt x="1356" y="4758"/>
                  <a:pt x="1513" y="4915"/>
                  <a:pt x="1702" y="4915"/>
                </a:cubicBezTo>
                <a:lnTo>
                  <a:pt x="1986" y="4915"/>
                </a:lnTo>
                <a:lnTo>
                  <a:pt x="1387" y="8444"/>
                </a:lnTo>
                <a:cubicBezTo>
                  <a:pt x="1009" y="8570"/>
                  <a:pt x="726" y="8948"/>
                  <a:pt x="726" y="9421"/>
                </a:cubicBezTo>
                <a:lnTo>
                  <a:pt x="726" y="9830"/>
                </a:lnTo>
                <a:cubicBezTo>
                  <a:pt x="316" y="9988"/>
                  <a:pt x="1" y="10334"/>
                  <a:pt x="1" y="10807"/>
                </a:cubicBezTo>
                <a:lnTo>
                  <a:pt x="1" y="11531"/>
                </a:lnTo>
                <a:cubicBezTo>
                  <a:pt x="1" y="11720"/>
                  <a:pt x="158" y="11878"/>
                  <a:pt x="347" y="11878"/>
                </a:cubicBezTo>
                <a:lnTo>
                  <a:pt x="7279" y="11878"/>
                </a:lnTo>
                <a:cubicBezTo>
                  <a:pt x="7499" y="11878"/>
                  <a:pt x="7657" y="11720"/>
                  <a:pt x="7657" y="11531"/>
                </a:cubicBezTo>
                <a:lnTo>
                  <a:pt x="7657" y="10807"/>
                </a:lnTo>
                <a:cubicBezTo>
                  <a:pt x="7657" y="10366"/>
                  <a:pt x="7373" y="9988"/>
                  <a:pt x="6932" y="9830"/>
                </a:cubicBezTo>
                <a:lnTo>
                  <a:pt x="6932" y="9421"/>
                </a:lnTo>
                <a:cubicBezTo>
                  <a:pt x="6932" y="8948"/>
                  <a:pt x="6617" y="8570"/>
                  <a:pt x="6176" y="8444"/>
                </a:cubicBezTo>
                <a:lnTo>
                  <a:pt x="5609" y="4915"/>
                </a:lnTo>
                <a:lnTo>
                  <a:pt x="5861" y="4915"/>
                </a:lnTo>
                <a:cubicBezTo>
                  <a:pt x="6081" y="4915"/>
                  <a:pt x="6207" y="4758"/>
                  <a:pt x="6207" y="4537"/>
                </a:cubicBezTo>
                <a:cubicBezTo>
                  <a:pt x="6207" y="4348"/>
                  <a:pt x="6081" y="4191"/>
                  <a:pt x="5861" y="4191"/>
                </a:cubicBezTo>
                <a:lnTo>
                  <a:pt x="5672" y="4191"/>
                </a:lnTo>
                <a:lnTo>
                  <a:pt x="5924" y="3466"/>
                </a:lnTo>
                <a:cubicBezTo>
                  <a:pt x="6081" y="3025"/>
                  <a:pt x="5861" y="2584"/>
                  <a:pt x="5514" y="2301"/>
                </a:cubicBezTo>
                <a:cubicBezTo>
                  <a:pt x="5451" y="1513"/>
                  <a:pt x="4884" y="914"/>
                  <a:pt x="4128" y="757"/>
                </a:cubicBezTo>
                <a:lnTo>
                  <a:pt x="4128" y="379"/>
                </a:lnTo>
                <a:cubicBezTo>
                  <a:pt x="4128" y="158"/>
                  <a:pt x="3971" y="1"/>
                  <a:pt x="378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1" name="Google Shape;9189;p73">
            <a:extLst>
              <a:ext uri="{FF2B5EF4-FFF2-40B4-BE49-F238E27FC236}">
                <a16:creationId xmlns:a16="http://schemas.microsoft.com/office/drawing/2014/main" id="{349D50F1-66A4-D5CB-58B7-7642DBD836E9}"/>
              </a:ext>
            </a:extLst>
          </p:cNvPr>
          <p:cNvSpPr/>
          <p:nvPr/>
        </p:nvSpPr>
        <p:spPr>
          <a:xfrm>
            <a:off x="5940107" y="2160874"/>
            <a:ext cx="141834" cy="164204"/>
          </a:xfrm>
          <a:custGeom>
            <a:avLst/>
            <a:gdLst/>
            <a:ahLst/>
            <a:cxnLst/>
            <a:rect l="l" t="t" r="r" b="b"/>
            <a:pathLst>
              <a:path w="4191" h="4852" extrusionOk="0">
                <a:moveTo>
                  <a:pt x="2017" y="693"/>
                </a:moveTo>
                <a:cubicBezTo>
                  <a:pt x="2427" y="693"/>
                  <a:pt x="2742" y="1008"/>
                  <a:pt x="2742" y="1386"/>
                </a:cubicBezTo>
                <a:cubicBezTo>
                  <a:pt x="2742" y="1796"/>
                  <a:pt x="2427" y="2111"/>
                  <a:pt x="2017" y="2111"/>
                </a:cubicBezTo>
                <a:cubicBezTo>
                  <a:pt x="1639" y="2111"/>
                  <a:pt x="1324" y="1796"/>
                  <a:pt x="1324" y="1386"/>
                </a:cubicBezTo>
                <a:cubicBezTo>
                  <a:pt x="1324" y="1008"/>
                  <a:pt x="1639" y="693"/>
                  <a:pt x="2017" y="693"/>
                </a:cubicBezTo>
                <a:close/>
                <a:moveTo>
                  <a:pt x="2017" y="2772"/>
                </a:moveTo>
                <a:cubicBezTo>
                  <a:pt x="2773" y="2772"/>
                  <a:pt x="3403" y="3403"/>
                  <a:pt x="3403" y="4127"/>
                </a:cubicBezTo>
                <a:lnTo>
                  <a:pt x="631" y="4127"/>
                </a:lnTo>
                <a:cubicBezTo>
                  <a:pt x="631" y="3403"/>
                  <a:pt x="1261" y="2772"/>
                  <a:pt x="2017" y="2772"/>
                </a:cubicBezTo>
                <a:close/>
                <a:moveTo>
                  <a:pt x="2049" y="0"/>
                </a:moveTo>
                <a:cubicBezTo>
                  <a:pt x="1324" y="0"/>
                  <a:pt x="694" y="630"/>
                  <a:pt x="694" y="1386"/>
                </a:cubicBezTo>
                <a:cubicBezTo>
                  <a:pt x="694" y="1733"/>
                  <a:pt x="851" y="2111"/>
                  <a:pt x="1072" y="2331"/>
                </a:cubicBezTo>
                <a:cubicBezTo>
                  <a:pt x="442" y="2678"/>
                  <a:pt x="1" y="3340"/>
                  <a:pt x="1" y="4127"/>
                </a:cubicBezTo>
                <a:lnTo>
                  <a:pt x="1" y="4505"/>
                </a:lnTo>
                <a:cubicBezTo>
                  <a:pt x="1" y="4694"/>
                  <a:pt x="158" y="4852"/>
                  <a:pt x="379" y="4852"/>
                </a:cubicBezTo>
                <a:lnTo>
                  <a:pt x="3844" y="4852"/>
                </a:lnTo>
                <a:cubicBezTo>
                  <a:pt x="4033" y="4852"/>
                  <a:pt x="4191" y="4694"/>
                  <a:pt x="4191" y="4505"/>
                </a:cubicBezTo>
                <a:lnTo>
                  <a:pt x="4191" y="4127"/>
                </a:lnTo>
                <a:cubicBezTo>
                  <a:pt x="4096" y="3340"/>
                  <a:pt x="3687" y="2678"/>
                  <a:pt x="3057" y="2331"/>
                </a:cubicBezTo>
                <a:cubicBezTo>
                  <a:pt x="3277" y="2111"/>
                  <a:pt x="3435" y="1733"/>
                  <a:pt x="3435" y="1386"/>
                </a:cubicBezTo>
                <a:cubicBezTo>
                  <a:pt x="3435" y="630"/>
                  <a:pt x="2805" y="0"/>
                  <a:pt x="204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2" name="Google Shape;9190;p73">
            <a:extLst>
              <a:ext uri="{FF2B5EF4-FFF2-40B4-BE49-F238E27FC236}">
                <a16:creationId xmlns:a16="http://schemas.microsoft.com/office/drawing/2014/main" id="{FE4AD4D2-343C-554F-6BE4-90E8B235AD6D}"/>
              </a:ext>
            </a:extLst>
          </p:cNvPr>
          <p:cNvSpPr/>
          <p:nvPr/>
        </p:nvSpPr>
        <p:spPr>
          <a:xfrm>
            <a:off x="5892154" y="1971086"/>
            <a:ext cx="398767" cy="398767"/>
          </a:xfrm>
          <a:custGeom>
            <a:avLst/>
            <a:gdLst/>
            <a:ahLst/>
            <a:cxnLst/>
            <a:rect l="l" t="t" r="r" b="b"/>
            <a:pathLst>
              <a:path w="11783" h="11783" extrusionOk="0">
                <a:moveTo>
                  <a:pt x="6900" y="693"/>
                </a:moveTo>
                <a:lnTo>
                  <a:pt x="6900" y="1418"/>
                </a:lnTo>
                <a:lnTo>
                  <a:pt x="4820" y="1418"/>
                </a:lnTo>
                <a:lnTo>
                  <a:pt x="4820" y="693"/>
                </a:lnTo>
                <a:close/>
                <a:moveTo>
                  <a:pt x="7215" y="2111"/>
                </a:moveTo>
                <a:cubicBezTo>
                  <a:pt x="7404" y="2111"/>
                  <a:pt x="7561" y="2269"/>
                  <a:pt x="7561" y="2458"/>
                </a:cubicBezTo>
                <a:cubicBezTo>
                  <a:pt x="7561" y="2678"/>
                  <a:pt x="7404" y="2836"/>
                  <a:pt x="7215" y="2836"/>
                </a:cubicBezTo>
                <a:lnTo>
                  <a:pt x="4474" y="2836"/>
                </a:lnTo>
                <a:cubicBezTo>
                  <a:pt x="4253" y="2836"/>
                  <a:pt x="4096" y="2678"/>
                  <a:pt x="4096" y="2458"/>
                </a:cubicBezTo>
                <a:cubicBezTo>
                  <a:pt x="4096" y="2269"/>
                  <a:pt x="4316" y="2111"/>
                  <a:pt x="4474" y="2111"/>
                </a:cubicBezTo>
                <a:close/>
                <a:moveTo>
                  <a:pt x="6900" y="3497"/>
                </a:moveTo>
                <a:lnTo>
                  <a:pt x="6900" y="4568"/>
                </a:lnTo>
                <a:cubicBezTo>
                  <a:pt x="6900" y="4757"/>
                  <a:pt x="6742" y="4915"/>
                  <a:pt x="6553" y="4915"/>
                </a:cubicBezTo>
                <a:lnTo>
                  <a:pt x="5167" y="4915"/>
                </a:lnTo>
                <a:cubicBezTo>
                  <a:pt x="4978" y="4915"/>
                  <a:pt x="4820" y="4757"/>
                  <a:pt x="4820" y="4568"/>
                </a:cubicBezTo>
                <a:lnTo>
                  <a:pt x="4820" y="3497"/>
                </a:lnTo>
                <a:close/>
                <a:moveTo>
                  <a:pt x="10775" y="4883"/>
                </a:moveTo>
                <a:cubicBezTo>
                  <a:pt x="10964" y="4883"/>
                  <a:pt x="11121" y="5041"/>
                  <a:pt x="11121" y="5230"/>
                </a:cubicBezTo>
                <a:lnTo>
                  <a:pt x="11121" y="10775"/>
                </a:lnTo>
                <a:cubicBezTo>
                  <a:pt x="11121" y="10964"/>
                  <a:pt x="10964" y="11121"/>
                  <a:pt x="10775" y="11121"/>
                </a:cubicBezTo>
                <a:lnTo>
                  <a:pt x="1008" y="11121"/>
                </a:lnTo>
                <a:cubicBezTo>
                  <a:pt x="788" y="11121"/>
                  <a:pt x="630" y="10964"/>
                  <a:pt x="630" y="10775"/>
                </a:cubicBezTo>
                <a:lnTo>
                  <a:pt x="630" y="5230"/>
                </a:lnTo>
                <a:cubicBezTo>
                  <a:pt x="630" y="5041"/>
                  <a:pt x="788" y="4883"/>
                  <a:pt x="1008" y="4883"/>
                </a:cubicBezTo>
                <a:lnTo>
                  <a:pt x="4190" y="4883"/>
                </a:lnTo>
                <a:cubicBezTo>
                  <a:pt x="4348" y="5261"/>
                  <a:pt x="4694" y="5577"/>
                  <a:pt x="5167" y="5577"/>
                </a:cubicBezTo>
                <a:lnTo>
                  <a:pt x="6553" y="5577"/>
                </a:lnTo>
                <a:cubicBezTo>
                  <a:pt x="6994" y="5577"/>
                  <a:pt x="7372" y="5293"/>
                  <a:pt x="7530" y="4883"/>
                </a:cubicBezTo>
                <a:close/>
                <a:moveTo>
                  <a:pt x="4505" y="0"/>
                </a:moveTo>
                <a:cubicBezTo>
                  <a:pt x="4316" y="0"/>
                  <a:pt x="4159" y="158"/>
                  <a:pt x="4159" y="347"/>
                </a:cubicBezTo>
                <a:lnTo>
                  <a:pt x="4159" y="1449"/>
                </a:lnTo>
                <a:cubicBezTo>
                  <a:pt x="3749" y="1607"/>
                  <a:pt x="3434" y="1953"/>
                  <a:pt x="3434" y="2426"/>
                </a:cubicBezTo>
                <a:cubicBezTo>
                  <a:pt x="3434" y="2867"/>
                  <a:pt x="3718" y="3245"/>
                  <a:pt x="4159" y="3403"/>
                </a:cubicBezTo>
                <a:lnTo>
                  <a:pt x="4159" y="4190"/>
                </a:lnTo>
                <a:lnTo>
                  <a:pt x="1040" y="4190"/>
                </a:lnTo>
                <a:cubicBezTo>
                  <a:pt x="441" y="4190"/>
                  <a:pt x="0" y="4663"/>
                  <a:pt x="0" y="5230"/>
                </a:cubicBezTo>
                <a:lnTo>
                  <a:pt x="0" y="10775"/>
                </a:lnTo>
                <a:cubicBezTo>
                  <a:pt x="0" y="11373"/>
                  <a:pt x="473" y="11783"/>
                  <a:pt x="1040" y="11783"/>
                </a:cubicBezTo>
                <a:lnTo>
                  <a:pt x="10775" y="11783"/>
                </a:lnTo>
                <a:cubicBezTo>
                  <a:pt x="11342" y="11783"/>
                  <a:pt x="11783" y="11310"/>
                  <a:pt x="11783" y="10775"/>
                </a:cubicBezTo>
                <a:lnTo>
                  <a:pt x="11783" y="5230"/>
                </a:lnTo>
                <a:cubicBezTo>
                  <a:pt x="11783" y="4663"/>
                  <a:pt x="11342" y="4190"/>
                  <a:pt x="10775" y="4190"/>
                </a:cubicBezTo>
                <a:lnTo>
                  <a:pt x="7624" y="4190"/>
                </a:lnTo>
                <a:lnTo>
                  <a:pt x="7624" y="3403"/>
                </a:lnTo>
                <a:cubicBezTo>
                  <a:pt x="8002" y="3245"/>
                  <a:pt x="8317" y="2899"/>
                  <a:pt x="8317" y="2426"/>
                </a:cubicBezTo>
                <a:cubicBezTo>
                  <a:pt x="8317" y="1985"/>
                  <a:pt x="8034" y="1607"/>
                  <a:pt x="7624" y="1449"/>
                </a:cubicBezTo>
                <a:lnTo>
                  <a:pt x="7624" y="347"/>
                </a:lnTo>
                <a:cubicBezTo>
                  <a:pt x="7624" y="158"/>
                  <a:pt x="7467" y="0"/>
                  <a:pt x="72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3" name="Google Shape;9191;p73">
            <a:extLst>
              <a:ext uri="{FF2B5EF4-FFF2-40B4-BE49-F238E27FC236}">
                <a16:creationId xmlns:a16="http://schemas.microsoft.com/office/drawing/2014/main" id="{01AD862C-12CE-71C5-A6EA-0DD349A0FC31}"/>
              </a:ext>
            </a:extLst>
          </p:cNvPr>
          <p:cNvSpPr/>
          <p:nvPr/>
        </p:nvSpPr>
        <p:spPr>
          <a:xfrm>
            <a:off x="6102179" y="2184326"/>
            <a:ext cx="141834" cy="23487"/>
          </a:xfrm>
          <a:custGeom>
            <a:avLst/>
            <a:gdLst/>
            <a:ahLst/>
            <a:cxnLst/>
            <a:rect l="l" t="t" r="r" b="b"/>
            <a:pathLst>
              <a:path w="4191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844" y="693"/>
                </a:lnTo>
                <a:cubicBezTo>
                  <a:pt x="4033" y="693"/>
                  <a:pt x="4191" y="536"/>
                  <a:pt x="4191" y="347"/>
                </a:cubicBezTo>
                <a:cubicBezTo>
                  <a:pt x="4191" y="158"/>
                  <a:pt x="4033" y="0"/>
                  <a:pt x="38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4" name="Google Shape;9192;p73">
            <a:extLst>
              <a:ext uri="{FF2B5EF4-FFF2-40B4-BE49-F238E27FC236}">
                <a16:creationId xmlns:a16="http://schemas.microsoft.com/office/drawing/2014/main" id="{E7B92EBC-43B6-34F2-1736-B88E73C1A2EB}"/>
              </a:ext>
            </a:extLst>
          </p:cNvPr>
          <p:cNvSpPr/>
          <p:nvPr/>
        </p:nvSpPr>
        <p:spPr>
          <a:xfrm>
            <a:off x="6102179" y="2230149"/>
            <a:ext cx="141834" cy="24570"/>
          </a:xfrm>
          <a:custGeom>
            <a:avLst/>
            <a:gdLst/>
            <a:ahLst/>
            <a:cxnLst/>
            <a:rect l="l" t="t" r="r" b="b"/>
            <a:pathLst>
              <a:path w="4191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3844" y="725"/>
                </a:lnTo>
                <a:cubicBezTo>
                  <a:pt x="4033" y="725"/>
                  <a:pt x="4191" y="568"/>
                  <a:pt x="4191" y="379"/>
                </a:cubicBezTo>
                <a:cubicBezTo>
                  <a:pt x="4191" y="158"/>
                  <a:pt x="4033" y="1"/>
                  <a:pt x="384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5" name="Google Shape;9193;p73">
            <a:extLst>
              <a:ext uri="{FF2B5EF4-FFF2-40B4-BE49-F238E27FC236}">
                <a16:creationId xmlns:a16="http://schemas.microsoft.com/office/drawing/2014/main" id="{4108714A-310E-66E0-B1CD-BE9EB361A1DB}"/>
              </a:ext>
            </a:extLst>
          </p:cNvPr>
          <p:cNvSpPr/>
          <p:nvPr/>
        </p:nvSpPr>
        <p:spPr>
          <a:xfrm>
            <a:off x="6102179" y="2277088"/>
            <a:ext cx="141834" cy="24536"/>
          </a:xfrm>
          <a:custGeom>
            <a:avLst/>
            <a:gdLst/>
            <a:ahLst/>
            <a:cxnLst/>
            <a:rect l="l" t="t" r="r" b="b"/>
            <a:pathLst>
              <a:path w="4191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3844" y="725"/>
                </a:lnTo>
                <a:cubicBezTo>
                  <a:pt x="4033" y="725"/>
                  <a:pt x="4191" y="567"/>
                  <a:pt x="4191" y="347"/>
                </a:cubicBezTo>
                <a:cubicBezTo>
                  <a:pt x="4191" y="158"/>
                  <a:pt x="4033" y="0"/>
                  <a:pt x="38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23" name="Google Shape;9194;p73">
            <a:extLst>
              <a:ext uri="{FF2B5EF4-FFF2-40B4-BE49-F238E27FC236}">
                <a16:creationId xmlns:a16="http://schemas.microsoft.com/office/drawing/2014/main" id="{E18A6F9B-AC48-282A-BEBC-A086E4039916}"/>
              </a:ext>
            </a:extLst>
          </p:cNvPr>
          <p:cNvSpPr/>
          <p:nvPr/>
        </p:nvSpPr>
        <p:spPr>
          <a:xfrm>
            <a:off x="5891562" y="2446063"/>
            <a:ext cx="399851" cy="398801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5923" y="2080"/>
                </a:moveTo>
                <a:cubicBezTo>
                  <a:pt x="6459" y="2080"/>
                  <a:pt x="6932" y="2552"/>
                  <a:pt x="6932" y="3119"/>
                </a:cubicBezTo>
                <a:lnTo>
                  <a:pt x="6932" y="3466"/>
                </a:lnTo>
                <a:lnTo>
                  <a:pt x="4884" y="3466"/>
                </a:lnTo>
                <a:lnTo>
                  <a:pt x="4884" y="3119"/>
                </a:lnTo>
                <a:cubicBezTo>
                  <a:pt x="4884" y="2521"/>
                  <a:pt x="5356" y="2080"/>
                  <a:pt x="5923" y="2080"/>
                </a:cubicBezTo>
                <a:close/>
                <a:moveTo>
                  <a:pt x="5923" y="662"/>
                </a:moveTo>
                <a:cubicBezTo>
                  <a:pt x="7247" y="662"/>
                  <a:pt x="8349" y="1765"/>
                  <a:pt x="8349" y="3119"/>
                </a:cubicBezTo>
                <a:lnTo>
                  <a:pt x="8349" y="3466"/>
                </a:lnTo>
                <a:lnTo>
                  <a:pt x="7656" y="3466"/>
                </a:lnTo>
                <a:lnTo>
                  <a:pt x="7656" y="3119"/>
                </a:lnTo>
                <a:cubicBezTo>
                  <a:pt x="7656" y="2174"/>
                  <a:pt x="6869" y="1387"/>
                  <a:pt x="5923" y="1387"/>
                </a:cubicBezTo>
                <a:cubicBezTo>
                  <a:pt x="4978" y="1387"/>
                  <a:pt x="4191" y="2174"/>
                  <a:pt x="4191" y="3119"/>
                </a:cubicBezTo>
                <a:lnTo>
                  <a:pt x="4191" y="3466"/>
                </a:lnTo>
                <a:lnTo>
                  <a:pt x="3466" y="3466"/>
                </a:lnTo>
                <a:lnTo>
                  <a:pt x="3466" y="3119"/>
                </a:lnTo>
                <a:cubicBezTo>
                  <a:pt x="3466" y="1765"/>
                  <a:pt x="4569" y="662"/>
                  <a:pt x="5923" y="662"/>
                </a:cubicBezTo>
                <a:close/>
                <a:moveTo>
                  <a:pt x="1387" y="4191"/>
                </a:moveTo>
                <a:lnTo>
                  <a:pt x="1387" y="6742"/>
                </a:lnTo>
                <a:cubicBezTo>
                  <a:pt x="946" y="6490"/>
                  <a:pt x="662" y="6018"/>
                  <a:pt x="662" y="5545"/>
                </a:cubicBezTo>
                <a:lnTo>
                  <a:pt x="662" y="4537"/>
                </a:lnTo>
                <a:cubicBezTo>
                  <a:pt x="662" y="4348"/>
                  <a:pt x="820" y="4191"/>
                  <a:pt x="1040" y="4191"/>
                </a:cubicBezTo>
                <a:close/>
                <a:moveTo>
                  <a:pt x="10775" y="4128"/>
                </a:moveTo>
                <a:cubicBezTo>
                  <a:pt x="10996" y="4128"/>
                  <a:pt x="11153" y="4285"/>
                  <a:pt x="11153" y="4506"/>
                </a:cubicBezTo>
                <a:lnTo>
                  <a:pt x="11153" y="5545"/>
                </a:lnTo>
                <a:cubicBezTo>
                  <a:pt x="11153" y="6081"/>
                  <a:pt x="10870" y="6490"/>
                  <a:pt x="10429" y="6742"/>
                </a:cubicBezTo>
                <a:lnTo>
                  <a:pt x="10429" y="4128"/>
                </a:lnTo>
                <a:close/>
                <a:moveTo>
                  <a:pt x="8349" y="4191"/>
                </a:moveTo>
                <a:lnTo>
                  <a:pt x="8349" y="6931"/>
                </a:lnTo>
                <a:lnTo>
                  <a:pt x="3498" y="6931"/>
                </a:lnTo>
                <a:lnTo>
                  <a:pt x="3498" y="4191"/>
                </a:lnTo>
                <a:close/>
                <a:moveTo>
                  <a:pt x="6270" y="7593"/>
                </a:moveTo>
                <a:lnTo>
                  <a:pt x="6270" y="7971"/>
                </a:lnTo>
                <a:cubicBezTo>
                  <a:pt x="6270" y="8160"/>
                  <a:pt x="6112" y="8318"/>
                  <a:pt x="5923" y="8318"/>
                </a:cubicBezTo>
                <a:cubicBezTo>
                  <a:pt x="5703" y="8318"/>
                  <a:pt x="5545" y="8160"/>
                  <a:pt x="5545" y="7971"/>
                </a:cubicBezTo>
                <a:lnTo>
                  <a:pt x="5545" y="7593"/>
                </a:lnTo>
                <a:close/>
                <a:moveTo>
                  <a:pt x="662" y="7089"/>
                </a:moveTo>
                <a:cubicBezTo>
                  <a:pt x="883" y="7278"/>
                  <a:pt x="1103" y="7404"/>
                  <a:pt x="1387" y="7467"/>
                </a:cubicBezTo>
                <a:lnTo>
                  <a:pt x="1387" y="11153"/>
                </a:lnTo>
                <a:lnTo>
                  <a:pt x="1040" y="11153"/>
                </a:lnTo>
                <a:cubicBezTo>
                  <a:pt x="820" y="11153"/>
                  <a:pt x="662" y="10996"/>
                  <a:pt x="662" y="10807"/>
                </a:cubicBezTo>
                <a:lnTo>
                  <a:pt x="662" y="7089"/>
                </a:lnTo>
                <a:close/>
                <a:moveTo>
                  <a:pt x="2804" y="4191"/>
                </a:moveTo>
                <a:lnTo>
                  <a:pt x="2804" y="11153"/>
                </a:lnTo>
                <a:lnTo>
                  <a:pt x="2080" y="11153"/>
                </a:lnTo>
                <a:lnTo>
                  <a:pt x="2080" y="4191"/>
                </a:lnTo>
                <a:close/>
                <a:moveTo>
                  <a:pt x="8318" y="7656"/>
                </a:moveTo>
                <a:lnTo>
                  <a:pt x="8318" y="11153"/>
                </a:lnTo>
                <a:lnTo>
                  <a:pt x="3498" y="11153"/>
                </a:lnTo>
                <a:lnTo>
                  <a:pt x="3498" y="7656"/>
                </a:lnTo>
                <a:lnTo>
                  <a:pt x="4884" y="7656"/>
                </a:lnTo>
                <a:lnTo>
                  <a:pt x="4884" y="8003"/>
                </a:lnTo>
                <a:cubicBezTo>
                  <a:pt x="4884" y="8601"/>
                  <a:pt x="5356" y="9011"/>
                  <a:pt x="5923" y="9011"/>
                </a:cubicBezTo>
                <a:cubicBezTo>
                  <a:pt x="6459" y="9011"/>
                  <a:pt x="6932" y="8538"/>
                  <a:pt x="6932" y="8003"/>
                </a:cubicBezTo>
                <a:lnTo>
                  <a:pt x="6932" y="7656"/>
                </a:lnTo>
                <a:close/>
                <a:moveTo>
                  <a:pt x="9767" y="4191"/>
                </a:moveTo>
                <a:lnTo>
                  <a:pt x="9767" y="11153"/>
                </a:lnTo>
                <a:lnTo>
                  <a:pt x="9074" y="11153"/>
                </a:lnTo>
                <a:lnTo>
                  <a:pt x="9074" y="4191"/>
                </a:lnTo>
                <a:close/>
                <a:moveTo>
                  <a:pt x="11153" y="7120"/>
                </a:moveTo>
                <a:lnTo>
                  <a:pt x="11153" y="10807"/>
                </a:lnTo>
                <a:cubicBezTo>
                  <a:pt x="11153" y="10996"/>
                  <a:pt x="10996" y="11153"/>
                  <a:pt x="10807" y="11153"/>
                </a:cubicBezTo>
                <a:lnTo>
                  <a:pt x="10429" y="11153"/>
                </a:lnTo>
                <a:lnTo>
                  <a:pt x="10429" y="7530"/>
                </a:lnTo>
                <a:cubicBezTo>
                  <a:pt x="10712" y="7436"/>
                  <a:pt x="10964" y="7278"/>
                  <a:pt x="11153" y="7120"/>
                </a:cubicBezTo>
                <a:close/>
                <a:moveTo>
                  <a:pt x="5923" y="0"/>
                </a:moveTo>
                <a:cubicBezTo>
                  <a:pt x="4191" y="0"/>
                  <a:pt x="2804" y="1418"/>
                  <a:pt x="2804" y="3119"/>
                </a:cubicBezTo>
                <a:lnTo>
                  <a:pt x="2804" y="3466"/>
                </a:lnTo>
                <a:lnTo>
                  <a:pt x="1040" y="3466"/>
                </a:lnTo>
                <a:cubicBezTo>
                  <a:pt x="442" y="3466"/>
                  <a:pt x="1" y="3939"/>
                  <a:pt x="1" y="4474"/>
                </a:cubicBezTo>
                <a:lnTo>
                  <a:pt x="1" y="5514"/>
                </a:lnTo>
                <a:lnTo>
                  <a:pt x="1" y="10744"/>
                </a:lnTo>
                <a:cubicBezTo>
                  <a:pt x="1" y="11342"/>
                  <a:pt x="473" y="11783"/>
                  <a:pt x="1040" y="11783"/>
                </a:cubicBezTo>
                <a:lnTo>
                  <a:pt x="10807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514"/>
                </a:lnTo>
                <a:lnTo>
                  <a:pt x="11815" y="4474"/>
                </a:lnTo>
                <a:cubicBezTo>
                  <a:pt x="11815" y="3939"/>
                  <a:pt x="11374" y="3466"/>
                  <a:pt x="10807" y="3466"/>
                </a:cubicBezTo>
                <a:lnTo>
                  <a:pt x="9011" y="3466"/>
                </a:lnTo>
                <a:lnTo>
                  <a:pt x="9011" y="3119"/>
                </a:lnTo>
                <a:cubicBezTo>
                  <a:pt x="9011" y="1387"/>
                  <a:pt x="7593" y="0"/>
                  <a:pt x="59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24" name="Google Shape;9195;p73">
            <a:extLst>
              <a:ext uri="{FF2B5EF4-FFF2-40B4-BE49-F238E27FC236}">
                <a16:creationId xmlns:a16="http://schemas.microsoft.com/office/drawing/2014/main" id="{0B17E82E-653E-C5F9-0C01-B8D1F9B9FF69}"/>
              </a:ext>
            </a:extLst>
          </p:cNvPr>
          <p:cNvSpPr/>
          <p:nvPr/>
        </p:nvSpPr>
        <p:spPr>
          <a:xfrm>
            <a:off x="5915555" y="2959976"/>
            <a:ext cx="351861" cy="401982"/>
          </a:xfrm>
          <a:custGeom>
            <a:avLst/>
            <a:gdLst/>
            <a:ahLst/>
            <a:cxnLst/>
            <a:rect l="l" t="t" r="r" b="b"/>
            <a:pathLst>
              <a:path w="10397" h="11878" extrusionOk="0">
                <a:moveTo>
                  <a:pt x="5135" y="725"/>
                </a:moveTo>
                <a:cubicBezTo>
                  <a:pt x="6868" y="725"/>
                  <a:pt x="8254" y="2142"/>
                  <a:pt x="8254" y="3844"/>
                </a:cubicBezTo>
                <a:lnTo>
                  <a:pt x="8254" y="5923"/>
                </a:lnTo>
                <a:cubicBezTo>
                  <a:pt x="8254" y="6112"/>
                  <a:pt x="8097" y="6270"/>
                  <a:pt x="7908" y="6270"/>
                </a:cubicBezTo>
                <a:lnTo>
                  <a:pt x="7498" y="6270"/>
                </a:lnTo>
                <a:cubicBezTo>
                  <a:pt x="7561" y="6144"/>
                  <a:pt x="7561" y="6049"/>
                  <a:pt x="7561" y="5923"/>
                </a:cubicBezTo>
                <a:lnTo>
                  <a:pt x="7561" y="3844"/>
                </a:lnTo>
                <a:cubicBezTo>
                  <a:pt x="7561" y="3623"/>
                  <a:pt x="7404" y="3466"/>
                  <a:pt x="7183" y="3466"/>
                </a:cubicBezTo>
                <a:lnTo>
                  <a:pt x="6490" y="3466"/>
                </a:lnTo>
                <a:cubicBezTo>
                  <a:pt x="5892" y="3466"/>
                  <a:pt x="5450" y="2993"/>
                  <a:pt x="5450" y="2458"/>
                </a:cubicBezTo>
                <a:lnTo>
                  <a:pt x="5450" y="1733"/>
                </a:lnTo>
                <a:cubicBezTo>
                  <a:pt x="5450" y="1544"/>
                  <a:pt x="5293" y="1386"/>
                  <a:pt x="5104" y="1386"/>
                </a:cubicBezTo>
                <a:cubicBezTo>
                  <a:pt x="4915" y="1386"/>
                  <a:pt x="4757" y="1544"/>
                  <a:pt x="4757" y="1733"/>
                </a:cubicBezTo>
                <a:lnTo>
                  <a:pt x="4757" y="2458"/>
                </a:lnTo>
                <a:cubicBezTo>
                  <a:pt x="4757" y="3056"/>
                  <a:pt x="4285" y="3466"/>
                  <a:pt x="3718" y="3466"/>
                </a:cubicBezTo>
                <a:lnTo>
                  <a:pt x="3088" y="3466"/>
                </a:lnTo>
                <a:cubicBezTo>
                  <a:pt x="2899" y="3466"/>
                  <a:pt x="2741" y="3623"/>
                  <a:pt x="2741" y="3844"/>
                </a:cubicBezTo>
                <a:lnTo>
                  <a:pt x="2741" y="5923"/>
                </a:lnTo>
                <a:cubicBezTo>
                  <a:pt x="2741" y="6049"/>
                  <a:pt x="2741" y="6144"/>
                  <a:pt x="2773" y="6270"/>
                </a:cubicBezTo>
                <a:lnTo>
                  <a:pt x="2395" y="6270"/>
                </a:lnTo>
                <a:cubicBezTo>
                  <a:pt x="2205" y="6270"/>
                  <a:pt x="2048" y="6112"/>
                  <a:pt x="2048" y="5923"/>
                </a:cubicBezTo>
                <a:lnTo>
                  <a:pt x="2048" y="3844"/>
                </a:lnTo>
                <a:cubicBezTo>
                  <a:pt x="2048" y="2111"/>
                  <a:pt x="3466" y="725"/>
                  <a:pt x="5135" y="725"/>
                </a:cubicBezTo>
                <a:close/>
                <a:moveTo>
                  <a:pt x="5230" y="3466"/>
                </a:moveTo>
                <a:cubicBezTo>
                  <a:pt x="5545" y="3907"/>
                  <a:pt x="6049" y="4190"/>
                  <a:pt x="6585" y="4190"/>
                </a:cubicBezTo>
                <a:lnTo>
                  <a:pt x="6963" y="4190"/>
                </a:lnTo>
                <a:lnTo>
                  <a:pt x="6963" y="5955"/>
                </a:lnTo>
                <a:lnTo>
                  <a:pt x="6931" y="5955"/>
                </a:lnTo>
                <a:cubicBezTo>
                  <a:pt x="6931" y="6553"/>
                  <a:pt x="6459" y="6994"/>
                  <a:pt x="5892" y="6994"/>
                </a:cubicBezTo>
                <a:lnTo>
                  <a:pt x="4505" y="6994"/>
                </a:lnTo>
                <a:cubicBezTo>
                  <a:pt x="3938" y="6994"/>
                  <a:pt x="3497" y="6522"/>
                  <a:pt x="3497" y="5955"/>
                </a:cubicBezTo>
                <a:lnTo>
                  <a:pt x="3497" y="4190"/>
                </a:lnTo>
                <a:lnTo>
                  <a:pt x="3844" y="4190"/>
                </a:lnTo>
                <a:cubicBezTo>
                  <a:pt x="4379" y="4190"/>
                  <a:pt x="4915" y="3907"/>
                  <a:pt x="5230" y="3466"/>
                </a:cubicBezTo>
                <a:close/>
                <a:moveTo>
                  <a:pt x="6301" y="7624"/>
                </a:moveTo>
                <a:cubicBezTo>
                  <a:pt x="6396" y="8034"/>
                  <a:pt x="6805" y="8349"/>
                  <a:pt x="7278" y="8349"/>
                </a:cubicBezTo>
                <a:lnTo>
                  <a:pt x="7624" y="8349"/>
                </a:lnTo>
                <a:lnTo>
                  <a:pt x="7624" y="9200"/>
                </a:lnTo>
                <a:cubicBezTo>
                  <a:pt x="6852" y="9546"/>
                  <a:pt x="6025" y="9719"/>
                  <a:pt x="5198" y="9719"/>
                </a:cubicBezTo>
                <a:cubicBezTo>
                  <a:pt x="4371" y="9719"/>
                  <a:pt x="3544" y="9546"/>
                  <a:pt x="2773" y="9200"/>
                </a:cubicBezTo>
                <a:lnTo>
                  <a:pt x="2773" y="8349"/>
                </a:lnTo>
                <a:lnTo>
                  <a:pt x="3119" y="8349"/>
                </a:lnTo>
                <a:cubicBezTo>
                  <a:pt x="3560" y="8349"/>
                  <a:pt x="3970" y="8034"/>
                  <a:pt x="4127" y="7624"/>
                </a:cubicBezTo>
                <a:cubicBezTo>
                  <a:pt x="4253" y="7656"/>
                  <a:pt x="4411" y="7656"/>
                  <a:pt x="4505" y="7656"/>
                </a:cubicBezTo>
                <a:lnTo>
                  <a:pt x="5892" y="7656"/>
                </a:lnTo>
                <a:cubicBezTo>
                  <a:pt x="6018" y="7656"/>
                  <a:pt x="6175" y="7656"/>
                  <a:pt x="6301" y="7624"/>
                </a:cubicBezTo>
                <a:close/>
                <a:moveTo>
                  <a:pt x="2079" y="8349"/>
                </a:moveTo>
                <a:lnTo>
                  <a:pt x="2079" y="11153"/>
                </a:lnTo>
                <a:lnTo>
                  <a:pt x="693" y="11153"/>
                </a:lnTo>
                <a:lnTo>
                  <a:pt x="693" y="9389"/>
                </a:lnTo>
                <a:cubicBezTo>
                  <a:pt x="693" y="8790"/>
                  <a:pt x="1166" y="8349"/>
                  <a:pt x="1733" y="8349"/>
                </a:cubicBezTo>
                <a:close/>
                <a:moveTo>
                  <a:pt x="7656" y="9924"/>
                </a:moveTo>
                <a:lnTo>
                  <a:pt x="7656" y="11153"/>
                </a:lnTo>
                <a:lnTo>
                  <a:pt x="2773" y="11153"/>
                </a:lnTo>
                <a:lnTo>
                  <a:pt x="2773" y="9924"/>
                </a:lnTo>
                <a:cubicBezTo>
                  <a:pt x="3560" y="10239"/>
                  <a:pt x="4411" y="10397"/>
                  <a:pt x="5230" y="10397"/>
                </a:cubicBezTo>
                <a:cubicBezTo>
                  <a:pt x="6049" y="10397"/>
                  <a:pt x="6868" y="10239"/>
                  <a:pt x="7656" y="9924"/>
                </a:cubicBezTo>
                <a:close/>
                <a:moveTo>
                  <a:pt x="8664" y="8349"/>
                </a:moveTo>
                <a:cubicBezTo>
                  <a:pt x="9231" y="8349"/>
                  <a:pt x="9672" y="8821"/>
                  <a:pt x="9672" y="9389"/>
                </a:cubicBezTo>
                <a:lnTo>
                  <a:pt x="9672" y="11153"/>
                </a:lnTo>
                <a:lnTo>
                  <a:pt x="8286" y="11153"/>
                </a:lnTo>
                <a:lnTo>
                  <a:pt x="8286" y="8349"/>
                </a:lnTo>
                <a:close/>
                <a:moveTo>
                  <a:pt x="5198" y="0"/>
                </a:moveTo>
                <a:cubicBezTo>
                  <a:pt x="3088" y="0"/>
                  <a:pt x="1355" y="1701"/>
                  <a:pt x="1355" y="3844"/>
                </a:cubicBezTo>
                <a:lnTo>
                  <a:pt x="1355" y="5923"/>
                </a:lnTo>
                <a:cubicBezTo>
                  <a:pt x="1355" y="6522"/>
                  <a:pt x="1827" y="6931"/>
                  <a:pt x="2395" y="6931"/>
                </a:cubicBezTo>
                <a:lnTo>
                  <a:pt x="3088" y="6931"/>
                </a:lnTo>
                <a:cubicBezTo>
                  <a:pt x="3182" y="7057"/>
                  <a:pt x="3308" y="7183"/>
                  <a:pt x="3466" y="7309"/>
                </a:cubicBezTo>
                <a:cubicBezTo>
                  <a:pt x="3466" y="7530"/>
                  <a:pt x="3308" y="7687"/>
                  <a:pt x="3088" y="7687"/>
                </a:cubicBezTo>
                <a:lnTo>
                  <a:pt x="1733" y="7687"/>
                </a:lnTo>
                <a:cubicBezTo>
                  <a:pt x="788" y="7687"/>
                  <a:pt x="0" y="8475"/>
                  <a:pt x="0" y="9420"/>
                </a:cubicBezTo>
                <a:lnTo>
                  <a:pt x="0" y="11499"/>
                </a:lnTo>
                <a:cubicBezTo>
                  <a:pt x="0" y="11720"/>
                  <a:pt x="158" y="11877"/>
                  <a:pt x="347" y="11877"/>
                </a:cubicBezTo>
                <a:lnTo>
                  <a:pt x="10019" y="11877"/>
                </a:lnTo>
                <a:cubicBezTo>
                  <a:pt x="10239" y="11877"/>
                  <a:pt x="10397" y="11720"/>
                  <a:pt x="10397" y="11499"/>
                </a:cubicBezTo>
                <a:lnTo>
                  <a:pt x="10397" y="9420"/>
                </a:lnTo>
                <a:cubicBezTo>
                  <a:pt x="10397" y="8475"/>
                  <a:pt x="9609" y="7687"/>
                  <a:pt x="8664" y="7687"/>
                </a:cubicBezTo>
                <a:lnTo>
                  <a:pt x="7278" y="7687"/>
                </a:lnTo>
                <a:cubicBezTo>
                  <a:pt x="7089" y="7687"/>
                  <a:pt x="6931" y="7530"/>
                  <a:pt x="6931" y="7341"/>
                </a:cubicBezTo>
                <a:cubicBezTo>
                  <a:pt x="7026" y="7246"/>
                  <a:pt x="7152" y="7152"/>
                  <a:pt x="7278" y="6994"/>
                </a:cubicBezTo>
                <a:lnTo>
                  <a:pt x="7971" y="6994"/>
                </a:lnTo>
                <a:cubicBezTo>
                  <a:pt x="8569" y="6994"/>
                  <a:pt x="9011" y="6522"/>
                  <a:pt x="9011" y="5955"/>
                </a:cubicBezTo>
                <a:lnTo>
                  <a:pt x="9011" y="3844"/>
                </a:lnTo>
                <a:cubicBezTo>
                  <a:pt x="9011" y="1733"/>
                  <a:pt x="7309" y="0"/>
                  <a:pt x="51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7" name="Google Shape;9197;p73">
            <a:extLst>
              <a:ext uri="{FF2B5EF4-FFF2-40B4-BE49-F238E27FC236}">
                <a16:creationId xmlns:a16="http://schemas.microsoft.com/office/drawing/2014/main" id="{D73EAC70-803F-3E89-4D25-99812B39C30F}"/>
              </a:ext>
            </a:extLst>
          </p:cNvPr>
          <p:cNvSpPr/>
          <p:nvPr/>
        </p:nvSpPr>
        <p:spPr>
          <a:xfrm>
            <a:off x="7923195" y="2446068"/>
            <a:ext cx="399851" cy="398801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3813" y="630"/>
                </a:moveTo>
                <a:cubicBezTo>
                  <a:pt x="4002" y="630"/>
                  <a:pt x="4159" y="788"/>
                  <a:pt x="4159" y="977"/>
                </a:cubicBezTo>
                <a:lnTo>
                  <a:pt x="4159" y="1355"/>
                </a:lnTo>
                <a:lnTo>
                  <a:pt x="1387" y="1355"/>
                </a:lnTo>
                <a:lnTo>
                  <a:pt x="1387" y="977"/>
                </a:lnTo>
                <a:lnTo>
                  <a:pt x="1355" y="977"/>
                </a:lnTo>
                <a:cubicBezTo>
                  <a:pt x="1355" y="788"/>
                  <a:pt x="1513" y="630"/>
                  <a:pt x="1733" y="630"/>
                </a:cubicBezTo>
                <a:close/>
                <a:moveTo>
                  <a:pt x="10114" y="1355"/>
                </a:moveTo>
                <a:cubicBezTo>
                  <a:pt x="10303" y="1355"/>
                  <a:pt x="10460" y="1513"/>
                  <a:pt x="10460" y="1702"/>
                </a:cubicBezTo>
                <a:lnTo>
                  <a:pt x="10460" y="3434"/>
                </a:lnTo>
                <a:lnTo>
                  <a:pt x="7688" y="3434"/>
                </a:lnTo>
                <a:cubicBezTo>
                  <a:pt x="7656" y="3277"/>
                  <a:pt x="7656" y="1859"/>
                  <a:pt x="7656" y="1702"/>
                </a:cubicBezTo>
                <a:cubicBezTo>
                  <a:pt x="7656" y="1513"/>
                  <a:pt x="7814" y="1355"/>
                  <a:pt x="8034" y="1355"/>
                </a:cubicBezTo>
                <a:close/>
                <a:moveTo>
                  <a:pt x="4128" y="2048"/>
                </a:moveTo>
                <a:lnTo>
                  <a:pt x="4128" y="4821"/>
                </a:lnTo>
                <a:lnTo>
                  <a:pt x="1355" y="4821"/>
                </a:lnTo>
                <a:lnTo>
                  <a:pt x="1355" y="2048"/>
                </a:lnTo>
                <a:close/>
                <a:moveTo>
                  <a:pt x="6617" y="2048"/>
                </a:moveTo>
                <a:cubicBezTo>
                  <a:pt x="6806" y="2048"/>
                  <a:pt x="6963" y="2206"/>
                  <a:pt x="6963" y="2395"/>
                </a:cubicBezTo>
                <a:lnTo>
                  <a:pt x="6963" y="4852"/>
                </a:lnTo>
                <a:lnTo>
                  <a:pt x="4821" y="4852"/>
                </a:lnTo>
                <a:lnTo>
                  <a:pt x="4821" y="2395"/>
                </a:lnTo>
                <a:cubicBezTo>
                  <a:pt x="4821" y="2206"/>
                  <a:pt x="4978" y="2048"/>
                  <a:pt x="5167" y="2048"/>
                </a:cubicBezTo>
                <a:close/>
                <a:moveTo>
                  <a:pt x="10429" y="4127"/>
                </a:moveTo>
                <a:lnTo>
                  <a:pt x="10429" y="4852"/>
                </a:lnTo>
                <a:lnTo>
                  <a:pt x="7656" y="4852"/>
                </a:lnTo>
                <a:lnTo>
                  <a:pt x="7656" y="4127"/>
                </a:lnTo>
                <a:close/>
                <a:moveTo>
                  <a:pt x="10775" y="5514"/>
                </a:moveTo>
                <a:cubicBezTo>
                  <a:pt x="10964" y="5514"/>
                  <a:pt x="11122" y="5671"/>
                  <a:pt x="11122" y="5860"/>
                </a:cubicBezTo>
                <a:lnTo>
                  <a:pt x="11122" y="10744"/>
                </a:lnTo>
                <a:cubicBezTo>
                  <a:pt x="11122" y="10964"/>
                  <a:pt x="10964" y="11122"/>
                  <a:pt x="10775" y="11122"/>
                </a:cubicBezTo>
                <a:lnTo>
                  <a:pt x="1009" y="11122"/>
                </a:lnTo>
                <a:cubicBezTo>
                  <a:pt x="820" y="11122"/>
                  <a:pt x="662" y="10964"/>
                  <a:pt x="662" y="10744"/>
                </a:cubicBezTo>
                <a:lnTo>
                  <a:pt x="662" y="5860"/>
                </a:lnTo>
                <a:cubicBezTo>
                  <a:pt x="662" y="5671"/>
                  <a:pt x="820" y="5514"/>
                  <a:pt x="1009" y="5514"/>
                </a:cubicBezTo>
                <a:close/>
                <a:moveTo>
                  <a:pt x="1733" y="0"/>
                </a:moveTo>
                <a:cubicBezTo>
                  <a:pt x="1135" y="0"/>
                  <a:pt x="694" y="473"/>
                  <a:pt x="694" y="1040"/>
                </a:cubicBezTo>
                <a:lnTo>
                  <a:pt x="694" y="4884"/>
                </a:lnTo>
                <a:cubicBezTo>
                  <a:pt x="316" y="5041"/>
                  <a:pt x="1" y="5388"/>
                  <a:pt x="1" y="5860"/>
                </a:cubicBezTo>
                <a:lnTo>
                  <a:pt x="1" y="10744"/>
                </a:lnTo>
                <a:cubicBezTo>
                  <a:pt x="1" y="11342"/>
                  <a:pt x="473" y="11783"/>
                  <a:pt x="1009" y="11783"/>
                </a:cubicBezTo>
                <a:lnTo>
                  <a:pt x="10775" y="11783"/>
                </a:lnTo>
                <a:cubicBezTo>
                  <a:pt x="11374" y="11783"/>
                  <a:pt x="11815" y="11311"/>
                  <a:pt x="11815" y="10744"/>
                </a:cubicBezTo>
                <a:lnTo>
                  <a:pt x="11815" y="5860"/>
                </a:lnTo>
                <a:cubicBezTo>
                  <a:pt x="11815" y="5388"/>
                  <a:pt x="11531" y="5010"/>
                  <a:pt x="11122" y="4884"/>
                </a:cubicBezTo>
                <a:lnTo>
                  <a:pt x="11122" y="1702"/>
                </a:lnTo>
                <a:cubicBezTo>
                  <a:pt x="11122" y="1103"/>
                  <a:pt x="10649" y="662"/>
                  <a:pt x="10114" y="662"/>
                </a:cubicBezTo>
                <a:lnTo>
                  <a:pt x="8034" y="662"/>
                </a:lnTo>
                <a:cubicBezTo>
                  <a:pt x="7530" y="662"/>
                  <a:pt x="7152" y="977"/>
                  <a:pt x="7026" y="1418"/>
                </a:cubicBezTo>
                <a:cubicBezTo>
                  <a:pt x="6932" y="1387"/>
                  <a:pt x="6806" y="1355"/>
                  <a:pt x="6648" y="1355"/>
                </a:cubicBezTo>
                <a:lnTo>
                  <a:pt x="5230" y="1355"/>
                </a:lnTo>
                <a:cubicBezTo>
                  <a:pt x="5104" y="1355"/>
                  <a:pt x="4978" y="1387"/>
                  <a:pt x="4884" y="1418"/>
                </a:cubicBezTo>
                <a:lnTo>
                  <a:pt x="4884" y="1040"/>
                </a:lnTo>
                <a:cubicBezTo>
                  <a:pt x="4884" y="441"/>
                  <a:pt x="4380" y="0"/>
                  <a:pt x="38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8" name="Google Shape;9198;p73">
            <a:extLst>
              <a:ext uri="{FF2B5EF4-FFF2-40B4-BE49-F238E27FC236}">
                <a16:creationId xmlns:a16="http://schemas.microsoft.com/office/drawing/2014/main" id="{7552C4A5-41B2-7BD4-197F-B4AA14B4EB6D}"/>
              </a:ext>
            </a:extLst>
          </p:cNvPr>
          <p:cNvSpPr/>
          <p:nvPr/>
        </p:nvSpPr>
        <p:spPr>
          <a:xfrm>
            <a:off x="8040494" y="2655043"/>
            <a:ext cx="165287" cy="69344"/>
          </a:xfrm>
          <a:custGeom>
            <a:avLst/>
            <a:gdLst/>
            <a:ahLst/>
            <a:cxnLst/>
            <a:rect l="l" t="t" r="r" b="b"/>
            <a:pathLst>
              <a:path w="4884" h="2049" extrusionOk="0">
                <a:moveTo>
                  <a:pt x="3844" y="725"/>
                </a:moveTo>
                <a:cubicBezTo>
                  <a:pt x="4033" y="725"/>
                  <a:pt x="4190" y="882"/>
                  <a:pt x="4190" y="1071"/>
                </a:cubicBezTo>
                <a:cubicBezTo>
                  <a:pt x="4190" y="1260"/>
                  <a:pt x="4033" y="1418"/>
                  <a:pt x="3844" y="1418"/>
                </a:cubicBezTo>
                <a:lnTo>
                  <a:pt x="1008" y="1418"/>
                </a:lnTo>
                <a:cubicBezTo>
                  <a:pt x="819" y="1418"/>
                  <a:pt x="662" y="1260"/>
                  <a:pt x="662" y="1071"/>
                </a:cubicBezTo>
                <a:cubicBezTo>
                  <a:pt x="662" y="882"/>
                  <a:pt x="819" y="725"/>
                  <a:pt x="1008" y="725"/>
                </a:cubicBezTo>
                <a:close/>
                <a:moveTo>
                  <a:pt x="1008" y="0"/>
                </a:moveTo>
                <a:cubicBezTo>
                  <a:pt x="410" y="0"/>
                  <a:pt x="0" y="473"/>
                  <a:pt x="0" y="1040"/>
                </a:cubicBezTo>
                <a:cubicBezTo>
                  <a:pt x="0" y="1639"/>
                  <a:pt x="473" y="2048"/>
                  <a:pt x="1008" y="2048"/>
                </a:cubicBezTo>
                <a:lnTo>
                  <a:pt x="3844" y="2048"/>
                </a:lnTo>
                <a:cubicBezTo>
                  <a:pt x="4442" y="2048"/>
                  <a:pt x="4883" y="1576"/>
                  <a:pt x="4883" y="1040"/>
                </a:cubicBezTo>
                <a:cubicBezTo>
                  <a:pt x="4852" y="473"/>
                  <a:pt x="4411" y="0"/>
                  <a:pt x="38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9" name="Google Shape;9199;p73">
            <a:extLst>
              <a:ext uri="{FF2B5EF4-FFF2-40B4-BE49-F238E27FC236}">
                <a16:creationId xmlns:a16="http://schemas.microsoft.com/office/drawing/2014/main" id="{58718F44-D075-F7BD-02CF-E5392681ADF2}"/>
              </a:ext>
            </a:extLst>
          </p:cNvPr>
          <p:cNvSpPr/>
          <p:nvPr/>
        </p:nvSpPr>
        <p:spPr>
          <a:xfrm>
            <a:off x="8205747" y="2515375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1040" y="725"/>
                </a:lnTo>
                <a:cubicBezTo>
                  <a:pt x="1261" y="725"/>
                  <a:pt x="1418" y="567"/>
                  <a:pt x="1418" y="347"/>
                </a:cubicBezTo>
                <a:cubicBezTo>
                  <a:pt x="1355" y="158"/>
                  <a:pt x="1198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40" name="Google Shape;9200;p73">
            <a:extLst>
              <a:ext uri="{FF2B5EF4-FFF2-40B4-BE49-F238E27FC236}">
                <a16:creationId xmlns:a16="http://schemas.microsoft.com/office/drawing/2014/main" id="{B4C784F6-7795-D1D3-82A5-C8F67675E22C}"/>
              </a:ext>
            </a:extLst>
          </p:cNvPr>
          <p:cNvSpPr/>
          <p:nvPr/>
        </p:nvSpPr>
        <p:spPr>
          <a:xfrm>
            <a:off x="7992504" y="2537744"/>
            <a:ext cx="48023" cy="2457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40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5" name="Google Shape;9202;p73">
            <a:extLst>
              <a:ext uri="{FF2B5EF4-FFF2-40B4-BE49-F238E27FC236}">
                <a16:creationId xmlns:a16="http://schemas.microsoft.com/office/drawing/2014/main" id="{5B51A027-5257-5DAF-3DA5-AC50CBF8B3BF}"/>
              </a:ext>
            </a:extLst>
          </p:cNvPr>
          <p:cNvSpPr/>
          <p:nvPr/>
        </p:nvSpPr>
        <p:spPr>
          <a:xfrm>
            <a:off x="1416850" y="2063846"/>
            <a:ext cx="211145" cy="211143"/>
          </a:xfrm>
          <a:custGeom>
            <a:avLst/>
            <a:gdLst/>
            <a:ahLst/>
            <a:cxnLst/>
            <a:rect l="l" t="t" r="r" b="b"/>
            <a:pathLst>
              <a:path w="6239" h="6239" extrusionOk="0">
                <a:moveTo>
                  <a:pt x="3119" y="2079"/>
                </a:moveTo>
                <a:cubicBezTo>
                  <a:pt x="3529" y="2079"/>
                  <a:pt x="3844" y="2395"/>
                  <a:pt x="3844" y="2773"/>
                </a:cubicBezTo>
                <a:cubicBezTo>
                  <a:pt x="3844" y="3182"/>
                  <a:pt x="3529" y="3497"/>
                  <a:pt x="3119" y="3497"/>
                </a:cubicBezTo>
                <a:cubicBezTo>
                  <a:pt x="2741" y="3497"/>
                  <a:pt x="2426" y="3182"/>
                  <a:pt x="2426" y="2773"/>
                </a:cubicBezTo>
                <a:cubicBezTo>
                  <a:pt x="2426" y="2395"/>
                  <a:pt x="2741" y="2079"/>
                  <a:pt x="3119" y="2079"/>
                </a:cubicBezTo>
                <a:close/>
                <a:moveTo>
                  <a:pt x="3119" y="725"/>
                </a:moveTo>
                <a:cubicBezTo>
                  <a:pt x="4474" y="725"/>
                  <a:pt x="5577" y="1827"/>
                  <a:pt x="5577" y="3182"/>
                </a:cubicBezTo>
                <a:cubicBezTo>
                  <a:pt x="5577" y="3686"/>
                  <a:pt x="5388" y="4159"/>
                  <a:pt x="5136" y="4537"/>
                </a:cubicBezTo>
                <a:cubicBezTo>
                  <a:pt x="4884" y="4190"/>
                  <a:pt x="4537" y="3907"/>
                  <a:pt x="4191" y="3718"/>
                </a:cubicBezTo>
                <a:cubicBezTo>
                  <a:pt x="4411" y="3497"/>
                  <a:pt x="4537" y="3182"/>
                  <a:pt x="4537" y="2804"/>
                </a:cubicBezTo>
                <a:cubicBezTo>
                  <a:pt x="4537" y="2079"/>
                  <a:pt x="3907" y="1449"/>
                  <a:pt x="3151" y="1449"/>
                </a:cubicBezTo>
                <a:cubicBezTo>
                  <a:pt x="2426" y="1449"/>
                  <a:pt x="1796" y="2079"/>
                  <a:pt x="1796" y="2804"/>
                </a:cubicBezTo>
                <a:cubicBezTo>
                  <a:pt x="1796" y="3182"/>
                  <a:pt x="1891" y="3497"/>
                  <a:pt x="2143" y="3718"/>
                </a:cubicBezTo>
                <a:cubicBezTo>
                  <a:pt x="1733" y="3907"/>
                  <a:pt x="1418" y="4190"/>
                  <a:pt x="1198" y="4537"/>
                </a:cubicBezTo>
                <a:cubicBezTo>
                  <a:pt x="914" y="4159"/>
                  <a:pt x="756" y="3686"/>
                  <a:pt x="756" y="3182"/>
                </a:cubicBezTo>
                <a:cubicBezTo>
                  <a:pt x="662" y="1796"/>
                  <a:pt x="1796" y="725"/>
                  <a:pt x="3119" y="725"/>
                </a:cubicBezTo>
                <a:close/>
                <a:moveTo>
                  <a:pt x="3119" y="4190"/>
                </a:moveTo>
                <a:cubicBezTo>
                  <a:pt x="3749" y="4190"/>
                  <a:pt x="4317" y="4505"/>
                  <a:pt x="4632" y="5041"/>
                </a:cubicBezTo>
                <a:cubicBezTo>
                  <a:pt x="4222" y="5387"/>
                  <a:pt x="3686" y="5577"/>
                  <a:pt x="3119" y="5577"/>
                </a:cubicBezTo>
                <a:cubicBezTo>
                  <a:pt x="2584" y="5577"/>
                  <a:pt x="2017" y="5387"/>
                  <a:pt x="1639" y="5041"/>
                </a:cubicBezTo>
                <a:cubicBezTo>
                  <a:pt x="1954" y="4505"/>
                  <a:pt x="2489" y="4190"/>
                  <a:pt x="3119" y="4190"/>
                </a:cubicBezTo>
                <a:close/>
                <a:moveTo>
                  <a:pt x="3119" y="0"/>
                </a:moveTo>
                <a:cubicBezTo>
                  <a:pt x="1387" y="0"/>
                  <a:pt x="0" y="1418"/>
                  <a:pt x="0" y="3119"/>
                </a:cubicBezTo>
                <a:cubicBezTo>
                  <a:pt x="0" y="4852"/>
                  <a:pt x="1387" y="6238"/>
                  <a:pt x="3119" y="6238"/>
                </a:cubicBezTo>
                <a:cubicBezTo>
                  <a:pt x="4852" y="6238"/>
                  <a:pt x="6238" y="4820"/>
                  <a:pt x="6238" y="3119"/>
                </a:cubicBezTo>
                <a:cubicBezTo>
                  <a:pt x="6238" y="1386"/>
                  <a:pt x="4821" y="0"/>
                  <a:pt x="31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6" name="Google Shape;9203;p73">
            <a:extLst>
              <a:ext uri="{FF2B5EF4-FFF2-40B4-BE49-F238E27FC236}">
                <a16:creationId xmlns:a16="http://schemas.microsoft.com/office/drawing/2014/main" id="{5F6CC395-41E7-C977-0F1C-D1B407B2C584}"/>
              </a:ext>
            </a:extLst>
          </p:cNvPr>
          <p:cNvSpPr/>
          <p:nvPr/>
        </p:nvSpPr>
        <p:spPr>
          <a:xfrm>
            <a:off x="1320873" y="1970001"/>
            <a:ext cx="403066" cy="400932"/>
          </a:xfrm>
          <a:custGeom>
            <a:avLst/>
            <a:gdLst/>
            <a:ahLst/>
            <a:cxnLst/>
            <a:rect l="l" t="t" r="r" b="b"/>
            <a:pathLst>
              <a:path w="11910" h="11847" extrusionOk="0">
                <a:moveTo>
                  <a:pt x="6365" y="662"/>
                </a:moveTo>
                <a:lnTo>
                  <a:pt x="6522" y="1513"/>
                </a:lnTo>
                <a:cubicBezTo>
                  <a:pt x="6554" y="1702"/>
                  <a:pt x="6617" y="1765"/>
                  <a:pt x="6774" y="1797"/>
                </a:cubicBezTo>
                <a:cubicBezTo>
                  <a:pt x="7342" y="1923"/>
                  <a:pt x="7814" y="2112"/>
                  <a:pt x="8287" y="2427"/>
                </a:cubicBezTo>
                <a:cubicBezTo>
                  <a:pt x="8350" y="2474"/>
                  <a:pt x="8421" y="2498"/>
                  <a:pt x="8488" y="2498"/>
                </a:cubicBezTo>
                <a:cubicBezTo>
                  <a:pt x="8554" y="2498"/>
                  <a:pt x="8618" y="2474"/>
                  <a:pt x="8665" y="2427"/>
                </a:cubicBezTo>
                <a:lnTo>
                  <a:pt x="9389" y="1923"/>
                </a:lnTo>
                <a:lnTo>
                  <a:pt x="9925" y="2490"/>
                </a:lnTo>
                <a:lnTo>
                  <a:pt x="9421" y="3183"/>
                </a:lnTo>
                <a:cubicBezTo>
                  <a:pt x="9358" y="3309"/>
                  <a:pt x="9358" y="3466"/>
                  <a:pt x="9421" y="3592"/>
                </a:cubicBezTo>
                <a:cubicBezTo>
                  <a:pt x="9736" y="4065"/>
                  <a:pt x="9925" y="4537"/>
                  <a:pt x="10051" y="5073"/>
                </a:cubicBezTo>
                <a:cubicBezTo>
                  <a:pt x="10082" y="5231"/>
                  <a:pt x="10209" y="5294"/>
                  <a:pt x="10335" y="5357"/>
                </a:cubicBezTo>
                <a:lnTo>
                  <a:pt x="11185" y="5514"/>
                </a:lnTo>
                <a:lnTo>
                  <a:pt x="11185" y="6302"/>
                </a:lnTo>
                <a:lnTo>
                  <a:pt x="10335" y="6459"/>
                </a:lnTo>
                <a:cubicBezTo>
                  <a:pt x="10177" y="6491"/>
                  <a:pt x="10082" y="6585"/>
                  <a:pt x="10051" y="6743"/>
                </a:cubicBezTo>
                <a:cubicBezTo>
                  <a:pt x="9925" y="7278"/>
                  <a:pt x="9736" y="7751"/>
                  <a:pt x="9421" y="8224"/>
                </a:cubicBezTo>
                <a:cubicBezTo>
                  <a:pt x="9358" y="8350"/>
                  <a:pt x="9358" y="8507"/>
                  <a:pt x="9421" y="8633"/>
                </a:cubicBezTo>
                <a:lnTo>
                  <a:pt x="9925" y="9326"/>
                </a:lnTo>
                <a:lnTo>
                  <a:pt x="9389" y="9893"/>
                </a:lnTo>
                <a:lnTo>
                  <a:pt x="8665" y="9358"/>
                </a:lnTo>
                <a:cubicBezTo>
                  <a:pt x="8618" y="9326"/>
                  <a:pt x="8554" y="9310"/>
                  <a:pt x="8488" y="9310"/>
                </a:cubicBezTo>
                <a:cubicBezTo>
                  <a:pt x="8421" y="9310"/>
                  <a:pt x="8350" y="9326"/>
                  <a:pt x="8287" y="9358"/>
                </a:cubicBezTo>
                <a:cubicBezTo>
                  <a:pt x="7814" y="9673"/>
                  <a:pt x="7342" y="9893"/>
                  <a:pt x="6774" y="9988"/>
                </a:cubicBezTo>
                <a:cubicBezTo>
                  <a:pt x="6617" y="10051"/>
                  <a:pt x="6554" y="10145"/>
                  <a:pt x="6522" y="10271"/>
                </a:cubicBezTo>
                <a:lnTo>
                  <a:pt x="6365" y="11153"/>
                </a:lnTo>
                <a:lnTo>
                  <a:pt x="5577" y="11153"/>
                </a:lnTo>
                <a:lnTo>
                  <a:pt x="5420" y="10271"/>
                </a:lnTo>
                <a:cubicBezTo>
                  <a:pt x="5357" y="10114"/>
                  <a:pt x="5294" y="10051"/>
                  <a:pt x="5136" y="9988"/>
                </a:cubicBezTo>
                <a:cubicBezTo>
                  <a:pt x="4569" y="9893"/>
                  <a:pt x="4097" y="9673"/>
                  <a:pt x="3624" y="9358"/>
                </a:cubicBezTo>
                <a:cubicBezTo>
                  <a:pt x="3561" y="9326"/>
                  <a:pt x="3498" y="9310"/>
                  <a:pt x="3435" y="9310"/>
                </a:cubicBezTo>
                <a:cubicBezTo>
                  <a:pt x="3372" y="9310"/>
                  <a:pt x="3309" y="9326"/>
                  <a:pt x="3246" y="9358"/>
                </a:cubicBezTo>
                <a:lnTo>
                  <a:pt x="2521" y="9893"/>
                </a:lnTo>
                <a:lnTo>
                  <a:pt x="1986" y="9326"/>
                </a:lnTo>
                <a:lnTo>
                  <a:pt x="2490" y="8633"/>
                </a:lnTo>
                <a:cubicBezTo>
                  <a:pt x="2584" y="8507"/>
                  <a:pt x="2584" y="8350"/>
                  <a:pt x="2490" y="8224"/>
                </a:cubicBezTo>
                <a:cubicBezTo>
                  <a:pt x="2175" y="7751"/>
                  <a:pt x="1986" y="7278"/>
                  <a:pt x="1860" y="6743"/>
                </a:cubicBezTo>
                <a:cubicBezTo>
                  <a:pt x="1828" y="6585"/>
                  <a:pt x="1702" y="6491"/>
                  <a:pt x="1576" y="6459"/>
                </a:cubicBezTo>
                <a:lnTo>
                  <a:pt x="726" y="6302"/>
                </a:lnTo>
                <a:lnTo>
                  <a:pt x="726" y="5514"/>
                </a:lnTo>
                <a:lnTo>
                  <a:pt x="1576" y="5357"/>
                </a:lnTo>
                <a:cubicBezTo>
                  <a:pt x="1734" y="5325"/>
                  <a:pt x="1828" y="5231"/>
                  <a:pt x="1860" y="5073"/>
                </a:cubicBezTo>
                <a:cubicBezTo>
                  <a:pt x="1986" y="4506"/>
                  <a:pt x="2175" y="4065"/>
                  <a:pt x="2490" y="3592"/>
                </a:cubicBezTo>
                <a:cubicBezTo>
                  <a:pt x="2584" y="3466"/>
                  <a:pt x="2584" y="3309"/>
                  <a:pt x="2490" y="3183"/>
                </a:cubicBezTo>
                <a:lnTo>
                  <a:pt x="1986" y="2490"/>
                </a:lnTo>
                <a:lnTo>
                  <a:pt x="2521" y="1923"/>
                </a:lnTo>
                <a:lnTo>
                  <a:pt x="3246" y="2427"/>
                </a:lnTo>
                <a:cubicBezTo>
                  <a:pt x="3309" y="2474"/>
                  <a:pt x="3372" y="2498"/>
                  <a:pt x="3435" y="2498"/>
                </a:cubicBezTo>
                <a:cubicBezTo>
                  <a:pt x="3498" y="2498"/>
                  <a:pt x="3561" y="2474"/>
                  <a:pt x="3624" y="2427"/>
                </a:cubicBezTo>
                <a:cubicBezTo>
                  <a:pt x="4097" y="2112"/>
                  <a:pt x="4569" y="1923"/>
                  <a:pt x="5136" y="1797"/>
                </a:cubicBezTo>
                <a:cubicBezTo>
                  <a:pt x="5294" y="1765"/>
                  <a:pt x="5357" y="1639"/>
                  <a:pt x="5420" y="1513"/>
                </a:cubicBezTo>
                <a:lnTo>
                  <a:pt x="5577" y="662"/>
                </a:lnTo>
                <a:close/>
                <a:moveTo>
                  <a:pt x="5262" y="1"/>
                </a:moveTo>
                <a:cubicBezTo>
                  <a:pt x="5073" y="1"/>
                  <a:pt x="4916" y="127"/>
                  <a:pt x="4884" y="284"/>
                </a:cubicBezTo>
                <a:lnTo>
                  <a:pt x="4727" y="1166"/>
                </a:lnTo>
                <a:cubicBezTo>
                  <a:pt x="4254" y="1292"/>
                  <a:pt x="3813" y="1481"/>
                  <a:pt x="3435" y="1734"/>
                </a:cubicBezTo>
                <a:lnTo>
                  <a:pt x="2679" y="1229"/>
                </a:lnTo>
                <a:cubicBezTo>
                  <a:pt x="2610" y="1174"/>
                  <a:pt x="2541" y="1149"/>
                  <a:pt x="2474" y="1149"/>
                </a:cubicBezTo>
                <a:cubicBezTo>
                  <a:pt x="2389" y="1149"/>
                  <a:pt x="2309" y="1190"/>
                  <a:pt x="2238" y="1261"/>
                </a:cubicBezTo>
                <a:lnTo>
                  <a:pt x="1261" y="2238"/>
                </a:lnTo>
                <a:cubicBezTo>
                  <a:pt x="1135" y="2364"/>
                  <a:pt x="1135" y="2553"/>
                  <a:pt x="1230" y="2679"/>
                </a:cubicBezTo>
                <a:lnTo>
                  <a:pt x="1734" y="3435"/>
                </a:lnTo>
                <a:cubicBezTo>
                  <a:pt x="1513" y="3813"/>
                  <a:pt x="1324" y="4254"/>
                  <a:pt x="1198" y="4726"/>
                </a:cubicBezTo>
                <a:lnTo>
                  <a:pt x="284" y="4884"/>
                </a:lnTo>
                <a:cubicBezTo>
                  <a:pt x="127" y="4915"/>
                  <a:pt x="1" y="5042"/>
                  <a:pt x="1" y="5231"/>
                </a:cubicBezTo>
                <a:lnTo>
                  <a:pt x="1" y="6617"/>
                </a:lnTo>
                <a:cubicBezTo>
                  <a:pt x="64" y="6774"/>
                  <a:pt x="158" y="6932"/>
                  <a:pt x="316" y="6963"/>
                </a:cubicBezTo>
                <a:lnTo>
                  <a:pt x="1230" y="7121"/>
                </a:lnTo>
                <a:cubicBezTo>
                  <a:pt x="1356" y="7593"/>
                  <a:pt x="1545" y="8034"/>
                  <a:pt x="1797" y="8413"/>
                </a:cubicBezTo>
                <a:lnTo>
                  <a:pt x="1261" y="9169"/>
                </a:lnTo>
                <a:cubicBezTo>
                  <a:pt x="1167" y="9295"/>
                  <a:pt x="1198" y="9484"/>
                  <a:pt x="1324" y="9610"/>
                </a:cubicBezTo>
                <a:lnTo>
                  <a:pt x="2301" y="10586"/>
                </a:lnTo>
                <a:cubicBezTo>
                  <a:pt x="2368" y="10654"/>
                  <a:pt x="2454" y="10685"/>
                  <a:pt x="2533" y="10685"/>
                </a:cubicBezTo>
                <a:cubicBezTo>
                  <a:pt x="2602" y="10685"/>
                  <a:pt x="2666" y="10662"/>
                  <a:pt x="2710" y="10618"/>
                </a:cubicBezTo>
                <a:lnTo>
                  <a:pt x="3466" y="10114"/>
                </a:lnTo>
                <a:cubicBezTo>
                  <a:pt x="3876" y="10366"/>
                  <a:pt x="4286" y="10555"/>
                  <a:pt x="4790" y="10681"/>
                </a:cubicBezTo>
                <a:lnTo>
                  <a:pt x="4947" y="11563"/>
                </a:lnTo>
                <a:cubicBezTo>
                  <a:pt x="4979" y="11721"/>
                  <a:pt x="5105" y="11847"/>
                  <a:pt x="5294" y="11847"/>
                </a:cubicBezTo>
                <a:lnTo>
                  <a:pt x="6680" y="11847"/>
                </a:lnTo>
                <a:cubicBezTo>
                  <a:pt x="6837" y="11847"/>
                  <a:pt x="6995" y="11721"/>
                  <a:pt x="7027" y="11563"/>
                </a:cubicBezTo>
                <a:lnTo>
                  <a:pt x="7184" y="10681"/>
                </a:lnTo>
                <a:cubicBezTo>
                  <a:pt x="7657" y="10555"/>
                  <a:pt x="8098" y="10366"/>
                  <a:pt x="8476" y="10114"/>
                </a:cubicBezTo>
                <a:lnTo>
                  <a:pt x="9232" y="10618"/>
                </a:lnTo>
                <a:cubicBezTo>
                  <a:pt x="9301" y="10673"/>
                  <a:pt x="9370" y="10698"/>
                  <a:pt x="9436" y="10698"/>
                </a:cubicBezTo>
                <a:cubicBezTo>
                  <a:pt x="9521" y="10698"/>
                  <a:pt x="9602" y="10657"/>
                  <a:pt x="9673" y="10586"/>
                </a:cubicBezTo>
                <a:lnTo>
                  <a:pt x="10650" y="9610"/>
                </a:lnTo>
                <a:cubicBezTo>
                  <a:pt x="10776" y="9484"/>
                  <a:pt x="10776" y="9295"/>
                  <a:pt x="10681" y="9169"/>
                </a:cubicBezTo>
                <a:lnTo>
                  <a:pt x="10177" y="8413"/>
                </a:lnTo>
                <a:cubicBezTo>
                  <a:pt x="10398" y="8034"/>
                  <a:pt x="10618" y="7593"/>
                  <a:pt x="10713" y="7121"/>
                </a:cubicBezTo>
                <a:lnTo>
                  <a:pt x="11626" y="6963"/>
                </a:lnTo>
                <a:cubicBezTo>
                  <a:pt x="11784" y="6932"/>
                  <a:pt x="11910" y="6806"/>
                  <a:pt x="11910" y="6617"/>
                </a:cubicBezTo>
                <a:lnTo>
                  <a:pt x="11910" y="5231"/>
                </a:lnTo>
                <a:cubicBezTo>
                  <a:pt x="11910" y="5073"/>
                  <a:pt x="11784" y="4915"/>
                  <a:pt x="11626" y="4884"/>
                </a:cubicBezTo>
                <a:lnTo>
                  <a:pt x="10713" y="4726"/>
                </a:lnTo>
                <a:cubicBezTo>
                  <a:pt x="10618" y="4254"/>
                  <a:pt x="10398" y="3813"/>
                  <a:pt x="10177" y="3403"/>
                </a:cubicBezTo>
                <a:lnTo>
                  <a:pt x="10681" y="2679"/>
                </a:lnTo>
                <a:cubicBezTo>
                  <a:pt x="10807" y="2553"/>
                  <a:pt x="10776" y="2364"/>
                  <a:pt x="10650" y="2238"/>
                </a:cubicBezTo>
                <a:lnTo>
                  <a:pt x="9673" y="1261"/>
                </a:lnTo>
                <a:cubicBezTo>
                  <a:pt x="9605" y="1193"/>
                  <a:pt x="9520" y="1162"/>
                  <a:pt x="9435" y="1162"/>
                </a:cubicBezTo>
                <a:cubicBezTo>
                  <a:pt x="9362" y="1162"/>
                  <a:pt x="9290" y="1186"/>
                  <a:pt x="9232" y="1229"/>
                </a:cubicBezTo>
                <a:lnTo>
                  <a:pt x="8476" y="1734"/>
                </a:lnTo>
                <a:cubicBezTo>
                  <a:pt x="8098" y="1481"/>
                  <a:pt x="7657" y="1292"/>
                  <a:pt x="7184" y="1166"/>
                </a:cubicBezTo>
                <a:lnTo>
                  <a:pt x="6995" y="284"/>
                </a:lnTo>
                <a:cubicBezTo>
                  <a:pt x="6932" y="127"/>
                  <a:pt x="6837" y="1"/>
                  <a:pt x="661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27" name="Google Shape;9204;p73">
            <a:extLst>
              <a:ext uri="{FF2B5EF4-FFF2-40B4-BE49-F238E27FC236}">
                <a16:creationId xmlns:a16="http://schemas.microsoft.com/office/drawing/2014/main" id="{E57CD780-C9C5-336B-66C0-B567D4F898CB}"/>
              </a:ext>
            </a:extLst>
          </p:cNvPr>
          <p:cNvSpPr/>
          <p:nvPr/>
        </p:nvSpPr>
        <p:spPr>
          <a:xfrm>
            <a:off x="1322446" y="2447126"/>
            <a:ext cx="399884" cy="396669"/>
          </a:xfrm>
          <a:custGeom>
            <a:avLst/>
            <a:gdLst/>
            <a:ahLst/>
            <a:cxnLst/>
            <a:rect l="l" t="t" r="r" b="b"/>
            <a:pathLst>
              <a:path w="11816" h="11721" extrusionOk="0">
                <a:moveTo>
                  <a:pt x="2395" y="631"/>
                </a:moveTo>
                <a:cubicBezTo>
                  <a:pt x="2584" y="631"/>
                  <a:pt x="2742" y="789"/>
                  <a:pt x="2742" y="978"/>
                </a:cubicBezTo>
                <a:cubicBezTo>
                  <a:pt x="2742" y="1167"/>
                  <a:pt x="2584" y="1324"/>
                  <a:pt x="2395" y="1324"/>
                </a:cubicBezTo>
                <a:lnTo>
                  <a:pt x="1009" y="1324"/>
                </a:lnTo>
                <a:cubicBezTo>
                  <a:pt x="820" y="1324"/>
                  <a:pt x="663" y="1167"/>
                  <a:pt x="663" y="978"/>
                </a:cubicBezTo>
                <a:cubicBezTo>
                  <a:pt x="663" y="789"/>
                  <a:pt x="820" y="631"/>
                  <a:pt x="1009" y="631"/>
                </a:cubicBezTo>
                <a:close/>
                <a:moveTo>
                  <a:pt x="6554" y="631"/>
                </a:moveTo>
                <a:cubicBezTo>
                  <a:pt x="6774" y="631"/>
                  <a:pt x="6932" y="789"/>
                  <a:pt x="6932" y="978"/>
                </a:cubicBezTo>
                <a:cubicBezTo>
                  <a:pt x="6932" y="1167"/>
                  <a:pt x="6774" y="1324"/>
                  <a:pt x="6554" y="1324"/>
                </a:cubicBezTo>
                <a:lnTo>
                  <a:pt x="5199" y="1324"/>
                </a:lnTo>
                <a:cubicBezTo>
                  <a:pt x="4979" y="1324"/>
                  <a:pt x="4821" y="1167"/>
                  <a:pt x="4821" y="978"/>
                </a:cubicBezTo>
                <a:cubicBezTo>
                  <a:pt x="4821" y="789"/>
                  <a:pt x="4979" y="631"/>
                  <a:pt x="5199" y="631"/>
                </a:cubicBezTo>
                <a:close/>
                <a:moveTo>
                  <a:pt x="10776" y="631"/>
                </a:moveTo>
                <a:cubicBezTo>
                  <a:pt x="10965" y="631"/>
                  <a:pt x="11122" y="789"/>
                  <a:pt x="11122" y="978"/>
                </a:cubicBezTo>
                <a:cubicBezTo>
                  <a:pt x="11122" y="1167"/>
                  <a:pt x="10965" y="1324"/>
                  <a:pt x="10776" y="1324"/>
                </a:cubicBezTo>
                <a:lnTo>
                  <a:pt x="9389" y="1324"/>
                </a:lnTo>
                <a:cubicBezTo>
                  <a:pt x="9200" y="1324"/>
                  <a:pt x="9043" y="1167"/>
                  <a:pt x="9043" y="978"/>
                </a:cubicBezTo>
                <a:cubicBezTo>
                  <a:pt x="9043" y="789"/>
                  <a:pt x="9200" y="631"/>
                  <a:pt x="9389" y="631"/>
                </a:cubicBezTo>
                <a:close/>
                <a:moveTo>
                  <a:pt x="7279" y="4790"/>
                </a:moveTo>
                <a:cubicBezTo>
                  <a:pt x="7468" y="4790"/>
                  <a:pt x="7625" y="4947"/>
                  <a:pt x="7625" y="5136"/>
                </a:cubicBezTo>
                <a:lnTo>
                  <a:pt x="7625" y="6554"/>
                </a:lnTo>
                <a:cubicBezTo>
                  <a:pt x="7625" y="6775"/>
                  <a:pt x="7468" y="6932"/>
                  <a:pt x="7279" y="6932"/>
                </a:cubicBezTo>
                <a:lnTo>
                  <a:pt x="4506" y="6932"/>
                </a:lnTo>
                <a:cubicBezTo>
                  <a:pt x="4317" y="6932"/>
                  <a:pt x="4160" y="6775"/>
                  <a:pt x="4160" y="6554"/>
                </a:cubicBezTo>
                <a:lnTo>
                  <a:pt x="4160" y="5136"/>
                </a:lnTo>
                <a:cubicBezTo>
                  <a:pt x="4160" y="4947"/>
                  <a:pt x="4317" y="4790"/>
                  <a:pt x="4506" y="4790"/>
                </a:cubicBezTo>
                <a:close/>
                <a:moveTo>
                  <a:pt x="2395" y="10398"/>
                </a:moveTo>
                <a:cubicBezTo>
                  <a:pt x="2584" y="10398"/>
                  <a:pt x="2742" y="10555"/>
                  <a:pt x="2742" y="10744"/>
                </a:cubicBezTo>
                <a:cubicBezTo>
                  <a:pt x="2742" y="10933"/>
                  <a:pt x="2584" y="11091"/>
                  <a:pt x="2395" y="11091"/>
                </a:cubicBezTo>
                <a:lnTo>
                  <a:pt x="1009" y="11091"/>
                </a:lnTo>
                <a:cubicBezTo>
                  <a:pt x="820" y="11091"/>
                  <a:pt x="663" y="10933"/>
                  <a:pt x="663" y="10744"/>
                </a:cubicBezTo>
                <a:cubicBezTo>
                  <a:pt x="663" y="10555"/>
                  <a:pt x="820" y="10398"/>
                  <a:pt x="1009" y="10398"/>
                </a:cubicBezTo>
                <a:close/>
                <a:moveTo>
                  <a:pt x="6585" y="10398"/>
                </a:moveTo>
                <a:cubicBezTo>
                  <a:pt x="6806" y="10398"/>
                  <a:pt x="6964" y="10555"/>
                  <a:pt x="6964" y="10744"/>
                </a:cubicBezTo>
                <a:cubicBezTo>
                  <a:pt x="6964" y="10933"/>
                  <a:pt x="6806" y="11091"/>
                  <a:pt x="6585" y="11091"/>
                </a:cubicBezTo>
                <a:lnTo>
                  <a:pt x="5231" y="11091"/>
                </a:lnTo>
                <a:cubicBezTo>
                  <a:pt x="5010" y="11091"/>
                  <a:pt x="4853" y="10933"/>
                  <a:pt x="4853" y="10744"/>
                </a:cubicBezTo>
                <a:cubicBezTo>
                  <a:pt x="4853" y="10555"/>
                  <a:pt x="5010" y="10398"/>
                  <a:pt x="5231" y="10398"/>
                </a:cubicBezTo>
                <a:close/>
                <a:moveTo>
                  <a:pt x="10776" y="10398"/>
                </a:moveTo>
                <a:cubicBezTo>
                  <a:pt x="10965" y="10398"/>
                  <a:pt x="11122" y="10555"/>
                  <a:pt x="11122" y="10744"/>
                </a:cubicBezTo>
                <a:cubicBezTo>
                  <a:pt x="11122" y="10933"/>
                  <a:pt x="10965" y="11091"/>
                  <a:pt x="10776" y="11091"/>
                </a:cubicBezTo>
                <a:lnTo>
                  <a:pt x="9389" y="11091"/>
                </a:lnTo>
                <a:cubicBezTo>
                  <a:pt x="9200" y="11091"/>
                  <a:pt x="9043" y="10933"/>
                  <a:pt x="9043" y="10744"/>
                </a:cubicBezTo>
                <a:cubicBezTo>
                  <a:pt x="9043" y="10555"/>
                  <a:pt x="9200" y="10398"/>
                  <a:pt x="9389" y="10398"/>
                </a:cubicBezTo>
                <a:close/>
                <a:moveTo>
                  <a:pt x="1009" y="1"/>
                </a:moveTo>
                <a:cubicBezTo>
                  <a:pt x="410" y="1"/>
                  <a:pt x="1" y="474"/>
                  <a:pt x="1" y="1009"/>
                </a:cubicBezTo>
                <a:cubicBezTo>
                  <a:pt x="1" y="1608"/>
                  <a:pt x="473" y="2049"/>
                  <a:pt x="1009" y="2049"/>
                </a:cubicBezTo>
                <a:lnTo>
                  <a:pt x="1356" y="2049"/>
                </a:lnTo>
                <a:lnTo>
                  <a:pt x="1356" y="2395"/>
                </a:lnTo>
                <a:cubicBezTo>
                  <a:pt x="1356" y="2994"/>
                  <a:pt x="1828" y="3403"/>
                  <a:pt x="2395" y="3403"/>
                </a:cubicBezTo>
                <a:lnTo>
                  <a:pt x="5546" y="3403"/>
                </a:lnTo>
                <a:lnTo>
                  <a:pt x="5546" y="4128"/>
                </a:lnTo>
                <a:lnTo>
                  <a:pt x="4506" y="4128"/>
                </a:lnTo>
                <a:cubicBezTo>
                  <a:pt x="3939" y="4128"/>
                  <a:pt x="3466" y="4601"/>
                  <a:pt x="3466" y="5136"/>
                </a:cubicBezTo>
                <a:lnTo>
                  <a:pt x="3466" y="6554"/>
                </a:lnTo>
                <a:cubicBezTo>
                  <a:pt x="3466" y="7153"/>
                  <a:pt x="3939" y="7594"/>
                  <a:pt x="4506" y="7594"/>
                </a:cubicBezTo>
                <a:lnTo>
                  <a:pt x="5546" y="7594"/>
                </a:lnTo>
                <a:lnTo>
                  <a:pt x="5546" y="8287"/>
                </a:lnTo>
                <a:lnTo>
                  <a:pt x="2395" y="8287"/>
                </a:lnTo>
                <a:cubicBezTo>
                  <a:pt x="1797" y="8287"/>
                  <a:pt x="1356" y="8759"/>
                  <a:pt x="1356" y="9326"/>
                </a:cubicBezTo>
                <a:lnTo>
                  <a:pt x="1356" y="9673"/>
                </a:lnTo>
                <a:lnTo>
                  <a:pt x="1009" y="9673"/>
                </a:lnTo>
                <a:cubicBezTo>
                  <a:pt x="410" y="9673"/>
                  <a:pt x="1" y="10146"/>
                  <a:pt x="1" y="10713"/>
                </a:cubicBezTo>
                <a:cubicBezTo>
                  <a:pt x="1" y="11280"/>
                  <a:pt x="473" y="11721"/>
                  <a:pt x="1009" y="11721"/>
                </a:cubicBezTo>
                <a:lnTo>
                  <a:pt x="2395" y="11721"/>
                </a:lnTo>
                <a:cubicBezTo>
                  <a:pt x="2994" y="11721"/>
                  <a:pt x="3403" y="11248"/>
                  <a:pt x="3403" y="10713"/>
                </a:cubicBezTo>
                <a:cubicBezTo>
                  <a:pt x="3403" y="10114"/>
                  <a:pt x="2931" y="9673"/>
                  <a:pt x="2395" y="9673"/>
                </a:cubicBezTo>
                <a:lnTo>
                  <a:pt x="2049" y="9673"/>
                </a:lnTo>
                <a:lnTo>
                  <a:pt x="2049" y="9326"/>
                </a:lnTo>
                <a:cubicBezTo>
                  <a:pt x="2049" y="9137"/>
                  <a:pt x="2206" y="8980"/>
                  <a:pt x="2395" y="8980"/>
                </a:cubicBezTo>
                <a:lnTo>
                  <a:pt x="5546" y="8980"/>
                </a:lnTo>
                <a:lnTo>
                  <a:pt x="5546" y="9673"/>
                </a:lnTo>
                <a:lnTo>
                  <a:pt x="5199" y="9673"/>
                </a:lnTo>
                <a:cubicBezTo>
                  <a:pt x="4601" y="9673"/>
                  <a:pt x="4160" y="10146"/>
                  <a:pt x="4160" y="10713"/>
                </a:cubicBezTo>
                <a:cubicBezTo>
                  <a:pt x="4160" y="11280"/>
                  <a:pt x="4632" y="11721"/>
                  <a:pt x="5199" y="11721"/>
                </a:cubicBezTo>
                <a:lnTo>
                  <a:pt x="6554" y="11721"/>
                </a:lnTo>
                <a:cubicBezTo>
                  <a:pt x="7153" y="11721"/>
                  <a:pt x="7594" y="11248"/>
                  <a:pt x="7594" y="10713"/>
                </a:cubicBezTo>
                <a:cubicBezTo>
                  <a:pt x="7594" y="10114"/>
                  <a:pt x="7121" y="9673"/>
                  <a:pt x="6554" y="9673"/>
                </a:cubicBezTo>
                <a:lnTo>
                  <a:pt x="6207" y="9673"/>
                </a:lnTo>
                <a:lnTo>
                  <a:pt x="6207" y="8980"/>
                </a:lnTo>
                <a:lnTo>
                  <a:pt x="9358" y="8980"/>
                </a:lnTo>
                <a:cubicBezTo>
                  <a:pt x="9547" y="8980"/>
                  <a:pt x="9704" y="9137"/>
                  <a:pt x="9704" y="9326"/>
                </a:cubicBezTo>
                <a:lnTo>
                  <a:pt x="9704" y="9673"/>
                </a:lnTo>
                <a:lnTo>
                  <a:pt x="9358" y="9673"/>
                </a:lnTo>
                <a:cubicBezTo>
                  <a:pt x="8759" y="9673"/>
                  <a:pt x="8350" y="10146"/>
                  <a:pt x="8350" y="10713"/>
                </a:cubicBezTo>
                <a:cubicBezTo>
                  <a:pt x="8350" y="11280"/>
                  <a:pt x="8791" y="11721"/>
                  <a:pt x="9358" y="11721"/>
                </a:cubicBezTo>
                <a:lnTo>
                  <a:pt x="10744" y="11721"/>
                </a:lnTo>
                <a:cubicBezTo>
                  <a:pt x="11311" y="11721"/>
                  <a:pt x="11752" y="11248"/>
                  <a:pt x="11752" y="10713"/>
                </a:cubicBezTo>
                <a:cubicBezTo>
                  <a:pt x="11752" y="10114"/>
                  <a:pt x="11280" y="9673"/>
                  <a:pt x="10744" y="9673"/>
                </a:cubicBezTo>
                <a:lnTo>
                  <a:pt x="10366" y="9673"/>
                </a:lnTo>
                <a:lnTo>
                  <a:pt x="10366" y="9326"/>
                </a:lnTo>
                <a:cubicBezTo>
                  <a:pt x="10366" y="8728"/>
                  <a:pt x="9925" y="8287"/>
                  <a:pt x="9358" y="8287"/>
                </a:cubicBezTo>
                <a:lnTo>
                  <a:pt x="6207" y="8287"/>
                </a:lnTo>
                <a:lnTo>
                  <a:pt x="6207" y="7594"/>
                </a:lnTo>
                <a:lnTo>
                  <a:pt x="7216" y="7594"/>
                </a:lnTo>
                <a:cubicBezTo>
                  <a:pt x="7814" y="7594"/>
                  <a:pt x="8287" y="7121"/>
                  <a:pt x="8287" y="6554"/>
                </a:cubicBezTo>
                <a:lnTo>
                  <a:pt x="8287" y="5136"/>
                </a:lnTo>
                <a:cubicBezTo>
                  <a:pt x="8287" y="4569"/>
                  <a:pt x="7814" y="4128"/>
                  <a:pt x="7216" y="4128"/>
                </a:cubicBezTo>
                <a:lnTo>
                  <a:pt x="6207" y="4128"/>
                </a:lnTo>
                <a:lnTo>
                  <a:pt x="6207" y="3403"/>
                </a:lnTo>
                <a:lnTo>
                  <a:pt x="9389" y="3403"/>
                </a:lnTo>
                <a:cubicBezTo>
                  <a:pt x="9988" y="3403"/>
                  <a:pt x="10429" y="2931"/>
                  <a:pt x="10429" y="2395"/>
                </a:cubicBezTo>
                <a:lnTo>
                  <a:pt x="10429" y="2049"/>
                </a:lnTo>
                <a:lnTo>
                  <a:pt x="10776" y="2049"/>
                </a:lnTo>
                <a:cubicBezTo>
                  <a:pt x="11374" y="2049"/>
                  <a:pt x="11815" y="1576"/>
                  <a:pt x="11815" y="1009"/>
                </a:cubicBezTo>
                <a:cubicBezTo>
                  <a:pt x="11815" y="411"/>
                  <a:pt x="11343" y="1"/>
                  <a:pt x="10776" y="1"/>
                </a:cubicBezTo>
                <a:lnTo>
                  <a:pt x="9389" y="1"/>
                </a:lnTo>
                <a:cubicBezTo>
                  <a:pt x="8822" y="1"/>
                  <a:pt x="8381" y="474"/>
                  <a:pt x="8381" y="1009"/>
                </a:cubicBezTo>
                <a:cubicBezTo>
                  <a:pt x="8381" y="1608"/>
                  <a:pt x="8854" y="2049"/>
                  <a:pt x="9389" y="2049"/>
                </a:cubicBezTo>
                <a:lnTo>
                  <a:pt x="9767" y="2049"/>
                </a:lnTo>
                <a:lnTo>
                  <a:pt x="9767" y="2395"/>
                </a:lnTo>
                <a:cubicBezTo>
                  <a:pt x="9767" y="2584"/>
                  <a:pt x="9610" y="2742"/>
                  <a:pt x="9389" y="2742"/>
                </a:cubicBezTo>
                <a:lnTo>
                  <a:pt x="6239" y="2742"/>
                </a:lnTo>
                <a:lnTo>
                  <a:pt x="6239" y="2049"/>
                </a:lnTo>
                <a:lnTo>
                  <a:pt x="6617" y="2049"/>
                </a:lnTo>
                <a:cubicBezTo>
                  <a:pt x="7184" y="2049"/>
                  <a:pt x="7625" y="1576"/>
                  <a:pt x="7625" y="1009"/>
                </a:cubicBezTo>
                <a:cubicBezTo>
                  <a:pt x="7625" y="411"/>
                  <a:pt x="7153" y="1"/>
                  <a:pt x="6617" y="1"/>
                </a:cubicBezTo>
                <a:lnTo>
                  <a:pt x="5231" y="1"/>
                </a:lnTo>
                <a:cubicBezTo>
                  <a:pt x="4632" y="1"/>
                  <a:pt x="4191" y="474"/>
                  <a:pt x="4191" y="1009"/>
                </a:cubicBezTo>
                <a:cubicBezTo>
                  <a:pt x="4191" y="1608"/>
                  <a:pt x="4664" y="2049"/>
                  <a:pt x="5231" y="2049"/>
                </a:cubicBezTo>
                <a:lnTo>
                  <a:pt x="5577" y="2049"/>
                </a:lnTo>
                <a:lnTo>
                  <a:pt x="5577" y="2742"/>
                </a:lnTo>
                <a:lnTo>
                  <a:pt x="2427" y="2742"/>
                </a:lnTo>
                <a:cubicBezTo>
                  <a:pt x="2238" y="2742"/>
                  <a:pt x="2080" y="2584"/>
                  <a:pt x="2080" y="2395"/>
                </a:cubicBezTo>
                <a:lnTo>
                  <a:pt x="2080" y="2049"/>
                </a:lnTo>
                <a:lnTo>
                  <a:pt x="2427" y="2049"/>
                </a:lnTo>
                <a:cubicBezTo>
                  <a:pt x="3025" y="2049"/>
                  <a:pt x="3466" y="1576"/>
                  <a:pt x="3466" y="1009"/>
                </a:cubicBezTo>
                <a:cubicBezTo>
                  <a:pt x="3466" y="411"/>
                  <a:pt x="2994" y="1"/>
                  <a:pt x="242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1" name="Google Shape;9206;p73">
            <a:extLst>
              <a:ext uri="{FF2B5EF4-FFF2-40B4-BE49-F238E27FC236}">
                <a16:creationId xmlns:a16="http://schemas.microsoft.com/office/drawing/2014/main" id="{88EEDBEB-709B-D237-FF49-6A005BD64681}"/>
              </a:ext>
            </a:extLst>
          </p:cNvPr>
          <p:cNvSpPr/>
          <p:nvPr/>
        </p:nvSpPr>
        <p:spPr>
          <a:xfrm>
            <a:off x="1320873" y="2959593"/>
            <a:ext cx="403066" cy="402760"/>
          </a:xfrm>
          <a:custGeom>
            <a:avLst/>
            <a:gdLst/>
            <a:ahLst/>
            <a:cxnLst/>
            <a:rect l="l" t="t" r="r" b="b"/>
            <a:pathLst>
              <a:path w="11910" h="11901" extrusionOk="0">
                <a:moveTo>
                  <a:pt x="10460" y="1418"/>
                </a:moveTo>
                <a:lnTo>
                  <a:pt x="10460" y="7719"/>
                </a:lnTo>
                <a:lnTo>
                  <a:pt x="1387" y="7719"/>
                </a:lnTo>
                <a:lnTo>
                  <a:pt x="1387" y="1418"/>
                </a:lnTo>
                <a:close/>
                <a:moveTo>
                  <a:pt x="5577" y="8380"/>
                </a:moveTo>
                <a:lnTo>
                  <a:pt x="5577" y="9105"/>
                </a:lnTo>
                <a:lnTo>
                  <a:pt x="5167" y="9105"/>
                </a:lnTo>
                <a:lnTo>
                  <a:pt x="5451" y="8380"/>
                </a:lnTo>
                <a:close/>
                <a:moveTo>
                  <a:pt x="6396" y="8380"/>
                </a:moveTo>
                <a:lnTo>
                  <a:pt x="6679" y="9105"/>
                </a:lnTo>
                <a:lnTo>
                  <a:pt x="6270" y="9105"/>
                </a:lnTo>
                <a:lnTo>
                  <a:pt x="6270" y="8380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47"/>
                </a:cubicBezTo>
                <a:lnTo>
                  <a:pt x="5608" y="725"/>
                </a:lnTo>
                <a:lnTo>
                  <a:pt x="378" y="725"/>
                </a:lnTo>
                <a:cubicBezTo>
                  <a:pt x="158" y="725"/>
                  <a:pt x="0" y="882"/>
                  <a:pt x="0" y="1071"/>
                </a:cubicBezTo>
                <a:cubicBezTo>
                  <a:pt x="0" y="1260"/>
                  <a:pt x="158" y="1418"/>
                  <a:pt x="378" y="1418"/>
                </a:cubicBezTo>
                <a:lnTo>
                  <a:pt x="725" y="1418"/>
                </a:lnTo>
                <a:lnTo>
                  <a:pt x="725" y="7719"/>
                </a:lnTo>
                <a:lnTo>
                  <a:pt x="378" y="7719"/>
                </a:lnTo>
                <a:cubicBezTo>
                  <a:pt x="189" y="7719"/>
                  <a:pt x="32" y="7876"/>
                  <a:pt x="32" y="8097"/>
                </a:cubicBezTo>
                <a:cubicBezTo>
                  <a:pt x="32" y="8286"/>
                  <a:pt x="189" y="8443"/>
                  <a:pt x="378" y="8443"/>
                </a:cubicBezTo>
                <a:lnTo>
                  <a:pt x="4758" y="8443"/>
                </a:lnTo>
                <a:lnTo>
                  <a:pt x="3560" y="11436"/>
                </a:lnTo>
                <a:cubicBezTo>
                  <a:pt x="3497" y="11625"/>
                  <a:pt x="3560" y="11814"/>
                  <a:pt x="3749" y="11877"/>
                </a:cubicBezTo>
                <a:cubicBezTo>
                  <a:pt x="3803" y="11893"/>
                  <a:pt x="3855" y="11901"/>
                  <a:pt x="3903" y="11901"/>
                </a:cubicBezTo>
                <a:cubicBezTo>
                  <a:pt x="4052" y="11901"/>
                  <a:pt x="4167" y="11824"/>
                  <a:pt x="4191" y="11657"/>
                </a:cubicBezTo>
                <a:lnTo>
                  <a:pt x="4947" y="9830"/>
                </a:lnTo>
                <a:lnTo>
                  <a:pt x="5608" y="9830"/>
                </a:lnTo>
                <a:lnTo>
                  <a:pt x="5608" y="10838"/>
                </a:lnTo>
                <a:cubicBezTo>
                  <a:pt x="5608" y="11027"/>
                  <a:pt x="5766" y="11184"/>
                  <a:pt x="5955" y="11184"/>
                </a:cubicBezTo>
                <a:cubicBezTo>
                  <a:pt x="6175" y="11184"/>
                  <a:pt x="6333" y="11027"/>
                  <a:pt x="6333" y="10838"/>
                </a:cubicBezTo>
                <a:lnTo>
                  <a:pt x="6333" y="9830"/>
                </a:lnTo>
                <a:lnTo>
                  <a:pt x="6995" y="9830"/>
                </a:lnTo>
                <a:lnTo>
                  <a:pt x="7751" y="11657"/>
                </a:lnTo>
                <a:cubicBezTo>
                  <a:pt x="7798" y="11824"/>
                  <a:pt x="7918" y="11901"/>
                  <a:pt x="8042" y="11901"/>
                </a:cubicBezTo>
                <a:cubicBezTo>
                  <a:pt x="8082" y="11901"/>
                  <a:pt x="8122" y="11893"/>
                  <a:pt x="8160" y="11877"/>
                </a:cubicBezTo>
                <a:cubicBezTo>
                  <a:pt x="8381" y="11783"/>
                  <a:pt x="8444" y="11594"/>
                  <a:pt x="8381" y="11436"/>
                </a:cubicBezTo>
                <a:lnTo>
                  <a:pt x="7184" y="8443"/>
                </a:lnTo>
                <a:lnTo>
                  <a:pt x="11563" y="8443"/>
                </a:lnTo>
                <a:cubicBezTo>
                  <a:pt x="11752" y="8443"/>
                  <a:pt x="11909" y="8286"/>
                  <a:pt x="11909" y="8097"/>
                </a:cubicBezTo>
                <a:cubicBezTo>
                  <a:pt x="11909" y="7876"/>
                  <a:pt x="11752" y="7719"/>
                  <a:pt x="11563" y="7719"/>
                </a:cubicBezTo>
                <a:lnTo>
                  <a:pt x="11185" y="7719"/>
                </a:lnTo>
                <a:lnTo>
                  <a:pt x="11185" y="1418"/>
                </a:lnTo>
                <a:lnTo>
                  <a:pt x="11563" y="1418"/>
                </a:lnTo>
                <a:cubicBezTo>
                  <a:pt x="11752" y="1418"/>
                  <a:pt x="11909" y="1260"/>
                  <a:pt x="11909" y="1071"/>
                </a:cubicBezTo>
                <a:cubicBezTo>
                  <a:pt x="11909" y="882"/>
                  <a:pt x="11752" y="725"/>
                  <a:pt x="11563" y="725"/>
                </a:cubicBezTo>
                <a:lnTo>
                  <a:pt x="6301" y="725"/>
                </a:lnTo>
                <a:lnTo>
                  <a:pt x="6301" y="347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2" name="Google Shape;9207;p73">
            <a:extLst>
              <a:ext uri="{FF2B5EF4-FFF2-40B4-BE49-F238E27FC236}">
                <a16:creationId xmlns:a16="http://schemas.microsoft.com/office/drawing/2014/main" id="{EE2A69F4-4291-9001-07CB-DD828AAA1CE4}"/>
              </a:ext>
            </a:extLst>
          </p:cNvPr>
          <p:cNvSpPr/>
          <p:nvPr/>
        </p:nvSpPr>
        <p:spPr>
          <a:xfrm>
            <a:off x="1391232" y="3128028"/>
            <a:ext cx="71476" cy="70427"/>
          </a:xfrm>
          <a:custGeom>
            <a:avLst/>
            <a:gdLst/>
            <a:ahLst/>
            <a:cxnLst/>
            <a:rect l="l" t="t" r="r" b="b"/>
            <a:pathLst>
              <a:path w="2112" h="2081" extrusionOk="0">
                <a:moveTo>
                  <a:pt x="1387" y="663"/>
                </a:moveTo>
                <a:lnTo>
                  <a:pt x="1387" y="1387"/>
                </a:lnTo>
                <a:lnTo>
                  <a:pt x="694" y="1387"/>
                </a:lnTo>
                <a:lnTo>
                  <a:pt x="694" y="663"/>
                </a:lnTo>
                <a:close/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734"/>
                </a:lnTo>
                <a:cubicBezTo>
                  <a:pt x="1" y="1923"/>
                  <a:pt x="158" y="2080"/>
                  <a:pt x="347" y="2080"/>
                </a:cubicBezTo>
                <a:lnTo>
                  <a:pt x="1765" y="2080"/>
                </a:lnTo>
                <a:cubicBezTo>
                  <a:pt x="1954" y="2080"/>
                  <a:pt x="2112" y="1923"/>
                  <a:pt x="2112" y="1734"/>
                </a:cubicBezTo>
                <a:lnTo>
                  <a:pt x="2112" y="347"/>
                </a:lnTo>
                <a:cubicBezTo>
                  <a:pt x="2112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3" name="Google Shape;9208;p73">
            <a:extLst>
              <a:ext uri="{FF2B5EF4-FFF2-40B4-BE49-F238E27FC236}">
                <a16:creationId xmlns:a16="http://schemas.microsoft.com/office/drawing/2014/main" id="{80590D72-F199-3C9F-9E1F-F9CEA961BCDB}"/>
              </a:ext>
            </a:extLst>
          </p:cNvPr>
          <p:cNvSpPr/>
          <p:nvPr/>
        </p:nvSpPr>
        <p:spPr>
          <a:xfrm>
            <a:off x="1486125" y="3080074"/>
            <a:ext cx="71476" cy="118381"/>
          </a:xfrm>
          <a:custGeom>
            <a:avLst/>
            <a:gdLst/>
            <a:ahLst/>
            <a:cxnLst/>
            <a:rect l="l" t="t" r="r" b="b"/>
            <a:pathLst>
              <a:path w="2112" h="3498" extrusionOk="0">
                <a:moveTo>
                  <a:pt x="1387" y="662"/>
                </a:moveTo>
                <a:lnTo>
                  <a:pt x="1387" y="2741"/>
                </a:lnTo>
                <a:lnTo>
                  <a:pt x="694" y="2741"/>
                </a:lnTo>
                <a:lnTo>
                  <a:pt x="694" y="662"/>
                </a:lnTo>
                <a:close/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3151"/>
                </a:lnTo>
                <a:cubicBezTo>
                  <a:pt x="1" y="3340"/>
                  <a:pt x="158" y="3497"/>
                  <a:pt x="379" y="3497"/>
                </a:cubicBezTo>
                <a:lnTo>
                  <a:pt x="1733" y="3497"/>
                </a:lnTo>
                <a:lnTo>
                  <a:pt x="1733" y="3466"/>
                </a:lnTo>
                <a:cubicBezTo>
                  <a:pt x="1954" y="3466"/>
                  <a:pt x="2112" y="3308"/>
                  <a:pt x="2112" y="3119"/>
                </a:cubicBezTo>
                <a:lnTo>
                  <a:pt x="2112" y="347"/>
                </a:lnTo>
                <a:cubicBezTo>
                  <a:pt x="2112" y="158"/>
                  <a:pt x="1954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4" name="Google Shape;9209;p73">
            <a:extLst>
              <a:ext uri="{FF2B5EF4-FFF2-40B4-BE49-F238E27FC236}">
                <a16:creationId xmlns:a16="http://schemas.microsoft.com/office/drawing/2014/main" id="{51C4461D-77D7-E57A-025D-DB645785E2EE}"/>
              </a:ext>
            </a:extLst>
          </p:cNvPr>
          <p:cNvSpPr/>
          <p:nvPr/>
        </p:nvSpPr>
        <p:spPr>
          <a:xfrm>
            <a:off x="1579970" y="3031000"/>
            <a:ext cx="71442" cy="166370"/>
          </a:xfrm>
          <a:custGeom>
            <a:avLst/>
            <a:gdLst/>
            <a:ahLst/>
            <a:cxnLst/>
            <a:rect l="l" t="t" r="r" b="b"/>
            <a:pathLst>
              <a:path w="2111" h="4916" extrusionOk="0">
                <a:moveTo>
                  <a:pt x="1418" y="726"/>
                </a:moveTo>
                <a:lnTo>
                  <a:pt x="1418" y="4254"/>
                </a:lnTo>
                <a:lnTo>
                  <a:pt x="725" y="4254"/>
                </a:lnTo>
                <a:lnTo>
                  <a:pt x="725" y="726"/>
                </a:lnTo>
                <a:close/>
                <a:moveTo>
                  <a:pt x="347" y="1"/>
                </a:moveTo>
                <a:cubicBezTo>
                  <a:pt x="158" y="1"/>
                  <a:pt x="0" y="159"/>
                  <a:pt x="0" y="348"/>
                </a:cubicBezTo>
                <a:lnTo>
                  <a:pt x="0" y="4569"/>
                </a:lnTo>
                <a:cubicBezTo>
                  <a:pt x="0" y="4758"/>
                  <a:pt x="158" y="4916"/>
                  <a:pt x="347" y="4916"/>
                </a:cubicBezTo>
                <a:lnTo>
                  <a:pt x="1764" y="4916"/>
                </a:lnTo>
                <a:cubicBezTo>
                  <a:pt x="1953" y="4916"/>
                  <a:pt x="2111" y="4758"/>
                  <a:pt x="2111" y="4569"/>
                </a:cubicBezTo>
                <a:lnTo>
                  <a:pt x="2111" y="348"/>
                </a:lnTo>
                <a:cubicBezTo>
                  <a:pt x="2111" y="159"/>
                  <a:pt x="1953" y="1"/>
                  <a:pt x="176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29" name="Google Shape;9210;p73">
            <a:extLst>
              <a:ext uri="{FF2B5EF4-FFF2-40B4-BE49-F238E27FC236}">
                <a16:creationId xmlns:a16="http://schemas.microsoft.com/office/drawing/2014/main" id="{55E9B0B0-FA13-AF4A-CC06-26C5B32F347D}"/>
              </a:ext>
            </a:extLst>
          </p:cNvPr>
          <p:cNvSpPr/>
          <p:nvPr/>
        </p:nvSpPr>
        <p:spPr>
          <a:xfrm>
            <a:off x="3911961" y="1970015"/>
            <a:ext cx="310303" cy="400899"/>
          </a:xfrm>
          <a:custGeom>
            <a:avLst/>
            <a:gdLst/>
            <a:ahLst/>
            <a:cxnLst/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30" name="Google Shape;9211;p73">
            <a:extLst>
              <a:ext uri="{FF2B5EF4-FFF2-40B4-BE49-F238E27FC236}">
                <a16:creationId xmlns:a16="http://schemas.microsoft.com/office/drawing/2014/main" id="{D75ECF66-8F45-FF45-F0D3-C444F0B26821}"/>
              </a:ext>
            </a:extLst>
          </p:cNvPr>
          <p:cNvSpPr/>
          <p:nvPr/>
        </p:nvSpPr>
        <p:spPr>
          <a:xfrm>
            <a:off x="3857050" y="2445806"/>
            <a:ext cx="420122" cy="399309"/>
          </a:xfrm>
          <a:custGeom>
            <a:avLst/>
            <a:gdLst/>
            <a:ahLst/>
            <a:cxnLst/>
            <a:rect l="l" t="t" r="r" b="b"/>
            <a:pathLst>
              <a:path w="12414" h="11799" extrusionOk="0">
                <a:moveTo>
                  <a:pt x="8979" y="2127"/>
                </a:moveTo>
                <a:cubicBezTo>
                  <a:pt x="9247" y="2127"/>
                  <a:pt x="9515" y="2229"/>
                  <a:pt x="9704" y="2434"/>
                </a:cubicBezTo>
                <a:cubicBezTo>
                  <a:pt x="10113" y="2812"/>
                  <a:pt x="10113" y="3473"/>
                  <a:pt x="9704" y="3883"/>
                </a:cubicBezTo>
                <a:lnTo>
                  <a:pt x="8885" y="4702"/>
                </a:lnTo>
                <a:cubicBezTo>
                  <a:pt x="8790" y="4765"/>
                  <a:pt x="8696" y="4860"/>
                  <a:pt x="8601" y="4891"/>
                </a:cubicBezTo>
                <a:cubicBezTo>
                  <a:pt x="8790" y="4513"/>
                  <a:pt x="8727" y="4041"/>
                  <a:pt x="8412" y="3726"/>
                </a:cubicBezTo>
                <a:cubicBezTo>
                  <a:pt x="8206" y="3520"/>
                  <a:pt x="7933" y="3408"/>
                  <a:pt x="7654" y="3408"/>
                </a:cubicBezTo>
                <a:cubicBezTo>
                  <a:pt x="7507" y="3408"/>
                  <a:pt x="7357" y="3439"/>
                  <a:pt x="7215" y="3505"/>
                </a:cubicBezTo>
                <a:cubicBezTo>
                  <a:pt x="7278" y="3410"/>
                  <a:pt x="7341" y="3316"/>
                  <a:pt x="7436" y="3253"/>
                </a:cubicBezTo>
                <a:lnTo>
                  <a:pt x="8255" y="2434"/>
                </a:lnTo>
                <a:cubicBezTo>
                  <a:pt x="8444" y="2229"/>
                  <a:pt x="8711" y="2127"/>
                  <a:pt x="8979" y="2127"/>
                </a:cubicBezTo>
                <a:close/>
                <a:moveTo>
                  <a:pt x="9027" y="685"/>
                </a:moveTo>
                <a:cubicBezTo>
                  <a:pt x="9649" y="685"/>
                  <a:pt x="10271" y="922"/>
                  <a:pt x="10744" y="1394"/>
                </a:cubicBezTo>
                <a:cubicBezTo>
                  <a:pt x="11689" y="2339"/>
                  <a:pt x="11689" y="3883"/>
                  <a:pt x="10744" y="4828"/>
                </a:cubicBezTo>
                <a:lnTo>
                  <a:pt x="9893" y="5647"/>
                </a:lnTo>
                <a:cubicBezTo>
                  <a:pt x="9431" y="6109"/>
                  <a:pt x="8816" y="6356"/>
                  <a:pt x="8187" y="6356"/>
                </a:cubicBezTo>
                <a:cubicBezTo>
                  <a:pt x="7914" y="6356"/>
                  <a:pt x="7639" y="6310"/>
                  <a:pt x="7373" y="6214"/>
                </a:cubicBezTo>
                <a:lnTo>
                  <a:pt x="7940" y="5647"/>
                </a:lnTo>
                <a:cubicBezTo>
                  <a:pt x="8008" y="5655"/>
                  <a:pt x="8077" y="5659"/>
                  <a:pt x="8146" y="5659"/>
                </a:cubicBezTo>
                <a:cubicBezTo>
                  <a:pt x="8617" y="5659"/>
                  <a:pt x="9087" y="5477"/>
                  <a:pt x="9389" y="5175"/>
                </a:cubicBezTo>
                <a:lnTo>
                  <a:pt x="10208" y="4356"/>
                </a:lnTo>
                <a:cubicBezTo>
                  <a:pt x="10901" y="3694"/>
                  <a:pt x="10901" y="2591"/>
                  <a:pt x="10208" y="1898"/>
                </a:cubicBezTo>
                <a:cubicBezTo>
                  <a:pt x="9877" y="1567"/>
                  <a:pt x="9436" y="1402"/>
                  <a:pt x="8995" y="1402"/>
                </a:cubicBezTo>
                <a:cubicBezTo>
                  <a:pt x="8554" y="1402"/>
                  <a:pt x="8113" y="1567"/>
                  <a:pt x="7782" y="1898"/>
                </a:cubicBezTo>
                <a:lnTo>
                  <a:pt x="6931" y="2749"/>
                </a:lnTo>
                <a:cubicBezTo>
                  <a:pt x="6553" y="3127"/>
                  <a:pt x="6396" y="3694"/>
                  <a:pt x="6490" y="4198"/>
                </a:cubicBezTo>
                <a:lnTo>
                  <a:pt x="5923" y="4734"/>
                </a:lnTo>
                <a:cubicBezTo>
                  <a:pt x="5608" y="3883"/>
                  <a:pt x="5797" y="2906"/>
                  <a:pt x="6490" y="2213"/>
                </a:cubicBezTo>
                <a:lnTo>
                  <a:pt x="7309" y="1394"/>
                </a:lnTo>
                <a:cubicBezTo>
                  <a:pt x="7782" y="922"/>
                  <a:pt x="8404" y="685"/>
                  <a:pt x="9027" y="685"/>
                </a:cubicBezTo>
                <a:close/>
                <a:moveTo>
                  <a:pt x="7703" y="4104"/>
                </a:moveTo>
                <a:cubicBezTo>
                  <a:pt x="7790" y="4104"/>
                  <a:pt x="7877" y="4135"/>
                  <a:pt x="7940" y="4198"/>
                </a:cubicBezTo>
                <a:cubicBezTo>
                  <a:pt x="8066" y="4324"/>
                  <a:pt x="8066" y="4545"/>
                  <a:pt x="7940" y="4671"/>
                </a:cubicBezTo>
                <a:lnTo>
                  <a:pt x="4978" y="7632"/>
                </a:lnTo>
                <a:cubicBezTo>
                  <a:pt x="4915" y="7679"/>
                  <a:pt x="4828" y="7703"/>
                  <a:pt x="4742" y="7703"/>
                </a:cubicBezTo>
                <a:cubicBezTo>
                  <a:pt x="4655" y="7703"/>
                  <a:pt x="4569" y="7679"/>
                  <a:pt x="4506" y="7632"/>
                </a:cubicBezTo>
                <a:cubicBezTo>
                  <a:pt x="4380" y="7506"/>
                  <a:pt x="4380" y="7254"/>
                  <a:pt x="4506" y="7160"/>
                </a:cubicBezTo>
                <a:lnTo>
                  <a:pt x="7467" y="4198"/>
                </a:lnTo>
                <a:cubicBezTo>
                  <a:pt x="7530" y="4135"/>
                  <a:pt x="7617" y="4104"/>
                  <a:pt x="7703" y="4104"/>
                </a:cubicBezTo>
                <a:close/>
                <a:moveTo>
                  <a:pt x="3781" y="6939"/>
                </a:moveTo>
                <a:lnTo>
                  <a:pt x="3781" y="6939"/>
                </a:lnTo>
                <a:cubicBezTo>
                  <a:pt x="3592" y="7349"/>
                  <a:pt x="3686" y="7821"/>
                  <a:pt x="4001" y="8136"/>
                </a:cubicBezTo>
                <a:cubicBezTo>
                  <a:pt x="4198" y="8333"/>
                  <a:pt x="4457" y="8432"/>
                  <a:pt x="4715" y="8432"/>
                </a:cubicBezTo>
                <a:cubicBezTo>
                  <a:pt x="4870" y="8432"/>
                  <a:pt x="5025" y="8396"/>
                  <a:pt x="5167" y="8325"/>
                </a:cubicBezTo>
                <a:lnTo>
                  <a:pt x="5167" y="8325"/>
                </a:lnTo>
                <a:cubicBezTo>
                  <a:pt x="5136" y="8451"/>
                  <a:pt x="5041" y="8514"/>
                  <a:pt x="4978" y="8609"/>
                </a:cubicBezTo>
                <a:lnTo>
                  <a:pt x="4159" y="9428"/>
                </a:lnTo>
                <a:cubicBezTo>
                  <a:pt x="3954" y="9633"/>
                  <a:pt x="3686" y="9735"/>
                  <a:pt x="3419" y="9735"/>
                </a:cubicBezTo>
                <a:cubicBezTo>
                  <a:pt x="3151" y="9735"/>
                  <a:pt x="2883" y="9633"/>
                  <a:pt x="2678" y="9428"/>
                </a:cubicBezTo>
                <a:cubicBezTo>
                  <a:pt x="2300" y="9050"/>
                  <a:pt x="2300" y="8357"/>
                  <a:pt x="2678" y="7979"/>
                </a:cubicBezTo>
                <a:lnTo>
                  <a:pt x="3529" y="7160"/>
                </a:lnTo>
                <a:cubicBezTo>
                  <a:pt x="3592" y="7065"/>
                  <a:pt x="3718" y="7002"/>
                  <a:pt x="3781" y="6939"/>
                </a:cubicBezTo>
                <a:close/>
                <a:moveTo>
                  <a:pt x="4212" y="5467"/>
                </a:moveTo>
                <a:cubicBezTo>
                  <a:pt x="4492" y="5467"/>
                  <a:pt x="4773" y="5516"/>
                  <a:pt x="5041" y="5616"/>
                </a:cubicBezTo>
                <a:lnTo>
                  <a:pt x="4506" y="6151"/>
                </a:lnTo>
                <a:cubicBezTo>
                  <a:pt x="4437" y="6143"/>
                  <a:pt x="4368" y="6139"/>
                  <a:pt x="4299" y="6139"/>
                </a:cubicBezTo>
                <a:cubicBezTo>
                  <a:pt x="3828" y="6139"/>
                  <a:pt x="3358" y="6322"/>
                  <a:pt x="3056" y="6624"/>
                </a:cubicBezTo>
                <a:lnTo>
                  <a:pt x="2206" y="7475"/>
                </a:lnTo>
                <a:cubicBezTo>
                  <a:pt x="1544" y="8136"/>
                  <a:pt x="1544" y="9239"/>
                  <a:pt x="2206" y="9900"/>
                </a:cubicBezTo>
                <a:cubicBezTo>
                  <a:pt x="2552" y="10231"/>
                  <a:pt x="3001" y="10397"/>
                  <a:pt x="3446" y="10397"/>
                </a:cubicBezTo>
                <a:cubicBezTo>
                  <a:pt x="3891" y="10397"/>
                  <a:pt x="4332" y="10231"/>
                  <a:pt x="4663" y="9900"/>
                </a:cubicBezTo>
                <a:lnTo>
                  <a:pt x="5482" y="9081"/>
                </a:lnTo>
                <a:cubicBezTo>
                  <a:pt x="5892" y="8672"/>
                  <a:pt x="6049" y="8136"/>
                  <a:pt x="5955" y="7632"/>
                </a:cubicBezTo>
                <a:lnTo>
                  <a:pt x="6522" y="7065"/>
                </a:lnTo>
                <a:lnTo>
                  <a:pt x="6522" y="7065"/>
                </a:lnTo>
                <a:cubicBezTo>
                  <a:pt x="6837" y="7947"/>
                  <a:pt x="6648" y="8924"/>
                  <a:pt x="5955" y="9585"/>
                </a:cubicBezTo>
                <a:lnTo>
                  <a:pt x="5136" y="10405"/>
                </a:lnTo>
                <a:cubicBezTo>
                  <a:pt x="4663" y="10877"/>
                  <a:pt x="4041" y="11113"/>
                  <a:pt x="3419" y="11113"/>
                </a:cubicBezTo>
                <a:cubicBezTo>
                  <a:pt x="2796" y="11113"/>
                  <a:pt x="2174" y="10877"/>
                  <a:pt x="1702" y="10405"/>
                </a:cubicBezTo>
                <a:cubicBezTo>
                  <a:pt x="756" y="9459"/>
                  <a:pt x="756" y="7916"/>
                  <a:pt x="1702" y="7002"/>
                </a:cubicBezTo>
                <a:lnTo>
                  <a:pt x="2552" y="6151"/>
                </a:lnTo>
                <a:cubicBezTo>
                  <a:pt x="3005" y="5699"/>
                  <a:pt x="3605" y="5467"/>
                  <a:pt x="4212" y="5467"/>
                </a:cubicBezTo>
                <a:close/>
                <a:moveTo>
                  <a:pt x="8999" y="0"/>
                </a:moveTo>
                <a:cubicBezTo>
                  <a:pt x="8200" y="0"/>
                  <a:pt x="7404" y="307"/>
                  <a:pt x="6805" y="922"/>
                </a:cubicBezTo>
                <a:lnTo>
                  <a:pt x="5955" y="1741"/>
                </a:lnTo>
                <a:cubicBezTo>
                  <a:pt x="5136" y="2560"/>
                  <a:pt x="4852" y="3789"/>
                  <a:pt x="5230" y="4891"/>
                </a:cubicBezTo>
                <a:cubicBezTo>
                  <a:pt x="4920" y="4794"/>
                  <a:pt x="4601" y="4746"/>
                  <a:pt x="4283" y="4746"/>
                </a:cubicBezTo>
                <a:cubicBezTo>
                  <a:pt x="3469" y="4746"/>
                  <a:pt x="2669" y="5058"/>
                  <a:pt x="2080" y="5647"/>
                </a:cubicBezTo>
                <a:lnTo>
                  <a:pt x="1229" y="6466"/>
                </a:lnTo>
                <a:cubicBezTo>
                  <a:pt x="0" y="7695"/>
                  <a:pt x="0" y="9680"/>
                  <a:pt x="1229" y="10877"/>
                </a:cubicBezTo>
                <a:cubicBezTo>
                  <a:pt x="1843" y="11491"/>
                  <a:pt x="2647" y="11799"/>
                  <a:pt x="3446" y="11799"/>
                </a:cubicBezTo>
                <a:cubicBezTo>
                  <a:pt x="4246" y="11799"/>
                  <a:pt x="5041" y="11491"/>
                  <a:pt x="5640" y="10877"/>
                </a:cubicBezTo>
                <a:lnTo>
                  <a:pt x="6490" y="10058"/>
                </a:lnTo>
                <a:cubicBezTo>
                  <a:pt x="7309" y="9239"/>
                  <a:pt x="7593" y="8010"/>
                  <a:pt x="7215" y="6908"/>
                </a:cubicBezTo>
                <a:lnTo>
                  <a:pt x="7215" y="6908"/>
                </a:lnTo>
                <a:cubicBezTo>
                  <a:pt x="7525" y="7005"/>
                  <a:pt x="7844" y="7053"/>
                  <a:pt x="8162" y="7053"/>
                </a:cubicBezTo>
                <a:cubicBezTo>
                  <a:pt x="8976" y="7053"/>
                  <a:pt x="9776" y="6740"/>
                  <a:pt x="10365" y="6151"/>
                </a:cubicBezTo>
                <a:lnTo>
                  <a:pt x="11216" y="5332"/>
                </a:lnTo>
                <a:cubicBezTo>
                  <a:pt x="12413" y="4104"/>
                  <a:pt x="12413" y="2150"/>
                  <a:pt x="11216" y="922"/>
                </a:cubicBezTo>
                <a:cubicBezTo>
                  <a:pt x="10602" y="307"/>
                  <a:pt x="9798" y="0"/>
                  <a:pt x="89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31" name="Google Shape;9212;p73">
            <a:extLst>
              <a:ext uri="{FF2B5EF4-FFF2-40B4-BE49-F238E27FC236}">
                <a16:creationId xmlns:a16="http://schemas.microsoft.com/office/drawing/2014/main" id="{DAF07AB7-3386-22CC-7D6C-4CDBD6041735}"/>
              </a:ext>
            </a:extLst>
          </p:cNvPr>
          <p:cNvSpPr/>
          <p:nvPr/>
        </p:nvSpPr>
        <p:spPr>
          <a:xfrm>
            <a:off x="3865578" y="2960519"/>
            <a:ext cx="403066" cy="400899"/>
          </a:xfrm>
          <a:custGeom>
            <a:avLst/>
            <a:gdLst/>
            <a:ahLst/>
            <a:cxnLst/>
            <a:rect l="l" t="t" r="r" b="b"/>
            <a:pathLst>
              <a:path w="11910" h="11846" extrusionOk="0">
                <a:moveTo>
                  <a:pt x="5924" y="2080"/>
                </a:moveTo>
                <a:cubicBezTo>
                  <a:pt x="6302" y="2080"/>
                  <a:pt x="6617" y="2395"/>
                  <a:pt x="6617" y="2773"/>
                </a:cubicBezTo>
                <a:cubicBezTo>
                  <a:pt x="6617" y="3182"/>
                  <a:pt x="6302" y="3497"/>
                  <a:pt x="5924" y="3497"/>
                </a:cubicBezTo>
                <a:cubicBezTo>
                  <a:pt x="5514" y="3497"/>
                  <a:pt x="5199" y="3182"/>
                  <a:pt x="5199" y="2773"/>
                </a:cubicBezTo>
                <a:cubicBezTo>
                  <a:pt x="5199" y="2395"/>
                  <a:pt x="5514" y="2080"/>
                  <a:pt x="5924" y="2080"/>
                </a:cubicBezTo>
                <a:close/>
                <a:moveTo>
                  <a:pt x="5924" y="662"/>
                </a:moveTo>
                <a:cubicBezTo>
                  <a:pt x="7247" y="662"/>
                  <a:pt x="8318" y="1764"/>
                  <a:pt x="8318" y="3088"/>
                </a:cubicBezTo>
                <a:cubicBezTo>
                  <a:pt x="8318" y="3655"/>
                  <a:pt x="8129" y="4190"/>
                  <a:pt x="7783" y="4631"/>
                </a:cubicBezTo>
                <a:cubicBezTo>
                  <a:pt x="7562" y="4222"/>
                  <a:pt x="7310" y="3907"/>
                  <a:pt x="6900" y="3686"/>
                </a:cubicBezTo>
                <a:cubicBezTo>
                  <a:pt x="7153" y="3434"/>
                  <a:pt x="7310" y="3088"/>
                  <a:pt x="7310" y="2741"/>
                </a:cubicBezTo>
                <a:cubicBezTo>
                  <a:pt x="7310" y="1985"/>
                  <a:pt x="6680" y="1355"/>
                  <a:pt x="5924" y="1355"/>
                </a:cubicBezTo>
                <a:cubicBezTo>
                  <a:pt x="5168" y="1355"/>
                  <a:pt x="4538" y="1985"/>
                  <a:pt x="4538" y="2741"/>
                </a:cubicBezTo>
                <a:cubicBezTo>
                  <a:pt x="4538" y="3088"/>
                  <a:pt x="4695" y="3434"/>
                  <a:pt x="4947" y="3686"/>
                </a:cubicBezTo>
                <a:cubicBezTo>
                  <a:pt x="4538" y="3938"/>
                  <a:pt x="4223" y="4285"/>
                  <a:pt x="4034" y="4631"/>
                </a:cubicBezTo>
                <a:cubicBezTo>
                  <a:pt x="3592" y="4096"/>
                  <a:pt x="3403" y="3403"/>
                  <a:pt x="3498" y="2741"/>
                </a:cubicBezTo>
                <a:cubicBezTo>
                  <a:pt x="3655" y="1638"/>
                  <a:pt x="4664" y="662"/>
                  <a:pt x="5924" y="662"/>
                </a:cubicBezTo>
                <a:close/>
                <a:moveTo>
                  <a:pt x="5924" y="4159"/>
                </a:moveTo>
                <a:cubicBezTo>
                  <a:pt x="6554" y="4159"/>
                  <a:pt x="7058" y="4600"/>
                  <a:pt x="7247" y="5135"/>
                </a:cubicBezTo>
                <a:cubicBezTo>
                  <a:pt x="6869" y="5388"/>
                  <a:pt x="6428" y="5545"/>
                  <a:pt x="5924" y="5545"/>
                </a:cubicBezTo>
                <a:cubicBezTo>
                  <a:pt x="5451" y="5545"/>
                  <a:pt x="4979" y="5388"/>
                  <a:pt x="4569" y="5135"/>
                </a:cubicBezTo>
                <a:cubicBezTo>
                  <a:pt x="4727" y="4568"/>
                  <a:pt x="5294" y="4159"/>
                  <a:pt x="5924" y="4159"/>
                </a:cubicBezTo>
                <a:close/>
                <a:moveTo>
                  <a:pt x="1734" y="9042"/>
                </a:moveTo>
                <a:cubicBezTo>
                  <a:pt x="2301" y="9042"/>
                  <a:pt x="2773" y="9483"/>
                  <a:pt x="2773" y="10082"/>
                </a:cubicBezTo>
                <a:cubicBezTo>
                  <a:pt x="2773" y="10649"/>
                  <a:pt x="2301" y="11121"/>
                  <a:pt x="1734" y="11121"/>
                </a:cubicBezTo>
                <a:cubicBezTo>
                  <a:pt x="1198" y="11121"/>
                  <a:pt x="726" y="10649"/>
                  <a:pt x="726" y="10082"/>
                </a:cubicBezTo>
                <a:cubicBezTo>
                  <a:pt x="726" y="9483"/>
                  <a:pt x="1198" y="9042"/>
                  <a:pt x="1734" y="9042"/>
                </a:cubicBezTo>
                <a:close/>
                <a:moveTo>
                  <a:pt x="5924" y="9042"/>
                </a:moveTo>
                <a:cubicBezTo>
                  <a:pt x="6522" y="9042"/>
                  <a:pt x="6932" y="9515"/>
                  <a:pt x="6932" y="10082"/>
                </a:cubicBezTo>
                <a:cubicBezTo>
                  <a:pt x="6932" y="10649"/>
                  <a:pt x="6459" y="11121"/>
                  <a:pt x="5924" y="11121"/>
                </a:cubicBezTo>
                <a:cubicBezTo>
                  <a:pt x="5357" y="11121"/>
                  <a:pt x="4884" y="10649"/>
                  <a:pt x="4884" y="10082"/>
                </a:cubicBezTo>
                <a:cubicBezTo>
                  <a:pt x="4884" y="9483"/>
                  <a:pt x="5325" y="9042"/>
                  <a:pt x="5924" y="9042"/>
                </a:cubicBezTo>
                <a:close/>
                <a:moveTo>
                  <a:pt x="10145" y="9042"/>
                </a:moveTo>
                <a:cubicBezTo>
                  <a:pt x="10681" y="9042"/>
                  <a:pt x="11154" y="9483"/>
                  <a:pt x="11154" y="10082"/>
                </a:cubicBezTo>
                <a:cubicBezTo>
                  <a:pt x="11154" y="10649"/>
                  <a:pt x="10681" y="11121"/>
                  <a:pt x="10145" y="11121"/>
                </a:cubicBezTo>
                <a:cubicBezTo>
                  <a:pt x="9578" y="11121"/>
                  <a:pt x="9106" y="10649"/>
                  <a:pt x="9106" y="10082"/>
                </a:cubicBezTo>
                <a:cubicBezTo>
                  <a:pt x="9106" y="9483"/>
                  <a:pt x="9578" y="9042"/>
                  <a:pt x="10145" y="9042"/>
                </a:cubicBezTo>
                <a:close/>
                <a:moveTo>
                  <a:pt x="5955" y="0"/>
                </a:moveTo>
                <a:cubicBezTo>
                  <a:pt x="4349" y="0"/>
                  <a:pt x="3088" y="1197"/>
                  <a:pt x="2868" y="2678"/>
                </a:cubicBezTo>
                <a:cubicBezTo>
                  <a:pt x="2647" y="4442"/>
                  <a:pt x="3908" y="6018"/>
                  <a:pt x="5640" y="6207"/>
                </a:cubicBezTo>
                <a:lnTo>
                  <a:pt x="5640" y="6963"/>
                </a:lnTo>
                <a:lnTo>
                  <a:pt x="2427" y="6963"/>
                </a:lnTo>
                <a:cubicBezTo>
                  <a:pt x="1828" y="6963"/>
                  <a:pt x="1387" y="7435"/>
                  <a:pt x="1387" y="7971"/>
                </a:cubicBezTo>
                <a:lnTo>
                  <a:pt x="1387" y="8380"/>
                </a:lnTo>
                <a:cubicBezTo>
                  <a:pt x="599" y="8538"/>
                  <a:pt x="1" y="9231"/>
                  <a:pt x="1" y="10082"/>
                </a:cubicBezTo>
                <a:cubicBezTo>
                  <a:pt x="1" y="11027"/>
                  <a:pt x="789" y="11846"/>
                  <a:pt x="1734" y="11846"/>
                </a:cubicBezTo>
                <a:cubicBezTo>
                  <a:pt x="2679" y="11846"/>
                  <a:pt x="3466" y="11058"/>
                  <a:pt x="3466" y="10082"/>
                </a:cubicBezTo>
                <a:cubicBezTo>
                  <a:pt x="3466" y="9231"/>
                  <a:pt x="2868" y="8538"/>
                  <a:pt x="2080" y="8380"/>
                </a:cubicBezTo>
                <a:lnTo>
                  <a:pt x="2080" y="7971"/>
                </a:lnTo>
                <a:cubicBezTo>
                  <a:pt x="2080" y="7782"/>
                  <a:pt x="2238" y="7624"/>
                  <a:pt x="2458" y="7624"/>
                </a:cubicBezTo>
                <a:lnTo>
                  <a:pt x="5609" y="7624"/>
                </a:lnTo>
                <a:lnTo>
                  <a:pt x="5609" y="8349"/>
                </a:lnTo>
                <a:cubicBezTo>
                  <a:pt x="4821" y="8506"/>
                  <a:pt x="4223" y="9200"/>
                  <a:pt x="4223" y="10019"/>
                </a:cubicBezTo>
                <a:cubicBezTo>
                  <a:pt x="4223" y="10964"/>
                  <a:pt x="5010" y="11814"/>
                  <a:pt x="5955" y="11814"/>
                </a:cubicBezTo>
                <a:cubicBezTo>
                  <a:pt x="6900" y="11814"/>
                  <a:pt x="7688" y="11027"/>
                  <a:pt x="7688" y="10019"/>
                </a:cubicBezTo>
                <a:cubicBezTo>
                  <a:pt x="7688" y="9200"/>
                  <a:pt x="7090" y="8506"/>
                  <a:pt x="6302" y="8349"/>
                </a:cubicBezTo>
                <a:lnTo>
                  <a:pt x="6302" y="7624"/>
                </a:lnTo>
                <a:lnTo>
                  <a:pt x="9452" y="7624"/>
                </a:lnTo>
                <a:cubicBezTo>
                  <a:pt x="9641" y="7624"/>
                  <a:pt x="9799" y="7782"/>
                  <a:pt x="9799" y="7971"/>
                </a:cubicBezTo>
                <a:lnTo>
                  <a:pt x="9799" y="8380"/>
                </a:lnTo>
                <a:cubicBezTo>
                  <a:pt x="9011" y="8538"/>
                  <a:pt x="8444" y="9231"/>
                  <a:pt x="8444" y="10082"/>
                </a:cubicBezTo>
                <a:cubicBezTo>
                  <a:pt x="8444" y="11027"/>
                  <a:pt x="9232" y="11846"/>
                  <a:pt x="10177" y="11846"/>
                </a:cubicBezTo>
                <a:cubicBezTo>
                  <a:pt x="11122" y="11846"/>
                  <a:pt x="11910" y="11058"/>
                  <a:pt x="11910" y="10082"/>
                </a:cubicBezTo>
                <a:cubicBezTo>
                  <a:pt x="11910" y="9231"/>
                  <a:pt x="11311" y="8538"/>
                  <a:pt x="10524" y="8380"/>
                </a:cubicBezTo>
                <a:lnTo>
                  <a:pt x="10524" y="7971"/>
                </a:lnTo>
                <a:cubicBezTo>
                  <a:pt x="10524" y="7404"/>
                  <a:pt x="10051" y="6963"/>
                  <a:pt x="9484" y="6963"/>
                </a:cubicBezTo>
                <a:lnTo>
                  <a:pt x="6333" y="6963"/>
                </a:lnTo>
                <a:lnTo>
                  <a:pt x="6333" y="6207"/>
                </a:lnTo>
                <a:cubicBezTo>
                  <a:pt x="7909" y="6049"/>
                  <a:pt x="9106" y="4726"/>
                  <a:pt x="9106" y="3088"/>
                </a:cubicBezTo>
                <a:cubicBezTo>
                  <a:pt x="9106" y="1355"/>
                  <a:pt x="7688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9" name="Google Shape;9214;p73">
            <a:extLst>
              <a:ext uri="{FF2B5EF4-FFF2-40B4-BE49-F238E27FC236}">
                <a16:creationId xmlns:a16="http://schemas.microsoft.com/office/drawing/2014/main" id="{0FF21893-02DE-B6C9-85DA-C7AFE548592E}"/>
              </a:ext>
            </a:extLst>
          </p:cNvPr>
          <p:cNvSpPr/>
          <p:nvPr/>
        </p:nvSpPr>
        <p:spPr>
          <a:xfrm>
            <a:off x="6491715" y="2041358"/>
            <a:ext cx="217540" cy="211110"/>
          </a:xfrm>
          <a:custGeom>
            <a:avLst/>
            <a:gdLst/>
            <a:ahLst/>
            <a:cxnLst/>
            <a:rect l="l" t="t" r="r" b="b"/>
            <a:pathLst>
              <a:path w="6428" h="6238" extrusionOk="0">
                <a:moveTo>
                  <a:pt x="3309" y="2079"/>
                </a:moveTo>
                <a:cubicBezTo>
                  <a:pt x="3718" y="2079"/>
                  <a:pt x="4033" y="2394"/>
                  <a:pt x="4033" y="2804"/>
                </a:cubicBezTo>
                <a:cubicBezTo>
                  <a:pt x="4033" y="3182"/>
                  <a:pt x="3718" y="3497"/>
                  <a:pt x="3309" y="3497"/>
                </a:cubicBezTo>
                <a:cubicBezTo>
                  <a:pt x="2931" y="3497"/>
                  <a:pt x="2616" y="3150"/>
                  <a:pt x="2616" y="2804"/>
                </a:cubicBezTo>
                <a:cubicBezTo>
                  <a:pt x="2616" y="2394"/>
                  <a:pt x="2931" y="2079"/>
                  <a:pt x="3309" y="2079"/>
                </a:cubicBezTo>
                <a:close/>
                <a:moveTo>
                  <a:pt x="3403" y="662"/>
                </a:moveTo>
                <a:cubicBezTo>
                  <a:pt x="4726" y="662"/>
                  <a:pt x="5798" y="1764"/>
                  <a:pt x="5798" y="3119"/>
                </a:cubicBezTo>
                <a:cubicBezTo>
                  <a:pt x="5703" y="3655"/>
                  <a:pt x="5546" y="4222"/>
                  <a:pt x="5199" y="4663"/>
                </a:cubicBezTo>
                <a:cubicBezTo>
                  <a:pt x="5010" y="4253"/>
                  <a:pt x="4726" y="3938"/>
                  <a:pt x="4348" y="3686"/>
                </a:cubicBezTo>
                <a:cubicBezTo>
                  <a:pt x="4569" y="3466"/>
                  <a:pt x="4726" y="3119"/>
                  <a:pt x="4726" y="2741"/>
                </a:cubicBezTo>
                <a:cubicBezTo>
                  <a:pt x="4726" y="2016"/>
                  <a:pt x="4096" y="1386"/>
                  <a:pt x="3340" y="1386"/>
                </a:cubicBezTo>
                <a:cubicBezTo>
                  <a:pt x="2616" y="1386"/>
                  <a:pt x="1986" y="2016"/>
                  <a:pt x="1986" y="2741"/>
                </a:cubicBezTo>
                <a:cubicBezTo>
                  <a:pt x="1986" y="3119"/>
                  <a:pt x="2143" y="3466"/>
                  <a:pt x="2364" y="3686"/>
                </a:cubicBezTo>
                <a:cubicBezTo>
                  <a:pt x="1986" y="3907"/>
                  <a:pt x="1702" y="4253"/>
                  <a:pt x="1513" y="4663"/>
                </a:cubicBezTo>
                <a:cubicBezTo>
                  <a:pt x="1072" y="4096"/>
                  <a:pt x="883" y="3434"/>
                  <a:pt x="977" y="2772"/>
                </a:cubicBezTo>
                <a:cubicBezTo>
                  <a:pt x="1135" y="1670"/>
                  <a:pt x="2143" y="662"/>
                  <a:pt x="3403" y="662"/>
                </a:cubicBezTo>
                <a:close/>
                <a:moveTo>
                  <a:pt x="3309" y="4190"/>
                </a:moveTo>
                <a:cubicBezTo>
                  <a:pt x="3939" y="4190"/>
                  <a:pt x="4443" y="4600"/>
                  <a:pt x="4663" y="5167"/>
                </a:cubicBezTo>
                <a:cubicBezTo>
                  <a:pt x="4254" y="5450"/>
                  <a:pt x="3781" y="5545"/>
                  <a:pt x="3309" y="5545"/>
                </a:cubicBezTo>
                <a:cubicBezTo>
                  <a:pt x="2836" y="5545"/>
                  <a:pt x="2364" y="5387"/>
                  <a:pt x="1986" y="5167"/>
                </a:cubicBezTo>
                <a:cubicBezTo>
                  <a:pt x="2143" y="4568"/>
                  <a:pt x="2679" y="4190"/>
                  <a:pt x="3309" y="4190"/>
                </a:cubicBezTo>
                <a:close/>
                <a:moveTo>
                  <a:pt x="3309" y="0"/>
                </a:moveTo>
                <a:cubicBezTo>
                  <a:pt x="1733" y="0"/>
                  <a:pt x="410" y="1229"/>
                  <a:pt x="253" y="2678"/>
                </a:cubicBezTo>
                <a:cubicBezTo>
                  <a:pt x="1" y="4600"/>
                  <a:pt x="1450" y="6238"/>
                  <a:pt x="3309" y="6238"/>
                </a:cubicBezTo>
                <a:cubicBezTo>
                  <a:pt x="5042" y="6238"/>
                  <a:pt x="6428" y="4820"/>
                  <a:pt x="6428" y="3119"/>
                </a:cubicBezTo>
                <a:cubicBezTo>
                  <a:pt x="6428" y="1418"/>
                  <a:pt x="5042" y="0"/>
                  <a:pt x="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30" name="Google Shape;9215;p73">
            <a:extLst>
              <a:ext uri="{FF2B5EF4-FFF2-40B4-BE49-F238E27FC236}">
                <a16:creationId xmlns:a16="http://schemas.microsoft.com/office/drawing/2014/main" id="{CFB0D97E-9431-5D60-4250-9CF8180DAE6C}"/>
              </a:ext>
            </a:extLst>
          </p:cNvPr>
          <p:cNvSpPr/>
          <p:nvPr/>
        </p:nvSpPr>
        <p:spPr>
          <a:xfrm>
            <a:off x="6400034" y="1970695"/>
            <a:ext cx="401982" cy="399546"/>
          </a:xfrm>
          <a:custGeom>
            <a:avLst/>
            <a:gdLst/>
            <a:ahLst/>
            <a:cxnLst/>
            <a:rect l="l" t="t" r="r" b="b"/>
            <a:pathLst>
              <a:path w="11878" h="11806" extrusionOk="0">
                <a:moveTo>
                  <a:pt x="6018" y="765"/>
                </a:moveTo>
                <a:lnTo>
                  <a:pt x="6868" y="1426"/>
                </a:lnTo>
                <a:cubicBezTo>
                  <a:pt x="6963" y="1458"/>
                  <a:pt x="7026" y="1489"/>
                  <a:pt x="7152" y="1489"/>
                </a:cubicBezTo>
                <a:lnTo>
                  <a:pt x="8223" y="1332"/>
                </a:lnTo>
                <a:lnTo>
                  <a:pt x="8664" y="2372"/>
                </a:lnTo>
                <a:cubicBezTo>
                  <a:pt x="8696" y="2435"/>
                  <a:pt x="8790" y="2529"/>
                  <a:pt x="8853" y="2561"/>
                </a:cubicBezTo>
                <a:lnTo>
                  <a:pt x="9893" y="2970"/>
                </a:lnTo>
                <a:lnTo>
                  <a:pt x="9735" y="4073"/>
                </a:lnTo>
                <a:cubicBezTo>
                  <a:pt x="9735" y="4136"/>
                  <a:pt x="9735" y="4262"/>
                  <a:pt x="9798" y="4325"/>
                </a:cubicBezTo>
                <a:lnTo>
                  <a:pt x="10460" y="5207"/>
                </a:lnTo>
                <a:lnTo>
                  <a:pt x="9798" y="6058"/>
                </a:lnTo>
                <a:cubicBezTo>
                  <a:pt x="9767" y="6152"/>
                  <a:pt x="9735" y="6215"/>
                  <a:pt x="9735" y="6341"/>
                </a:cubicBezTo>
                <a:lnTo>
                  <a:pt x="9893" y="7444"/>
                </a:lnTo>
                <a:lnTo>
                  <a:pt x="8853" y="7853"/>
                </a:lnTo>
                <a:cubicBezTo>
                  <a:pt x="8790" y="7885"/>
                  <a:pt x="8696" y="7948"/>
                  <a:pt x="8664" y="8042"/>
                </a:cubicBezTo>
                <a:lnTo>
                  <a:pt x="8255" y="9051"/>
                </a:lnTo>
                <a:lnTo>
                  <a:pt x="7120" y="8893"/>
                </a:lnTo>
                <a:cubicBezTo>
                  <a:pt x="7057" y="8893"/>
                  <a:pt x="6931" y="8893"/>
                  <a:pt x="6837" y="8988"/>
                </a:cubicBezTo>
                <a:lnTo>
                  <a:pt x="5986" y="9649"/>
                </a:lnTo>
                <a:lnTo>
                  <a:pt x="5104" y="8988"/>
                </a:lnTo>
                <a:cubicBezTo>
                  <a:pt x="5041" y="8925"/>
                  <a:pt x="5010" y="8893"/>
                  <a:pt x="4915" y="8893"/>
                </a:cubicBezTo>
                <a:lnTo>
                  <a:pt x="4884" y="8893"/>
                </a:lnTo>
                <a:lnTo>
                  <a:pt x="3781" y="9051"/>
                </a:lnTo>
                <a:lnTo>
                  <a:pt x="3371" y="8042"/>
                </a:lnTo>
                <a:cubicBezTo>
                  <a:pt x="3340" y="7948"/>
                  <a:pt x="3277" y="7885"/>
                  <a:pt x="3182" y="7853"/>
                </a:cubicBezTo>
                <a:lnTo>
                  <a:pt x="2143" y="7444"/>
                </a:lnTo>
                <a:lnTo>
                  <a:pt x="2300" y="6341"/>
                </a:lnTo>
                <a:cubicBezTo>
                  <a:pt x="2300" y="6278"/>
                  <a:pt x="2300" y="6152"/>
                  <a:pt x="2237" y="6058"/>
                </a:cubicBezTo>
                <a:lnTo>
                  <a:pt x="1576" y="5207"/>
                </a:lnTo>
                <a:lnTo>
                  <a:pt x="2237" y="4325"/>
                </a:lnTo>
                <a:cubicBezTo>
                  <a:pt x="2269" y="4262"/>
                  <a:pt x="2300" y="4167"/>
                  <a:pt x="2300" y="4073"/>
                </a:cubicBezTo>
                <a:lnTo>
                  <a:pt x="2143" y="2970"/>
                </a:lnTo>
                <a:lnTo>
                  <a:pt x="3182" y="2561"/>
                </a:lnTo>
                <a:cubicBezTo>
                  <a:pt x="3277" y="2529"/>
                  <a:pt x="3340" y="2435"/>
                  <a:pt x="3371" y="2372"/>
                </a:cubicBezTo>
                <a:lnTo>
                  <a:pt x="3812" y="1332"/>
                </a:lnTo>
                <a:lnTo>
                  <a:pt x="4884" y="1489"/>
                </a:lnTo>
                <a:cubicBezTo>
                  <a:pt x="4947" y="1489"/>
                  <a:pt x="5073" y="1489"/>
                  <a:pt x="5167" y="1426"/>
                </a:cubicBezTo>
                <a:lnTo>
                  <a:pt x="6018" y="765"/>
                </a:lnTo>
                <a:close/>
                <a:moveTo>
                  <a:pt x="2174" y="8168"/>
                </a:moveTo>
                <a:lnTo>
                  <a:pt x="2804" y="8420"/>
                </a:lnTo>
                <a:lnTo>
                  <a:pt x="3277" y="9586"/>
                </a:lnTo>
                <a:cubicBezTo>
                  <a:pt x="3308" y="9681"/>
                  <a:pt x="3434" y="9775"/>
                  <a:pt x="3529" y="9775"/>
                </a:cubicBezTo>
                <a:lnTo>
                  <a:pt x="2647" y="10720"/>
                </a:lnTo>
                <a:lnTo>
                  <a:pt x="2426" y="9649"/>
                </a:lnTo>
                <a:cubicBezTo>
                  <a:pt x="2395" y="9523"/>
                  <a:pt x="2332" y="9429"/>
                  <a:pt x="2174" y="9366"/>
                </a:cubicBezTo>
                <a:lnTo>
                  <a:pt x="1134" y="9177"/>
                </a:lnTo>
                <a:lnTo>
                  <a:pt x="2174" y="8168"/>
                </a:lnTo>
                <a:close/>
                <a:moveTo>
                  <a:pt x="9861" y="8105"/>
                </a:moveTo>
                <a:lnTo>
                  <a:pt x="10901" y="9145"/>
                </a:lnTo>
                <a:lnTo>
                  <a:pt x="9893" y="9366"/>
                </a:lnTo>
                <a:cubicBezTo>
                  <a:pt x="9767" y="9429"/>
                  <a:pt x="9641" y="9492"/>
                  <a:pt x="9609" y="9649"/>
                </a:cubicBezTo>
                <a:lnTo>
                  <a:pt x="9389" y="10720"/>
                </a:lnTo>
                <a:lnTo>
                  <a:pt x="8507" y="9712"/>
                </a:lnTo>
                <a:cubicBezTo>
                  <a:pt x="8601" y="9712"/>
                  <a:pt x="8727" y="9649"/>
                  <a:pt x="8759" y="9523"/>
                </a:cubicBezTo>
                <a:lnTo>
                  <a:pt x="9231" y="8389"/>
                </a:lnTo>
                <a:lnTo>
                  <a:pt x="9861" y="8105"/>
                </a:lnTo>
                <a:close/>
                <a:moveTo>
                  <a:pt x="6002" y="1"/>
                </a:moveTo>
                <a:cubicBezTo>
                  <a:pt x="5923" y="1"/>
                  <a:pt x="5844" y="24"/>
                  <a:pt x="5797" y="72"/>
                </a:cubicBezTo>
                <a:lnTo>
                  <a:pt x="4852" y="828"/>
                </a:lnTo>
                <a:lnTo>
                  <a:pt x="3623" y="670"/>
                </a:lnTo>
                <a:cubicBezTo>
                  <a:pt x="3607" y="667"/>
                  <a:pt x="3590" y="665"/>
                  <a:pt x="3573" y="665"/>
                </a:cubicBezTo>
                <a:cubicBezTo>
                  <a:pt x="3434" y="665"/>
                  <a:pt x="3305" y="775"/>
                  <a:pt x="3277" y="859"/>
                </a:cubicBezTo>
                <a:lnTo>
                  <a:pt x="2804" y="2025"/>
                </a:lnTo>
                <a:lnTo>
                  <a:pt x="1639" y="2498"/>
                </a:lnTo>
                <a:cubicBezTo>
                  <a:pt x="1481" y="2561"/>
                  <a:pt x="1418" y="2687"/>
                  <a:pt x="1450" y="2844"/>
                </a:cubicBezTo>
                <a:lnTo>
                  <a:pt x="1607" y="4073"/>
                </a:lnTo>
                <a:lnTo>
                  <a:pt x="851" y="5018"/>
                </a:lnTo>
                <a:cubicBezTo>
                  <a:pt x="788" y="5112"/>
                  <a:pt x="788" y="5333"/>
                  <a:pt x="851" y="5428"/>
                </a:cubicBezTo>
                <a:lnTo>
                  <a:pt x="1607" y="6373"/>
                </a:lnTo>
                <a:lnTo>
                  <a:pt x="1450" y="7601"/>
                </a:lnTo>
                <a:cubicBezTo>
                  <a:pt x="1450" y="7696"/>
                  <a:pt x="1450" y="7759"/>
                  <a:pt x="1481" y="7853"/>
                </a:cubicBezTo>
                <a:lnTo>
                  <a:pt x="189" y="9145"/>
                </a:lnTo>
                <a:cubicBezTo>
                  <a:pt x="0" y="9334"/>
                  <a:pt x="126" y="9649"/>
                  <a:pt x="347" y="9744"/>
                </a:cubicBezTo>
                <a:lnTo>
                  <a:pt x="1765" y="10059"/>
                </a:lnTo>
                <a:lnTo>
                  <a:pt x="2080" y="11539"/>
                </a:lnTo>
                <a:cubicBezTo>
                  <a:pt x="2099" y="11714"/>
                  <a:pt x="2250" y="11805"/>
                  <a:pt x="2407" y="11805"/>
                </a:cubicBezTo>
                <a:cubicBezTo>
                  <a:pt x="2505" y="11805"/>
                  <a:pt x="2606" y="11770"/>
                  <a:pt x="2678" y="11697"/>
                </a:cubicBezTo>
                <a:cubicBezTo>
                  <a:pt x="4410" y="9858"/>
                  <a:pt x="4587" y="9665"/>
                  <a:pt x="4601" y="9649"/>
                </a:cubicBezTo>
                <a:lnTo>
                  <a:pt x="4601" y="9649"/>
                </a:lnTo>
                <a:lnTo>
                  <a:pt x="4789" y="9618"/>
                </a:lnTo>
                <a:lnTo>
                  <a:pt x="5734" y="10374"/>
                </a:lnTo>
                <a:cubicBezTo>
                  <a:pt x="5829" y="10405"/>
                  <a:pt x="5860" y="10437"/>
                  <a:pt x="5955" y="10437"/>
                </a:cubicBezTo>
                <a:cubicBezTo>
                  <a:pt x="6018" y="10437"/>
                  <a:pt x="6112" y="10405"/>
                  <a:pt x="6144" y="10374"/>
                </a:cubicBezTo>
                <a:lnTo>
                  <a:pt x="7089" y="9618"/>
                </a:lnTo>
                <a:lnTo>
                  <a:pt x="7278" y="9649"/>
                </a:lnTo>
                <a:lnTo>
                  <a:pt x="9200" y="11697"/>
                </a:lnTo>
                <a:cubicBezTo>
                  <a:pt x="9284" y="11770"/>
                  <a:pt x="9388" y="11805"/>
                  <a:pt x="9485" y="11805"/>
                </a:cubicBezTo>
                <a:cubicBezTo>
                  <a:pt x="9640" y="11805"/>
                  <a:pt x="9779" y="11714"/>
                  <a:pt x="9798" y="11539"/>
                </a:cubicBezTo>
                <a:lnTo>
                  <a:pt x="10113" y="10059"/>
                </a:lnTo>
                <a:lnTo>
                  <a:pt x="11531" y="9744"/>
                </a:lnTo>
                <a:cubicBezTo>
                  <a:pt x="11815" y="9681"/>
                  <a:pt x="11878" y="9334"/>
                  <a:pt x="11689" y="9145"/>
                </a:cubicBezTo>
                <a:lnTo>
                  <a:pt x="10523" y="7853"/>
                </a:lnTo>
                <a:cubicBezTo>
                  <a:pt x="10554" y="7759"/>
                  <a:pt x="10586" y="7696"/>
                  <a:pt x="10554" y="7601"/>
                </a:cubicBezTo>
                <a:lnTo>
                  <a:pt x="10397" y="6373"/>
                </a:lnTo>
                <a:lnTo>
                  <a:pt x="11153" y="5428"/>
                </a:lnTo>
                <a:cubicBezTo>
                  <a:pt x="11216" y="5333"/>
                  <a:pt x="11216" y="5112"/>
                  <a:pt x="11153" y="5018"/>
                </a:cubicBezTo>
                <a:lnTo>
                  <a:pt x="10397" y="4073"/>
                </a:lnTo>
                <a:lnTo>
                  <a:pt x="10554" y="2844"/>
                </a:lnTo>
                <a:cubicBezTo>
                  <a:pt x="10586" y="2687"/>
                  <a:pt x="10460" y="2529"/>
                  <a:pt x="10365" y="2498"/>
                </a:cubicBezTo>
                <a:lnTo>
                  <a:pt x="9200" y="2025"/>
                </a:lnTo>
                <a:lnTo>
                  <a:pt x="8727" y="859"/>
                </a:lnTo>
                <a:cubicBezTo>
                  <a:pt x="8675" y="728"/>
                  <a:pt x="8578" y="662"/>
                  <a:pt x="8457" y="662"/>
                </a:cubicBezTo>
                <a:cubicBezTo>
                  <a:pt x="8432" y="662"/>
                  <a:pt x="8407" y="665"/>
                  <a:pt x="8381" y="670"/>
                </a:cubicBezTo>
                <a:lnTo>
                  <a:pt x="7152" y="828"/>
                </a:lnTo>
                <a:lnTo>
                  <a:pt x="6207" y="72"/>
                </a:lnTo>
                <a:cubicBezTo>
                  <a:pt x="6160" y="24"/>
                  <a:pt x="6081" y="1"/>
                  <a:pt x="600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6" name="Google Shape;9217;p73">
            <a:extLst>
              <a:ext uri="{FF2B5EF4-FFF2-40B4-BE49-F238E27FC236}">
                <a16:creationId xmlns:a16="http://schemas.microsoft.com/office/drawing/2014/main" id="{D77C3DA1-47D1-1146-6483-7FAA0273D41E}"/>
              </a:ext>
            </a:extLst>
          </p:cNvPr>
          <p:cNvSpPr/>
          <p:nvPr/>
        </p:nvSpPr>
        <p:spPr>
          <a:xfrm>
            <a:off x="6398428" y="2632658"/>
            <a:ext cx="403064" cy="189823"/>
          </a:xfrm>
          <a:custGeom>
            <a:avLst/>
            <a:gdLst/>
            <a:ahLst/>
            <a:cxnLst/>
            <a:rect l="l" t="t" r="r" b="b"/>
            <a:pathLst>
              <a:path w="11910" h="5609" extrusionOk="0">
                <a:moveTo>
                  <a:pt x="4569" y="1386"/>
                </a:moveTo>
                <a:cubicBezTo>
                  <a:pt x="4538" y="1575"/>
                  <a:pt x="4506" y="1828"/>
                  <a:pt x="4443" y="2111"/>
                </a:cubicBezTo>
                <a:lnTo>
                  <a:pt x="757" y="2111"/>
                </a:lnTo>
                <a:lnTo>
                  <a:pt x="757" y="1386"/>
                </a:lnTo>
                <a:close/>
                <a:moveTo>
                  <a:pt x="11185" y="1386"/>
                </a:moveTo>
                <a:lnTo>
                  <a:pt x="11185" y="2111"/>
                </a:lnTo>
                <a:lnTo>
                  <a:pt x="7530" y="2111"/>
                </a:lnTo>
                <a:cubicBezTo>
                  <a:pt x="7467" y="1828"/>
                  <a:pt x="7436" y="1575"/>
                  <a:pt x="7373" y="1386"/>
                </a:cubicBezTo>
                <a:close/>
                <a:moveTo>
                  <a:pt x="5955" y="725"/>
                </a:moveTo>
                <a:cubicBezTo>
                  <a:pt x="6270" y="725"/>
                  <a:pt x="6396" y="788"/>
                  <a:pt x="6491" y="1071"/>
                </a:cubicBezTo>
                <a:cubicBezTo>
                  <a:pt x="6743" y="1639"/>
                  <a:pt x="6900" y="2804"/>
                  <a:pt x="7247" y="4852"/>
                </a:cubicBezTo>
                <a:lnTo>
                  <a:pt x="4664" y="4852"/>
                </a:lnTo>
                <a:cubicBezTo>
                  <a:pt x="5010" y="2804"/>
                  <a:pt x="5168" y="1639"/>
                  <a:pt x="5388" y="1071"/>
                </a:cubicBezTo>
                <a:cubicBezTo>
                  <a:pt x="5514" y="788"/>
                  <a:pt x="5640" y="725"/>
                  <a:pt x="5955" y="725"/>
                </a:cubicBezTo>
                <a:close/>
                <a:moveTo>
                  <a:pt x="5955" y="0"/>
                </a:moveTo>
                <a:cubicBezTo>
                  <a:pt x="5357" y="0"/>
                  <a:pt x="5010" y="221"/>
                  <a:pt x="4758" y="725"/>
                </a:cubicBezTo>
                <a:lnTo>
                  <a:pt x="347" y="725"/>
                </a:lnTo>
                <a:cubicBezTo>
                  <a:pt x="158" y="725"/>
                  <a:pt x="1" y="882"/>
                  <a:pt x="1" y="1071"/>
                </a:cubicBezTo>
                <a:lnTo>
                  <a:pt x="1" y="2458"/>
                </a:lnTo>
                <a:cubicBezTo>
                  <a:pt x="1" y="2647"/>
                  <a:pt x="158" y="2804"/>
                  <a:pt x="347" y="2804"/>
                </a:cubicBezTo>
                <a:lnTo>
                  <a:pt x="4254" y="2804"/>
                </a:lnTo>
                <a:cubicBezTo>
                  <a:pt x="4191" y="3371"/>
                  <a:pt x="4065" y="4064"/>
                  <a:pt x="3907" y="4884"/>
                </a:cubicBezTo>
                <a:lnTo>
                  <a:pt x="3498" y="4884"/>
                </a:lnTo>
                <a:cubicBezTo>
                  <a:pt x="3309" y="4884"/>
                  <a:pt x="3151" y="5041"/>
                  <a:pt x="3151" y="5262"/>
                </a:cubicBezTo>
                <a:cubicBezTo>
                  <a:pt x="3151" y="5451"/>
                  <a:pt x="3309" y="5608"/>
                  <a:pt x="3498" y="5608"/>
                </a:cubicBezTo>
                <a:lnTo>
                  <a:pt x="8350" y="5608"/>
                </a:lnTo>
                <a:cubicBezTo>
                  <a:pt x="8539" y="5608"/>
                  <a:pt x="8696" y="5451"/>
                  <a:pt x="8696" y="5262"/>
                </a:cubicBezTo>
                <a:cubicBezTo>
                  <a:pt x="8696" y="5041"/>
                  <a:pt x="8539" y="4884"/>
                  <a:pt x="8350" y="4884"/>
                </a:cubicBezTo>
                <a:lnTo>
                  <a:pt x="7972" y="4884"/>
                </a:lnTo>
                <a:cubicBezTo>
                  <a:pt x="7814" y="4064"/>
                  <a:pt x="7688" y="3403"/>
                  <a:pt x="7593" y="2804"/>
                </a:cubicBezTo>
                <a:lnTo>
                  <a:pt x="11500" y="2804"/>
                </a:lnTo>
                <a:cubicBezTo>
                  <a:pt x="11689" y="2804"/>
                  <a:pt x="11847" y="2647"/>
                  <a:pt x="11847" y="2458"/>
                </a:cubicBezTo>
                <a:lnTo>
                  <a:pt x="11847" y="1071"/>
                </a:lnTo>
                <a:cubicBezTo>
                  <a:pt x="11910" y="882"/>
                  <a:pt x="11752" y="725"/>
                  <a:pt x="11532" y="725"/>
                </a:cubicBezTo>
                <a:lnTo>
                  <a:pt x="7121" y="725"/>
                </a:lnTo>
                <a:cubicBezTo>
                  <a:pt x="6900" y="252"/>
                  <a:pt x="6554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7" name="Google Shape;9218;p73">
            <a:extLst>
              <a:ext uri="{FF2B5EF4-FFF2-40B4-BE49-F238E27FC236}">
                <a16:creationId xmlns:a16="http://schemas.microsoft.com/office/drawing/2014/main" id="{92AF1D13-9968-F707-078A-61D633DA14EF}"/>
              </a:ext>
            </a:extLst>
          </p:cNvPr>
          <p:cNvSpPr/>
          <p:nvPr/>
        </p:nvSpPr>
        <p:spPr>
          <a:xfrm>
            <a:off x="6662873" y="2468452"/>
            <a:ext cx="140751" cy="164238"/>
          </a:xfrm>
          <a:custGeom>
            <a:avLst/>
            <a:gdLst/>
            <a:ahLst/>
            <a:cxnLst/>
            <a:rect l="l" t="t" r="r" b="b"/>
            <a:pathLst>
              <a:path w="4159" h="4853" extrusionOk="0">
                <a:moveTo>
                  <a:pt x="1985" y="725"/>
                </a:moveTo>
                <a:cubicBezTo>
                  <a:pt x="2394" y="725"/>
                  <a:pt x="2709" y="1040"/>
                  <a:pt x="2709" y="1450"/>
                </a:cubicBezTo>
                <a:cubicBezTo>
                  <a:pt x="2709" y="1828"/>
                  <a:pt x="2394" y="2143"/>
                  <a:pt x="1985" y="2143"/>
                </a:cubicBezTo>
                <a:cubicBezTo>
                  <a:pt x="1607" y="2143"/>
                  <a:pt x="1292" y="1828"/>
                  <a:pt x="1292" y="1450"/>
                </a:cubicBezTo>
                <a:cubicBezTo>
                  <a:pt x="1292" y="1040"/>
                  <a:pt x="1638" y="725"/>
                  <a:pt x="1985" y="725"/>
                </a:cubicBezTo>
                <a:close/>
                <a:moveTo>
                  <a:pt x="1985" y="2804"/>
                </a:moveTo>
                <a:cubicBezTo>
                  <a:pt x="2741" y="2804"/>
                  <a:pt x="3371" y="3435"/>
                  <a:pt x="3371" y="4191"/>
                </a:cubicBezTo>
                <a:lnTo>
                  <a:pt x="630" y="4191"/>
                </a:lnTo>
                <a:cubicBezTo>
                  <a:pt x="630" y="3435"/>
                  <a:pt x="1260" y="2804"/>
                  <a:pt x="1985" y="2804"/>
                </a:cubicBezTo>
                <a:close/>
                <a:moveTo>
                  <a:pt x="2048" y="1"/>
                </a:moveTo>
                <a:cubicBezTo>
                  <a:pt x="1292" y="1"/>
                  <a:pt x="662" y="631"/>
                  <a:pt x="662" y="1387"/>
                </a:cubicBezTo>
                <a:cubicBezTo>
                  <a:pt x="662" y="1765"/>
                  <a:pt x="819" y="2111"/>
                  <a:pt x="1040" y="2332"/>
                </a:cubicBezTo>
                <a:cubicBezTo>
                  <a:pt x="410" y="2710"/>
                  <a:pt x="0" y="3372"/>
                  <a:pt x="0" y="4159"/>
                </a:cubicBezTo>
                <a:lnTo>
                  <a:pt x="0" y="4506"/>
                </a:lnTo>
                <a:cubicBezTo>
                  <a:pt x="0" y="4695"/>
                  <a:pt x="158" y="4852"/>
                  <a:pt x="347" y="4852"/>
                </a:cubicBezTo>
                <a:lnTo>
                  <a:pt x="3812" y="4852"/>
                </a:lnTo>
                <a:cubicBezTo>
                  <a:pt x="4001" y="4852"/>
                  <a:pt x="4159" y="4695"/>
                  <a:pt x="4159" y="4506"/>
                </a:cubicBezTo>
                <a:lnTo>
                  <a:pt x="4159" y="4159"/>
                </a:lnTo>
                <a:cubicBezTo>
                  <a:pt x="4096" y="3403"/>
                  <a:pt x="3655" y="2710"/>
                  <a:pt x="3025" y="2332"/>
                </a:cubicBezTo>
                <a:cubicBezTo>
                  <a:pt x="3245" y="2111"/>
                  <a:pt x="3403" y="1765"/>
                  <a:pt x="3403" y="1387"/>
                </a:cubicBezTo>
                <a:cubicBezTo>
                  <a:pt x="3403" y="631"/>
                  <a:pt x="2772" y="1"/>
                  <a:pt x="20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8" name="Google Shape;9219;p73">
            <a:extLst>
              <a:ext uri="{FF2B5EF4-FFF2-40B4-BE49-F238E27FC236}">
                <a16:creationId xmlns:a16="http://schemas.microsoft.com/office/drawing/2014/main" id="{3B7A570C-8238-D45E-B4FB-13EED1B750C2}"/>
              </a:ext>
            </a:extLst>
          </p:cNvPr>
          <p:cNvSpPr/>
          <p:nvPr/>
        </p:nvSpPr>
        <p:spPr>
          <a:xfrm>
            <a:off x="6401642" y="2470584"/>
            <a:ext cx="140751" cy="164238"/>
          </a:xfrm>
          <a:custGeom>
            <a:avLst/>
            <a:gdLst/>
            <a:ahLst/>
            <a:cxnLst/>
            <a:rect l="l" t="t" r="r" b="b"/>
            <a:pathLst>
              <a:path w="4159" h="4853" extrusionOk="0">
                <a:moveTo>
                  <a:pt x="2048" y="662"/>
                </a:moveTo>
                <a:cubicBezTo>
                  <a:pt x="2426" y="662"/>
                  <a:pt x="2741" y="977"/>
                  <a:pt x="2741" y="1387"/>
                </a:cubicBezTo>
                <a:cubicBezTo>
                  <a:pt x="2741" y="1765"/>
                  <a:pt x="2426" y="2080"/>
                  <a:pt x="2048" y="2080"/>
                </a:cubicBezTo>
                <a:cubicBezTo>
                  <a:pt x="1639" y="2080"/>
                  <a:pt x="1324" y="1765"/>
                  <a:pt x="1324" y="1387"/>
                </a:cubicBezTo>
                <a:cubicBezTo>
                  <a:pt x="1324" y="977"/>
                  <a:pt x="1670" y="662"/>
                  <a:pt x="2048" y="662"/>
                </a:cubicBezTo>
                <a:close/>
                <a:moveTo>
                  <a:pt x="2048" y="2710"/>
                </a:moveTo>
                <a:cubicBezTo>
                  <a:pt x="2773" y="2710"/>
                  <a:pt x="3403" y="3340"/>
                  <a:pt x="3403" y="4096"/>
                </a:cubicBezTo>
                <a:lnTo>
                  <a:pt x="662" y="4096"/>
                </a:lnTo>
                <a:cubicBezTo>
                  <a:pt x="662" y="3340"/>
                  <a:pt x="1292" y="2710"/>
                  <a:pt x="2048" y="2710"/>
                </a:cubicBezTo>
                <a:close/>
                <a:moveTo>
                  <a:pt x="2111" y="1"/>
                </a:moveTo>
                <a:cubicBezTo>
                  <a:pt x="1355" y="1"/>
                  <a:pt x="725" y="631"/>
                  <a:pt x="725" y="1387"/>
                </a:cubicBezTo>
                <a:cubicBezTo>
                  <a:pt x="725" y="1733"/>
                  <a:pt x="882" y="2080"/>
                  <a:pt x="1134" y="2332"/>
                </a:cubicBezTo>
                <a:cubicBezTo>
                  <a:pt x="410" y="2647"/>
                  <a:pt x="0" y="3340"/>
                  <a:pt x="0" y="4128"/>
                </a:cubicBezTo>
                <a:lnTo>
                  <a:pt x="0" y="4474"/>
                </a:lnTo>
                <a:cubicBezTo>
                  <a:pt x="0" y="4695"/>
                  <a:pt x="158" y="4852"/>
                  <a:pt x="347" y="4852"/>
                </a:cubicBezTo>
                <a:lnTo>
                  <a:pt x="3812" y="4852"/>
                </a:lnTo>
                <a:cubicBezTo>
                  <a:pt x="4001" y="4852"/>
                  <a:pt x="4159" y="4695"/>
                  <a:pt x="4159" y="4474"/>
                </a:cubicBezTo>
                <a:lnTo>
                  <a:pt x="4159" y="4128"/>
                </a:lnTo>
                <a:cubicBezTo>
                  <a:pt x="4159" y="3340"/>
                  <a:pt x="3718" y="2678"/>
                  <a:pt x="3088" y="2332"/>
                </a:cubicBezTo>
                <a:cubicBezTo>
                  <a:pt x="3340" y="2080"/>
                  <a:pt x="3497" y="1733"/>
                  <a:pt x="3497" y="1387"/>
                </a:cubicBezTo>
                <a:cubicBezTo>
                  <a:pt x="3497" y="631"/>
                  <a:pt x="2867" y="1"/>
                  <a:pt x="211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34" name="Google Shape;9220;p73">
            <a:extLst>
              <a:ext uri="{FF2B5EF4-FFF2-40B4-BE49-F238E27FC236}">
                <a16:creationId xmlns:a16="http://schemas.microsoft.com/office/drawing/2014/main" id="{96416958-79A9-C3FD-6F75-F0672EFFAE97}"/>
              </a:ext>
            </a:extLst>
          </p:cNvPr>
          <p:cNvSpPr/>
          <p:nvPr/>
        </p:nvSpPr>
        <p:spPr>
          <a:xfrm>
            <a:off x="6489004" y="2959976"/>
            <a:ext cx="223937" cy="401982"/>
          </a:xfrm>
          <a:custGeom>
            <a:avLst/>
            <a:gdLst/>
            <a:ahLst/>
            <a:cxnLst/>
            <a:rect l="l" t="t" r="r" b="b"/>
            <a:pathLst>
              <a:path w="6617" h="11878" extrusionOk="0">
                <a:moveTo>
                  <a:pt x="2962" y="725"/>
                </a:moveTo>
                <a:lnTo>
                  <a:pt x="2489" y="2111"/>
                </a:lnTo>
                <a:lnTo>
                  <a:pt x="1575" y="2111"/>
                </a:lnTo>
                <a:lnTo>
                  <a:pt x="1103" y="725"/>
                </a:lnTo>
                <a:close/>
                <a:moveTo>
                  <a:pt x="3277" y="3529"/>
                </a:moveTo>
                <a:lnTo>
                  <a:pt x="5892" y="6144"/>
                </a:lnTo>
                <a:lnTo>
                  <a:pt x="5892" y="6616"/>
                </a:lnTo>
                <a:lnTo>
                  <a:pt x="5419" y="6616"/>
                </a:lnTo>
                <a:lnTo>
                  <a:pt x="3434" y="4663"/>
                </a:lnTo>
                <a:lnTo>
                  <a:pt x="3277" y="3529"/>
                </a:lnTo>
                <a:close/>
                <a:moveTo>
                  <a:pt x="2458" y="2804"/>
                </a:moveTo>
                <a:lnTo>
                  <a:pt x="3434" y="9357"/>
                </a:lnTo>
                <a:lnTo>
                  <a:pt x="2048" y="10964"/>
                </a:lnTo>
                <a:lnTo>
                  <a:pt x="693" y="9357"/>
                </a:lnTo>
                <a:lnTo>
                  <a:pt x="1670" y="2804"/>
                </a:lnTo>
                <a:close/>
                <a:moveTo>
                  <a:pt x="693" y="0"/>
                </a:moveTo>
                <a:cubicBezTo>
                  <a:pt x="567" y="0"/>
                  <a:pt x="473" y="32"/>
                  <a:pt x="410" y="158"/>
                </a:cubicBezTo>
                <a:cubicBezTo>
                  <a:pt x="315" y="252"/>
                  <a:pt x="315" y="378"/>
                  <a:pt x="378" y="473"/>
                </a:cubicBezTo>
                <a:lnTo>
                  <a:pt x="1040" y="2489"/>
                </a:lnTo>
                <a:lnTo>
                  <a:pt x="0" y="9389"/>
                </a:lnTo>
                <a:cubicBezTo>
                  <a:pt x="0" y="9452"/>
                  <a:pt x="0" y="9578"/>
                  <a:pt x="95" y="9672"/>
                </a:cubicBezTo>
                <a:lnTo>
                  <a:pt x="1828" y="11751"/>
                </a:lnTo>
                <a:cubicBezTo>
                  <a:pt x="1891" y="11814"/>
                  <a:pt x="1985" y="11877"/>
                  <a:pt x="2080" y="11877"/>
                </a:cubicBezTo>
                <a:cubicBezTo>
                  <a:pt x="2206" y="11877"/>
                  <a:pt x="2300" y="11814"/>
                  <a:pt x="2363" y="11751"/>
                </a:cubicBezTo>
                <a:lnTo>
                  <a:pt x="4096" y="9672"/>
                </a:lnTo>
                <a:cubicBezTo>
                  <a:pt x="4190" y="9578"/>
                  <a:pt x="4190" y="9483"/>
                  <a:pt x="4190" y="9389"/>
                </a:cubicBezTo>
                <a:lnTo>
                  <a:pt x="3623" y="5797"/>
                </a:lnTo>
                <a:lnTo>
                  <a:pt x="5041" y="7183"/>
                </a:lnTo>
                <a:cubicBezTo>
                  <a:pt x="5136" y="7246"/>
                  <a:pt x="5199" y="7309"/>
                  <a:pt x="5293" y="7309"/>
                </a:cubicBezTo>
                <a:lnTo>
                  <a:pt x="6270" y="7309"/>
                </a:lnTo>
                <a:cubicBezTo>
                  <a:pt x="6459" y="7309"/>
                  <a:pt x="6616" y="7152"/>
                  <a:pt x="6616" y="6931"/>
                </a:cubicBezTo>
                <a:lnTo>
                  <a:pt x="6616" y="5955"/>
                </a:lnTo>
                <a:cubicBezTo>
                  <a:pt x="6616" y="5892"/>
                  <a:pt x="6585" y="5766"/>
                  <a:pt x="6490" y="5734"/>
                </a:cubicBezTo>
                <a:lnTo>
                  <a:pt x="3119" y="2426"/>
                </a:lnTo>
                <a:lnTo>
                  <a:pt x="3749" y="473"/>
                </a:lnTo>
                <a:cubicBezTo>
                  <a:pt x="3781" y="378"/>
                  <a:pt x="3749" y="252"/>
                  <a:pt x="3718" y="158"/>
                </a:cubicBezTo>
                <a:cubicBezTo>
                  <a:pt x="3623" y="95"/>
                  <a:pt x="3560" y="0"/>
                  <a:pt x="34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1" name="Google Shape;9222;p73">
            <a:extLst>
              <a:ext uri="{FF2B5EF4-FFF2-40B4-BE49-F238E27FC236}">
                <a16:creationId xmlns:a16="http://schemas.microsoft.com/office/drawing/2014/main" id="{FB1B3E76-9660-8C78-BA3A-A4A9272314E8}"/>
              </a:ext>
            </a:extLst>
          </p:cNvPr>
          <p:cNvSpPr/>
          <p:nvPr/>
        </p:nvSpPr>
        <p:spPr>
          <a:xfrm>
            <a:off x="7921588" y="2961048"/>
            <a:ext cx="307088" cy="399850"/>
          </a:xfrm>
          <a:custGeom>
            <a:avLst/>
            <a:gdLst/>
            <a:ahLst/>
            <a:cxnLst/>
            <a:rect l="l" t="t" r="r" b="b"/>
            <a:pathLst>
              <a:path w="9074" h="11815" extrusionOk="0">
                <a:moveTo>
                  <a:pt x="4537" y="725"/>
                </a:moveTo>
                <a:cubicBezTo>
                  <a:pt x="4758" y="725"/>
                  <a:pt x="4915" y="882"/>
                  <a:pt x="4915" y="1071"/>
                </a:cubicBezTo>
                <a:cubicBezTo>
                  <a:pt x="4915" y="1260"/>
                  <a:pt x="5073" y="1418"/>
                  <a:pt x="5262" y="1418"/>
                </a:cubicBezTo>
                <a:lnTo>
                  <a:pt x="5955" y="1418"/>
                </a:lnTo>
                <a:cubicBezTo>
                  <a:pt x="6175" y="1418"/>
                  <a:pt x="6333" y="1575"/>
                  <a:pt x="6333" y="1796"/>
                </a:cubicBezTo>
                <a:cubicBezTo>
                  <a:pt x="6333" y="1985"/>
                  <a:pt x="6175" y="2142"/>
                  <a:pt x="5955" y="2142"/>
                </a:cubicBezTo>
                <a:lnTo>
                  <a:pt x="3119" y="2142"/>
                </a:lnTo>
                <a:cubicBezTo>
                  <a:pt x="2930" y="2142"/>
                  <a:pt x="2773" y="1985"/>
                  <a:pt x="2773" y="1796"/>
                </a:cubicBezTo>
                <a:cubicBezTo>
                  <a:pt x="2773" y="1575"/>
                  <a:pt x="2930" y="1418"/>
                  <a:pt x="3151" y="1418"/>
                </a:cubicBezTo>
                <a:lnTo>
                  <a:pt x="3844" y="1418"/>
                </a:lnTo>
                <a:cubicBezTo>
                  <a:pt x="4033" y="1418"/>
                  <a:pt x="4191" y="1260"/>
                  <a:pt x="4191" y="1071"/>
                </a:cubicBezTo>
                <a:cubicBezTo>
                  <a:pt x="4191" y="882"/>
                  <a:pt x="4348" y="725"/>
                  <a:pt x="4537" y="725"/>
                </a:cubicBezTo>
                <a:close/>
                <a:moveTo>
                  <a:pt x="8066" y="2111"/>
                </a:moveTo>
                <a:cubicBezTo>
                  <a:pt x="8255" y="2111"/>
                  <a:pt x="8412" y="2268"/>
                  <a:pt x="8412" y="2458"/>
                </a:cubicBezTo>
                <a:lnTo>
                  <a:pt x="8412" y="10806"/>
                </a:lnTo>
                <a:lnTo>
                  <a:pt x="8381" y="10806"/>
                </a:lnTo>
                <a:cubicBezTo>
                  <a:pt x="8381" y="10995"/>
                  <a:pt x="8223" y="11153"/>
                  <a:pt x="8034" y="11153"/>
                </a:cubicBezTo>
                <a:lnTo>
                  <a:pt x="1040" y="11153"/>
                </a:lnTo>
                <a:cubicBezTo>
                  <a:pt x="851" y="11153"/>
                  <a:pt x="693" y="10995"/>
                  <a:pt x="693" y="10806"/>
                </a:cubicBezTo>
                <a:lnTo>
                  <a:pt x="693" y="2458"/>
                </a:lnTo>
                <a:cubicBezTo>
                  <a:pt x="693" y="2268"/>
                  <a:pt x="851" y="2111"/>
                  <a:pt x="1040" y="2111"/>
                </a:cubicBezTo>
                <a:lnTo>
                  <a:pt x="2143" y="2111"/>
                </a:lnTo>
                <a:cubicBezTo>
                  <a:pt x="2300" y="2489"/>
                  <a:pt x="2647" y="2804"/>
                  <a:pt x="3119" y="2804"/>
                </a:cubicBezTo>
                <a:lnTo>
                  <a:pt x="5986" y="2804"/>
                </a:lnTo>
                <a:cubicBezTo>
                  <a:pt x="6396" y="2804"/>
                  <a:pt x="6805" y="2521"/>
                  <a:pt x="6963" y="2111"/>
                </a:cubicBezTo>
                <a:close/>
                <a:moveTo>
                  <a:pt x="4506" y="0"/>
                </a:moveTo>
                <a:cubicBezTo>
                  <a:pt x="4096" y="0"/>
                  <a:pt x="3686" y="284"/>
                  <a:pt x="3529" y="725"/>
                </a:cubicBezTo>
                <a:lnTo>
                  <a:pt x="3088" y="725"/>
                </a:lnTo>
                <a:cubicBezTo>
                  <a:pt x="2678" y="725"/>
                  <a:pt x="2269" y="1008"/>
                  <a:pt x="2111" y="1418"/>
                </a:cubicBezTo>
                <a:lnTo>
                  <a:pt x="1009" y="1418"/>
                </a:lnTo>
                <a:cubicBezTo>
                  <a:pt x="410" y="1418"/>
                  <a:pt x="0" y="1890"/>
                  <a:pt x="0" y="2458"/>
                </a:cubicBezTo>
                <a:lnTo>
                  <a:pt x="0" y="10806"/>
                </a:lnTo>
                <a:cubicBezTo>
                  <a:pt x="0" y="11405"/>
                  <a:pt x="473" y="11814"/>
                  <a:pt x="1009" y="11814"/>
                </a:cubicBezTo>
                <a:lnTo>
                  <a:pt x="7971" y="11814"/>
                </a:lnTo>
                <a:cubicBezTo>
                  <a:pt x="8570" y="11814"/>
                  <a:pt x="9011" y="11342"/>
                  <a:pt x="9011" y="10806"/>
                </a:cubicBezTo>
                <a:lnTo>
                  <a:pt x="9011" y="2458"/>
                </a:lnTo>
                <a:cubicBezTo>
                  <a:pt x="9074" y="1859"/>
                  <a:pt x="8601" y="1418"/>
                  <a:pt x="8034" y="1418"/>
                </a:cubicBezTo>
                <a:lnTo>
                  <a:pt x="6931" y="1418"/>
                </a:lnTo>
                <a:cubicBezTo>
                  <a:pt x="6774" y="1040"/>
                  <a:pt x="6396" y="725"/>
                  <a:pt x="5923" y="725"/>
                </a:cubicBezTo>
                <a:lnTo>
                  <a:pt x="5545" y="725"/>
                </a:lnTo>
                <a:cubicBezTo>
                  <a:pt x="5514" y="567"/>
                  <a:pt x="5388" y="441"/>
                  <a:pt x="5262" y="315"/>
                </a:cubicBezTo>
                <a:cubicBezTo>
                  <a:pt x="5073" y="126"/>
                  <a:pt x="4789" y="0"/>
                  <a:pt x="450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2" name="Google Shape;9223;p73">
            <a:extLst>
              <a:ext uri="{FF2B5EF4-FFF2-40B4-BE49-F238E27FC236}">
                <a16:creationId xmlns:a16="http://schemas.microsoft.com/office/drawing/2014/main" id="{0E7E7C35-1B38-E383-B76B-C62ACCB8F225}"/>
              </a:ext>
            </a:extLst>
          </p:cNvPr>
          <p:cNvSpPr/>
          <p:nvPr/>
        </p:nvSpPr>
        <p:spPr>
          <a:xfrm>
            <a:off x="7967442" y="3082578"/>
            <a:ext cx="71442" cy="67211"/>
          </a:xfrm>
          <a:custGeom>
            <a:avLst/>
            <a:gdLst/>
            <a:ahLst/>
            <a:cxnLst/>
            <a:rect l="l" t="t" r="r" b="b"/>
            <a:pathLst>
              <a:path w="2111" h="1986" extrusionOk="0">
                <a:moveTo>
                  <a:pt x="406" y="1"/>
                </a:moveTo>
                <a:cubicBezTo>
                  <a:pt x="315" y="1"/>
                  <a:pt x="221" y="32"/>
                  <a:pt x="158" y="95"/>
                </a:cubicBezTo>
                <a:cubicBezTo>
                  <a:pt x="63" y="190"/>
                  <a:pt x="63" y="442"/>
                  <a:pt x="158" y="568"/>
                </a:cubicBezTo>
                <a:lnTo>
                  <a:pt x="599" y="977"/>
                </a:lnTo>
                <a:lnTo>
                  <a:pt x="158" y="1418"/>
                </a:lnTo>
                <a:cubicBezTo>
                  <a:pt x="0" y="1544"/>
                  <a:pt x="0" y="1733"/>
                  <a:pt x="158" y="1891"/>
                </a:cubicBezTo>
                <a:cubicBezTo>
                  <a:pt x="221" y="1954"/>
                  <a:pt x="315" y="1985"/>
                  <a:pt x="406" y="1985"/>
                </a:cubicBezTo>
                <a:cubicBezTo>
                  <a:pt x="496" y="1985"/>
                  <a:pt x="583" y="1954"/>
                  <a:pt x="630" y="1891"/>
                </a:cubicBezTo>
                <a:lnTo>
                  <a:pt x="1071" y="1450"/>
                </a:lnTo>
                <a:lnTo>
                  <a:pt x="1512" y="1891"/>
                </a:lnTo>
                <a:cubicBezTo>
                  <a:pt x="1575" y="1954"/>
                  <a:pt x="1662" y="1985"/>
                  <a:pt x="1749" y="1985"/>
                </a:cubicBezTo>
                <a:cubicBezTo>
                  <a:pt x="1835" y="1985"/>
                  <a:pt x="1922" y="1954"/>
                  <a:pt x="1985" y="1891"/>
                </a:cubicBezTo>
                <a:cubicBezTo>
                  <a:pt x="2111" y="1765"/>
                  <a:pt x="2111" y="1544"/>
                  <a:pt x="1985" y="1418"/>
                </a:cubicBezTo>
                <a:lnTo>
                  <a:pt x="1544" y="977"/>
                </a:lnTo>
                <a:lnTo>
                  <a:pt x="1985" y="568"/>
                </a:lnTo>
                <a:cubicBezTo>
                  <a:pt x="2111" y="442"/>
                  <a:pt x="2111" y="190"/>
                  <a:pt x="1985" y="95"/>
                </a:cubicBezTo>
                <a:cubicBezTo>
                  <a:pt x="1922" y="32"/>
                  <a:pt x="1835" y="1"/>
                  <a:pt x="1749" y="1"/>
                </a:cubicBezTo>
                <a:cubicBezTo>
                  <a:pt x="1662" y="1"/>
                  <a:pt x="1575" y="32"/>
                  <a:pt x="1512" y="95"/>
                </a:cubicBezTo>
                <a:lnTo>
                  <a:pt x="1071" y="505"/>
                </a:lnTo>
                <a:lnTo>
                  <a:pt x="630" y="95"/>
                </a:lnTo>
                <a:cubicBezTo>
                  <a:pt x="583" y="32"/>
                  <a:pt x="496" y="1"/>
                  <a:pt x="40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3" name="Google Shape;9224;p73">
            <a:extLst>
              <a:ext uri="{FF2B5EF4-FFF2-40B4-BE49-F238E27FC236}">
                <a16:creationId xmlns:a16="http://schemas.microsoft.com/office/drawing/2014/main" id="{58B6B551-092A-1484-4A73-1B33A8E82E69}"/>
              </a:ext>
            </a:extLst>
          </p:cNvPr>
          <p:cNvSpPr/>
          <p:nvPr/>
        </p:nvSpPr>
        <p:spPr>
          <a:xfrm>
            <a:off x="8112424" y="3244650"/>
            <a:ext cx="69344" cy="67211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63" y="0"/>
                </a:moveTo>
                <a:cubicBezTo>
                  <a:pt x="276" y="0"/>
                  <a:pt x="190" y="32"/>
                  <a:pt x="127" y="95"/>
                </a:cubicBezTo>
                <a:cubicBezTo>
                  <a:pt x="1" y="221"/>
                  <a:pt x="1" y="441"/>
                  <a:pt x="127" y="567"/>
                </a:cubicBezTo>
                <a:lnTo>
                  <a:pt x="568" y="1009"/>
                </a:lnTo>
                <a:lnTo>
                  <a:pt x="127" y="1450"/>
                </a:lnTo>
                <a:cubicBezTo>
                  <a:pt x="1" y="1544"/>
                  <a:pt x="1" y="1796"/>
                  <a:pt x="127" y="1891"/>
                </a:cubicBezTo>
                <a:cubicBezTo>
                  <a:pt x="190" y="1954"/>
                  <a:pt x="276" y="1985"/>
                  <a:pt x="363" y="1985"/>
                </a:cubicBezTo>
                <a:cubicBezTo>
                  <a:pt x="450" y="1985"/>
                  <a:pt x="536" y="1954"/>
                  <a:pt x="599" y="1891"/>
                </a:cubicBezTo>
                <a:lnTo>
                  <a:pt x="1040" y="1481"/>
                </a:lnTo>
                <a:lnTo>
                  <a:pt x="1481" y="1891"/>
                </a:lnTo>
                <a:cubicBezTo>
                  <a:pt x="1529" y="1954"/>
                  <a:pt x="1615" y="1985"/>
                  <a:pt x="1706" y="1985"/>
                </a:cubicBezTo>
                <a:cubicBezTo>
                  <a:pt x="1797" y="1985"/>
                  <a:pt x="1891" y="1954"/>
                  <a:pt x="1954" y="1891"/>
                </a:cubicBezTo>
                <a:cubicBezTo>
                  <a:pt x="2049" y="1796"/>
                  <a:pt x="2049" y="1544"/>
                  <a:pt x="1954" y="1450"/>
                </a:cubicBezTo>
                <a:lnTo>
                  <a:pt x="1513" y="1009"/>
                </a:lnTo>
                <a:lnTo>
                  <a:pt x="1954" y="567"/>
                </a:lnTo>
                <a:cubicBezTo>
                  <a:pt x="2049" y="441"/>
                  <a:pt x="2049" y="252"/>
                  <a:pt x="1954" y="95"/>
                </a:cubicBezTo>
                <a:cubicBezTo>
                  <a:pt x="1891" y="32"/>
                  <a:pt x="1804" y="0"/>
                  <a:pt x="1718" y="0"/>
                </a:cubicBezTo>
                <a:cubicBezTo>
                  <a:pt x="1631" y="0"/>
                  <a:pt x="1544" y="32"/>
                  <a:pt x="1481" y="95"/>
                </a:cubicBezTo>
                <a:lnTo>
                  <a:pt x="1040" y="536"/>
                </a:lnTo>
                <a:lnTo>
                  <a:pt x="599" y="95"/>
                </a:lnTo>
                <a:cubicBezTo>
                  <a:pt x="536" y="32"/>
                  <a:pt x="450" y="0"/>
                  <a:pt x="3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4" name="Google Shape;9225;p73">
            <a:extLst>
              <a:ext uri="{FF2B5EF4-FFF2-40B4-BE49-F238E27FC236}">
                <a16:creationId xmlns:a16="http://schemas.microsoft.com/office/drawing/2014/main" id="{E2C45DA6-D1C8-5C3E-6722-6FD0DE7AB485}"/>
              </a:ext>
            </a:extLst>
          </p:cNvPr>
          <p:cNvSpPr/>
          <p:nvPr/>
        </p:nvSpPr>
        <p:spPr>
          <a:xfrm>
            <a:off x="7966360" y="3078313"/>
            <a:ext cx="212228" cy="236729"/>
          </a:xfrm>
          <a:custGeom>
            <a:avLst/>
            <a:gdLst/>
            <a:ahLst/>
            <a:cxnLst/>
            <a:rect l="l" t="t" r="r" b="b"/>
            <a:pathLst>
              <a:path w="6271" h="6994" extrusionOk="0">
                <a:moveTo>
                  <a:pt x="1103" y="5609"/>
                </a:moveTo>
                <a:cubicBezTo>
                  <a:pt x="1292" y="5609"/>
                  <a:pt x="1450" y="5766"/>
                  <a:pt x="1450" y="5955"/>
                </a:cubicBezTo>
                <a:cubicBezTo>
                  <a:pt x="1450" y="6144"/>
                  <a:pt x="1292" y="6302"/>
                  <a:pt x="1103" y="6302"/>
                </a:cubicBezTo>
                <a:cubicBezTo>
                  <a:pt x="914" y="6302"/>
                  <a:pt x="757" y="6144"/>
                  <a:pt x="757" y="5955"/>
                </a:cubicBezTo>
                <a:cubicBezTo>
                  <a:pt x="757" y="5766"/>
                  <a:pt x="914" y="5609"/>
                  <a:pt x="1103" y="5609"/>
                </a:cubicBezTo>
                <a:close/>
                <a:moveTo>
                  <a:pt x="5325" y="1"/>
                </a:moveTo>
                <a:cubicBezTo>
                  <a:pt x="5230" y="1"/>
                  <a:pt x="5136" y="64"/>
                  <a:pt x="5073" y="127"/>
                </a:cubicBezTo>
                <a:lnTo>
                  <a:pt x="4380" y="851"/>
                </a:lnTo>
                <a:cubicBezTo>
                  <a:pt x="4254" y="946"/>
                  <a:pt x="4254" y="1198"/>
                  <a:pt x="4380" y="1324"/>
                </a:cubicBezTo>
                <a:cubicBezTo>
                  <a:pt x="4443" y="1371"/>
                  <a:pt x="4529" y="1395"/>
                  <a:pt x="4616" y="1395"/>
                </a:cubicBezTo>
                <a:cubicBezTo>
                  <a:pt x="4703" y="1395"/>
                  <a:pt x="4789" y="1371"/>
                  <a:pt x="4852" y="1324"/>
                </a:cubicBezTo>
                <a:lnTo>
                  <a:pt x="4978" y="1198"/>
                </a:lnTo>
                <a:lnTo>
                  <a:pt x="4978" y="2458"/>
                </a:lnTo>
                <a:cubicBezTo>
                  <a:pt x="4978" y="2647"/>
                  <a:pt x="4821" y="2805"/>
                  <a:pt x="4600" y="2805"/>
                </a:cubicBezTo>
                <a:lnTo>
                  <a:pt x="1765" y="2805"/>
                </a:lnTo>
                <a:cubicBezTo>
                  <a:pt x="1513" y="2805"/>
                  <a:pt x="1229" y="2931"/>
                  <a:pt x="1040" y="3120"/>
                </a:cubicBezTo>
                <a:cubicBezTo>
                  <a:pt x="820" y="3309"/>
                  <a:pt x="725" y="3592"/>
                  <a:pt x="725" y="3876"/>
                </a:cubicBezTo>
                <a:lnTo>
                  <a:pt x="725" y="4978"/>
                </a:lnTo>
                <a:cubicBezTo>
                  <a:pt x="316" y="5136"/>
                  <a:pt x="1" y="5482"/>
                  <a:pt x="1" y="5955"/>
                </a:cubicBezTo>
                <a:cubicBezTo>
                  <a:pt x="1" y="6554"/>
                  <a:pt x="473" y="6995"/>
                  <a:pt x="1040" y="6995"/>
                </a:cubicBezTo>
                <a:cubicBezTo>
                  <a:pt x="1607" y="6995"/>
                  <a:pt x="2048" y="6522"/>
                  <a:pt x="2048" y="5955"/>
                </a:cubicBezTo>
                <a:cubicBezTo>
                  <a:pt x="2048" y="5514"/>
                  <a:pt x="1765" y="5136"/>
                  <a:pt x="1355" y="4978"/>
                </a:cubicBezTo>
                <a:lnTo>
                  <a:pt x="1355" y="3876"/>
                </a:lnTo>
                <a:cubicBezTo>
                  <a:pt x="1355" y="3687"/>
                  <a:pt x="1513" y="3529"/>
                  <a:pt x="1702" y="3529"/>
                </a:cubicBezTo>
                <a:lnTo>
                  <a:pt x="4537" y="3529"/>
                </a:lnTo>
                <a:cubicBezTo>
                  <a:pt x="5136" y="3529"/>
                  <a:pt x="5545" y="3057"/>
                  <a:pt x="5545" y="2490"/>
                </a:cubicBezTo>
                <a:lnTo>
                  <a:pt x="5545" y="1229"/>
                </a:lnTo>
                <a:lnTo>
                  <a:pt x="5671" y="1355"/>
                </a:lnTo>
                <a:cubicBezTo>
                  <a:pt x="5734" y="1418"/>
                  <a:pt x="5821" y="1450"/>
                  <a:pt x="5908" y="1450"/>
                </a:cubicBezTo>
                <a:cubicBezTo>
                  <a:pt x="5994" y="1450"/>
                  <a:pt x="6081" y="1418"/>
                  <a:pt x="6144" y="1355"/>
                </a:cubicBezTo>
                <a:cubicBezTo>
                  <a:pt x="6270" y="1229"/>
                  <a:pt x="6270" y="1009"/>
                  <a:pt x="6144" y="883"/>
                </a:cubicBezTo>
                <a:lnTo>
                  <a:pt x="5545" y="127"/>
                </a:lnTo>
                <a:cubicBezTo>
                  <a:pt x="5482" y="64"/>
                  <a:pt x="5388" y="1"/>
                  <a:pt x="53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5" name="Google Shape;9226;p73">
            <a:extLst>
              <a:ext uri="{FF2B5EF4-FFF2-40B4-BE49-F238E27FC236}">
                <a16:creationId xmlns:a16="http://schemas.microsoft.com/office/drawing/2014/main" id="{398FA338-3378-69F4-7E8D-1FC0A27F5405}"/>
              </a:ext>
            </a:extLst>
          </p:cNvPr>
          <p:cNvSpPr/>
          <p:nvPr/>
        </p:nvSpPr>
        <p:spPr>
          <a:xfrm>
            <a:off x="8253177" y="3055944"/>
            <a:ext cx="71476" cy="282551"/>
          </a:xfrm>
          <a:custGeom>
            <a:avLst/>
            <a:gdLst/>
            <a:ahLst/>
            <a:cxnLst/>
            <a:rect l="l" t="t" r="r" b="b"/>
            <a:pathLst>
              <a:path w="2112" h="8349" extrusionOk="0">
                <a:moveTo>
                  <a:pt x="1009" y="662"/>
                </a:moveTo>
                <a:cubicBezTo>
                  <a:pt x="1229" y="662"/>
                  <a:pt x="1387" y="819"/>
                  <a:pt x="1387" y="1040"/>
                </a:cubicBezTo>
                <a:lnTo>
                  <a:pt x="1387" y="1386"/>
                </a:lnTo>
                <a:lnTo>
                  <a:pt x="662" y="1386"/>
                </a:lnTo>
                <a:lnTo>
                  <a:pt x="662" y="1040"/>
                </a:lnTo>
                <a:cubicBezTo>
                  <a:pt x="662" y="819"/>
                  <a:pt x="820" y="662"/>
                  <a:pt x="1009" y="662"/>
                </a:cubicBezTo>
                <a:close/>
                <a:moveTo>
                  <a:pt x="1387" y="2048"/>
                </a:moveTo>
                <a:lnTo>
                  <a:pt x="1387" y="6017"/>
                </a:lnTo>
                <a:cubicBezTo>
                  <a:pt x="1261" y="5986"/>
                  <a:pt x="1142" y="5970"/>
                  <a:pt x="1024" y="5970"/>
                </a:cubicBezTo>
                <a:cubicBezTo>
                  <a:pt x="906" y="5970"/>
                  <a:pt x="788" y="5986"/>
                  <a:pt x="662" y="6017"/>
                </a:cubicBezTo>
                <a:lnTo>
                  <a:pt x="662" y="2048"/>
                </a:lnTo>
                <a:close/>
                <a:moveTo>
                  <a:pt x="1009" y="6711"/>
                </a:moveTo>
                <a:cubicBezTo>
                  <a:pt x="1103" y="6711"/>
                  <a:pt x="1166" y="6711"/>
                  <a:pt x="1261" y="6742"/>
                </a:cubicBezTo>
                <a:lnTo>
                  <a:pt x="1009" y="7246"/>
                </a:lnTo>
                <a:lnTo>
                  <a:pt x="788" y="6742"/>
                </a:lnTo>
                <a:cubicBezTo>
                  <a:pt x="851" y="6711"/>
                  <a:pt x="946" y="6711"/>
                  <a:pt x="1009" y="6711"/>
                </a:cubicBezTo>
                <a:close/>
                <a:moveTo>
                  <a:pt x="1009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6616"/>
                </a:lnTo>
                <a:cubicBezTo>
                  <a:pt x="0" y="6648"/>
                  <a:pt x="0" y="6742"/>
                  <a:pt x="32" y="6774"/>
                </a:cubicBezTo>
                <a:lnTo>
                  <a:pt x="757" y="8160"/>
                </a:lnTo>
                <a:cubicBezTo>
                  <a:pt x="788" y="8286"/>
                  <a:pt x="946" y="8349"/>
                  <a:pt x="1040" y="8349"/>
                </a:cubicBezTo>
                <a:cubicBezTo>
                  <a:pt x="1166" y="8349"/>
                  <a:pt x="1292" y="8286"/>
                  <a:pt x="1355" y="8160"/>
                </a:cubicBezTo>
                <a:lnTo>
                  <a:pt x="2080" y="6774"/>
                </a:lnTo>
                <a:cubicBezTo>
                  <a:pt x="2111" y="6742"/>
                  <a:pt x="2111" y="6648"/>
                  <a:pt x="2111" y="6616"/>
                </a:cubicBezTo>
                <a:lnTo>
                  <a:pt x="2111" y="1040"/>
                </a:lnTo>
                <a:cubicBezTo>
                  <a:pt x="2048" y="473"/>
                  <a:pt x="1576" y="0"/>
                  <a:pt x="1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7" name="Google Shape;9228;p73">
            <a:extLst>
              <a:ext uri="{FF2B5EF4-FFF2-40B4-BE49-F238E27FC236}">
                <a16:creationId xmlns:a16="http://schemas.microsoft.com/office/drawing/2014/main" id="{85C61948-AA5F-2588-2368-F129212DFE2B}"/>
              </a:ext>
            </a:extLst>
          </p:cNvPr>
          <p:cNvSpPr/>
          <p:nvPr/>
        </p:nvSpPr>
        <p:spPr>
          <a:xfrm>
            <a:off x="1852190" y="2102715"/>
            <a:ext cx="376431" cy="268744"/>
          </a:xfrm>
          <a:custGeom>
            <a:avLst/>
            <a:gdLst/>
            <a:ahLst/>
            <a:cxnLst/>
            <a:rect l="l" t="t" r="r" b="b"/>
            <a:pathLst>
              <a:path w="11123" h="7941" extrusionOk="0">
                <a:moveTo>
                  <a:pt x="10545" y="1"/>
                </a:moveTo>
                <a:cubicBezTo>
                  <a:pt x="10499" y="1"/>
                  <a:pt x="10449" y="11"/>
                  <a:pt x="10397" y="33"/>
                </a:cubicBezTo>
                <a:cubicBezTo>
                  <a:pt x="10208" y="64"/>
                  <a:pt x="10145" y="253"/>
                  <a:pt x="10177" y="474"/>
                </a:cubicBezTo>
                <a:cubicBezTo>
                  <a:pt x="10334" y="1009"/>
                  <a:pt x="10460" y="1514"/>
                  <a:pt x="10460" y="1986"/>
                </a:cubicBezTo>
                <a:cubicBezTo>
                  <a:pt x="10460" y="4885"/>
                  <a:pt x="8129" y="7247"/>
                  <a:pt x="5199" y="7247"/>
                </a:cubicBezTo>
                <a:cubicBezTo>
                  <a:pt x="3561" y="7247"/>
                  <a:pt x="2017" y="6460"/>
                  <a:pt x="1040" y="5137"/>
                </a:cubicBezTo>
                <a:lnTo>
                  <a:pt x="1734" y="5137"/>
                </a:lnTo>
                <a:cubicBezTo>
                  <a:pt x="1954" y="5137"/>
                  <a:pt x="2112" y="4979"/>
                  <a:pt x="2112" y="4790"/>
                </a:cubicBezTo>
                <a:cubicBezTo>
                  <a:pt x="2112" y="4601"/>
                  <a:pt x="1954" y="4444"/>
                  <a:pt x="1734" y="4444"/>
                </a:cubicBezTo>
                <a:lnTo>
                  <a:pt x="379" y="4444"/>
                </a:lnTo>
                <a:cubicBezTo>
                  <a:pt x="158" y="4444"/>
                  <a:pt x="1" y="4601"/>
                  <a:pt x="1" y="4790"/>
                </a:cubicBezTo>
                <a:lnTo>
                  <a:pt x="1" y="6176"/>
                </a:lnTo>
                <a:cubicBezTo>
                  <a:pt x="1" y="6365"/>
                  <a:pt x="158" y="6523"/>
                  <a:pt x="379" y="6523"/>
                </a:cubicBezTo>
                <a:cubicBezTo>
                  <a:pt x="568" y="6523"/>
                  <a:pt x="725" y="6365"/>
                  <a:pt x="725" y="6176"/>
                </a:cubicBezTo>
                <a:lnTo>
                  <a:pt x="725" y="5830"/>
                </a:lnTo>
                <a:cubicBezTo>
                  <a:pt x="1860" y="7184"/>
                  <a:pt x="3529" y="7941"/>
                  <a:pt x="5199" y="7941"/>
                </a:cubicBezTo>
                <a:cubicBezTo>
                  <a:pt x="8476" y="7941"/>
                  <a:pt x="11122" y="5294"/>
                  <a:pt x="11122" y="2049"/>
                </a:cubicBezTo>
                <a:cubicBezTo>
                  <a:pt x="11122" y="1482"/>
                  <a:pt x="11028" y="883"/>
                  <a:pt x="10839" y="253"/>
                </a:cubicBezTo>
                <a:cubicBezTo>
                  <a:pt x="10814" y="109"/>
                  <a:pt x="10698" y="1"/>
                  <a:pt x="1054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8" name="Google Shape;9229;p73">
            <a:extLst>
              <a:ext uri="{FF2B5EF4-FFF2-40B4-BE49-F238E27FC236}">
                <a16:creationId xmlns:a16="http://schemas.microsoft.com/office/drawing/2014/main" id="{C26E4E8E-DFDE-7166-C9D4-14FD27F1EA59}"/>
              </a:ext>
            </a:extLst>
          </p:cNvPr>
          <p:cNvSpPr/>
          <p:nvPr/>
        </p:nvSpPr>
        <p:spPr>
          <a:xfrm>
            <a:off x="1829820" y="1969478"/>
            <a:ext cx="376397" cy="268947"/>
          </a:xfrm>
          <a:custGeom>
            <a:avLst/>
            <a:gdLst/>
            <a:ahLst/>
            <a:cxnLst/>
            <a:rect l="l" t="t" r="r" b="b"/>
            <a:pathLst>
              <a:path w="11122" h="7945" extrusionOk="0">
                <a:moveTo>
                  <a:pt x="5892" y="0"/>
                </a:moveTo>
                <a:cubicBezTo>
                  <a:pt x="2647" y="0"/>
                  <a:pt x="0" y="2615"/>
                  <a:pt x="0" y="5892"/>
                </a:cubicBezTo>
                <a:cubicBezTo>
                  <a:pt x="0" y="6459"/>
                  <a:pt x="63" y="7026"/>
                  <a:pt x="284" y="7656"/>
                </a:cubicBezTo>
                <a:cubicBezTo>
                  <a:pt x="310" y="7869"/>
                  <a:pt x="450" y="7947"/>
                  <a:pt x="606" y="7947"/>
                </a:cubicBezTo>
                <a:cubicBezTo>
                  <a:pt x="635" y="7947"/>
                  <a:pt x="664" y="7944"/>
                  <a:pt x="693" y="7939"/>
                </a:cubicBezTo>
                <a:cubicBezTo>
                  <a:pt x="914" y="7908"/>
                  <a:pt x="977" y="7719"/>
                  <a:pt x="945" y="7498"/>
                </a:cubicBezTo>
                <a:cubicBezTo>
                  <a:pt x="788" y="6963"/>
                  <a:pt x="662" y="6459"/>
                  <a:pt x="662" y="5923"/>
                </a:cubicBezTo>
                <a:cubicBezTo>
                  <a:pt x="662" y="3056"/>
                  <a:pt x="2993" y="693"/>
                  <a:pt x="5923" y="693"/>
                </a:cubicBezTo>
                <a:cubicBezTo>
                  <a:pt x="7561" y="693"/>
                  <a:pt x="9105" y="1481"/>
                  <a:pt x="10082" y="2773"/>
                </a:cubicBezTo>
                <a:lnTo>
                  <a:pt x="9389" y="2773"/>
                </a:lnTo>
                <a:cubicBezTo>
                  <a:pt x="9168" y="2773"/>
                  <a:pt x="9011" y="2930"/>
                  <a:pt x="9011" y="3151"/>
                </a:cubicBezTo>
                <a:cubicBezTo>
                  <a:pt x="9011" y="3340"/>
                  <a:pt x="9168" y="3497"/>
                  <a:pt x="9389" y="3497"/>
                </a:cubicBezTo>
                <a:lnTo>
                  <a:pt x="10743" y="3497"/>
                </a:lnTo>
                <a:cubicBezTo>
                  <a:pt x="10964" y="3497"/>
                  <a:pt x="11121" y="3340"/>
                  <a:pt x="11121" y="3151"/>
                </a:cubicBezTo>
                <a:lnTo>
                  <a:pt x="11121" y="1765"/>
                </a:lnTo>
                <a:cubicBezTo>
                  <a:pt x="11121" y="1575"/>
                  <a:pt x="10964" y="1418"/>
                  <a:pt x="10743" y="1418"/>
                </a:cubicBezTo>
                <a:cubicBezTo>
                  <a:pt x="10554" y="1418"/>
                  <a:pt x="10397" y="1575"/>
                  <a:pt x="10397" y="1765"/>
                </a:cubicBezTo>
                <a:lnTo>
                  <a:pt x="10397" y="2111"/>
                </a:lnTo>
                <a:cubicBezTo>
                  <a:pt x="9263" y="725"/>
                  <a:pt x="7593" y="0"/>
                  <a:pt x="5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9" name="Google Shape;9230;p73">
            <a:extLst>
              <a:ext uri="{FF2B5EF4-FFF2-40B4-BE49-F238E27FC236}">
                <a16:creationId xmlns:a16="http://schemas.microsoft.com/office/drawing/2014/main" id="{F4250D2E-625B-4953-DA1D-3A5321E3F2D0}"/>
              </a:ext>
            </a:extLst>
          </p:cNvPr>
          <p:cNvSpPr/>
          <p:nvPr/>
        </p:nvSpPr>
        <p:spPr>
          <a:xfrm>
            <a:off x="1899130" y="2040921"/>
            <a:ext cx="259099" cy="259099"/>
          </a:xfrm>
          <a:custGeom>
            <a:avLst/>
            <a:gdLst/>
            <a:ahLst/>
            <a:cxnLst/>
            <a:rect l="l" t="t" r="r" b="b"/>
            <a:pathLst>
              <a:path w="7656" h="7656" extrusionOk="0">
                <a:moveTo>
                  <a:pt x="4190" y="693"/>
                </a:moveTo>
                <a:cubicBezTo>
                  <a:pt x="4757" y="788"/>
                  <a:pt x="5324" y="1008"/>
                  <a:pt x="5797" y="1386"/>
                </a:cubicBezTo>
                <a:lnTo>
                  <a:pt x="5545" y="1607"/>
                </a:lnTo>
                <a:cubicBezTo>
                  <a:pt x="5450" y="1733"/>
                  <a:pt x="5450" y="1953"/>
                  <a:pt x="5545" y="2079"/>
                </a:cubicBezTo>
                <a:cubicBezTo>
                  <a:pt x="5608" y="2142"/>
                  <a:pt x="5702" y="2174"/>
                  <a:pt x="5793" y="2174"/>
                </a:cubicBezTo>
                <a:cubicBezTo>
                  <a:pt x="5884" y="2174"/>
                  <a:pt x="5970" y="2142"/>
                  <a:pt x="6017" y="2079"/>
                </a:cubicBezTo>
                <a:lnTo>
                  <a:pt x="6270" y="1859"/>
                </a:lnTo>
                <a:cubicBezTo>
                  <a:pt x="6616" y="2268"/>
                  <a:pt x="6868" y="2835"/>
                  <a:pt x="6931" y="3466"/>
                </a:cubicBezTo>
                <a:lnTo>
                  <a:pt x="6616" y="3466"/>
                </a:lnTo>
                <a:cubicBezTo>
                  <a:pt x="6427" y="3466"/>
                  <a:pt x="6270" y="3623"/>
                  <a:pt x="6270" y="3812"/>
                </a:cubicBezTo>
                <a:cubicBezTo>
                  <a:pt x="6270" y="4001"/>
                  <a:pt x="6427" y="4159"/>
                  <a:pt x="6616" y="4159"/>
                </a:cubicBezTo>
                <a:lnTo>
                  <a:pt x="6931" y="4159"/>
                </a:lnTo>
                <a:cubicBezTo>
                  <a:pt x="6868" y="4757"/>
                  <a:pt x="6616" y="5324"/>
                  <a:pt x="6270" y="5797"/>
                </a:cubicBezTo>
                <a:lnTo>
                  <a:pt x="6017" y="5545"/>
                </a:lnTo>
                <a:cubicBezTo>
                  <a:pt x="5970" y="5482"/>
                  <a:pt x="5884" y="5450"/>
                  <a:pt x="5793" y="5450"/>
                </a:cubicBezTo>
                <a:cubicBezTo>
                  <a:pt x="5702" y="5450"/>
                  <a:pt x="5608" y="5482"/>
                  <a:pt x="5545" y="5545"/>
                </a:cubicBezTo>
                <a:cubicBezTo>
                  <a:pt x="5450" y="5671"/>
                  <a:pt x="5450" y="5923"/>
                  <a:pt x="5545" y="6017"/>
                </a:cubicBezTo>
                <a:lnTo>
                  <a:pt x="5797" y="6270"/>
                </a:lnTo>
                <a:cubicBezTo>
                  <a:pt x="5356" y="6616"/>
                  <a:pt x="4820" y="6837"/>
                  <a:pt x="4190" y="6931"/>
                </a:cubicBezTo>
                <a:lnTo>
                  <a:pt x="4190" y="6616"/>
                </a:lnTo>
                <a:cubicBezTo>
                  <a:pt x="4190" y="6427"/>
                  <a:pt x="4033" y="6270"/>
                  <a:pt x="3812" y="6270"/>
                </a:cubicBezTo>
                <a:cubicBezTo>
                  <a:pt x="3623" y="6270"/>
                  <a:pt x="3466" y="6427"/>
                  <a:pt x="3466" y="6616"/>
                </a:cubicBezTo>
                <a:lnTo>
                  <a:pt x="3466" y="6931"/>
                </a:lnTo>
                <a:cubicBezTo>
                  <a:pt x="2867" y="6837"/>
                  <a:pt x="2331" y="6616"/>
                  <a:pt x="1859" y="6270"/>
                </a:cubicBezTo>
                <a:lnTo>
                  <a:pt x="2079" y="6017"/>
                </a:lnTo>
                <a:cubicBezTo>
                  <a:pt x="2205" y="5891"/>
                  <a:pt x="2205" y="5671"/>
                  <a:pt x="2079" y="5545"/>
                </a:cubicBezTo>
                <a:cubicBezTo>
                  <a:pt x="2032" y="5482"/>
                  <a:pt x="1945" y="5450"/>
                  <a:pt x="1855" y="5450"/>
                </a:cubicBezTo>
                <a:cubicBezTo>
                  <a:pt x="1764" y="5450"/>
                  <a:pt x="1670" y="5482"/>
                  <a:pt x="1607" y="5545"/>
                </a:cubicBezTo>
                <a:lnTo>
                  <a:pt x="1386" y="5797"/>
                </a:lnTo>
                <a:cubicBezTo>
                  <a:pt x="1040" y="5356"/>
                  <a:pt x="788" y="4789"/>
                  <a:pt x="725" y="4159"/>
                </a:cubicBezTo>
                <a:lnTo>
                  <a:pt x="1040" y="4159"/>
                </a:lnTo>
                <a:cubicBezTo>
                  <a:pt x="1229" y="4159"/>
                  <a:pt x="1386" y="4001"/>
                  <a:pt x="1386" y="3812"/>
                </a:cubicBezTo>
                <a:cubicBezTo>
                  <a:pt x="1386" y="3623"/>
                  <a:pt x="1229" y="3466"/>
                  <a:pt x="1040" y="3466"/>
                </a:cubicBezTo>
                <a:lnTo>
                  <a:pt x="725" y="3466"/>
                </a:lnTo>
                <a:cubicBezTo>
                  <a:pt x="788" y="2867"/>
                  <a:pt x="1040" y="2331"/>
                  <a:pt x="1386" y="1859"/>
                </a:cubicBezTo>
                <a:lnTo>
                  <a:pt x="1607" y="2079"/>
                </a:lnTo>
                <a:cubicBezTo>
                  <a:pt x="1701" y="2174"/>
                  <a:pt x="1764" y="2205"/>
                  <a:pt x="1859" y="2205"/>
                </a:cubicBezTo>
                <a:cubicBezTo>
                  <a:pt x="1922" y="2205"/>
                  <a:pt x="2048" y="2174"/>
                  <a:pt x="2079" y="2079"/>
                </a:cubicBezTo>
                <a:cubicBezTo>
                  <a:pt x="2205" y="1953"/>
                  <a:pt x="2205" y="1733"/>
                  <a:pt x="2079" y="1607"/>
                </a:cubicBezTo>
                <a:lnTo>
                  <a:pt x="1859" y="1386"/>
                </a:lnTo>
                <a:cubicBezTo>
                  <a:pt x="2300" y="1008"/>
                  <a:pt x="2835" y="788"/>
                  <a:pt x="3466" y="693"/>
                </a:cubicBezTo>
                <a:lnTo>
                  <a:pt x="3466" y="1008"/>
                </a:lnTo>
                <a:cubicBezTo>
                  <a:pt x="3466" y="1229"/>
                  <a:pt x="3623" y="1386"/>
                  <a:pt x="3812" y="1386"/>
                </a:cubicBezTo>
                <a:cubicBezTo>
                  <a:pt x="4033" y="1386"/>
                  <a:pt x="4190" y="1229"/>
                  <a:pt x="4190" y="1008"/>
                </a:cubicBezTo>
                <a:lnTo>
                  <a:pt x="4190" y="693"/>
                </a:lnTo>
                <a:close/>
                <a:moveTo>
                  <a:pt x="3812" y="0"/>
                </a:moveTo>
                <a:cubicBezTo>
                  <a:pt x="1733" y="0"/>
                  <a:pt x="0" y="1701"/>
                  <a:pt x="0" y="3812"/>
                </a:cubicBezTo>
                <a:cubicBezTo>
                  <a:pt x="0" y="5923"/>
                  <a:pt x="1701" y="7656"/>
                  <a:pt x="3812" y="7656"/>
                </a:cubicBezTo>
                <a:cubicBezTo>
                  <a:pt x="5923" y="7656"/>
                  <a:pt x="7656" y="5954"/>
                  <a:pt x="7656" y="3812"/>
                </a:cubicBezTo>
                <a:cubicBezTo>
                  <a:pt x="7656" y="1733"/>
                  <a:pt x="5954" y="0"/>
                  <a:pt x="38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20" name="Google Shape;9231;p73">
            <a:extLst>
              <a:ext uri="{FF2B5EF4-FFF2-40B4-BE49-F238E27FC236}">
                <a16:creationId xmlns:a16="http://schemas.microsoft.com/office/drawing/2014/main" id="{554EF743-EF73-214E-B167-90560CD771D5}"/>
              </a:ext>
            </a:extLst>
          </p:cNvPr>
          <p:cNvSpPr/>
          <p:nvPr/>
        </p:nvSpPr>
        <p:spPr>
          <a:xfrm>
            <a:off x="2016394" y="2111277"/>
            <a:ext cx="48023" cy="71476"/>
          </a:xfrm>
          <a:custGeom>
            <a:avLst/>
            <a:gdLst/>
            <a:ahLst/>
            <a:cxnLst/>
            <a:rect l="l" t="t" r="r" b="b"/>
            <a:pathLst>
              <a:path w="1419" h="2112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lnTo>
                  <a:pt x="1" y="1733"/>
                </a:lnTo>
                <a:cubicBezTo>
                  <a:pt x="1" y="1954"/>
                  <a:pt x="158" y="2111"/>
                  <a:pt x="347" y="2111"/>
                </a:cubicBezTo>
                <a:lnTo>
                  <a:pt x="1072" y="2111"/>
                </a:lnTo>
                <a:cubicBezTo>
                  <a:pt x="1261" y="2111"/>
                  <a:pt x="1418" y="1954"/>
                  <a:pt x="1418" y="1733"/>
                </a:cubicBezTo>
                <a:cubicBezTo>
                  <a:pt x="1418" y="1544"/>
                  <a:pt x="1261" y="1387"/>
                  <a:pt x="1072" y="1387"/>
                </a:cubicBezTo>
                <a:lnTo>
                  <a:pt x="725" y="1387"/>
                </a:lnTo>
                <a:lnTo>
                  <a:pt x="725" y="378"/>
                </a:lnTo>
                <a:cubicBezTo>
                  <a:pt x="725" y="158"/>
                  <a:pt x="568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5" name="Google Shape;9233;p73">
            <a:extLst>
              <a:ext uri="{FF2B5EF4-FFF2-40B4-BE49-F238E27FC236}">
                <a16:creationId xmlns:a16="http://schemas.microsoft.com/office/drawing/2014/main" id="{53C6D18C-A531-BE2A-D15B-CF3878420410}"/>
              </a:ext>
            </a:extLst>
          </p:cNvPr>
          <p:cNvSpPr/>
          <p:nvPr/>
        </p:nvSpPr>
        <p:spPr>
          <a:xfrm>
            <a:off x="1970571" y="2586819"/>
            <a:ext cx="119431" cy="210061"/>
          </a:xfrm>
          <a:custGeom>
            <a:avLst/>
            <a:gdLst/>
            <a:ahLst/>
            <a:cxnLst/>
            <a:rect l="l" t="t" r="r" b="b"/>
            <a:pathLst>
              <a:path w="3529" h="6207" extrusionOk="0">
                <a:moveTo>
                  <a:pt x="1418" y="1323"/>
                </a:moveTo>
                <a:lnTo>
                  <a:pt x="1418" y="2741"/>
                </a:lnTo>
                <a:lnTo>
                  <a:pt x="1072" y="2741"/>
                </a:lnTo>
                <a:cubicBezTo>
                  <a:pt x="882" y="2741"/>
                  <a:pt x="725" y="2583"/>
                  <a:pt x="725" y="2394"/>
                </a:cubicBezTo>
                <a:lnTo>
                  <a:pt x="725" y="1701"/>
                </a:lnTo>
                <a:cubicBezTo>
                  <a:pt x="725" y="1481"/>
                  <a:pt x="882" y="1323"/>
                  <a:pt x="1072" y="1323"/>
                </a:cubicBezTo>
                <a:close/>
                <a:moveTo>
                  <a:pt x="2458" y="3466"/>
                </a:moveTo>
                <a:cubicBezTo>
                  <a:pt x="2647" y="3466"/>
                  <a:pt x="2804" y="3623"/>
                  <a:pt x="2804" y="3812"/>
                </a:cubicBezTo>
                <a:lnTo>
                  <a:pt x="2804" y="4537"/>
                </a:lnTo>
                <a:cubicBezTo>
                  <a:pt x="2804" y="4726"/>
                  <a:pt x="2647" y="4883"/>
                  <a:pt x="2458" y="4883"/>
                </a:cubicBezTo>
                <a:lnTo>
                  <a:pt x="2111" y="4883"/>
                </a:lnTo>
                <a:lnTo>
                  <a:pt x="2111" y="3466"/>
                </a:lnTo>
                <a:close/>
                <a:moveTo>
                  <a:pt x="1796" y="0"/>
                </a:moveTo>
                <a:cubicBezTo>
                  <a:pt x="1576" y="0"/>
                  <a:pt x="1418" y="158"/>
                  <a:pt x="1418" y="347"/>
                </a:cubicBezTo>
                <a:lnTo>
                  <a:pt x="1418" y="693"/>
                </a:lnTo>
                <a:lnTo>
                  <a:pt x="1072" y="693"/>
                </a:lnTo>
                <a:cubicBezTo>
                  <a:pt x="473" y="693"/>
                  <a:pt x="63" y="1166"/>
                  <a:pt x="63" y="1733"/>
                </a:cubicBezTo>
                <a:lnTo>
                  <a:pt x="63" y="2426"/>
                </a:lnTo>
                <a:cubicBezTo>
                  <a:pt x="63" y="3025"/>
                  <a:pt x="536" y="3466"/>
                  <a:pt x="1072" y="3466"/>
                </a:cubicBezTo>
                <a:lnTo>
                  <a:pt x="1418" y="3466"/>
                </a:lnTo>
                <a:lnTo>
                  <a:pt x="1418" y="4852"/>
                </a:lnTo>
                <a:lnTo>
                  <a:pt x="1072" y="4852"/>
                </a:lnTo>
                <a:cubicBezTo>
                  <a:pt x="882" y="4852"/>
                  <a:pt x="725" y="4694"/>
                  <a:pt x="725" y="4474"/>
                </a:cubicBezTo>
                <a:cubicBezTo>
                  <a:pt x="725" y="4285"/>
                  <a:pt x="567" y="4127"/>
                  <a:pt x="378" y="4127"/>
                </a:cubicBezTo>
                <a:cubicBezTo>
                  <a:pt x="158" y="4127"/>
                  <a:pt x="0" y="4285"/>
                  <a:pt x="0" y="4474"/>
                </a:cubicBezTo>
                <a:cubicBezTo>
                  <a:pt x="0" y="5072"/>
                  <a:pt x="473" y="5513"/>
                  <a:pt x="1040" y="5513"/>
                </a:cubicBezTo>
                <a:lnTo>
                  <a:pt x="1387" y="5513"/>
                </a:lnTo>
                <a:lnTo>
                  <a:pt x="1387" y="5860"/>
                </a:lnTo>
                <a:cubicBezTo>
                  <a:pt x="1387" y="6049"/>
                  <a:pt x="1544" y="6207"/>
                  <a:pt x="1733" y="6207"/>
                </a:cubicBezTo>
                <a:cubicBezTo>
                  <a:pt x="1954" y="6207"/>
                  <a:pt x="2111" y="6049"/>
                  <a:pt x="2111" y="5860"/>
                </a:cubicBezTo>
                <a:lnTo>
                  <a:pt x="2111" y="5545"/>
                </a:lnTo>
                <a:lnTo>
                  <a:pt x="2458" y="5545"/>
                </a:lnTo>
                <a:cubicBezTo>
                  <a:pt x="3056" y="5545"/>
                  <a:pt x="3466" y="5072"/>
                  <a:pt x="3466" y="4537"/>
                </a:cubicBezTo>
                <a:lnTo>
                  <a:pt x="3466" y="3812"/>
                </a:lnTo>
                <a:cubicBezTo>
                  <a:pt x="3466" y="3214"/>
                  <a:pt x="2993" y="2804"/>
                  <a:pt x="2458" y="2804"/>
                </a:cubicBezTo>
                <a:lnTo>
                  <a:pt x="2111" y="2804"/>
                </a:lnTo>
                <a:lnTo>
                  <a:pt x="2111" y="1386"/>
                </a:lnTo>
                <a:lnTo>
                  <a:pt x="2458" y="1386"/>
                </a:lnTo>
                <a:cubicBezTo>
                  <a:pt x="2647" y="1386"/>
                  <a:pt x="2804" y="1544"/>
                  <a:pt x="2804" y="1733"/>
                </a:cubicBezTo>
                <a:cubicBezTo>
                  <a:pt x="2804" y="1922"/>
                  <a:pt x="2962" y="2079"/>
                  <a:pt x="3151" y="2079"/>
                </a:cubicBezTo>
                <a:cubicBezTo>
                  <a:pt x="3371" y="2079"/>
                  <a:pt x="3529" y="1922"/>
                  <a:pt x="3529" y="1733"/>
                </a:cubicBezTo>
                <a:cubicBezTo>
                  <a:pt x="3529" y="1134"/>
                  <a:pt x="3056" y="693"/>
                  <a:pt x="2489" y="693"/>
                </a:cubicBezTo>
                <a:lnTo>
                  <a:pt x="2143" y="693"/>
                </a:lnTo>
                <a:lnTo>
                  <a:pt x="2143" y="347"/>
                </a:lnTo>
                <a:cubicBezTo>
                  <a:pt x="2143" y="158"/>
                  <a:pt x="1985" y="0"/>
                  <a:pt x="17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6" name="Google Shape;9234;p73">
            <a:extLst>
              <a:ext uri="{FF2B5EF4-FFF2-40B4-BE49-F238E27FC236}">
                <a16:creationId xmlns:a16="http://schemas.microsoft.com/office/drawing/2014/main" id="{9346CF4E-D360-8923-6E40-573587111615}"/>
              </a:ext>
            </a:extLst>
          </p:cNvPr>
          <p:cNvSpPr/>
          <p:nvPr/>
        </p:nvSpPr>
        <p:spPr>
          <a:xfrm>
            <a:off x="1847959" y="2446068"/>
            <a:ext cx="362522" cy="398801"/>
          </a:xfrm>
          <a:custGeom>
            <a:avLst/>
            <a:gdLst/>
            <a:ahLst/>
            <a:cxnLst/>
            <a:rect l="l" t="t" r="r" b="b"/>
            <a:pathLst>
              <a:path w="10712" h="11784" extrusionOk="0">
                <a:moveTo>
                  <a:pt x="6427" y="662"/>
                </a:moveTo>
                <a:cubicBezTo>
                  <a:pt x="6837" y="662"/>
                  <a:pt x="7152" y="977"/>
                  <a:pt x="7152" y="1355"/>
                </a:cubicBezTo>
                <a:cubicBezTo>
                  <a:pt x="7152" y="1765"/>
                  <a:pt x="6837" y="2080"/>
                  <a:pt x="6427" y="2080"/>
                </a:cubicBezTo>
                <a:lnTo>
                  <a:pt x="6427" y="1702"/>
                </a:lnTo>
                <a:cubicBezTo>
                  <a:pt x="6427" y="1513"/>
                  <a:pt x="6270" y="1355"/>
                  <a:pt x="6081" y="1355"/>
                </a:cubicBezTo>
                <a:lnTo>
                  <a:pt x="4695" y="1355"/>
                </a:lnTo>
                <a:cubicBezTo>
                  <a:pt x="4505" y="1355"/>
                  <a:pt x="4348" y="1513"/>
                  <a:pt x="4348" y="1702"/>
                </a:cubicBezTo>
                <a:lnTo>
                  <a:pt x="4348" y="2080"/>
                </a:lnTo>
                <a:cubicBezTo>
                  <a:pt x="3938" y="2017"/>
                  <a:pt x="3623" y="1765"/>
                  <a:pt x="3623" y="1355"/>
                </a:cubicBezTo>
                <a:cubicBezTo>
                  <a:pt x="3623" y="977"/>
                  <a:pt x="3938" y="662"/>
                  <a:pt x="4348" y="662"/>
                </a:cubicBezTo>
                <a:close/>
                <a:moveTo>
                  <a:pt x="5734" y="2017"/>
                </a:moveTo>
                <a:lnTo>
                  <a:pt x="5734" y="2741"/>
                </a:lnTo>
                <a:lnTo>
                  <a:pt x="5010" y="2741"/>
                </a:lnTo>
                <a:lnTo>
                  <a:pt x="5010" y="2017"/>
                </a:lnTo>
                <a:close/>
                <a:moveTo>
                  <a:pt x="1418" y="1985"/>
                </a:moveTo>
                <a:lnTo>
                  <a:pt x="1859" y="2489"/>
                </a:lnTo>
                <a:lnTo>
                  <a:pt x="1355" y="2930"/>
                </a:lnTo>
                <a:lnTo>
                  <a:pt x="914" y="2426"/>
                </a:lnTo>
                <a:lnTo>
                  <a:pt x="1418" y="1985"/>
                </a:lnTo>
                <a:close/>
                <a:moveTo>
                  <a:pt x="9357" y="1985"/>
                </a:moveTo>
                <a:lnTo>
                  <a:pt x="9861" y="2426"/>
                </a:lnTo>
                <a:lnTo>
                  <a:pt x="9420" y="2930"/>
                </a:lnTo>
                <a:lnTo>
                  <a:pt x="8916" y="2489"/>
                </a:lnTo>
                <a:lnTo>
                  <a:pt x="9357" y="1985"/>
                </a:lnTo>
                <a:close/>
                <a:moveTo>
                  <a:pt x="5356" y="3434"/>
                </a:moveTo>
                <a:cubicBezTo>
                  <a:pt x="7467" y="3434"/>
                  <a:pt x="9200" y="5167"/>
                  <a:pt x="9200" y="7278"/>
                </a:cubicBezTo>
                <a:cubicBezTo>
                  <a:pt x="9200" y="9389"/>
                  <a:pt x="7498" y="11090"/>
                  <a:pt x="5356" y="11090"/>
                </a:cubicBezTo>
                <a:cubicBezTo>
                  <a:pt x="3277" y="11090"/>
                  <a:pt x="1544" y="9357"/>
                  <a:pt x="1544" y="7278"/>
                </a:cubicBezTo>
                <a:cubicBezTo>
                  <a:pt x="1576" y="5136"/>
                  <a:pt x="3277" y="3434"/>
                  <a:pt x="5356" y="3434"/>
                </a:cubicBezTo>
                <a:close/>
                <a:moveTo>
                  <a:pt x="4316" y="0"/>
                </a:moveTo>
                <a:cubicBezTo>
                  <a:pt x="3560" y="0"/>
                  <a:pt x="2930" y="631"/>
                  <a:pt x="2930" y="1387"/>
                </a:cubicBezTo>
                <a:cubicBezTo>
                  <a:pt x="2930" y="2143"/>
                  <a:pt x="3560" y="2773"/>
                  <a:pt x="4316" y="2773"/>
                </a:cubicBezTo>
                <a:lnTo>
                  <a:pt x="4316" y="2899"/>
                </a:lnTo>
                <a:cubicBezTo>
                  <a:pt x="3749" y="3025"/>
                  <a:pt x="3214" y="3277"/>
                  <a:pt x="2741" y="3592"/>
                </a:cubicBezTo>
                <a:lnTo>
                  <a:pt x="2269" y="3056"/>
                </a:lnTo>
                <a:lnTo>
                  <a:pt x="2521" y="2804"/>
                </a:lnTo>
                <a:cubicBezTo>
                  <a:pt x="2741" y="2678"/>
                  <a:pt x="2741" y="2458"/>
                  <a:pt x="2615" y="2332"/>
                </a:cubicBezTo>
                <a:lnTo>
                  <a:pt x="1702" y="1292"/>
                </a:lnTo>
                <a:cubicBezTo>
                  <a:pt x="1631" y="1203"/>
                  <a:pt x="1530" y="1165"/>
                  <a:pt x="1432" y="1165"/>
                </a:cubicBezTo>
                <a:cubicBezTo>
                  <a:pt x="1357" y="1165"/>
                  <a:pt x="1284" y="1188"/>
                  <a:pt x="1229" y="1229"/>
                </a:cubicBezTo>
                <a:lnTo>
                  <a:pt x="158" y="2143"/>
                </a:lnTo>
                <a:cubicBezTo>
                  <a:pt x="0" y="2269"/>
                  <a:pt x="0" y="2489"/>
                  <a:pt x="126" y="2615"/>
                </a:cubicBezTo>
                <a:lnTo>
                  <a:pt x="1040" y="3687"/>
                </a:lnTo>
                <a:cubicBezTo>
                  <a:pt x="1106" y="3770"/>
                  <a:pt x="1199" y="3809"/>
                  <a:pt x="1291" y="3809"/>
                </a:cubicBezTo>
                <a:cubicBezTo>
                  <a:pt x="1372" y="3809"/>
                  <a:pt x="1453" y="3778"/>
                  <a:pt x="1513" y="3718"/>
                </a:cubicBezTo>
                <a:lnTo>
                  <a:pt x="1796" y="3498"/>
                </a:lnTo>
                <a:lnTo>
                  <a:pt x="2269" y="4033"/>
                </a:lnTo>
                <a:cubicBezTo>
                  <a:pt x="1387" y="4852"/>
                  <a:pt x="882" y="6018"/>
                  <a:pt x="882" y="7278"/>
                </a:cubicBezTo>
                <a:cubicBezTo>
                  <a:pt x="882" y="9735"/>
                  <a:pt x="2899" y="11783"/>
                  <a:pt x="5356" y="11783"/>
                </a:cubicBezTo>
                <a:cubicBezTo>
                  <a:pt x="7845" y="11783"/>
                  <a:pt x="9861" y="9735"/>
                  <a:pt x="9861" y="7278"/>
                </a:cubicBezTo>
                <a:cubicBezTo>
                  <a:pt x="9861" y="6081"/>
                  <a:pt x="9389" y="4915"/>
                  <a:pt x="8475" y="4033"/>
                </a:cubicBezTo>
                <a:lnTo>
                  <a:pt x="8948" y="3498"/>
                </a:lnTo>
                <a:lnTo>
                  <a:pt x="9231" y="3718"/>
                </a:lnTo>
                <a:cubicBezTo>
                  <a:pt x="9306" y="3778"/>
                  <a:pt x="9387" y="3809"/>
                  <a:pt x="9465" y="3809"/>
                </a:cubicBezTo>
                <a:cubicBezTo>
                  <a:pt x="9553" y="3809"/>
                  <a:pt x="9637" y="3770"/>
                  <a:pt x="9704" y="3687"/>
                </a:cubicBezTo>
                <a:lnTo>
                  <a:pt x="10617" y="2615"/>
                </a:lnTo>
                <a:cubicBezTo>
                  <a:pt x="10712" y="2458"/>
                  <a:pt x="10712" y="2269"/>
                  <a:pt x="10554" y="2143"/>
                </a:cubicBezTo>
                <a:lnTo>
                  <a:pt x="9515" y="1229"/>
                </a:lnTo>
                <a:cubicBezTo>
                  <a:pt x="9446" y="1188"/>
                  <a:pt x="9365" y="1165"/>
                  <a:pt x="9288" y="1165"/>
                </a:cubicBezTo>
                <a:cubicBezTo>
                  <a:pt x="9189" y="1165"/>
                  <a:pt x="9095" y="1203"/>
                  <a:pt x="9042" y="1292"/>
                </a:cubicBezTo>
                <a:lnTo>
                  <a:pt x="8129" y="2332"/>
                </a:lnTo>
                <a:cubicBezTo>
                  <a:pt x="8003" y="2489"/>
                  <a:pt x="8003" y="2710"/>
                  <a:pt x="8160" y="2804"/>
                </a:cubicBezTo>
                <a:lnTo>
                  <a:pt x="8444" y="3056"/>
                </a:lnTo>
                <a:lnTo>
                  <a:pt x="7971" y="3592"/>
                </a:lnTo>
                <a:cubicBezTo>
                  <a:pt x="7498" y="3245"/>
                  <a:pt x="6931" y="3025"/>
                  <a:pt x="6396" y="2899"/>
                </a:cubicBezTo>
                <a:lnTo>
                  <a:pt x="6396" y="2773"/>
                </a:lnTo>
                <a:cubicBezTo>
                  <a:pt x="7152" y="2773"/>
                  <a:pt x="7782" y="2143"/>
                  <a:pt x="7782" y="1387"/>
                </a:cubicBezTo>
                <a:cubicBezTo>
                  <a:pt x="7782" y="631"/>
                  <a:pt x="7152" y="0"/>
                  <a:pt x="63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38" name="Google Shape;9235;p73">
            <a:extLst>
              <a:ext uri="{FF2B5EF4-FFF2-40B4-BE49-F238E27FC236}">
                <a16:creationId xmlns:a16="http://schemas.microsoft.com/office/drawing/2014/main" id="{E159DCE7-8E1C-45B8-77EC-9AA327FE4E6B}"/>
              </a:ext>
            </a:extLst>
          </p:cNvPr>
          <p:cNvSpPr/>
          <p:nvPr/>
        </p:nvSpPr>
        <p:spPr>
          <a:xfrm>
            <a:off x="1828191" y="2959976"/>
            <a:ext cx="402016" cy="401982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892" y="693"/>
                </a:moveTo>
                <a:cubicBezTo>
                  <a:pt x="6302" y="693"/>
                  <a:pt x="6617" y="1008"/>
                  <a:pt x="6617" y="1418"/>
                </a:cubicBezTo>
                <a:cubicBezTo>
                  <a:pt x="6617" y="1796"/>
                  <a:pt x="6302" y="2111"/>
                  <a:pt x="5892" y="2111"/>
                </a:cubicBezTo>
                <a:cubicBezTo>
                  <a:pt x="5514" y="2111"/>
                  <a:pt x="5199" y="1796"/>
                  <a:pt x="5199" y="1418"/>
                </a:cubicBezTo>
                <a:cubicBezTo>
                  <a:pt x="5231" y="1008"/>
                  <a:pt x="5546" y="693"/>
                  <a:pt x="5892" y="693"/>
                </a:cubicBezTo>
                <a:close/>
                <a:moveTo>
                  <a:pt x="5892" y="2741"/>
                </a:moveTo>
                <a:cubicBezTo>
                  <a:pt x="6837" y="2741"/>
                  <a:pt x="7625" y="3529"/>
                  <a:pt x="7625" y="4505"/>
                </a:cubicBezTo>
                <a:lnTo>
                  <a:pt x="7625" y="5545"/>
                </a:lnTo>
                <a:lnTo>
                  <a:pt x="4159" y="5545"/>
                </a:lnTo>
                <a:lnTo>
                  <a:pt x="4159" y="4505"/>
                </a:lnTo>
                <a:cubicBezTo>
                  <a:pt x="4159" y="3529"/>
                  <a:pt x="4947" y="2741"/>
                  <a:pt x="5892" y="2741"/>
                </a:cubicBezTo>
                <a:close/>
                <a:moveTo>
                  <a:pt x="8381" y="5104"/>
                </a:moveTo>
                <a:cubicBezTo>
                  <a:pt x="9326" y="5356"/>
                  <a:pt x="9767" y="5703"/>
                  <a:pt x="9767" y="5892"/>
                </a:cubicBezTo>
                <a:cubicBezTo>
                  <a:pt x="9767" y="6238"/>
                  <a:pt x="8381" y="6931"/>
                  <a:pt x="5955" y="6931"/>
                </a:cubicBezTo>
                <a:cubicBezTo>
                  <a:pt x="5898" y="6932"/>
                  <a:pt x="5842" y="6932"/>
                  <a:pt x="5787" y="6932"/>
                </a:cubicBezTo>
                <a:cubicBezTo>
                  <a:pt x="3434" y="6932"/>
                  <a:pt x="2112" y="6292"/>
                  <a:pt x="2112" y="5892"/>
                </a:cubicBezTo>
                <a:cubicBezTo>
                  <a:pt x="2112" y="5703"/>
                  <a:pt x="2553" y="5388"/>
                  <a:pt x="3498" y="5104"/>
                </a:cubicBezTo>
                <a:lnTo>
                  <a:pt x="3498" y="5892"/>
                </a:lnTo>
                <a:cubicBezTo>
                  <a:pt x="3498" y="6081"/>
                  <a:pt x="3655" y="6238"/>
                  <a:pt x="3844" y="6238"/>
                </a:cubicBezTo>
                <a:lnTo>
                  <a:pt x="8034" y="6238"/>
                </a:lnTo>
                <a:cubicBezTo>
                  <a:pt x="8223" y="6238"/>
                  <a:pt x="8381" y="6081"/>
                  <a:pt x="8381" y="5892"/>
                </a:cubicBezTo>
                <a:lnTo>
                  <a:pt x="8381" y="5104"/>
                </a:lnTo>
                <a:close/>
                <a:moveTo>
                  <a:pt x="1765" y="10428"/>
                </a:moveTo>
                <a:cubicBezTo>
                  <a:pt x="2427" y="10428"/>
                  <a:pt x="2805" y="10680"/>
                  <a:pt x="2805" y="10775"/>
                </a:cubicBezTo>
                <a:cubicBezTo>
                  <a:pt x="2805" y="10869"/>
                  <a:pt x="2427" y="11121"/>
                  <a:pt x="1765" y="11121"/>
                </a:cubicBezTo>
                <a:cubicBezTo>
                  <a:pt x="1072" y="11121"/>
                  <a:pt x="694" y="10869"/>
                  <a:pt x="694" y="10775"/>
                </a:cubicBezTo>
                <a:cubicBezTo>
                  <a:pt x="694" y="10712"/>
                  <a:pt x="1072" y="10428"/>
                  <a:pt x="1765" y="10428"/>
                </a:cubicBezTo>
                <a:close/>
                <a:moveTo>
                  <a:pt x="5955" y="10428"/>
                </a:moveTo>
                <a:cubicBezTo>
                  <a:pt x="6617" y="10428"/>
                  <a:pt x="6963" y="10712"/>
                  <a:pt x="6963" y="10775"/>
                </a:cubicBezTo>
                <a:cubicBezTo>
                  <a:pt x="6963" y="10869"/>
                  <a:pt x="6617" y="11121"/>
                  <a:pt x="5955" y="11121"/>
                </a:cubicBezTo>
                <a:cubicBezTo>
                  <a:pt x="5262" y="11121"/>
                  <a:pt x="4915" y="10869"/>
                  <a:pt x="4915" y="10775"/>
                </a:cubicBezTo>
                <a:cubicBezTo>
                  <a:pt x="4915" y="10712"/>
                  <a:pt x="5262" y="10428"/>
                  <a:pt x="5955" y="10428"/>
                </a:cubicBezTo>
                <a:close/>
                <a:moveTo>
                  <a:pt x="10082" y="10428"/>
                </a:moveTo>
                <a:cubicBezTo>
                  <a:pt x="10775" y="10428"/>
                  <a:pt x="11153" y="10680"/>
                  <a:pt x="11153" y="10775"/>
                </a:cubicBezTo>
                <a:cubicBezTo>
                  <a:pt x="11153" y="10869"/>
                  <a:pt x="10775" y="11121"/>
                  <a:pt x="10082" y="11121"/>
                </a:cubicBezTo>
                <a:cubicBezTo>
                  <a:pt x="9421" y="11121"/>
                  <a:pt x="9043" y="10869"/>
                  <a:pt x="9043" y="10775"/>
                </a:cubicBezTo>
                <a:cubicBezTo>
                  <a:pt x="9043" y="10712"/>
                  <a:pt x="9421" y="10428"/>
                  <a:pt x="10082" y="10428"/>
                </a:cubicBezTo>
                <a:close/>
                <a:moveTo>
                  <a:pt x="5987" y="0"/>
                </a:moveTo>
                <a:cubicBezTo>
                  <a:pt x="5231" y="0"/>
                  <a:pt x="4600" y="630"/>
                  <a:pt x="4600" y="1355"/>
                </a:cubicBezTo>
                <a:cubicBezTo>
                  <a:pt x="4600" y="1733"/>
                  <a:pt x="4726" y="2016"/>
                  <a:pt x="4947" y="2300"/>
                </a:cubicBezTo>
                <a:cubicBezTo>
                  <a:pt x="4159" y="2710"/>
                  <a:pt x="3624" y="3497"/>
                  <a:pt x="3561" y="4442"/>
                </a:cubicBezTo>
                <a:cubicBezTo>
                  <a:pt x="2742" y="4631"/>
                  <a:pt x="1481" y="5072"/>
                  <a:pt x="1481" y="5923"/>
                </a:cubicBezTo>
                <a:cubicBezTo>
                  <a:pt x="1481" y="6679"/>
                  <a:pt x="2427" y="7120"/>
                  <a:pt x="3151" y="7309"/>
                </a:cubicBezTo>
                <a:lnTo>
                  <a:pt x="1954" y="9798"/>
                </a:lnTo>
                <a:lnTo>
                  <a:pt x="1828" y="9798"/>
                </a:lnTo>
                <a:cubicBezTo>
                  <a:pt x="851" y="9798"/>
                  <a:pt x="64" y="10239"/>
                  <a:pt x="64" y="10806"/>
                </a:cubicBezTo>
                <a:cubicBezTo>
                  <a:pt x="1" y="11373"/>
                  <a:pt x="725" y="11846"/>
                  <a:pt x="1765" y="11846"/>
                </a:cubicBezTo>
                <a:cubicBezTo>
                  <a:pt x="2679" y="11846"/>
                  <a:pt x="3498" y="11436"/>
                  <a:pt x="3498" y="10806"/>
                </a:cubicBezTo>
                <a:cubicBezTo>
                  <a:pt x="3498" y="10334"/>
                  <a:pt x="3057" y="10019"/>
                  <a:pt x="2584" y="9924"/>
                </a:cubicBezTo>
                <a:lnTo>
                  <a:pt x="3781" y="7498"/>
                </a:lnTo>
                <a:cubicBezTo>
                  <a:pt x="4317" y="7624"/>
                  <a:pt x="4947" y="7656"/>
                  <a:pt x="5577" y="7719"/>
                </a:cubicBezTo>
                <a:lnTo>
                  <a:pt x="5577" y="9830"/>
                </a:lnTo>
                <a:cubicBezTo>
                  <a:pt x="4947" y="9924"/>
                  <a:pt x="4222" y="10239"/>
                  <a:pt x="4222" y="10869"/>
                </a:cubicBezTo>
                <a:cubicBezTo>
                  <a:pt x="4222" y="11499"/>
                  <a:pt x="5041" y="11877"/>
                  <a:pt x="5955" y="11877"/>
                </a:cubicBezTo>
                <a:cubicBezTo>
                  <a:pt x="6837" y="11877"/>
                  <a:pt x="7688" y="11499"/>
                  <a:pt x="7688" y="10869"/>
                </a:cubicBezTo>
                <a:cubicBezTo>
                  <a:pt x="7688" y="10239"/>
                  <a:pt x="6932" y="9924"/>
                  <a:pt x="6302" y="9830"/>
                </a:cubicBezTo>
                <a:lnTo>
                  <a:pt x="6302" y="7719"/>
                </a:lnTo>
                <a:cubicBezTo>
                  <a:pt x="6932" y="7719"/>
                  <a:pt x="7562" y="7624"/>
                  <a:pt x="8097" y="7498"/>
                </a:cubicBezTo>
                <a:lnTo>
                  <a:pt x="9295" y="9924"/>
                </a:lnTo>
                <a:cubicBezTo>
                  <a:pt x="8822" y="10082"/>
                  <a:pt x="8381" y="10334"/>
                  <a:pt x="8381" y="10806"/>
                </a:cubicBezTo>
                <a:cubicBezTo>
                  <a:pt x="8381" y="11436"/>
                  <a:pt x="9200" y="11846"/>
                  <a:pt x="10114" y="11846"/>
                </a:cubicBezTo>
                <a:cubicBezTo>
                  <a:pt x="11090" y="11846"/>
                  <a:pt x="11878" y="11405"/>
                  <a:pt x="11878" y="10806"/>
                </a:cubicBezTo>
                <a:cubicBezTo>
                  <a:pt x="11878" y="10239"/>
                  <a:pt x="11153" y="9798"/>
                  <a:pt x="10114" y="9798"/>
                </a:cubicBezTo>
                <a:lnTo>
                  <a:pt x="9988" y="9798"/>
                </a:lnTo>
                <a:lnTo>
                  <a:pt x="8822" y="7309"/>
                </a:lnTo>
                <a:cubicBezTo>
                  <a:pt x="9515" y="7120"/>
                  <a:pt x="10460" y="6679"/>
                  <a:pt x="10460" y="5923"/>
                </a:cubicBezTo>
                <a:cubicBezTo>
                  <a:pt x="10460" y="5072"/>
                  <a:pt x="9200" y="4631"/>
                  <a:pt x="8381" y="4442"/>
                </a:cubicBezTo>
                <a:cubicBezTo>
                  <a:pt x="8350" y="3497"/>
                  <a:pt x="7782" y="2710"/>
                  <a:pt x="6995" y="2300"/>
                </a:cubicBezTo>
                <a:cubicBezTo>
                  <a:pt x="7247" y="2080"/>
                  <a:pt x="7341" y="1764"/>
                  <a:pt x="7341" y="1355"/>
                </a:cubicBezTo>
                <a:cubicBezTo>
                  <a:pt x="7341" y="630"/>
                  <a:pt x="6711" y="0"/>
                  <a:pt x="59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2" name="Google Shape;9237;p73">
            <a:extLst>
              <a:ext uri="{FF2B5EF4-FFF2-40B4-BE49-F238E27FC236}">
                <a16:creationId xmlns:a16="http://schemas.microsoft.com/office/drawing/2014/main" id="{EDD36D8B-6E2A-C858-40F6-286B7B438424}"/>
              </a:ext>
            </a:extLst>
          </p:cNvPr>
          <p:cNvSpPr/>
          <p:nvPr/>
        </p:nvSpPr>
        <p:spPr>
          <a:xfrm>
            <a:off x="4376168" y="1970527"/>
            <a:ext cx="400932" cy="399884"/>
          </a:xfrm>
          <a:custGeom>
            <a:avLst/>
            <a:gdLst/>
            <a:ahLst/>
            <a:cxnLst/>
            <a:rect l="l" t="t" r="r" b="b"/>
            <a:pathLst>
              <a:path w="11847" h="11816" extrusionOk="0">
                <a:moveTo>
                  <a:pt x="3151" y="694"/>
                </a:moveTo>
                <a:cubicBezTo>
                  <a:pt x="3718" y="694"/>
                  <a:pt x="4159" y="1166"/>
                  <a:pt x="4159" y="1734"/>
                </a:cubicBezTo>
                <a:cubicBezTo>
                  <a:pt x="4159" y="2301"/>
                  <a:pt x="3686" y="2742"/>
                  <a:pt x="3151" y="2742"/>
                </a:cubicBezTo>
                <a:cubicBezTo>
                  <a:pt x="2584" y="2742"/>
                  <a:pt x="2111" y="2269"/>
                  <a:pt x="2111" y="1734"/>
                </a:cubicBezTo>
                <a:cubicBezTo>
                  <a:pt x="2080" y="1166"/>
                  <a:pt x="2552" y="694"/>
                  <a:pt x="3151" y="694"/>
                </a:cubicBezTo>
                <a:close/>
                <a:moveTo>
                  <a:pt x="8727" y="694"/>
                </a:moveTo>
                <a:cubicBezTo>
                  <a:pt x="9326" y="694"/>
                  <a:pt x="9767" y="1166"/>
                  <a:pt x="9767" y="1734"/>
                </a:cubicBezTo>
                <a:cubicBezTo>
                  <a:pt x="9767" y="2301"/>
                  <a:pt x="9294" y="2742"/>
                  <a:pt x="8727" y="2742"/>
                </a:cubicBezTo>
                <a:cubicBezTo>
                  <a:pt x="8128" y="2742"/>
                  <a:pt x="7719" y="2269"/>
                  <a:pt x="7719" y="1734"/>
                </a:cubicBezTo>
                <a:cubicBezTo>
                  <a:pt x="7656" y="1166"/>
                  <a:pt x="8128" y="694"/>
                  <a:pt x="8727" y="694"/>
                </a:cubicBezTo>
                <a:close/>
                <a:moveTo>
                  <a:pt x="5923" y="4852"/>
                </a:moveTo>
                <a:cubicBezTo>
                  <a:pt x="6522" y="4852"/>
                  <a:pt x="6994" y="5325"/>
                  <a:pt x="6994" y="5861"/>
                </a:cubicBezTo>
                <a:cubicBezTo>
                  <a:pt x="6994" y="6396"/>
                  <a:pt x="6522" y="6869"/>
                  <a:pt x="5923" y="6869"/>
                </a:cubicBezTo>
                <a:cubicBezTo>
                  <a:pt x="5356" y="6869"/>
                  <a:pt x="4883" y="6428"/>
                  <a:pt x="4883" y="5861"/>
                </a:cubicBezTo>
                <a:cubicBezTo>
                  <a:pt x="4883" y="5294"/>
                  <a:pt x="5356" y="4852"/>
                  <a:pt x="5923" y="4852"/>
                </a:cubicBezTo>
                <a:close/>
                <a:moveTo>
                  <a:pt x="3151" y="3466"/>
                </a:moveTo>
                <a:cubicBezTo>
                  <a:pt x="3875" y="3466"/>
                  <a:pt x="4600" y="3813"/>
                  <a:pt x="5072" y="4380"/>
                </a:cubicBezTo>
                <a:cubicBezTo>
                  <a:pt x="4537" y="4695"/>
                  <a:pt x="4159" y="5231"/>
                  <a:pt x="4159" y="5861"/>
                </a:cubicBezTo>
                <a:cubicBezTo>
                  <a:pt x="4159" y="6239"/>
                  <a:pt x="4285" y="6617"/>
                  <a:pt x="4505" y="6900"/>
                </a:cubicBezTo>
                <a:lnTo>
                  <a:pt x="693" y="6900"/>
                </a:lnTo>
                <a:lnTo>
                  <a:pt x="693" y="5892"/>
                </a:lnTo>
                <a:cubicBezTo>
                  <a:pt x="693" y="4569"/>
                  <a:pt x="1796" y="3466"/>
                  <a:pt x="3151" y="3466"/>
                </a:cubicBezTo>
                <a:close/>
                <a:moveTo>
                  <a:pt x="8696" y="3498"/>
                </a:moveTo>
                <a:cubicBezTo>
                  <a:pt x="10019" y="3498"/>
                  <a:pt x="11121" y="4600"/>
                  <a:pt x="11121" y="5955"/>
                </a:cubicBezTo>
                <a:lnTo>
                  <a:pt x="11121" y="6932"/>
                </a:lnTo>
                <a:lnTo>
                  <a:pt x="7309" y="6932"/>
                </a:lnTo>
                <a:cubicBezTo>
                  <a:pt x="7561" y="6617"/>
                  <a:pt x="7656" y="6270"/>
                  <a:pt x="7656" y="5892"/>
                </a:cubicBezTo>
                <a:cubicBezTo>
                  <a:pt x="7656" y="5262"/>
                  <a:pt x="7309" y="4726"/>
                  <a:pt x="6774" y="4411"/>
                </a:cubicBezTo>
                <a:cubicBezTo>
                  <a:pt x="7215" y="3813"/>
                  <a:pt x="7939" y="3498"/>
                  <a:pt x="8696" y="3498"/>
                </a:cubicBezTo>
                <a:close/>
                <a:moveTo>
                  <a:pt x="5923" y="7625"/>
                </a:moveTo>
                <a:cubicBezTo>
                  <a:pt x="6207" y="7625"/>
                  <a:pt x="6490" y="7656"/>
                  <a:pt x="6711" y="7751"/>
                </a:cubicBezTo>
                <a:lnTo>
                  <a:pt x="5923" y="8791"/>
                </a:lnTo>
                <a:lnTo>
                  <a:pt x="5135" y="7751"/>
                </a:lnTo>
                <a:cubicBezTo>
                  <a:pt x="5388" y="7688"/>
                  <a:pt x="5671" y="7625"/>
                  <a:pt x="5923" y="7625"/>
                </a:cubicBezTo>
                <a:close/>
                <a:moveTo>
                  <a:pt x="4505" y="8066"/>
                </a:moveTo>
                <a:lnTo>
                  <a:pt x="5577" y="9484"/>
                </a:lnTo>
                <a:lnTo>
                  <a:pt x="5577" y="11153"/>
                </a:lnTo>
                <a:lnTo>
                  <a:pt x="3497" y="11153"/>
                </a:lnTo>
                <a:lnTo>
                  <a:pt x="3497" y="10019"/>
                </a:lnTo>
                <a:cubicBezTo>
                  <a:pt x="3497" y="9200"/>
                  <a:pt x="3875" y="8507"/>
                  <a:pt x="4505" y="8066"/>
                </a:cubicBezTo>
                <a:close/>
                <a:moveTo>
                  <a:pt x="7341" y="8066"/>
                </a:moveTo>
                <a:cubicBezTo>
                  <a:pt x="7939" y="8507"/>
                  <a:pt x="8381" y="9263"/>
                  <a:pt x="8381" y="10051"/>
                </a:cubicBezTo>
                <a:lnTo>
                  <a:pt x="8381" y="11153"/>
                </a:lnTo>
                <a:lnTo>
                  <a:pt x="6301" y="11153"/>
                </a:lnTo>
                <a:lnTo>
                  <a:pt x="6301" y="9484"/>
                </a:lnTo>
                <a:lnTo>
                  <a:pt x="7341" y="8066"/>
                </a:lnTo>
                <a:close/>
                <a:moveTo>
                  <a:pt x="3088" y="1"/>
                </a:moveTo>
                <a:cubicBezTo>
                  <a:pt x="2143" y="1"/>
                  <a:pt x="1355" y="788"/>
                  <a:pt x="1355" y="1734"/>
                </a:cubicBezTo>
                <a:cubicBezTo>
                  <a:pt x="1355" y="2238"/>
                  <a:pt x="1575" y="2679"/>
                  <a:pt x="1922" y="2994"/>
                </a:cubicBezTo>
                <a:cubicBezTo>
                  <a:pt x="788" y="3466"/>
                  <a:pt x="0" y="4569"/>
                  <a:pt x="0" y="5861"/>
                </a:cubicBezTo>
                <a:lnTo>
                  <a:pt x="0" y="7247"/>
                </a:lnTo>
                <a:cubicBezTo>
                  <a:pt x="0" y="7436"/>
                  <a:pt x="158" y="7593"/>
                  <a:pt x="347" y="7593"/>
                </a:cubicBezTo>
                <a:lnTo>
                  <a:pt x="3938" y="7593"/>
                </a:lnTo>
                <a:cubicBezTo>
                  <a:pt x="3214" y="8192"/>
                  <a:pt x="2741" y="9043"/>
                  <a:pt x="2741" y="10019"/>
                </a:cubicBezTo>
                <a:lnTo>
                  <a:pt x="2741" y="11437"/>
                </a:lnTo>
                <a:cubicBezTo>
                  <a:pt x="2741" y="11658"/>
                  <a:pt x="2899" y="11815"/>
                  <a:pt x="3088" y="11815"/>
                </a:cubicBezTo>
                <a:lnTo>
                  <a:pt x="8696" y="11815"/>
                </a:lnTo>
                <a:cubicBezTo>
                  <a:pt x="8885" y="11815"/>
                  <a:pt x="9042" y="11658"/>
                  <a:pt x="9042" y="11437"/>
                </a:cubicBezTo>
                <a:lnTo>
                  <a:pt x="9042" y="10019"/>
                </a:lnTo>
                <a:cubicBezTo>
                  <a:pt x="9042" y="9043"/>
                  <a:pt x="8570" y="8192"/>
                  <a:pt x="7876" y="7593"/>
                </a:cubicBezTo>
                <a:lnTo>
                  <a:pt x="11436" y="7593"/>
                </a:lnTo>
                <a:cubicBezTo>
                  <a:pt x="11657" y="7593"/>
                  <a:pt x="11815" y="7436"/>
                  <a:pt x="11815" y="7247"/>
                </a:cubicBezTo>
                <a:lnTo>
                  <a:pt x="11815" y="5861"/>
                </a:lnTo>
                <a:cubicBezTo>
                  <a:pt x="11846" y="4600"/>
                  <a:pt x="11027" y="3466"/>
                  <a:pt x="9861" y="2994"/>
                </a:cubicBezTo>
                <a:cubicBezTo>
                  <a:pt x="10239" y="2679"/>
                  <a:pt x="10428" y="2206"/>
                  <a:pt x="10428" y="1734"/>
                </a:cubicBezTo>
                <a:cubicBezTo>
                  <a:pt x="10428" y="788"/>
                  <a:pt x="9641" y="1"/>
                  <a:pt x="8696" y="1"/>
                </a:cubicBezTo>
                <a:cubicBezTo>
                  <a:pt x="7750" y="1"/>
                  <a:pt x="6963" y="788"/>
                  <a:pt x="6963" y="1734"/>
                </a:cubicBezTo>
                <a:cubicBezTo>
                  <a:pt x="6963" y="2238"/>
                  <a:pt x="7152" y="2679"/>
                  <a:pt x="7498" y="2994"/>
                </a:cubicBezTo>
                <a:cubicBezTo>
                  <a:pt x="6931" y="3214"/>
                  <a:pt x="6396" y="3624"/>
                  <a:pt x="6049" y="4159"/>
                </a:cubicBezTo>
                <a:lnTo>
                  <a:pt x="5734" y="4159"/>
                </a:lnTo>
                <a:cubicBezTo>
                  <a:pt x="5388" y="3655"/>
                  <a:pt x="4883" y="3214"/>
                  <a:pt x="4285" y="2994"/>
                </a:cubicBezTo>
                <a:cubicBezTo>
                  <a:pt x="4631" y="2679"/>
                  <a:pt x="4820" y="2238"/>
                  <a:pt x="4820" y="1734"/>
                </a:cubicBezTo>
                <a:cubicBezTo>
                  <a:pt x="4820" y="788"/>
                  <a:pt x="4033" y="1"/>
                  <a:pt x="308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3" name="Google Shape;9238;p73">
            <a:extLst>
              <a:ext uri="{FF2B5EF4-FFF2-40B4-BE49-F238E27FC236}">
                <a16:creationId xmlns:a16="http://schemas.microsoft.com/office/drawing/2014/main" id="{D92AFC67-B1BB-5180-B15D-AD2140FAE2B6}"/>
              </a:ext>
            </a:extLst>
          </p:cNvPr>
          <p:cNvSpPr/>
          <p:nvPr/>
        </p:nvSpPr>
        <p:spPr>
          <a:xfrm>
            <a:off x="4682174" y="2134730"/>
            <a:ext cx="47989" cy="23487"/>
          </a:xfrm>
          <a:custGeom>
            <a:avLst/>
            <a:gdLst/>
            <a:ahLst/>
            <a:cxnLst/>
            <a:rect l="l" t="t" r="r" b="b"/>
            <a:pathLst>
              <a:path w="1418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lnTo>
                  <a:pt x="1071" y="694"/>
                </a:lnTo>
                <a:cubicBezTo>
                  <a:pt x="1260" y="694"/>
                  <a:pt x="1418" y="536"/>
                  <a:pt x="1418" y="347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4" name="Google Shape;9239;p73">
            <a:extLst>
              <a:ext uri="{FF2B5EF4-FFF2-40B4-BE49-F238E27FC236}">
                <a16:creationId xmlns:a16="http://schemas.microsoft.com/office/drawing/2014/main" id="{771E454E-A260-ED6E-FBB9-8739601C7BA2}"/>
              </a:ext>
            </a:extLst>
          </p:cNvPr>
          <p:cNvSpPr/>
          <p:nvPr/>
        </p:nvSpPr>
        <p:spPr>
          <a:xfrm>
            <a:off x="4421992" y="2134730"/>
            <a:ext cx="48023" cy="23487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4"/>
                  <a:pt x="379" y="694"/>
                </a:cubicBezTo>
                <a:lnTo>
                  <a:pt x="1072" y="694"/>
                </a:lnTo>
                <a:cubicBezTo>
                  <a:pt x="1261" y="694"/>
                  <a:pt x="1419" y="536"/>
                  <a:pt x="1419" y="347"/>
                </a:cubicBezTo>
                <a:cubicBezTo>
                  <a:pt x="1419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0" name="Google Shape;9241;p73">
            <a:extLst>
              <a:ext uri="{FF2B5EF4-FFF2-40B4-BE49-F238E27FC236}">
                <a16:creationId xmlns:a16="http://schemas.microsoft.com/office/drawing/2014/main" id="{844736D3-BE65-7390-B36F-D06026A7AA45}"/>
              </a:ext>
            </a:extLst>
          </p:cNvPr>
          <p:cNvSpPr/>
          <p:nvPr/>
        </p:nvSpPr>
        <p:spPr>
          <a:xfrm>
            <a:off x="4377236" y="2446068"/>
            <a:ext cx="398801" cy="398801"/>
          </a:xfrm>
          <a:custGeom>
            <a:avLst/>
            <a:gdLst/>
            <a:ahLst/>
            <a:cxnLst/>
            <a:rect l="l" t="t" r="r" b="b"/>
            <a:pathLst>
              <a:path w="11784" h="11784" extrusionOk="0">
                <a:moveTo>
                  <a:pt x="8223" y="694"/>
                </a:moveTo>
                <a:cubicBezTo>
                  <a:pt x="8696" y="725"/>
                  <a:pt x="9168" y="914"/>
                  <a:pt x="9546" y="1198"/>
                </a:cubicBezTo>
                <a:lnTo>
                  <a:pt x="7057" y="3687"/>
                </a:lnTo>
                <a:cubicBezTo>
                  <a:pt x="6774" y="3498"/>
                  <a:pt x="6459" y="3340"/>
                  <a:pt x="6144" y="3245"/>
                </a:cubicBezTo>
                <a:lnTo>
                  <a:pt x="8223" y="694"/>
                </a:lnTo>
                <a:close/>
                <a:moveTo>
                  <a:pt x="10523" y="1198"/>
                </a:moveTo>
                <a:cubicBezTo>
                  <a:pt x="10838" y="1576"/>
                  <a:pt x="11027" y="2111"/>
                  <a:pt x="11027" y="2615"/>
                </a:cubicBezTo>
                <a:lnTo>
                  <a:pt x="8286" y="4852"/>
                </a:lnTo>
                <a:lnTo>
                  <a:pt x="7561" y="4159"/>
                </a:lnTo>
                <a:lnTo>
                  <a:pt x="10523" y="1198"/>
                </a:lnTo>
                <a:close/>
                <a:moveTo>
                  <a:pt x="5592" y="3923"/>
                </a:moveTo>
                <a:cubicBezTo>
                  <a:pt x="6033" y="3923"/>
                  <a:pt x="6474" y="4096"/>
                  <a:pt x="6805" y="4443"/>
                </a:cubicBezTo>
                <a:cubicBezTo>
                  <a:pt x="7498" y="5104"/>
                  <a:pt x="7498" y="6207"/>
                  <a:pt x="6805" y="6869"/>
                </a:cubicBezTo>
                <a:cubicBezTo>
                  <a:pt x="6474" y="7199"/>
                  <a:pt x="6033" y="7365"/>
                  <a:pt x="5592" y="7365"/>
                </a:cubicBezTo>
                <a:cubicBezTo>
                  <a:pt x="5151" y="7365"/>
                  <a:pt x="4710" y="7199"/>
                  <a:pt x="4379" y="6869"/>
                </a:cubicBezTo>
                <a:cubicBezTo>
                  <a:pt x="3718" y="6207"/>
                  <a:pt x="3718" y="5104"/>
                  <a:pt x="4379" y="4443"/>
                </a:cubicBezTo>
                <a:cubicBezTo>
                  <a:pt x="4710" y="4096"/>
                  <a:pt x="5151" y="3923"/>
                  <a:pt x="5592" y="3923"/>
                </a:cubicBezTo>
                <a:close/>
                <a:moveTo>
                  <a:pt x="8034" y="5577"/>
                </a:moveTo>
                <a:lnTo>
                  <a:pt x="8191" y="5734"/>
                </a:lnTo>
                <a:cubicBezTo>
                  <a:pt x="8696" y="6270"/>
                  <a:pt x="9326" y="6742"/>
                  <a:pt x="10019" y="7058"/>
                </a:cubicBezTo>
                <a:lnTo>
                  <a:pt x="9420" y="7278"/>
                </a:lnTo>
                <a:cubicBezTo>
                  <a:pt x="9263" y="7310"/>
                  <a:pt x="9168" y="7467"/>
                  <a:pt x="9168" y="7593"/>
                </a:cubicBezTo>
                <a:lnTo>
                  <a:pt x="9168" y="8066"/>
                </a:lnTo>
                <a:cubicBezTo>
                  <a:pt x="8601" y="7814"/>
                  <a:pt x="8034" y="7467"/>
                  <a:pt x="7561" y="7058"/>
                </a:cubicBezTo>
                <a:cubicBezTo>
                  <a:pt x="7876" y="6648"/>
                  <a:pt x="8034" y="6175"/>
                  <a:pt x="8034" y="5608"/>
                </a:cubicBezTo>
                <a:lnTo>
                  <a:pt x="8034" y="5577"/>
                </a:lnTo>
                <a:close/>
                <a:moveTo>
                  <a:pt x="3245" y="6081"/>
                </a:moveTo>
                <a:cubicBezTo>
                  <a:pt x="3308" y="6427"/>
                  <a:pt x="3466" y="6806"/>
                  <a:pt x="3655" y="7058"/>
                </a:cubicBezTo>
                <a:lnTo>
                  <a:pt x="1197" y="9546"/>
                </a:lnTo>
                <a:cubicBezTo>
                  <a:pt x="882" y="9200"/>
                  <a:pt x="662" y="8696"/>
                  <a:pt x="630" y="8160"/>
                </a:cubicBezTo>
                <a:lnTo>
                  <a:pt x="3245" y="6081"/>
                </a:lnTo>
                <a:close/>
                <a:moveTo>
                  <a:pt x="7057" y="7593"/>
                </a:moveTo>
                <a:cubicBezTo>
                  <a:pt x="7435" y="8066"/>
                  <a:pt x="7813" y="8601"/>
                  <a:pt x="8034" y="9200"/>
                </a:cubicBezTo>
                <a:lnTo>
                  <a:pt x="7561" y="9200"/>
                </a:lnTo>
                <a:cubicBezTo>
                  <a:pt x="7404" y="9200"/>
                  <a:pt x="7278" y="9263"/>
                  <a:pt x="7246" y="9420"/>
                </a:cubicBezTo>
                <a:lnTo>
                  <a:pt x="7057" y="10019"/>
                </a:lnTo>
                <a:cubicBezTo>
                  <a:pt x="6742" y="9357"/>
                  <a:pt x="6270" y="8727"/>
                  <a:pt x="5766" y="8223"/>
                </a:cubicBezTo>
                <a:lnTo>
                  <a:pt x="5608" y="8066"/>
                </a:lnTo>
                <a:lnTo>
                  <a:pt x="5640" y="8066"/>
                </a:lnTo>
                <a:cubicBezTo>
                  <a:pt x="6144" y="8066"/>
                  <a:pt x="6648" y="7877"/>
                  <a:pt x="7057" y="7593"/>
                </a:cubicBezTo>
                <a:close/>
                <a:moveTo>
                  <a:pt x="4096" y="7625"/>
                </a:moveTo>
                <a:lnTo>
                  <a:pt x="4820" y="8318"/>
                </a:lnTo>
                <a:lnTo>
                  <a:pt x="2552" y="11090"/>
                </a:lnTo>
                <a:cubicBezTo>
                  <a:pt x="2048" y="11059"/>
                  <a:pt x="1575" y="10901"/>
                  <a:pt x="1134" y="10586"/>
                </a:cubicBezTo>
                <a:lnTo>
                  <a:pt x="4096" y="7625"/>
                </a:lnTo>
                <a:close/>
                <a:moveTo>
                  <a:pt x="8160" y="0"/>
                </a:moveTo>
                <a:cubicBezTo>
                  <a:pt x="8034" y="0"/>
                  <a:pt x="7971" y="63"/>
                  <a:pt x="7876" y="126"/>
                </a:cubicBezTo>
                <a:lnTo>
                  <a:pt x="5356" y="3245"/>
                </a:lnTo>
                <a:cubicBezTo>
                  <a:pt x="4852" y="3308"/>
                  <a:pt x="4348" y="3529"/>
                  <a:pt x="3938" y="3970"/>
                </a:cubicBezTo>
                <a:cubicBezTo>
                  <a:pt x="3592" y="4317"/>
                  <a:pt x="3340" y="4758"/>
                  <a:pt x="3277" y="5262"/>
                </a:cubicBezTo>
                <a:lnTo>
                  <a:pt x="126" y="7782"/>
                </a:lnTo>
                <a:cubicBezTo>
                  <a:pt x="32" y="7845"/>
                  <a:pt x="0" y="7940"/>
                  <a:pt x="0" y="8066"/>
                </a:cubicBezTo>
                <a:cubicBezTo>
                  <a:pt x="0" y="8790"/>
                  <a:pt x="284" y="9546"/>
                  <a:pt x="756" y="10114"/>
                </a:cubicBezTo>
                <a:lnTo>
                  <a:pt x="473" y="10366"/>
                </a:lnTo>
                <a:cubicBezTo>
                  <a:pt x="410" y="10460"/>
                  <a:pt x="347" y="10523"/>
                  <a:pt x="347" y="10618"/>
                </a:cubicBezTo>
                <a:cubicBezTo>
                  <a:pt x="347" y="10681"/>
                  <a:pt x="410" y="10807"/>
                  <a:pt x="473" y="10838"/>
                </a:cubicBezTo>
                <a:cubicBezTo>
                  <a:pt x="1103" y="11468"/>
                  <a:pt x="1922" y="11783"/>
                  <a:pt x="2804" y="11783"/>
                </a:cubicBezTo>
                <a:cubicBezTo>
                  <a:pt x="2930" y="11783"/>
                  <a:pt x="2993" y="11752"/>
                  <a:pt x="3088" y="11657"/>
                </a:cubicBezTo>
                <a:lnTo>
                  <a:pt x="5388" y="8790"/>
                </a:lnTo>
                <a:cubicBezTo>
                  <a:pt x="6018" y="9452"/>
                  <a:pt x="6553" y="10303"/>
                  <a:pt x="6805" y="11153"/>
                </a:cubicBezTo>
                <a:cubicBezTo>
                  <a:pt x="6868" y="11311"/>
                  <a:pt x="7026" y="11405"/>
                  <a:pt x="7120" y="11405"/>
                </a:cubicBezTo>
                <a:cubicBezTo>
                  <a:pt x="7278" y="11405"/>
                  <a:pt x="7404" y="11311"/>
                  <a:pt x="7435" y="11153"/>
                </a:cubicBezTo>
                <a:lnTo>
                  <a:pt x="7845" y="9924"/>
                </a:lnTo>
                <a:lnTo>
                  <a:pt x="8601" y="9924"/>
                </a:lnTo>
                <a:cubicBezTo>
                  <a:pt x="8696" y="9924"/>
                  <a:pt x="8790" y="9893"/>
                  <a:pt x="8853" y="9767"/>
                </a:cubicBezTo>
                <a:cubicBezTo>
                  <a:pt x="8948" y="9704"/>
                  <a:pt x="8948" y="9578"/>
                  <a:pt x="8916" y="9452"/>
                </a:cubicBezTo>
                <a:cubicBezTo>
                  <a:pt x="8790" y="9137"/>
                  <a:pt x="8664" y="8822"/>
                  <a:pt x="8507" y="8507"/>
                </a:cubicBezTo>
                <a:lnTo>
                  <a:pt x="8507" y="8507"/>
                </a:lnTo>
                <a:cubicBezTo>
                  <a:pt x="8822" y="8664"/>
                  <a:pt x="9137" y="8790"/>
                  <a:pt x="9452" y="8916"/>
                </a:cubicBezTo>
                <a:cubicBezTo>
                  <a:pt x="9489" y="8926"/>
                  <a:pt x="9526" y="8929"/>
                  <a:pt x="9561" y="8929"/>
                </a:cubicBezTo>
                <a:cubicBezTo>
                  <a:pt x="9646" y="8929"/>
                  <a:pt x="9722" y="8907"/>
                  <a:pt x="9767" y="8885"/>
                </a:cubicBezTo>
                <a:cubicBezTo>
                  <a:pt x="9861" y="8790"/>
                  <a:pt x="9924" y="8727"/>
                  <a:pt x="9924" y="8601"/>
                </a:cubicBezTo>
                <a:lnTo>
                  <a:pt x="9924" y="7845"/>
                </a:lnTo>
                <a:lnTo>
                  <a:pt x="11153" y="7467"/>
                </a:lnTo>
                <a:cubicBezTo>
                  <a:pt x="11310" y="7404"/>
                  <a:pt x="11373" y="7247"/>
                  <a:pt x="11373" y="7152"/>
                </a:cubicBezTo>
                <a:cubicBezTo>
                  <a:pt x="11373" y="6995"/>
                  <a:pt x="11310" y="6869"/>
                  <a:pt x="11153" y="6837"/>
                </a:cubicBezTo>
                <a:cubicBezTo>
                  <a:pt x="10271" y="6553"/>
                  <a:pt x="9452" y="6049"/>
                  <a:pt x="8790" y="5419"/>
                </a:cubicBezTo>
                <a:lnTo>
                  <a:pt x="11657" y="3088"/>
                </a:lnTo>
                <a:cubicBezTo>
                  <a:pt x="11689" y="2962"/>
                  <a:pt x="11783" y="2867"/>
                  <a:pt x="11783" y="2773"/>
                </a:cubicBezTo>
                <a:cubicBezTo>
                  <a:pt x="11783" y="1922"/>
                  <a:pt x="11436" y="1072"/>
                  <a:pt x="10838" y="442"/>
                </a:cubicBezTo>
                <a:cubicBezTo>
                  <a:pt x="10775" y="379"/>
                  <a:pt x="10688" y="347"/>
                  <a:pt x="10602" y="347"/>
                </a:cubicBezTo>
                <a:cubicBezTo>
                  <a:pt x="10515" y="347"/>
                  <a:pt x="10428" y="379"/>
                  <a:pt x="10365" y="442"/>
                </a:cubicBezTo>
                <a:lnTo>
                  <a:pt x="10082" y="725"/>
                </a:lnTo>
                <a:cubicBezTo>
                  <a:pt x="9546" y="284"/>
                  <a:pt x="8853" y="0"/>
                  <a:pt x="81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11" name="Google Shape;9242;p73">
            <a:extLst>
              <a:ext uri="{FF2B5EF4-FFF2-40B4-BE49-F238E27FC236}">
                <a16:creationId xmlns:a16="http://schemas.microsoft.com/office/drawing/2014/main" id="{E6ACDF88-F369-5E17-1D8C-5476901C6590}"/>
              </a:ext>
            </a:extLst>
          </p:cNvPr>
          <p:cNvSpPr/>
          <p:nvPr/>
        </p:nvSpPr>
        <p:spPr>
          <a:xfrm>
            <a:off x="4529695" y="2602012"/>
            <a:ext cx="75740" cy="70664"/>
          </a:xfrm>
          <a:custGeom>
            <a:avLst/>
            <a:gdLst/>
            <a:ahLst/>
            <a:cxnLst/>
            <a:rect l="l" t="t" r="r" b="b"/>
            <a:pathLst>
              <a:path w="2238" h="2088" extrusionOk="0">
                <a:moveTo>
                  <a:pt x="1087" y="685"/>
                </a:moveTo>
                <a:cubicBezTo>
                  <a:pt x="1174" y="685"/>
                  <a:pt x="1261" y="717"/>
                  <a:pt x="1324" y="780"/>
                </a:cubicBezTo>
                <a:cubicBezTo>
                  <a:pt x="1450" y="874"/>
                  <a:pt x="1450" y="1126"/>
                  <a:pt x="1324" y="1252"/>
                </a:cubicBezTo>
                <a:cubicBezTo>
                  <a:pt x="1261" y="1300"/>
                  <a:pt x="1174" y="1323"/>
                  <a:pt x="1087" y="1323"/>
                </a:cubicBezTo>
                <a:cubicBezTo>
                  <a:pt x="1001" y="1323"/>
                  <a:pt x="914" y="1300"/>
                  <a:pt x="851" y="1252"/>
                </a:cubicBezTo>
                <a:cubicBezTo>
                  <a:pt x="725" y="1126"/>
                  <a:pt x="725" y="937"/>
                  <a:pt x="851" y="780"/>
                </a:cubicBezTo>
                <a:cubicBezTo>
                  <a:pt x="914" y="717"/>
                  <a:pt x="1001" y="685"/>
                  <a:pt x="1087" y="685"/>
                </a:cubicBezTo>
                <a:close/>
                <a:moveTo>
                  <a:pt x="1115" y="0"/>
                </a:moveTo>
                <a:cubicBezTo>
                  <a:pt x="851" y="0"/>
                  <a:pt x="583" y="102"/>
                  <a:pt x="378" y="307"/>
                </a:cubicBezTo>
                <a:cubicBezTo>
                  <a:pt x="0" y="685"/>
                  <a:pt x="0" y="1347"/>
                  <a:pt x="378" y="1756"/>
                </a:cubicBezTo>
                <a:cubicBezTo>
                  <a:pt x="583" y="1977"/>
                  <a:pt x="851" y="2087"/>
                  <a:pt x="1115" y="2087"/>
                </a:cubicBezTo>
                <a:cubicBezTo>
                  <a:pt x="1379" y="2087"/>
                  <a:pt x="1639" y="1977"/>
                  <a:pt x="1828" y="1756"/>
                </a:cubicBezTo>
                <a:cubicBezTo>
                  <a:pt x="2237" y="1347"/>
                  <a:pt x="2237" y="685"/>
                  <a:pt x="1828" y="307"/>
                </a:cubicBezTo>
                <a:cubicBezTo>
                  <a:pt x="1639" y="102"/>
                  <a:pt x="1379" y="0"/>
                  <a:pt x="11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41" name="Google Shape;9243;p73">
            <a:extLst>
              <a:ext uri="{FF2B5EF4-FFF2-40B4-BE49-F238E27FC236}">
                <a16:creationId xmlns:a16="http://schemas.microsoft.com/office/drawing/2014/main" id="{9F483CF2-C864-B1AC-CFB8-57A42D1E5C7C}"/>
              </a:ext>
            </a:extLst>
          </p:cNvPr>
          <p:cNvSpPr/>
          <p:nvPr/>
        </p:nvSpPr>
        <p:spPr>
          <a:xfrm>
            <a:off x="4376653" y="2961042"/>
            <a:ext cx="399884" cy="399850"/>
          </a:xfrm>
          <a:custGeom>
            <a:avLst/>
            <a:gdLst/>
            <a:ahLst/>
            <a:cxnLst/>
            <a:rect l="l" t="t" r="r" b="b"/>
            <a:pathLst>
              <a:path w="11816" h="11815" extrusionOk="0">
                <a:moveTo>
                  <a:pt x="6207" y="693"/>
                </a:moveTo>
                <a:cubicBezTo>
                  <a:pt x="7877" y="819"/>
                  <a:pt x="9326" y="1670"/>
                  <a:pt x="10208" y="2993"/>
                </a:cubicBezTo>
                <a:lnTo>
                  <a:pt x="6207" y="5293"/>
                </a:lnTo>
                <a:lnTo>
                  <a:pt x="6207" y="693"/>
                </a:lnTo>
                <a:close/>
                <a:moveTo>
                  <a:pt x="10555" y="3623"/>
                </a:moveTo>
                <a:cubicBezTo>
                  <a:pt x="10901" y="4316"/>
                  <a:pt x="11090" y="5104"/>
                  <a:pt x="11090" y="5923"/>
                </a:cubicBezTo>
                <a:cubicBezTo>
                  <a:pt x="11090" y="7026"/>
                  <a:pt x="10744" y="8097"/>
                  <a:pt x="10114" y="8979"/>
                </a:cubicBezTo>
                <a:lnTo>
                  <a:pt x="6491" y="5986"/>
                </a:lnTo>
                <a:lnTo>
                  <a:pt x="10555" y="3623"/>
                </a:lnTo>
                <a:close/>
                <a:moveTo>
                  <a:pt x="5546" y="693"/>
                </a:moveTo>
                <a:lnTo>
                  <a:pt x="5546" y="5892"/>
                </a:lnTo>
                <a:cubicBezTo>
                  <a:pt x="5546" y="6018"/>
                  <a:pt x="5577" y="6081"/>
                  <a:pt x="5672" y="6175"/>
                </a:cubicBezTo>
                <a:lnTo>
                  <a:pt x="9673" y="9483"/>
                </a:lnTo>
                <a:cubicBezTo>
                  <a:pt x="8728" y="10491"/>
                  <a:pt x="7373" y="11121"/>
                  <a:pt x="5892" y="11121"/>
                </a:cubicBezTo>
                <a:cubicBezTo>
                  <a:pt x="3025" y="11121"/>
                  <a:pt x="662" y="8822"/>
                  <a:pt x="662" y="5892"/>
                </a:cubicBezTo>
                <a:cubicBezTo>
                  <a:pt x="662" y="3151"/>
                  <a:pt x="2836" y="851"/>
                  <a:pt x="5546" y="693"/>
                </a:cubicBezTo>
                <a:close/>
                <a:moveTo>
                  <a:pt x="5892" y="0"/>
                </a:moveTo>
                <a:cubicBezTo>
                  <a:pt x="2647" y="0"/>
                  <a:pt x="1" y="2615"/>
                  <a:pt x="1" y="5892"/>
                </a:cubicBezTo>
                <a:cubicBezTo>
                  <a:pt x="1" y="9168"/>
                  <a:pt x="2647" y="11814"/>
                  <a:pt x="5892" y="11814"/>
                </a:cubicBezTo>
                <a:cubicBezTo>
                  <a:pt x="9169" y="11814"/>
                  <a:pt x="11815" y="9168"/>
                  <a:pt x="11815" y="5892"/>
                </a:cubicBezTo>
                <a:cubicBezTo>
                  <a:pt x="11815" y="2678"/>
                  <a:pt x="9137" y="0"/>
                  <a:pt x="5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2" name="Google Shape;9245;p73">
            <a:extLst>
              <a:ext uri="{FF2B5EF4-FFF2-40B4-BE49-F238E27FC236}">
                <a16:creationId xmlns:a16="http://schemas.microsoft.com/office/drawing/2014/main" id="{3EB5E0FB-0137-7CA0-99B0-976A9B344794}"/>
              </a:ext>
            </a:extLst>
          </p:cNvPr>
          <p:cNvSpPr/>
          <p:nvPr/>
        </p:nvSpPr>
        <p:spPr>
          <a:xfrm>
            <a:off x="6993183" y="2042511"/>
            <a:ext cx="233548" cy="328409"/>
          </a:xfrm>
          <a:custGeom>
            <a:avLst/>
            <a:gdLst/>
            <a:ahLst/>
            <a:cxnLst/>
            <a:rect l="l" t="t" r="r" b="b"/>
            <a:pathLst>
              <a:path w="6901" h="9704" extrusionOk="0">
                <a:moveTo>
                  <a:pt x="1765" y="1355"/>
                </a:moveTo>
                <a:cubicBezTo>
                  <a:pt x="1986" y="1355"/>
                  <a:pt x="2143" y="1513"/>
                  <a:pt x="2143" y="1702"/>
                </a:cubicBezTo>
                <a:lnTo>
                  <a:pt x="2143" y="2048"/>
                </a:lnTo>
                <a:lnTo>
                  <a:pt x="1765" y="2048"/>
                </a:lnTo>
                <a:cubicBezTo>
                  <a:pt x="1671" y="2048"/>
                  <a:pt x="1545" y="2048"/>
                  <a:pt x="1419" y="2111"/>
                </a:cubicBezTo>
                <a:lnTo>
                  <a:pt x="1419" y="1702"/>
                </a:lnTo>
                <a:cubicBezTo>
                  <a:pt x="1419" y="1513"/>
                  <a:pt x="1576" y="1355"/>
                  <a:pt x="1765" y="1355"/>
                </a:cubicBezTo>
                <a:close/>
                <a:moveTo>
                  <a:pt x="3151" y="631"/>
                </a:moveTo>
                <a:cubicBezTo>
                  <a:pt x="3341" y="631"/>
                  <a:pt x="3498" y="788"/>
                  <a:pt x="3498" y="1009"/>
                </a:cubicBezTo>
                <a:lnTo>
                  <a:pt x="3498" y="2111"/>
                </a:lnTo>
                <a:cubicBezTo>
                  <a:pt x="3404" y="2048"/>
                  <a:pt x="3277" y="2017"/>
                  <a:pt x="3151" y="2017"/>
                </a:cubicBezTo>
                <a:lnTo>
                  <a:pt x="2805" y="2017"/>
                </a:lnTo>
                <a:lnTo>
                  <a:pt x="2805" y="1009"/>
                </a:lnTo>
                <a:cubicBezTo>
                  <a:pt x="2805" y="788"/>
                  <a:pt x="2962" y="631"/>
                  <a:pt x="3151" y="631"/>
                </a:cubicBezTo>
                <a:close/>
                <a:moveTo>
                  <a:pt x="4538" y="1355"/>
                </a:moveTo>
                <a:cubicBezTo>
                  <a:pt x="4727" y="1355"/>
                  <a:pt x="4884" y="1513"/>
                  <a:pt x="4884" y="1702"/>
                </a:cubicBezTo>
                <a:lnTo>
                  <a:pt x="4884" y="3088"/>
                </a:lnTo>
                <a:cubicBezTo>
                  <a:pt x="4884" y="3277"/>
                  <a:pt x="4727" y="3435"/>
                  <a:pt x="4538" y="3435"/>
                </a:cubicBezTo>
                <a:cubicBezTo>
                  <a:pt x="4349" y="3435"/>
                  <a:pt x="4191" y="3277"/>
                  <a:pt x="4191" y="3088"/>
                </a:cubicBezTo>
                <a:lnTo>
                  <a:pt x="4191" y="1702"/>
                </a:lnTo>
                <a:cubicBezTo>
                  <a:pt x="4191" y="1513"/>
                  <a:pt x="4349" y="1355"/>
                  <a:pt x="4538" y="1355"/>
                </a:cubicBezTo>
                <a:close/>
                <a:moveTo>
                  <a:pt x="5924" y="2017"/>
                </a:moveTo>
                <a:cubicBezTo>
                  <a:pt x="6113" y="2017"/>
                  <a:pt x="6270" y="2174"/>
                  <a:pt x="6270" y="2363"/>
                </a:cubicBezTo>
                <a:lnTo>
                  <a:pt x="6270" y="3088"/>
                </a:lnTo>
                <a:cubicBezTo>
                  <a:pt x="6270" y="3277"/>
                  <a:pt x="6113" y="3435"/>
                  <a:pt x="5924" y="3435"/>
                </a:cubicBezTo>
                <a:cubicBezTo>
                  <a:pt x="5703" y="3435"/>
                  <a:pt x="5546" y="3277"/>
                  <a:pt x="5546" y="3088"/>
                </a:cubicBezTo>
                <a:lnTo>
                  <a:pt x="5546" y="2363"/>
                </a:lnTo>
                <a:cubicBezTo>
                  <a:pt x="5546" y="2174"/>
                  <a:pt x="5703" y="2017"/>
                  <a:pt x="5924" y="2017"/>
                </a:cubicBezTo>
                <a:close/>
                <a:moveTo>
                  <a:pt x="3120" y="2741"/>
                </a:moveTo>
                <a:cubicBezTo>
                  <a:pt x="3309" y="2741"/>
                  <a:pt x="3467" y="2899"/>
                  <a:pt x="3467" y="3088"/>
                </a:cubicBezTo>
                <a:cubicBezTo>
                  <a:pt x="3467" y="3277"/>
                  <a:pt x="3309" y="3435"/>
                  <a:pt x="3120" y="3435"/>
                </a:cubicBezTo>
                <a:lnTo>
                  <a:pt x="1734" y="3435"/>
                </a:lnTo>
                <a:cubicBezTo>
                  <a:pt x="1545" y="3435"/>
                  <a:pt x="1387" y="3592"/>
                  <a:pt x="1387" y="3781"/>
                </a:cubicBezTo>
                <a:cubicBezTo>
                  <a:pt x="1387" y="4002"/>
                  <a:pt x="1545" y="4159"/>
                  <a:pt x="1734" y="4159"/>
                </a:cubicBezTo>
                <a:cubicBezTo>
                  <a:pt x="2679" y="4159"/>
                  <a:pt x="3467" y="4947"/>
                  <a:pt x="3467" y="5892"/>
                </a:cubicBezTo>
                <a:cubicBezTo>
                  <a:pt x="3467" y="6081"/>
                  <a:pt x="3624" y="6238"/>
                  <a:pt x="3845" y="6238"/>
                </a:cubicBezTo>
                <a:cubicBezTo>
                  <a:pt x="4034" y="6238"/>
                  <a:pt x="4191" y="6081"/>
                  <a:pt x="4191" y="5892"/>
                </a:cubicBezTo>
                <a:cubicBezTo>
                  <a:pt x="4191" y="5167"/>
                  <a:pt x="3876" y="4537"/>
                  <a:pt x="3435" y="4096"/>
                </a:cubicBezTo>
                <a:cubicBezTo>
                  <a:pt x="3593" y="4065"/>
                  <a:pt x="3750" y="4002"/>
                  <a:pt x="3876" y="3876"/>
                </a:cubicBezTo>
                <a:cubicBezTo>
                  <a:pt x="4065" y="4033"/>
                  <a:pt x="4317" y="4159"/>
                  <a:pt x="4569" y="4159"/>
                </a:cubicBezTo>
                <a:cubicBezTo>
                  <a:pt x="4853" y="4159"/>
                  <a:pt x="5073" y="4033"/>
                  <a:pt x="5294" y="3876"/>
                </a:cubicBezTo>
                <a:cubicBezTo>
                  <a:pt x="5483" y="4033"/>
                  <a:pt x="5703" y="4159"/>
                  <a:pt x="5987" y="4159"/>
                </a:cubicBezTo>
                <a:cubicBezTo>
                  <a:pt x="6113" y="4159"/>
                  <a:pt x="6239" y="4096"/>
                  <a:pt x="6333" y="4065"/>
                </a:cubicBezTo>
                <a:lnTo>
                  <a:pt x="6333" y="5167"/>
                </a:lnTo>
                <a:cubicBezTo>
                  <a:pt x="6333" y="5923"/>
                  <a:pt x="5861" y="6554"/>
                  <a:pt x="5199" y="6774"/>
                </a:cubicBezTo>
                <a:cubicBezTo>
                  <a:pt x="5042" y="6837"/>
                  <a:pt x="4979" y="6995"/>
                  <a:pt x="4979" y="7089"/>
                </a:cubicBezTo>
                <a:lnTo>
                  <a:pt x="4979" y="7562"/>
                </a:lnTo>
                <a:lnTo>
                  <a:pt x="2206" y="7562"/>
                </a:lnTo>
                <a:lnTo>
                  <a:pt x="2206" y="7089"/>
                </a:lnTo>
                <a:cubicBezTo>
                  <a:pt x="2206" y="6932"/>
                  <a:pt x="2143" y="6837"/>
                  <a:pt x="1986" y="6774"/>
                </a:cubicBezTo>
                <a:cubicBezTo>
                  <a:pt x="1261" y="6554"/>
                  <a:pt x="820" y="5892"/>
                  <a:pt x="820" y="5167"/>
                </a:cubicBezTo>
                <a:lnTo>
                  <a:pt x="820" y="3750"/>
                </a:lnTo>
                <a:lnTo>
                  <a:pt x="726" y="3750"/>
                </a:lnTo>
                <a:cubicBezTo>
                  <a:pt x="726" y="3151"/>
                  <a:pt x="1198" y="2741"/>
                  <a:pt x="1734" y="2741"/>
                </a:cubicBezTo>
                <a:close/>
                <a:moveTo>
                  <a:pt x="5199" y="8286"/>
                </a:moveTo>
                <a:cubicBezTo>
                  <a:pt x="5388" y="8286"/>
                  <a:pt x="5546" y="8444"/>
                  <a:pt x="5546" y="8633"/>
                </a:cubicBezTo>
                <a:lnTo>
                  <a:pt x="5546" y="8979"/>
                </a:lnTo>
                <a:lnTo>
                  <a:pt x="1387" y="8979"/>
                </a:lnTo>
                <a:lnTo>
                  <a:pt x="1387" y="8633"/>
                </a:lnTo>
                <a:cubicBezTo>
                  <a:pt x="1387" y="8444"/>
                  <a:pt x="1545" y="8286"/>
                  <a:pt x="1734" y="8286"/>
                </a:cubicBezTo>
                <a:close/>
                <a:moveTo>
                  <a:pt x="3120" y="1"/>
                </a:moveTo>
                <a:cubicBezTo>
                  <a:pt x="2647" y="1"/>
                  <a:pt x="2269" y="316"/>
                  <a:pt x="2143" y="757"/>
                </a:cubicBezTo>
                <a:cubicBezTo>
                  <a:pt x="2017" y="725"/>
                  <a:pt x="1891" y="694"/>
                  <a:pt x="1734" y="694"/>
                </a:cubicBezTo>
                <a:cubicBezTo>
                  <a:pt x="1167" y="694"/>
                  <a:pt x="726" y="1166"/>
                  <a:pt x="726" y="1702"/>
                </a:cubicBezTo>
                <a:lnTo>
                  <a:pt x="726" y="2426"/>
                </a:lnTo>
                <a:cubicBezTo>
                  <a:pt x="285" y="2678"/>
                  <a:pt x="1" y="3214"/>
                  <a:pt x="1" y="3750"/>
                </a:cubicBezTo>
                <a:lnTo>
                  <a:pt x="1" y="5136"/>
                </a:lnTo>
                <a:cubicBezTo>
                  <a:pt x="1" y="6081"/>
                  <a:pt x="568" y="6932"/>
                  <a:pt x="1387" y="7341"/>
                </a:cubicBezTo>
                <a:lnTo>
                  <a:pt x="1387" y="7656"/>
                </a:lnTo>
                <a:cubicBezTo>
                  <a:pt x="1009" y="7814"/>
                  <a:pt x="694" y="8160"/>
                  <a:pt x="694" y="8633"/>
                </a:cubicBezTo>
                <a:lnTo>
                  <a:pt x="694" y="9357"/>
                </a:lnTo>
                <a:cubicBezTo>
                  <a:pt x="694" y="9546"/>
                  <a:pt x="852" y="9704"/>
                  <a:pt x="1041" y="9704"/>
                </a:cubicBezTo>
                <a:lnTo>
                  <a:pt x="5892" y="9704"/>
                </a:lnTo>
                <a:cubicBezTo>
                  <a:pt x="6081" y="9704"/>
                  <a:pt x="6239" y="9546"/>
                  <a:pt x="6239" y="9357"/>
                </a:cubicBezTo>
                <a:lnTo>
                  <a:pt x="6239" y="8633"/>
                </a:lnTo>
                <a:cubicBezTo>
                  <a:pt x="6239" y="8192"/>
                  <a:pt x="5955" y="7814"/>
                  <a:pt x="5514" y="7656"/>
                </a:cubicBezTo>
                <a:lnTo>
                  <a:pt x="5514" y="7341"/>
                </a:lnTo>
                <a:cubicBezTo>
                  <a:pt x="6365" y="6932"/>
                  <a:pt x="6901" y="6081"/>
                  <a:pt x="6901" y="5136"/>
                </a:cubicBezTo>
                <a:lnTo>
                  <a:pt x="6901" y="2363"/>
                </a:lnTo>
                <a:cubicBezTo>
                  <a:pt x="6901" y="1796"/>
                  <a:pt x="6428" y="1355"/>
                  <a:pt x="5892" y="1355"/>
                </a:cubicBezTo>
                <a:cubicBezTo>
                  <a:pt x="5766" y="1355"/>
                  <a:pt x="5609" y="1387"/>
                  <a:pt x="5483" y="1418"/>
                </a:cubicBezTo>
                <a:cubicBezTo>
                  <a:pt x="5357" y="1009"/>
                  <a:pt x="4979" y="694"/>
                  <a:pt x="4506" y="694"/>
                </a:cubicBezTo>
                <a:cubicBezTo>
                  <a:pt x="4380" y="694"/>
                  <a:pt x="4223" y="725"/>
                  <a:pt x="4097" y="757"/>
                </a:cubicBezTo>
                <a:cubicBezTo>
                  <a:pt x="4002" y="316"/>
                  <a:pt x="3593" y="1"/>
                  <a:pt x="312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3" name="Google Shape;9246;p73">
            <a:extLst>
              <a:ext uri="{FF2B5EF4-FFF2-40B4-BE49-F238E27FC236}">
                <a16:creationId xmlns:a16="http://schemas.microsoft.com/office/drawing/2014/main" id="{8B35BE79-A7D3-6EF6-FAF1-81FBB3734FA1}"/>
              </a:ext>
            </a:extLst>
          </p:cNvPr>
          <p:cNvSpPr/>
          <p:nvPr/>
        </p:nvSpPr>
        <p:spPr>
          <a:xfrm>
            <a:off x="7110482" y="1970020"/>
            <a:ext cx="24570" cy="59732"/>
          </a:xfrm>
          <a:custGeom>
            <a:avLst/>
            <a:gdLst/>
            <a:ahLst/>
            <a:cxnLst/>
            <a:rect l="l" t="t" r="r" b="b"/>
            <a:pathLst>
              <a:path w="726" h="1765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418"/>
                </a:lnTo>
                <a:cubicBezTo>
                  <a:pt x="1" y="1607"/>
                  <a:pt x="158" y="1764"/>
                  <a:pt x="379" y="1764"/>
                </a:cubicBezTo>
                <a:cubicBezTo>
                  <a:pt x="568" y="1764"/>
                  <a:pt x="725" y="1607"/>
                  <a:pt x="725" y="1418"/>
                </a:cubicBezTo>
                <a:lnTo>
                  <a:pt x="725" y="347"/>
                </a:ln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4" name="Google Shape;9247;p73">
            <a:extLst>
              <a:ext uri="{FF2B5EF4-FFF2-40B4-BE49-F238E27FC236}">
                <a16:creationId xmlns:a16="http://schemas.microsoft.com/office/drawing/2014/main" id="{E9B25D88-07F8-E5FF-9DEA-97487DFC4945}"/>
              </a:ext>
            </a:extLst>
          </p:cNvPr>
          <p:cNvSpPr/>
          <p:nvPr/>
        </p:nvSpPr>
        <p:spPr>
          <a:xfrm>
            <a:off x="7180842" y="1994522"/>
            <a:ext cx="48023" cy="46703"/>
          </a:xfrm>
          <a:custGeom>
            <a:avLst/>
            <a:gdLst/>
            <a:ahLst/>
            <a:cxnLst/>
            <a:rect l="l" t="t" r="r" b="b"/>
            <a:pathLst>
              <a:path w="1419" h="1380" extrusionOk="0">
                <a:moveTo>
                  <a:pt x="1076" y="1"/>
                </a:moveTo>
                <a:cubicBezTo>
                  <a:pt x="985" y="1"/>
                  <a:pt x="899" y="32"/>
                  <a:pt x="851" y="95"/>
                </a:cubicBezTo>
                <a:lnTo>
                  <a:pt x="127" y="788"/>
                </a:lnTo>
                <a:cubicBezTo>
                  <a:pt x="1" y="914"/>
                  <a:pt x="1" y="1166"/>
                  <a:pt x="127" y="1261"/>
                </a:cubicBezTo>
                <a:cubicBezTo>
                  <a:pt x="190" y="1340"/>
                  <a:pt x="284" y="1379"/>
                  <a:pt x="375" y="1379"/>
                </a:cubicBezTo>
                <a:cubicBezTo>
                  <a:pt x="466" y="1379"/>
                  <a:pt x="552" y="1340"/>
                  <a:pt x="599" y="1261"/>
                </a:cubicBezTo>
                <a:lnTo>
                  <a:pt x="1324" y="568"/>
                </a:lnTo>
                <a:cubicBezTo>
                  <a:pt x="1419" y="442"/>
                  <a:pt x="1419" y="221"/>
                  <a:pt x="1324" y="95"/>
                </a:cubicBezTo>
                <a:cubicBezTo>
                  <a:pt x="1261" y="32"/>
                  <a:pt x="1167" y="1"/>
                  <a:pt x="107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5" name="Google Shape;9248;p73">
            <a:extLst>
              <a:ext uri="{FF2B5EF4-FFF2-40B4-BE49-F238E27FC236}">
                <a16:creationId xmlns:a16="http://schemas.microsoft.com/office/drawing/2014/main" id="{BCFB3660-9B14-BF6E-DB07-2DF917ACCDB8}"/>
              </a:ext>
            </a:extLst>
          </p:cNvPr>
          <p:cNvSpPr/>
          <p:nvPr/>
        </p:nvSpPr>
        <p:spPr>
          <a:xfrm>
            <a:off x="7252284" y="2135273"/>
            <a:ext cx="48023" cy="23487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1040" y="694"/>
                </a:lnTo>
                <a:cubicBezTo>
                  <a:pt x="1261" y="694"/>
                  <a:pt x="1418" y="536"/>
                  <a:pt x="1418" y="347"/>
                </a:cubicBezTo>
                <a:cubicBezTo>
                  <a:pt x="1418" y="158"/>
                  <a:pt x="1261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6" name="Google Shape;9249;p73">
            <a:extLst>
              <a:ext uri="{FF2B5EF4-FFF2-40B4-BE49-F238E27FC236}">
                <a16:creationId xmlns:a16="http://schemas.microsoft.com/office/drawing/2014/main" id="{FA73C531-76BC-50CD-FD46-01FF992048DE}"/>
              </a:ext>
            </a:extLst>
          </p:cNvPr>
          <p:cNvSpPr/>
          <p:nvPr/>
        </p:nvSpPr>
        <p:spPr>
          <a:xfrm>
            <a:off x="6923909" y="2135273"/>
            <a:ext cx="47989" cy="23487"/>
          </a:xfrm>
          <a:custGeom>
            <a:avLst/>
            <a:gdLst/>
            <a:ahLst/>
            <a:cxnLst/>
            <a:rect l="l" t="t" r="r" b="b"/>
            <a:pathLst>
              <a:path w="1418" h="694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4"/>
                  <a:pt x="378" y="694"/>
                </a:cubicBezTo>
                <a:lnTo>
                  <a:pt x="1071" y="694"/>
                </a:lnTo>
                <a:cubicBezTo>
                  <a:pt x="1260" y="694"/>
                  <a:pt x="1418" y="536"/>
                  <a:pt x="1418" y="347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7" name="Google Shape;9250;p73">
            <a:extLst>
              <a:ext uri="{FF2B5EF4-FFF2-40B4-BE49-F238E27FC236}">
                <a16:creationId xmlns:a16="http://schemas.microsoft.com/office/drawing/2014/main" id="{EACE7588-0ECE-A53E-B629-90A7E4534D9A}"/>
              </a:ext>
            </a:extLst>
          </p:cNvPr>
          <p:cNvSpPr/>
          <p:nvPr/>
        </p:nvSpPr>
        <p:spPr>
          <a:xfrm>
            <a:off x="7016672" y="1994521"/>
            <a:ext cx="47989" cy="45890"/>
          </a:xfrm>
          <a:custGeom>
            <a:avLst/>
            <a:gdLst/>
            <a:ahLst/>
            <a:cxnLst/>
            <a:rect l="l" t="t" r="r" b="b"/>
            <a:pathLst>
              <a:path w="1418" h="1356" extrusionOk="0">
                <a:moveTo>
                  <a:pt x="343" y="1"/>
                </a:moveTo>
                <a:cubicBezTo>
                  <a:pt x="252" y="1"/>
                  <a:pt x="158" y="32"/>
                  <a:pt x="95" y="95"/>
                </a:cubicBezTo>
                <a:cubicBezTo>
                  <a:pt x="0" y="221"/>
                  <a:pt x="0" y="442"/>
                  <a:pt x="95" y="568"/>
                </a:cubicBezTo>
                <a:lnTo>
                  <a:pt x="819" y="1261"/>
                </a:lnTo>
                <a:cubicBezTo>
                  <a:pt x="866" y="1324"/>
                  <a:pt x="953" y="1356"/>
                  <a:pt x="1044" y="1356"/>
                </a:cubicBezTo>
                <a:cubicBezTo>
                  <a:pt x="1134" y="1356"/>
                  <a:pt x="1229" y="1324"/>
                  <a:pt x="1292" y="1261"/>
                </a:cubicBezTo>
                <a:cubicBezTo>
                  <a:pt x="1418" y="1166"/>
                  <a:pt x="1418" y="914"/>
                  <a:pt x="1292" y="788"/>
                </a:cubicBezTo>
                <a:lnTo>
                  <a:pt x="567" y="95"/>
                </a:lnTo>
                <a:cubicBezTo>
                  <a:pt x="520" y="32"/>
                  <a:pt x="433" y="1"/>
                  <a:pt x="34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8" name="Google Shape;9251;p73">
            <a:extLst>
              <a:ext uri="{FF2B5EF4-FFF2-40B4-BE49-F238E27FC236}">
                <a16:creationId xmlns:a16="http://schemas.microsoft.com/office/drawing/2014/main" id="{B4E6C684-82FC-8E34-1145-CF80D9BF015B}"/>
              </a:ext>
            </a:extLst>
          </p:cNvPr>
          <p:cNvSpPr/>
          <p:nvPr/>
        </p:nvSpPr>
        <p:spPr>
          <a:xfrm>
            <a:off x="6945228" y="2040175"/>
            <a:ext cx="51204" cy="35636"/>
          </a:xfrm>
          <a:custGeom>
            <a:avLst/>
            <a:gdLst/>
            <a:ahLst/>
            <a:cxnLst/>
            <a:rect l="l" t="t" r="r" b="b"/>
            <a:pathLst>
              <a:path w="1513" h="1053" extrusionOk="0">
                <a:moveTo>
                  <a:pt x="422" y="0"/>
                </a:moveTo>
                <a:cubicBezTo>
                  <a:pt x="285" y="0"/>
                  <a:pt x="140" y="81"/>
                  <a:pt x="95" y="196"/>
                </a:cubicBezTo>
                <a:cubicBezTo>
                  <a:pt x="0" y="353"/>
                  <a:pt x="95" y="574"/>
                  <a:pt x="252" y="668"/>
                </a:cubicBezTo>
                <a:lnTo>
                  <a:pt x="945" y="1015"/>
                </a:lnTo>
                <a:cubicBezTo>
                  <a:pt x="989" y="1041"/>
                  <a:pt x="1039" y="1052"/>
                  <a:pt x="1091" y="1052"/>
                </a:cubicBezTo>
                <a:cubicBezTo>
                  <a:pt x="1227" y="1052"/>
                  <a:pt x="1372" y="971"/>
                  <a:pt x="1418" y="857"/>
                </a:cubicBezTo>
                <a:cubicBezTo>
                  <a:pt x="1512" y="700"/>
                  <a:pt x="1418" y="479"/>
                  <a:pt x="1260" y="385"/>
                </a:cubicBezTo>
                <a:lnTo>
                  <a:pt x="567" y="38"/>
                </a:lnTo>
                <a:cubicBezTo>
                  <a:pt x="524" y="12"/>
                  <a:pt x="473" y="0"/>
                  <a:pt x="4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9" name="Google Shape;9252;p73">
            <a:extLst>
              <a:ext uri="{FF2B5EF4-FFF2-40B4-BE49-F238E27FC236}">
                <a16:creationId xmlns:a16="http://schemas.microsoft.com/office/drawing/2014/main" id="{F2AC0281-3F23-DC89-D2F1-C8E508DFF4AF}"/>
              </a:ext>
            </a:extLst>
          </p:cNvPr>
          <p:cNvSpPr/>
          <p:nvPr/>
        </p:nvSpPr>
        <p:spPr>
          <a:xfrm>
            <a:off x="7226696" y="2041056"/>
            <a:ext cx="51204" cy="36415"/>
          </a:xfrm>
          <a:custGeom>
            <a:avLst/>
            <a:gdLst/>
            <a:ahLst/>
            <a:cxnLst/>
            <a:rect l="l" t="t" r="r" b="b"/>
            <a:pathLst>
              <a:path w="1513" h="1076" extrusionOk="0">
                <a:moveTo>
                  <a:pt x="1098" y="0"/>
                </a:moveTo>
                <a:cubicBezTo>
                  <a:pt x="1046" y="0"/>
                  <a:pt x="994" y="14"/>
                  <a:pt x="946" y="44"/>
                </a:cubicBezTo>
                <a:lnTo>
                  <a:pt x="253" y="422"/>
                </a:lnTo>
                <a:cubicBezTo>
                  <a:pt x="95" y="485"/>
                  <a:pt x="1" y="674"/>
                  <a:pt x="95" y="894"/>
                </a:cubicBezTo>
                <a:cubicBezTo>
                  <a:pt x="142" y="1011"/>
                  <a:pt x="258" y="1076"/>
                  <a:pt x="405" y="1076"/>
                </a:cubicBezTo>
                <a:cubicBezTo>
                  <a:pt x="456" y="1076"/>
                  <a:pt x="511" y="1068"/>
                  <a:pt x="568" y="1052"/>
                </a:cubicBezTo>
                <a:lnTo>
                  <a:pt x="1261" y="674"/>
                </a:lnTo>
                <a:cubicBezTo>
                  <a:pt x="1418" y="611"/>
                  <a:pt x="1513" y="422"/>
                  <a:pt x="1418" y="201"/>
                </a:cubicBezTo>
                <a:cubicBezTo>
                  <a:pt x="1331" y="71"/>
                  <a:pt x="1214" y="0"/>
                  <a:pt x="10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43" name="Google Shape;9253;p73">
            <a:extLst>
              <a:ext uri="{FF2B5EF4-FFF2-40B4-BE49-F238E27FC236}">
                <a16:creationId xmlns:a16="http://schemas.microsoft.com/office/drawing/2014/main" id="{73F2A158-6C6F-6E9C-EAD9-5DECB5AD42F9}"/>
              </a:ext>
            </a:extLst>
          </p:cNvPr>
          <p:cNvSpPr/>
          <p:nvPr/>
        </p:nvSpPr>
        <p:spPr>
          <a:xfrm>
            <a:off x="6909452" y="2443929"/>
            <a:ext cx="405197" cy="403066"/>
          </a:xfrm>
          <a:custGeom>
            <a:avLst/>
            <a:gdLst/>
            <a:ahLst/>
            <a:cxnLst/>
            <a:rect l="l" t="t" r="r" b="b"/>
            <a:pathLst>
              <a:path w="11973" h="11910" extrusionOk="0">
                <a:moveTo>
                  <a:pt x="11027" y="662"/>
                </a:moveTo>
                <a:lnTo>
                  <a:pt x="11027" y="1387"/>
                </a:lnTo>
                <a:lnTo>
                  <a:pt x="8601" y="1387"/>
                </a:lnTo>
                <a:cubicBezTo>
                  <a:pt x="8412" y="1387"/>
                  <a:pt x="8255" y="1229"/>
                  <a:pt x="8255" y="1040"/>
                </a:cubicBezTo>
                <a:cubicBezTo>
                  <a:pt x="8255" y="820"/>
                  <a:pt x="8412" y="662"/>
                  <a:pt x="8601" y="662"/>
                </a:cubicBezTo>
                <a:close/>
                <a:moveTo>
                  <a:pt x="10366" y="2048"/>
                </a:moveTo>
                <a:lnTo>
                  <a:pt x="10366" y="2773"/>
                </a:lnTo>
                <a:lnTo>
                  <a:pt x="7940" y="2773"/>
                </a:lnTo>
                <a:cubicBezTo>
                  <a:pt x="7926" y="2775"/>
                  <a:pt x="7912" y="2776"/>
                  <a:pt x="7899" y="2776"/>
                </a:cubicBezTo>
                <a:cubicBezTo>
                  <a:pt x="7728" y="2776"/>
                  <a:pt x="7593" y="2599"/>
                  <a:pt x="7593" y="2395"/>
                </a:cubicBezTo>
                <a:cubicBezTo>
                  <a:pt x="7593" y="2206"/>
                  <a:pt x="7751" y="2048"/>
                  <a:pt x="7940" y="2048"/>
                </a:cubicBezTo>
                <a:close/>
                <a:moveTo>
                  <a:pt x="11027" y="3466"/>
                </a:moveTo>
                <a:lnTo>
                  <a:pt x="11027" y="4191"/>
                </a:lnTo>
                <a:lnTo>
                  <a:pt x="8601" y="4191"/>
                </a:lnTo>
                <a:cubicBezTo>
                  <a:pt x="8412" y="4191"/>
                  <a:pt x="8255" y="4033"/>
                  <a:pt x="8255" y="3812"/>
                </a:cubicBezTo>
                <a:cubicBezTo>
                  <a:pt x="8255" y="3623"/>
                  <a:pt x="8412" y="3466"/>
                  <a:pt x="8601" y="3466"/>
                </a:cubicBezTo>
                <a:close/>
                <a:moveTo>
                  <a:pt x="1292" y="4884"/>
                </a:moveTo>
                <a:lnTo>
                  <a:pt x="1292" y="5608"/>
                </a:lnTo>
                <a:lnTo>
                  <a:pt x="568" y="5608"/>
                </a:lnTo>
                <a:lnTo>
                  <a:pt x="568" y="4884"/>
                </a:lnTo>
                <a:close/>
                <a:moveTo>
                  <a:pt x="11027" y="4884"/>
                </a:moveTo>
                <a:lnTo>
                  <a:pt x="11027" y="5608"/>
                </a:lnTo>
                <a:lnTo>
                  <a:pt x="6207" y="5608"/>
                </a:lnTo>
                <a:lnTo>
                  <a:pt x="6207" y="4884"/>
                </a:lnTo>
                <a:close/>
                <a:moveTo>
                  <a:pt x="3718" y="2080"/>
                </a:moveTo>
                <a:cubicBezTo>
                  <a:pt x="4663" y="2080"/>
                  <a:pt x="5482" y="2867"/>
                  <a:pt x="5482" y="3844"/>
                </a:cubicBezTo>
                <a:lnTo>
                  <a:pt x="5482" y="5955"/>
                </a:lnTo>
                <a:cubicBezTo>
                  <a:pt x="5482" y="6144"/>
                  <a:pt x="5325" y="6301"/>
                  <a:pt x="5136" y="6301"/>
                </a:cubicBezTo>
                <a:lnTo>
                  <a:pt x="2300" y="6301"/>
                </a:lnTo>
                <a:cubicBezTo>
                  <a:pt x="2111" y="6301"/>
                  <a:pt x="1954" y="6144"/>
                  <a:pt x="1954" y="5955"/>
                </a:cubicBezTo>
                <a:lnTo>
                  <a:pt x="1954" y="3844"/>
                </a:lnTo>
                <a:cubicBezTo>
                  <a:pt x="1954" y="2899"/>
                  <a:pt x="2742" y="2080"/>
                  <a:pt x="3718" y="2080"/>
                </a:cubicBezTo>
                <a:close/>
                <a:moveTo>
                  <a:pt x="11027" y="6301"/>
                </a:moveTo>
                <a:lnTo>
                  <a:pt x="11027" y="7688"/>
                </a:lnTo>
                <a:lnTo>
                  <a:pt x="7593" y="7688"/>
                </a:lnTo>
                <a:lnTo>
                  <a:pt x="7593" y="6301"/>
                </a:lnTo>
                <a:lnTo>
                  <a:pt x="8948" y="6301"/>
                </a:lnTo>
                <a:lnTo>
                  <a:pt x="8948" y="6648"/>
                </a:lnTo>
                <a:cubicBezTo>
                  <a:pt x="8948" y="6868"/>
                  <a:pt x="9106" y="7026"/>
                  <a:pt x="9326" y="7026"/>
                </a:cubicBezTo>
                <a:cubicBezTo>
                  <a:pt x="9515" y="7026"/>
                  <a:pt x="9673" y="6868"/>
                  <a:pt x="9673" y="6648"/>
                </a:cubicBezTo>
                <a:lnTo>
                  <a:pt x="9673" y="6301"/>
                </a:lnTo>
                <a:close/>
                <a:moveTo>
                  <a:pt x="4443" y="8349"/>
                </a:moveTo>
                <a:cubicBezTo>
                  <a:pt x="4852" y="8349"/>
                  <a:pt x="5293" y="8633"/>
                  <a:pt x="5419" y="9074"/>
                </a:cubicBezTo>
                <a:lnTo>
                  <a:pt x="2080" y="9074"/>
                </a:lnTo>
                <a:cubicBezTo>
                  <a:pt x="2237" y="8664"/>
                  <a:pt x="2616" y="8349"/>
                  <a:pt x="3057" y="8349"/>
                </a:cubicBezTo>
                <a:close/>
                <a:moveTo>
                  <a:pt x="11027" y="8349"/>
                </a:moveTo>
                <a:lnTo>
                  <a:pt x="11027" y="9735"/>
                </a:lnTo>
                <a:lnTo>
                  <a:pt x="7593" y="9735"/>
                </a:lnTo>
                <a:lnTo>
                  <a:pt x="7593" y="8349"/>
                </a:lnTo>
                <a:lnTo>
                  <a:pt x="8948" y="8349"/>
                </a:lnTo>
                <a:lnTo>
                  <a:pt x="8948" y="8696"/>
                </a:lnTo>
                <a:cubicBezTo>
                  <a:pt x="8948" y="8916"/>
                  <a:pt x="9106" y="9074"/>
                  <a:pt x="9326" y="9074"/>
                </a:cubicBezTo>
                <a:cubicBezTo>
                  <a:pt x="9515" y="9074"/>
                  <a:pt x="9673" y="8916"/>
                  <a:pt x="9673" y="8696"/>
                </a:cubicBezTo>
                <a:lnTo>
                  <a:pt x="9673" y="8349"/>
                </a:lnTo>
                <a:close/>
                <a:moveTo>
                  <a:pt x="8633" y="0"/>
                </a:moveTo>
                <a:cubicBezTo>
                  <a:pt x="8066" y="0"/>
                  <a:pt x="7625" y="473"/>
                  <a:pt x="7625" y="1040"/>
                </a:cubicBezTo>
                <a:cubicBezTo>
                  <a:pt x="7625" y="1135"/>
                  <a:pt x="7656" y="1292"/>
                  <a:pt x="7688" y="1418"/>
                </a:cubicBezTo>
                <a:cubicBezTo>
                  <a:pt x="7278" y="1544"/>
                  <a:pt x="6963" y="1922"/>
                  <a:pt x="6963" y="2395"/>
                </a:cubicBezTo>
                <a:cubicBezTo>
                  <a:pt x="6963" y="2678"/>
                  <a:pt x="7058" y="2962"/>
                  <a:pt x="7278" y="3151"/>
                </a:cubicBezTo>
                <a:cubicBezTo>
                  <a:pt x="7373" y="3308"/>
                  <a:pt x="7530" y="3403"/>
                  <a:pt x="7751" y="3434"/>
                </a:cubicBezTo>
                <a:cubicBezTo>
                  <a:pt x="7688" y="3560"/>
                  <a:pt x="7656" y="3655"/>
                  <a:pt x="7656" y="3812"/>
                </a:cubicBezTo>
                <a:cubicBezTo>
                  <a:pt x="7656" y="3939"/>
                  <a:pt x="7688" y="4065"/>
                  <a:pt x="7751" y="4191"/>
                </a:cubicBezTo>
                <a:lnTo>
                  <a:pt x="6270" y="4191"/>
                </a:lnTo>
                <a:lnTo>
                  <a:pt x="6270" y="3812"/>
                </a:lnTo>
                <a:cubicBezTo>
                  <a:pt x="6270" y="2489"/>
                  <a:pt x="5167" y="1387"/>
                  <a:pt x="3844" y="1387"/>
                </a:cubicBezTo>
                <a:cubicBezTo>
                  <a:pt x="2490" y="1387"/>
                  <a:pt x="1387" y="2489"/>
                  <a:pt x="1387" y="3812"/>
                </a:cubicBezTo>
                <a:lnTo>
                  <a:pt x="1387" y="4191"/>
                </a:lnTo>
                <a:lnTo>
                  <a:pt x="379" y="4191"/>
                </a:lnTo>
                <a:cubicBezTo>
                  <a:pt x="158" y="4191"/>
                  <a:pt x="1" y="4348"/>
                  <a:pt x="1" y="4537"/>
                </a:cubicBezTo>
                <a:lnTo>
                  <a:pt x="1" y="11500"/>
                </a:lnTo>
                <a:cubicBezTo>
                  <a:pt x="1" y="11689"/>
                  <a:pt x="158" y="11846"/>
                  <a:pt x="379" y="11846"/>
                </a:cubicBezTo>
                <a:cubicBezTo>
                  <a:pt x="568" y="11846"/>
                  <a:pt x="725" y="11689"/>
                  <a:pt x="725" y="11500"/>
                </a:cubicBezTo>
                <a:lnTo>
                  <a:pt x="725" y="6301"/>
                </a:lnTo>
                <a:lnTo>
                  <a:pt x="1481" y="6301"/>
                </a:lnTo>
                <a:cubicBezTo>
                  <a:pt x="1639" y="6711"/>
                  <a:pt x="1985" y="7026"/>
                  <a:pt x="2458" y="7026"/>
                </a:cubicBezTo>
                <a:lnTo>
                  <a:pt x="3529" y="7026"/>
                </a:lnTo>
                <a:lnTo>
                  <a:pt x="3529" y="7719"/>
                </a:lnTo>
                <a:lnTo>
                  <a:pt x="3151" y="7719"/>
                </a:lnTo>
                <a:cubicBezTo>
                  <a:pt x="2237" y="7719"/>
                  <a:pt x="1387" y="8507"/>
                  <a:pt x="1387" y="9452"/>
                </a:cubicBezTo>
                <a:cubicBezTo>
                  <a:pt x="1387" y="9641"/>
                  <a:pt x="1544" y="9798"/>
                  <a:pt x="1733" y="9798"/>
                </a:cubicBezTo>
                <a:lnTo>
                  <a:pt x="3529" y="9798"/>
                </a:lnTo>
                <a:lnTo>
                  <a:pt x="3529" y="10523"/>
                </a:lnTo>
                <a:lnTo>
                  <a:pt x="2458" y="10523"/>
                </a:lnTo>
                <a:cubicBezTo>
                  <a:pt x="1859" y="10523"/>
                  <a:pt x="1418" y="10996"/>
                  <a:pt x="1418" y="11531"/>
                </a:cubicBezTo>
                <a:cubicBezTo>
                  <a:pt x="1418" y="11752"/>
                  <a:pt x="1576" y="11909"/>
                  <a:pt x="1796" y="11909"/>
                </a:cubicBezTo>
                <a:cubicBezTo>
                  <a:pt x="1985" y="11909"/>
                  <a:pt x="2143" y="11752"/>
                  <a:pt x="2143" y="11531"/>
                </a:cubicBezTo>
                <a:cubicBezTo>
                  <a:pt x="2143" y="11342"/>
                  <a:pt x="2300" y="11185"/>
                  <a:pt x="2490" y="11185"/>
                </a:cubicBezTo>
                <a:lnTo>
                  <a:pt x="3561" y="11185"/>
                </a:lnTo>
                <a:lnTo>
                  <a:pt x="3561" y="11531"/>
                </a:lnTo>
                <a:cubicBezTo>
                  <a:pt x="3561" y="11752"/>
                  <a:pt x="3718" y="11909"/>
                  <a:pt x="3907" y="11909"/>
                </a:cubicBezTo>
                <a:cubicBezTo>
                  <a:pt x="4096" y="11909"/>
                  <a:pt x="4254" y="11752"/>
                  <a:pt x="4254" y="11531"/>
                </a:cubicBezTo>
                <a:lnTo>
                  <a:pt x="4254" y="11185"/>
                </a:lnTo>
                <a:lnTo>
                  <a:pt x="5325" y="11185"/>
                </a:lnTo>
                <a:cubicBezTo>
                  <a:pt x="5514" y="11185"/>
                  <a:pt x="5672" y="11342"/>
                  <a:pt x="5672" y="11531"/>
                </a:cubicBezTo>
                <a:cubicBezTo>
                  <a:pt x="5672" y="11752"/>
                  <a:pt x="5829" y="11909"/>
                  <a:pt x="6050" y="11909"/>
                </a:cubicBezTo>
                <a:cubicBezTo>
                  <a:pt x="6239" y="11909"/>
                  <a:pt x="6396" y="11752"/>
                  <a:pt x="6396" y="11531"/>
                </a:cubicBezTo>
                <a:cubicBezTo>
                  <a:pt x="6396" y="10964"/>
                  <a:pt x="5924" y="10523"/>
                  <a:pt x="5356" y="10523"/>
                </a:cubicBezTo>
                <a:lnTo>
                  <a:pt x="4317" y="10523"/>
                </a:lnTo>
                <a:lnTo>
                  <a:pt x="4317" y="9798"/>
                </a:lnTo>
                <a:lnTo>
                  <a:pt x="6081" y="9798"/>
                </a:lnTo>
                <a:cubicBezTo>
                  <a:pt x="6270" y="9798"/>
                  <a:pt x="6428" y="9641"/>
                  <a:pt x="6428" y="9452"/>
                </a:cubicBezTo>
                <a:cubicBezTo>
                  <a:pt x="6428" y="8507"/>
                  <a:pt x="5640" y="7719"/>
                  <a:pt x="4663" y="7719"/>
                </a:cubicBezTo>
                <a:lnTo>
                  <a:pt x="4317" y="7719"/>
                </a:lnTo>
                <a:lnTo>
                  <a:pt x="4317" y="7026"/>
                </a:lnTo>
                <a:lnTo>
                  <a:pt x="5356" y="7026"/>
                </a:lnTo>
                <a:cubicBezTo>
                  <a:pt x="5798" y="7026"/>
                  <a:pt x="6207" y="6742"/>
                  <a:pt x="6365" y="6301"/>
                </a:cubicBezTo>
                <a:lnTo>
                  <a:pt x="7089" y="6301"/>
                </a:lnTo>
                <a:lnTo>
                  <a:pt x="7089" y="11500"/>
                </a:lnTo>
                <a:cubicBezTo>
                  <a:pt x="7089" y="11689"/>
                  <a:pt x="7247" y="11846"/>
                  <a:pt x="7467" y="11846"/>
                </a:cubicBezTo>
                <a:cubicBezTo>
                  <a:pt x="7656" y="11846"/>
                  <a:pt x="7814" y="11689"/>
                  <a:pt x="7814" y="11500"/>
                </a:cubicBezTo>
                <a:lnTo>
                  <a:pt x="7814" y="10492"/>
                </a:lnTo>
                <a:lnTo>
                  <a:pt x="11279" y="10492"/>
                </a:lnTo>
                <a:lnTo>
                  <a:pt x="11279" y="11500"/>
                </a:lnTo>
                <a:cubicBezTo>
                  <a:pt x="11279" y="11689"/>
                  <a:pt x="11437" y="11846"/>
                  <a:pt x="11626" y="11846"/>
                </a:cubicBezTo>
                <a:cubicBezTo>
                  <a:pt x="11815" y="11846"/>
                  <a:pt x="11972" y="11689"/>
                  <a:pt x="11972" y="11500"/>
                </a:cubicBezTo>
                <a:lnTo>
                  <a:pt x="11972" y="3151"/>
                </a:lnTo>
                <a:cubicBezTo>
                  <a:pt x="11972" y="2962"/>
                  <a:pt x="11815" y="2804"/>
                  <a:pt x="11626" y="2804"/>
                </a:cubicBezTo>
                <a:lnTo>
                  <a:pt x="11279" y="2804"/>
                </a:lnTo>
                <a:lnTo>
                  <a:pt x="11279" y="2080"/>
                </a:lnTo>
                <a:lnTo>
                  <a:pt x="11626" y="2080"/>
                </a:lnTo>
                <a:cubicBezTo>
                  <a:pt x="11815" y="2080"/>
                  <a:pt x="11972" y="1922"/>
                  <a:pt x="11972" y="1733"/>
                </a:cubicBezTo>
                <a:lnTo>
                  <a:pt x="11972" y="347"/>
                </a:lnTo>
                <a:cubicBezTo>
                  <a:pt x="11752" y="158"/>
                  <a:pt x="11594" y="0"/>
                  <a:pt x="114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0" name="Google Shape;9255;p73">
            <a:extLst>
              <a:ext uri="{FF2B5EF4-FFF2-40B4-BE49-F238E27FC236}">
                <a16:creationId xmlns:a16="http://schemas.microsoft.com/office/drawing/2014/main" id="{9365317F-5F66-9BBC-1845-0EE7F2FF0303}"/>
              </a:ext>
            </a:extLst>
          </p:cNvPr>
          <p:cNvSpPr/>
          <p:nvPr/>
        </p:nvSpPr>
        <p:spPr>
          <a:xfrm>
            <a:off x="7077454" y="3124711"/>
            <a:ext cx="70393" cy="69344"/>
          </a:xfrm>
          <a:custGeom>
            <a:avLst/>
            <a:gdLst/>
            <a:ahLst/>
            <a:cxnLst/>
            <a:rect l="l" t="t" r="r" b="b"/>
            <a:pathLst>
              <a:path w="2080" h="2049" extrusionOk="0">
                <a:moveTo>
                  <a:pt x="1009" y="662"/>
                </a:moveTo>
                <a:cubicBezTo>
                  <a:pt x="1229" y="662"/>
                  <a:pt x="1387" y="851"/>
                  <a:pt x="1387" y="1040"/>
                </a:cubicBezTo>
                <a:cubicBezTo>
                  <a:pt x="1387" y="1229"/>
                  <a:pt x="1229" y="1387"/>
                  <a:pt x="1009" y="1387"/>
                </a:cubicBezTo>
                <a:cubicBezTo>
                  <a:pt x="819" y="1387"/>
                  <a:pt x="662" y="1229"/>
                  <a:pt x="662" y="1040"/>
                </a:cubicBezTo>
                <a:cubicBezTo>
                  <a:pt x="662" y="851"/>
                  <a:pt x="819" y="662"/>
                  <a:pt x="1009" y="662"/>
                </a:cubicBezTo>
                <a:close/>
                <a:moveTo>
                  <a:pt x="1009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09" y="2048"/>
                </a:cubicBezTo>
                <a:cubicBezTo>
                  <a:pt x="1607" y="2048"/>
                  <a:pt x="2048" y="1576"/>
                  <a:pt x="2048" y="1040"/>
                </a:cubicBezTo>
                <a:cubicBezTo>
                  <a:pt x="2080" y="473"/>
                  <a:pt x="1607" y="0"/>
                  <a:pt x="1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01" name="Google Shape;9256;p73">
            <a:extLst>
              <a:ext uri="{FF2B5EF4-FFF2-40B4-BE49-F238E27FC236}">
                <a16:creationId xmlns:a16="http://schemas.microsoft.com/office/drawing/2014/main" id="{60AF595F-8983-D6C4-3E1B-3643AF2BA038}"/>
              </a:ext>
            </a:extLst>
          </p:cNvPr>
          <p:cNvSpPr/>
          <p:nvPr/>
        </p:nvSpPr>
        <p:spPr>
          <a:xfrm>
            <a:off x="6911115" y="3031948"/>
            <a:ext cx="401982" cy="258050"/>
          </a:xfrm>
          <a:custGeom>
            <a:avLst/>
            <a:gdLst/>
            <a:ahLst/>
            <a:cxnLst/>
            <a:rect l="l" t="t" r="r" b="b"/>
            <a:pathLst>
              <a:path w="11878" h="7625" extrusionOk="0">
                <a:moveTo>
                  <a:pt x="5924" y="662"/>
                </a:moveTo>
                <a:cubicBezTo>
                  <a:pt x="7404" y="662"/>
                  <a:pt x="8759" y="1576"/>
                  <a:pt x="9641" y="2332"/>
                </a:cubicBezTo>
                <a:cubicBezTo>
                  <a:pt x="9736" y="2395"/>
                  <a:pt x="9830" y="2489"/>
                  <a:pt x="9925" y="2584"/>
                </a:cubicBezTo>
                <a:cubicBezTo>
                  <a:pt x="8696" y="2080"/>
                  <a:pt x="7278" y="1733"/>
                  <a:pt x="5924" y="1733"/>
                </a:cubicBezTo>
                <a:cubicBezTo>
                  <a:pt x="4569" y="1733"/>
                  <a:pt x="3183" y="2080"/>
                  <a:pt x="1954" y="2584"/>
                </a:cubicBezTo>
                <a:cubicBezTo>
                  <a:pt x="2048" y="2521"/>
                  <a:pt x="2111" y="2458"/>
                  <a:pt x="2206" y="2395"/>
                </a:cubicBezTo>
                <a:cubicBezTo>
                  <a:pt x="3151" y="1544"/>
                  <a:pt x="4474" y="662"/>
                  <a:pt x="5924" y="662"/>
                </a:cubicBezTo>
                <a:close/>
                <a:moveTo>
                  <a:pt x="5924" y="2426"/>
                </a:moveTo>
                <a:cubicBezTo>
                  <a:pt x="6333" y="2426"/>
                  <a:pt x="6711" y="2489"/>
                  <a:pt x="7089" y="2521"/>
                </a:cubicBezTo>
                <a:cubicBezTo>
                  <a:pt x="7467" y="2836"/>
                  <a:pt x="7656" y="3308"/>
                  <a:pt x="7656" y="3813"/>
                </a:cubicBezTo>
                <a:cubicBezTo>
                  <a:pt x="7656" y="4758"/>
                  <a:pt x="6869" y="5545"/>
                  <a:pt x="5924" y="5545"/>
                </a:cubicBezTo>
                <a:cubicBezTo>
                  <a:pt x="4978" y="5545"/>
                  <a:pt x="4191" y="4758"/>
                  <a:pt x="4191" y="3813"/>
                </a:cubicBezTo>
                <a:cubicBezTo>
                  <a:pt x="4191" y="3308"/>
                  <a:pt x="4411" y="2836"/>
                  <a:pt x="4789" y="2521"/>
                </a:cubicBezTo>
                <a:cubicBezTo>
                  <a:pt x="5136" y="2489"/>
                  <a:pt x="5545" y="2426"/>
                  <a:pt x="5924" y="2426"/>
                </a:cubicBezTo>
                <a:close/>
                <a:moveTo>
                  <a:pt x="3781" y="2710"/>
                </a:moveTo>
                <a:lnTo>
                  <a:pt x="3781" y="2710"/>
                </a:lnTo>
                <a:cubicBezTo>
                  <a:pt x="3624" y="3056"/>
                  <a:pt x="3498" y="3434"/>
                  <a:pt x="3498" y="3813"/>
                </a:cubicBezTo>
                <a:cubicBezTo>
                  <a:pt x="3498" y="5167"/>
                  <a:pt x="4600" y="6270"/>
                  <a:pt x="5924" y="6270"/>
                </a:cubicBezTo>
                <a:cubicBezTo>
                  <a:pt x="7278" y="6270"/>
                  <a:pt x="8381" y="5167"/>
                  <a:pt x="8381" y="3813"/>
                </a:cubicBezTo>
                <a:cubicBezTo>
                  <a:pt x="8381" y="3434"/>
                  <a:pt x="8286" y="3056"/>
                  <a:pt x="8097" y="2710"/>
                </a:cubicBezTo>
                <a:lnTo>
                  <a:pt x="8097" y="2710"/>
                </a:lnTo>
                <a:cubicBezTo>
                  <a:pt x="9137" y="2993"/>
                  <a:pt x="10145" y="3434"/>
                  <a:pt x="11027" y="3907"/>
                </a:cubicBezTo>
                <a:cubicBezTo>
                  <a:pt x="10744" y="4222"/>
                  <a:pt x="10240" y="4789"/>
                  <a:pt x="9547" y="5356"/>
                </a:cubicBezTo>
                <a:cubicBezTo>
                  <a:pt x="8601" y="6144"/>
                  <a:pt x="7310" y="6932"/>
                  <a:pt x="5924" y="6932"/>
                </a:cubicBezTo>
                <a:cubicBezTo>
                  <a:pt x="4474" y="6932"/>
                  <a:pt x="3088" y="6018"/>
                  <a:pt x="2237" y="5262"/>
                </a:cubicBezTo>
                <a:cubicBezTo>
                  <a:pt x="1607" y="4726"/>
                  <a:pt x="1135" y="4222"/>
                  <a:pt x="851" y="3907"/>
                </a:cubicBezTo>
                <a:cubicBezTo>
                  <a:pt x="1733" y="3371"/>
                  <a:pt x="2710" y="2962"/>
                  <a:pt x="3781" y="2710"/>
                </a:cubicBezTo>
                <a:close/>
                <a:moveTo>
                  <a:pt x="5924" y="0"/>
                </a:moveTo>
                <a:cubicBezTo>
                  <a:pt x="4411" y="0"/>
                  <a:pt x="2931" y="820"/>
                  <a:pt x="1765" y="1796"/>
                </a:cubicBezTo>
                <a:cubicBezTo>
                  <a:pt x="725" y="2678"/>
                  <a:pt x="95" y="3592"/>
                  <a:pt x="64" y="3624"/>
                </a:cubicBezTo>
                <a:cubicBezTo>
                  <a:pt x="1" y="3750"/>
                  <a:pt x="1" y="3907"/>
                  <a:pt x="64" y="4002"/>
                </a:cubicBezTo>
                <a:cubicBezTo>
                  <a:pt x="95" y="4065"/>
                  <a:pt x="725" y="4915"/>
                  <a:pt x="1765" y="5829"/>
                </a:cubicBezTo>
                <a:cubicBezTo>
                  <a:pt x="2931" y="6805"/>
                  <a:pt x="4348" y="7625"/>
                  <a:pt x="5924" y="7625"/>
                </a:cubicBezTo>
                <a:cubicBezTo>
                  <a:pt x="7436" y="7625"/>
                  <a:pt x="8759" y="6900"/>
                  <a:pt x="9925" y="5955"/>
                </a:cubicBezTo>
                <a:cubicBezTo>
                  <a:pt x="10712" y="5325"/>
                  <a:pt x="11374" y="4600"/>
                  <a:pt x="11815" y="4002"/>
                </a:cubicBezTo>
                <a:cubicBezTo>
                  <a:pt x="11878" y="3907"/>
                  <a:pt x="11878" y="3750"/>
                  <a:pt x="11815" y="3624"/>
                </a:cubicBezTo>
                <a:cubicBezTo>
                  <a:pt x="11752" y="3592"/>
                  <a:pt x="11122" y="2710"/>
                  <a:pt x="10114" y="1796"/>
                </a:cubicBezTo>
                <a:cubicBezTo>
                  <a:pt x="8916" y="820"/>
                  <a:pt x="7499" y="0"/>
                  <a:pt x="592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6" name="Google Shape;9258;p73">
            <a:extLst>
              <a:ext uri="{FF2B5EF4-FFF2-40B4-BE49-F238E27FC236}">
                <a16:creationId xmlns:a16="http://schemas.microsoft.com/office/drawing/2014/main" id="{A76A1721-4951-D5D8-A94A-E26643334D9F}"/>
              </a:ext>
            </a:extLst>
          </p:cNvPr>
          <p:cNvSpPr/>
          <p:nvPr/>
        </p:nvSpPr>
        <p:spPr>
          <a:xfrm>
            <a:off x="8439350" y="2100533"/>
            <a:ext cx="403031" cy="257169"/>
          </a:xfrm>
          <a:custGeom>
            <a:avLst/>
            <a:gdLst/>
            <a:ahLst/>
            <a:cxnLst/>
            <a:rect l="l" t="t" r="r" b="b"/>
            <a:pathLst>
              <a:path w="11909" h="7599" extrusionOk="0">
                <a:moveTo>
                  <a:pt x="9767" y="2079"/>
                </a:moveTo>
                <a:lnTo>
                  <a:pt x="9767" y="5198"/>
                </a:lnTo>
                <a:cubicBezTo>
                  <a:pt x="9735" y="5041"/>
                  <a:pt x="9672" y="4915"/>
                  <a:pt x="9546" y="4789"/>
                </a:cubicBezTo>
                <a:lnTo>
                  <a:pt x="7813" y="3056"/>
                </a:lnTo>
                <a:cubicBezTo>
                  <a:pt x="7624" y="2867"/>
                  <a:pt x="7341" y="2741"/>
                  <a:pt x="7057" y="2741"/>
                </a:cubicBezTo>
                <a:lnTo>
                  <a:pt x="6018" y="2741"/>
                </a:lnTo>
                <a:cubicBezTo>
                  <a:pt x="5923" y="2741"/>
                  <a:pt x="5797" y="2836"/>
                  <a:pt x="5734" y="2930"/>
                </a:cubicBezTo>
                <a:lnTo>
                  <a:pt x="5482" y="3403"/>
                </a:lnTo>
                <a:cubicBezTo>
                  <a:pt x="5293" y="3812"/>
                  <a:pt x="4883" y="4001"/>
                  <a:pt x="4505" y="4001"/>
                </a:cubicBezTo>
                <a:lnTo>
                  <a:pt x="5356" y="2269"/>
                </a:lnTo>
                <a:cubicBezTo>
                  <a:pt x="5419" y="2143"/>
                  <a:pt x="5576" y="2079"/>
                  <a:pt x="5671" y="2079"/>
                </a:cubicBezTo>
                <a:close/>
                <a:moveTo>
                  <a:pt x="1418" y="2079"/>
                </a:moveTo>
                <a:lnTo>
                  <a:pt x="1418" y="5545"/>
                </a:lnTo>
                <a:lnTo>
                  <a:pt x="725" y="5545"/>
                </a:lnTo>
                <a:lnTo>
                  <a:pt x="725" y="2079"/>
                </a:lnTo>
                <a:close/>
                <a:moveTo>
                  <a:pt x="11153" y="2079"/>
                </a:moveTo>
                <a:lnTo>
                  <a:pt x="11153" y="5545"/>
                </a:lnTo>
                <a:lnTo>
                  <a:pt x="10460" y="5545"/>
                </a:lnTo>
                <a:lnTo>
                  <a:pt x="10460" y="2079"/>
                </a:lnTo>
                <a:close/>
                <a:moveTo>
                  <a:pt x="6931" y="630"/>
                </a:moveTo>
                <a:cubicBezTo>
                  <a:pt x="6774" y="1008"/>
                  <a:pt x="6427" y="1323"/>
                  <a:pt x="5955" y="1323"/>
                </a:cubicBezTo>
                <a:lnTo>
                  <a:pt x="5671" y="1323"/>
                </a:lnTo>
                <a:cubicBezTo>
                  <a:pt x="5293" y="1323"/>
                  <a:pt x="4946" y="1575"/>
                  <a:pt x="4726" y="1922"/>
                </a:cubicBezTo>
                <a:lnTo>
                  <a:pt x="3655" y="4064"/>
                </a:lnTo>
                <a:cubicBezTo>
                  <a:pt x="3623" y="4127"/>
                  <a:pt x="3623" y="4253"/>
                  <a:pt x="3655" y="4316"/>
                </a:cubicBezTo>
                <a:cubicBezTo>
                  <a:pt x="3718" y="4411"/>
                  <a:pt x="3781" y="4474"/>
                  <a:pt x="3875" y="4537"/>
                </a:cubicBezTo>
                <a:cubicBezTo>
                  <a:pt x="4088" y="4627"/>
                  <a:pt x="4310" y="4670"/>
                  <a:pt x="4532" y="4670"/>
                </a:cubicBezTo>
                <a:cubicBezTo>
                  <a:pt x="5165" y="4670"/>
                  <a:pt x="5785" y="4316"/>
                  <a:pt x="6112" y="3686"/>
                </a:cubicBezTo>
                <a:lnTo>
                  <a:pt x="6238" y="3434"/>
                </a:lnTo>
                <a:lnTo>
                  <a:pt x="7026" y="3434"/>
                </a:lnTo>
                <a:cubicBezTo>
                  <a:pt x="7089" y="3434"/>
                  <a:pt x="7215" y="3466"/>
                  <a:pt x="7246" y="3529"/>
                </a:cubicBezTo>
                <a:lnTo>
                  <a:pt x="8979" y="5261"/>
                </a:lnTo>
                <a:cubicBezTo>
                  <a:pt x="9137" y="5419"/>
                  <a:pt x="9137" y="5545"/>
                  <a:pt x="9105" y="5640"/>
                </a:cubicBezTo>
                <a:cubicBezTo>
                  <a:pt x="9105" y="5671"/>
                  <a:pt x="9042" y="5829"/>
                  <a:pt x="8885" y="5860"/>
                </a:cubicBezTo>
                <a:lnTo>
                  <a:pt x="5576" y="6805"/>
                </a:lnTo>
                <a:cubicBezTo>
                  <a:pt x="5543" y="6814"/>
                  <a:pt x="5507" y="6818"/>
                  <a:pt x="5470" y="6818"/>
                </a:cubicBezTo>
                <a:cubicBezTo>
                  <a:pt x="5371" y="6818"/>
                  <a:pt x="5268" y="6788"/>
                  <a:pt x="5198" y="6742"/>
                </a:cubicBezTo>
                <a:lnTo>
                  <a:pt x="4096" y="5640"/>
                </a:lnTo>
                <a:cubicBezTo>
                  <a:pt x="4033" y="5545"/>
                  <a:pt x="3938" y="5514"/>
                  <a:pt x="3875" y="5514"/>
                </a:cubicBezTo>
                <a:lnTo>
                  <a:pt x="2111" y="5514"/>
                </a:lnTo>
                <a:lnTo>
                  <a:pt x="2111" y="2048"/>
                </a:lnTo>
                <a:lnTo>
                  <a:pt x="2741" y="2048"/>
                </a:lnTo>
                <a:cubicBezTo>
                  <a:pt x="3119" y="2048"/>
                  <a:pt x="3466" y="1796"/>
                  <a:pt x="3686" y="1449"/>
                </a:cubicBezTo>
                <a:lnTo>
                  <a:pt x="4001" y="819"/>
                </a:lnTo>
                <a:cubicBezTo>
                  <a:pt x="4064" y="693"/>
                  <a:pt x="4190" y="630"/>
                  <a:pt x="4316" y="630"/>
                </a:cubicBezTo>
                <a:close/>
                <a:moveTo>
                  <a:pt x="4316" y="0"/>
                </a:moveTo>
                <a:cubicBezTo>
                  <a:pt x="3907" y="0"/>
                  <a:pt x="3560" y="221"/>
                  <a:pt x="3371" y="599"/>
                </a:cubicBezTo>
                <a:lnTo>
                  <a:pt x="3056" y="1229"/>
                </a:lnTo>
                <a:cubicBezTo>
                  <a:pt x="2962" y="1323"/>
                  <a:pt x="2836" y="1418"/>
                  <a:pt x="2741" y="1418"/>
                </a:cubicBezTo>
                <a:lnTo>
                  <a:pt x="378" y="1418"/>
                </a:lnTo>
                <a:cubicBezTo>
                  <a:pt x="158" y="1418"/>
                  <a:pt x="0" y="1575"/>
                  <a:pt x="0" y="1764"/>
                </a:cubicBezTo>
                <a:lnTo>
                  <a:pt x="0" y="5955"/>
                </a:lnTo>
                <a:cubicBezTo>
                  <a:pt x="0" y="6144"/>
                  <a:pt x="158" y="6301"/>
                  <a:pt x="378" y="6301"/>
                </a:cubicBezTo>
                <a:lnTo>
                  <a:pt x="3718" y="6301"/>
                </a:lnTo>
                <a:lnTo>
                  <a:pt x="4694" y="7278"/>
                </a:lnTo>
                <a:cubicBezTo>
                  <a:pt x="4894" y="7477"/>
                  <a:pt x="5139" y="7598"/>
                  <a:pt x="5410" y="7598"/>
                </a:cubicBezTo>
                <a:cubicBezTo>
                  <a:pt x="5525" y="7598"/>
                  <a:pt x="5644" y="7577"/>
                  <a:pt x="5766" y="7530"/>
                </a:cubicBezTo>
                <a:lnTo>
                  <a:pt x="9074" y="6553"/>
                </a:lnTo>
                <a:cubicBezTo>
                  <a:pt x="9263" y="6522"/>
                  <a:pt x="9420" y="6396"/>
                  <a:pt x="9578" y="6238"/>
                </a:cubicBezTo>
                <a:lnTo>
                  <a:pt x="11562" y="6238"/>
                </a:lnTo>
                <a:cubicBezTo>
                  <a:pt x="11751" y="6238"/>
                  <a:pt x="11909" y="6081"/>
                  <a:pt x="11909" y="5892"/>
                </a:cubicBezTo>
                <a:lnTo>
                  <a:pt x="11909" y="1733"/>
                </a:lnTo>
                <a:cubicBezTo>
                  <a:pt x="11877" y="1544"/>
                  <a:pt x="11720" y="1386"/>
                  <a:pt x="11499" y="1386"/>
                </a:cubicBezTo>
                <a:lnTo>
                  <a:pt x="7341" y="1386"/>
                </a:lnTo>
                <a:cubicBezTo>
                  <a:pt x="7561" y="1103"/>
                  <a:pt x="7687" y="693"/>
                  <a:pt x="7687" y="347"/>
                </a:cubicBezTo>
                <a:cubicBezTo>
                  <a:pt x="7687" y="158"/>
                  <a:pt x="7530" y="0"/>
                  <a:pt x="73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7" name="Google Shape;9259;p73">
            <a:extLst>
              <a:ext uri="{FF2B5EF4-FFF2-40B4-BE49-F238E27FC236}">
                <a16:creationId xmlns:a16="http://schemas.microsoft.com/office/drawing/2014/main" id="{C7E1AF80-4183-399E-E778-156776AD82FE}"/>
              </a:ext>
            </a:extLst>
          </p:cNvPr>
          <p:cNvSpPr/>
          <p:nvPr/>
        </p:nvSpPr>
        <p:spPr>
          <a:xfrm>
            <a:off x="8629105" y="1983233"/>
            <a:ext cx="23521" cy="58683"/>
          </a:xfrm>
          <a:custGeom>
            <a:avLst/>
            <a:gdLst/>
            <a:ahLst/>
            <a:cxnLst/>
            <a:rect l="l" t="t" r="r" b="b"/>
            <a:pathLst>
              <a:path w="695" h="1733" extrusionOk="0">
                <a:moveTo>
                  <a:pt x="348" y="1"/>
                </a:moveTo>
                <a:cubicBezTo>
                  <a:pt x="159" y="1"/>
                  <a:pt x="1" y="158"/>
                  <a:pt x="1" y="347"/>
                </a:cubicBezTo>
                <a:lnTo>
                  <a:pt x="1" y="1355"/>
                </a:lnTo>
                <a:cubicBezTo>
                  <a:pt x="1" y="1576"/>
                  <a:pt x="159" y="1733"/>
                  <a:pt x="348" y="1733"/>
                </a:cubicBezTo>
                <a:cubicBezTo>
                  <a:pt x="537" y="1733"/>
                  <a:pt x="694" y="1576"/>
                  <a:pt x="694" y="1355"/>
                </a:cubicBezTo>
                <a:lnTo>
                  <a:pt x="694" y="347"/>
                </a:lnTo>
                <a:cubicBezTo>
                  <a:pt x="694" y="158"/>
                  <a:pt x="537" y="1"/>
                  <a:pt x="3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8" name="Google Shape;9260;p73">
            <a:extLst>
              <a:ext uri="{FF2B5EF4-FFF2-40B4-BE49-F238E27FC236}">
                <a16:creationId xmlns:a16="http://schemas.microsoft.com/office/drawing/2014/main" id="{9626B0BC-25A3-9ED8-D9B0-AF6E49D3C495}"/>
              </a:ext>
            </a:extLst>
          </p:cNvPr>
          <p:cNvSpPr/>
          <p:nvPr/>
        </p:nvSpPr>
        <p:spPr>
          <a:xfrm>
            <a:off x="8534244" y="2029362"/>
            <a:ext cx="47989" cy="47752"/>
          </a:xfrm>
          <a:custGeom>
            <a:avLst/>
            <a:gdLst/>
            <a:ahLst/>
            <a:cxnLst/>
            <a:rect l="l" t="t" r="r" b="b"/>
            <a:pathLst>
              <a:path w="1418" h="1411" extrusionOk="0">
                <a:moveTo>
                  <a:pt x="374" y="0"/>
                </a:moveTo>
                <a:cubicBezTo>
                  <a:pt x="291" y="0"/>
                  <a:pt x="205" y="40"/>
                  <a:pt x="126" y="118"/>
                </a:cubicBezTo>
                <a:cubicBezTo>
                  <a:pt x="0" y="244"/>
                  <a:pt x="0" y="496"/>
                  <a:pt x="126" y="591"/>
                </a:cubicBezTo>
                <a:lnTo>
                  <a:pt x="819" y="1316"/>
                </a:lnTo>
                <a:cubicBezTo>
                  <a:pt x="882" y="1379"/>
                  <a:pt x="969" y="1410"/>
                  <a:pt x="1055" y="1410"/>
                </a:cubicBezTo>
                <a:cubicBezTo>
                  <a:pt x="1142" y="1410"/>
                  <a:pt x="1229" y="1379"/>
                  <a:pt x="1292" y="1316"/>
                </a:cubicBezTo>
                <a:cubicBezTo>
                  <a:pt x="1418" y="1190"/>
                  <a:pt x="1418" y="969"/>
                  <a:pt x="1292" y="843"/>
                </a:cubicBezTo>
                <a:lnTo>
                  <a:pt x="599" y="118"/>
                </a:lnTo>
                <a:cubicBezTo>
                  <a:pt x="536" y="40"/>
                  <a:pt x="457" y="0"/>
                  <a:pt x="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9" name="Google Shape;9261;p73">
            <a:extLst>
              <a:ext uri="{FF2B5EF4-FFF2-40B4-BE49-F238E27FC236}">
                <a16:creationId xmlns:a16="http://schemas.microsoft.com/office/drawing/2014/main" id="{A8C361C5-55B4-8479-90D5-F7F6B5FEFD54}"/>
              </a:ext>
            </a:extLst>
          </p:cNvPr>
          <p:cNvSpPr/>
          <p:nvPr/>
        </p:nvSpPr>
        <p:spPr>
          <a:xfrm>
            <a:off x="8698414" y="2029362"/>
            <a:ext cx="48023" cy="47752"/>
          </a:xfrm>
          <a:custGeom>
            <a:avLst/>
            <a:gdLst/>
            <a:ahLst/>
            <a:cxnLst/>
            <a:rect l="l" t="t" r="r" b="b"/>
            <a:pathLst>
              <a:path w="1419" h="1411" extrusionOk="0">
                <a:moveTo>
                  <a:pt x="1056" y="0"/>
                </a:moveTo>
                <a:cubicBezTo>
                  <a:pt x="970" y="0"/>
                  <a:pt x="883" y="40"/>
                  <a:pt x="820" y="118"/>
                </a:cubicBezTo>
                <a:lnTo>
                  <a:pt x="127" y="843"/>
                </a:lnTo>
                <a:cubicBezTo>
                  <a:pt x="1" y="969"/>
                  <a:pt x="1" y="1190"/>
                  <a:pt x="127" y="1316"/>
                </a:cubicBezTo>
                <a:cubicBezTo>
                  <a:pt x="174" y="1379"/>
                  <a:pt x="261" y="1410"/>
                  <a:pt x="351" y="1410"/>
                </a:cubicBezTo>
                <a:cubicBezTo>
                  <a:pt x="442" y="1410"/>
                  <a:pt x="536" y="1379"/>
                  <a:pt x="599" y="1316"/>
                </a:cubicBezTo>
                <a:lnTo>
                  <a:pt x="1293" y="591"/>
                </a:lnTo>
                <a:cubicBezTo>
                  <a:pt x="1419" y="496"/>
                  <a:pt x="1419" y="244"/>
                  <a:pt x="1293" y="118"/>
                </a:cubicBezTo>
                <a:cubicBezTo>
                  <a:pt x="1230" y="40"/>
                  <a:pt x="1143" y="0"/>
                  <a:pt x="105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2" name="Google Shape;9263;p73">
            <a:extLst>
              <a:ext uri="{FF2B5EF4-FFF2-40B4-BE49-F238E27FC236}">
                <a16:creationId xmlns:a16="http://schemas.microsoft.com/office/drawing/2014/main" id="{7153F8DD-3B39-8EF0-EB94-B9CC207C7D10}"/>
              </a:ext>
            </a:extLst>
          </p:cNvPr>
          <p:cNvSpPr/>
          <p:nvPr/>
        </p:nvSpPr>
        <p:spPr>
          <a:xfrm>
            <a:off x="2523298" y="2017990"/>
            <a:ext cx="141834" cy="92796"/>
          </a:xfrm>
          <a:custGeom>
            <a:avLst/>
            <a:gdLst/>
            <a:ahLst/>
            <a:cxnLst/>
            <a:rect l="l" t="t" r="r" b="b"/>
            <a:pathLst>
              <a:path w="4191" h="2742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05"/>
                  <a:pt x="158" y="662"/>
                  <a:pt x="315" y="662"/>
                </a:cubicBezTo>
                <a:lnTo>
                  <a:pt x="2426" y="662"/>
                </a:lnTo>
                <a:cubicBezTo>
                  <a:pt x="2615" y="662"/>
                  <a:pt x="2773" y="820"/>
                  <a:pt x="2773" y="1009"/>
                </a:cubicBezTo>
                <a:lnTo>
                  <a:pt x="2773" y="1576"/>
                </a:lnTo>
                <a:lnTo>
                  <a:pt x="2678" y="1450"/>
                </a:lnTo>
                <a:cubicBezTo>
                  <a:pt x="2615" y="1387"/>
                  <a:pt x="2521" y="1355"/>
                  <a:pt x="2430" y="1355"/>
                </a:cubicBezTo>
                <a:cubicBezTo>
                  <a:pt x="2340" y="1355"/>
                  <a:pt x="2253" y="1387"/>
                  <a:pt x="2206" y="1450"/>
                </a:cubicBezTo>
                <a:cubicBezTo>
                  <a:pt x="2080" y="1576"/>
                  <a:pt x="2080" y="1796"/>
                  <a:pt x="2206" y="1922"/>
                </a:cubicBezTo>
                <a:lnTo>
                  <a:pt x="2899" y="2647"/>
                </a:lnTo>
                <a:cubicBezTo>
                  <a:pt x="2993" y="2710"/>
                  <a:pt x="3056" y="2741"/>
                  <a:pt x="3151" y="2741"/>
                </a:cubicBezTo>
                <a:cubicBezTo>
                  <a:pt x="3214" y="2741"/>
                  <a:pt x="3340" y="2710"/>
                  <a:pt x="3371" y="2647"/>
                </a:cubicBezTo>
                <a:lnTo>
                  <a:pt x="4096" y="1922"/>
                </a:lnTo>
                <a:cubicBezTo>
                  <a:pt x="4191" y="1796"/>
                  <a:pt x="4191" y="1576"/>
                  <a:pt x="4096" y="1450"/>
                </a:cubicBezTo>
                <a:cubicBezTo>
                  <a:pt x="4033" y="1387"/>
                  <a:pt x="3938" y="1355"/>
                  <a:pt x="3848" y="1355"/>
                </a:cubicBezTo>
                <a:cubicBezTo>
                  <a:pt x="3757" y="1355"/>
                  <a:pt x="3671" y="1387"/>
                  <a:pt x="3623" y="1450"/>
                </a:cubicBezTo>
                <a:lnTo>
                  <a:pt x="3497" y="1576"/>
                </a:lnTo>
                <a:lnTo>
                  <a:pt x="3497" y="1009"/>
                </a:lnTo>
                <a:cubicBezTo>
                  <a:pt x="3497" y="442"/>
                  <a:pt x="3025" y="0"/>
                  <a:pt x="24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3" name="Google Shape;9264;p73">
            <a:extLst>
              <a:ext uri="{FF2B5EF4-FFF2-40B4-BE49-F238E27FC236}">
                <a16:creationId xmlns:a16="http://schemas.microsoft.com/office/drawing/2014/main" id="{4F52E16A-3154-C06D-B6D1-7AD184866699}"/>
              </a:ext>
            </a:extLst>
          </p:cNvPr>
          <p:cNvSpPr/>
          <p:nvPr/>
        </p:nvSpPr>
        <p:spPr>
          <a:xfrm>
            <a:off x="2380415" y="2229102"/>
            <a:ext cx="142917" cy="93845"/>
          </a:xfrm>
          <a:custGeom>
            <a:avLst/>
            <a:gdLst/>
            <a:ahLst/>
            <a:cxnLst/>
            <a:rect l="l" t="t" r="r" b="b"/>
            <a:pathLst>
              <a:path w="4223" h="2773" extrusionOk="0">
                <a:moveTo>
                  <a:pt x="1056" y="0"/>
                </a:moveTo>
                <a:cubicBezTo>
                  <a:pt x="969" y="0"/>
                  <a:pt x="883" y="32"/>
                  <a:pt x="820" y="95"/>
                </a:cubicBezTo>
                <a:lnTo>
                  <a:pt x="95" y="820"/>
                </a:lnTo>
                <a:cubicBezTo>
                  <a:pt x="1" y="914"/>
                  <a:pt x="1" y="1166"/>
                  <a:pt x="95" y="1292"/>
                </a:cubicBezTo>
                <a:cubicBezTo>
                  <a:pt x="158" y="1339"/>
                  <a:pt x="253" y="1363"/>
                  <a:pt x="343" y="1363"/>
                </a:cubicBezTo>
                <a:cubicBezTo>
                  <a:pt x="434" y="1363"/>
                  <a:pt x="521" y="1339"/>
                  <a:pt x="568" y="1292"/>
                </a:cubicBezTo>
                <a:lnTo>
                  <a:pt x="694" y="1166"/>
                </a:lnTo>
                <a:lnTo>
                  <a:pt x="694" y="1702"/>
                </a:lnTo>
                <a:cubicBezTo>
                  <a:pt x="757" y="2300"/>
                  <a:pt x="1229" y="2773"/>
                  <a:pt x="1765" y="2773"/>
                </a:cubicBezTo>
                <a:lnTo>
                  <a:pt x="3844" y="2773"/>
                </a:lnTo>
                <a:cubicBezTo>
                  <a:pt x="4065" y="2773"/>
                  <a:pt x="4222" y="2615"/>
                  <a:pt x="4222" y="2426"/>
                </a:cubicBezTo>
                <a:cubicBezTo>
                  <a:pt x="4222" y="2237"/>
                  <a:pt x="4065" y="2080"/>
                  <a:pt x="3844" y="2080"/>
                </a:cubicBezTo>
                <a:lnTo>
                  <a:pt x="1765" y="2080"/>
                </a:lnTo>
                <a:cubicBezTo>
                  <a:pt x="1576" y="2080"/>
                  <a:pt x="1418" y="1922"/>
                  <a:pt x="1418" y="1702"/>
                </a:cubicBezTo>
                <a:lnTo>
                  <a:pt x="1418" y="1166"/>
                </a:lnTo>
                <a:lnTo>
                  <a:pt x="1544" y="1292"/>
                </a:lnTo>
                <a:cubicBezTo>
                  <a:pt x="1592" y="1339"/>
                  <a:pt x="1678" y="1363"/>
                  <a:pt x="1769" y="1363"/>
                </a:cubicBezTo>
                <a:cubicBezTo>
                  <a:pt x="1859" y="1363"/>
                  <a:pt x="1954" y="1339"/>
                  <a:pt x="2017" y="1292"/>
                </a:cubicBezTo>
                <a:cubicBezTo>
                  <a:pt x="2112" y="1166"/>
                  <a:pt x="2112" y="914"/>
                  <a:pt x="2017" y="820"/>
                </a:cubicBezTo>
                <a:lnTo>
                  <a:pt x="1292" y="95"/>
                </a:lnTo>
                <a:cubicBezTo>
                  <a:pt x="1229" y="32"/>
                  <a:pt x="1143" y="0"/>
                  <a:pt x="105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4" name="Google Shape;9265;p73">
            <a:extLst>
              <a:ext uri="{FF2B5EF4-FFF2-40B4-BE49-F238E27FC236}">
                <a16:creationId xmlns:a16="http://schemas.microsoft.com/office/drawing/2014/main" id="{E9F8A7C6-6F1D-F00C-F988-2CEC81A48951}"/>
              </a:ext>
            </a:extLst>
          </p:cNvPr>
          <p:cNvSpPr/>
          <p:nvPr/>
        </p:nvSpPr>
        <p:spPr>
          <a:xfrm>
            <a:off x="2334559" y="1970004"/>
            <a:ext cx="188774" cy="235679"/>
          </a:xfrm>
          <a:custGeom>
            <a:avLst/>
            <a:gdLst/>
            <a:ahLst/>
            <a:cxnLst/>
            <a:rect l="l" t="t" r="r" b="b"/>
            <a:pathLst>
              <a:path w="5578" h="6964" extrusionOk="0">
                <a:moveTo>
                  <a:pt x="2773" y="694"/>
                </a:moveTo>
                <a:cubicBezTo>
                  <a:pt x="3372" y="694"/>
                  <a:pt x="3782" y="1166"/>
                  <a:pt x="3782" y="1734"/>
                </a:cubicBezTo>
                <a:cubicBezTo>
                  <a:pt x="3782" y="2301"/>
                  <a:pt x="3309" y="2742"/>
                  <a:pt x="2773" y="2742"/>
                </a:cubicBezTo>
                <a:cubicBezTo>
                  <a:pt x="2175" y="2742"/>
                  <a:pt x="1734" y="2269"/>
                  <a:pt x="1734" y="1734"/>
                </a:cubicBezTo>
                <a:cubicBezTo>
                  <a:pt x="1734" y="1166"/>
                  <a:pt x="2206" y="694"/>
                  <a:pt x="2773" y="694"/>
                </a:cubicBezTo>
                <a:close/>
                <a:moveTo>
                  <a:pt x="2773" y="3466"/>
                </a:moveTo>
                <a:cubicBezTo>
                  <a:pt x="3908" y="3466"/>
                  <a:pt x="4853" y="4411"/>
                  <a:pt x="4853" y="5546"/>
                </a:cubicBezTo>
                <a:lnTo>
                  <a:pt x="4853" y="6270"/>
                </a:lnTo>
                <a:lnTo>
                  <a:pt x="694" y="6270"/>
                </a:lnTo>
                <a:lnTo>
                  <a:pt x="694" y="5546"/>
                </a:lnTo>
                <a:cubicBezTo>
                  <a:pt x="694" y="4411"/>
                  <a:pt x="1639" y="3466"/>
                  <a:pt x="2773" y="3466"/>
                </a:cubicBezTo>
                <a:close/>
                <a:moveTo>
                  <a:pt x="2805" y="1"/>
                </a:moveTo>
                <a:cubicBezTo>
                  <a:pt x="1860" y="1"/>
                  <a:pt x="1072" y="788"/>
                  <a:pt x="1072" y="1734"/>
                </a:cubicBezTo>
                <a:cubicBezTo>
                  <a:pt x="1072" y="2238"/>
                  <a:pt x="1324" y="2710"/>
                  <a:pt x="1671" y="3025"/>
                </a:cubicBezTo>
                <a:cubicBezTo>
                  <a:pt x="726" y="3466"/>
                  <a:pt x="64" y="4443"/>
                  <a:pt x="64" y="5577"/>
                </a:cubicBezTo>
                <a:lnTo>
                  <a:pt x="64" y="6617"/>
                </a:lnTo>
                <a:cubicBezTo>
                  <a:pt x="1" y="6806"/>
                  <a:pt x="159" y="6963"/>
                  <a:pt x="379" y="6963"/>
                </a:cubicBezTo>
                <a:lnTo>
                  <a:pt x="5199" y="6963"/>
                </a:lnTo>
                <a:cubicBezTo>
                  <a:pt x="5420" y="6963"/>
                  <a:pt x="5577" y="6806"/>
                  <a:pt x="5577" y="6617"/>
                </a:cubicBezTo>
                <a:lnTo>
                  <a:pt x="5577" y="5577"/>
                </a:lnTo>
                <a:cubicBezTo>
                  <a:pt x="5577" y="4443"/>
                  <a:pt x="4884" y="3498"/>
                  <a:pt x="3939" y="3025"/>
                </a:cubicBezTo>
                <a:cubicBezTo>
                  <a:pt x="4317" y="2710"/>
                  <a:pt x="4538" y="2238"/>
                  <a:pt x="4538" y="1734"/>
                </a:cubicBezTo>
                <a:cubicBezTo>
                  <a:pt x="4538" y="788"/>
                  <a:pt x="3750" y="1"/>
                  <a:pt x="280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5" name="Google Shape;9266;p73">
            <a:extLst>
              <a:ext uri="{FF2B5EF4-FFF2-40B4-BE49-F238E27FC236}">
                <a16:creationId xmlns:a16="http://schemas.microsoft.com/office/drawing/2014/main" id="{4DE21E3D-F70D-5A44-14CA-CA34F6E2E7BC}"/>
              </a:ext>
            </a:extLst>
          </p:cNvPr>
          <p:cNvSpPr/>
          <p:nvPr/>
        </p:nvSpPr>
        <p:spPr>
          <a:xfrm>
            <a:off x="2547802" y="2135256"/>
            <a:ext cx="188774" cy="235679"/>
          </a:xfrm>
          <a:custGeom>
            <a:avLst/>
            <a:gdLst/>
            <a:ahLst/>
            <a:cxnLst/>
            <a:rect l="l" t="t" r="r" b="b"/>
            <a:pathLst>
              <a:path w="5578" h="6964" extrusionOk="0">
                <a:moveTo>
                  <a:pt x="2773" y="663"/>
                </a:moveTo>
                <a:cubicBezTo>
                  <a:pt x="3372" y="663"/>
                  <a:pt x="3782" y="1135"/>
                  <a:pt x="3782" y="1702"/>
                </a:cubicBezTo>
                <a:cubicBezTo>
                  <a:pt x="3782" y="2238"/>
                  <a:pt x="3309" y="2710"/>
                  <a:pt x="2773" y="2710"/>
                </a:cubicBezTo>
                <a:cubicBezTo>
                  <a:pt x="2175" y="2710"/>
                  <a:pt x="1734" y="2238"/>
                  <a:pt x="1734" y="1702"/>
                </a:cubicBezTo>
                <a:cubicBezTo>
                  <a:pt x="1734" y="1135"/>
                  <a:pt x="2175" y="663"/>
                  <a:pt x="2773" y="663"/>
                </a:cubicBezTo>
                <a:close/>
                <a:moveTo>
                  <a:pt x="2773" y="3467"/>
                </a:moveTo>
                <a:cubicBezTo>
                  <a:pt x="3908" y="3467"/>
                  <a:pt x="4853" y="4412"/>
                  <a:pt x="4853" y="5546"/>
                </a:cubicBezTo>
                <a:lnTo>
                  <a:pt x="4853" y="6270"/>
                </a:lnTo>
                <a:lnTo>
                  <a:pt x="694" y="6270"/>
                </a:lnTo>
                <a:lnTo>
                  <a:pt x="694" y="5546"/>
                </a:lnTo>
                <a:cubicBezTo>
                  <a:pt x="694" y="4412"/>
                  <a:pt x="1639" y="3467"/>
                  <a:pt x="2773" y="3467"/>
                </a:cubicBezTo>
                <a:close/>
                <a:moveTo>
                  <a:pt x="2773" y="1"/>
                </a:moveTo>
                <a:cubicBezTo>
                  <a:pt x="1828" y="1"/>
                  <a:pt x="1041" y="789"/>
                  <a:pt x="1041" y="1734"/>
                </a:cubicBezTo>
                <a:cubicBezTo>
                  <a:pt x="1041" y="2238"/>
                  <a:pt x="1261" y="2710"/>
                  <a:pt x="1608" y="3025"/>
                </a:cubicBezTo>
                <a:cubicBezTo>
                  <a:pt x="663" y="3467"/>
                  <a:pt x="1" y="4443"/>
                  <a:pt x="1" y="5546"/>
                </a:cubicBezTo>
                <a:lnTo>
                  <a:pt x="1" y="6617"/>
                </a:lnTo>
                <a:cubicBezTo>
                  <a:pt x="1" y="6806"/>
                  <a:pt x="159" y="6964"/>
                  <a:pt x="379" y="6964"/>
                </a:cubicBezTo>
                <a:lnTo>
                  <a:pt x="5199" y="6964"/>
                </a:lnTo>
                <a:cubicBezTo>
                  <a:pt x="5420" y="6964"/>
                  <a:pt x="5577" y="6806"/>
                  <a:pt x="5577" y="6617"/>
                </a:cubicBezTo>
                <a:lnTo>
                  <a:pt x="5577" y="5546"/>
                </a:lnTo>
                <a:cubicBezTo>
                  <a:pt x="5514" y="4412"/>
                  <a:pt x="4853" y="3467"/>
                  <a:pt x="3908" y="3025"/>
                </a:cubicBezTo>
                <a:cubicBezTo>
                  <a:pt x="4254" y="2710"/>
                  <a:pt x="4506" y="2238"/>
                  <a:pt x="4506" y="1734"/>
                </a:cubicBezTo>
                <a:cubicBezTo>
                  <a:pt x="4506" y="789"/>
                  <a:pt x="3719" y="1"/>
                  <a:pt x="277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0" name="Google Shape;9268;p73">
            <a:extLst>
              <a:ext uri="{FF2B5EF4-FFF2-40B4-BE49-F238E27FC236}">
                <a16:creationId xmlns:a16="http://schemas.microsoft.com/office/drawing/2014/main" id="{0A54C139-F921-F4D0-148C-1FC78DFA6AD2}"/>
              </a:ext>
            </a:extLst>
          </p:cNvPr>
          <p:cNvSpPr/>
          <p:nvPr/>
        </p:nvSpPr>
        <p:spPr>
          <a:xfrm>
            <a:off x="2517953" y="2491924"/>
            <a:ext cx="140785" cy="164204"/>
          </a:xfrm>
          <a:custGeom>
            <a:avLst/>
            <a:gdLst/>
            <a:ahLst/>
            <a:cxnLst/>
            <a:rect l="l" t="t" r="r" b="b"/>
            <a:pathLst>
              <a:path w="4160" h="4852" extrusionOk="0">
                <a:moveTo>
                  <a:pt x="2080" y="662"/>
                </a:moveTo>
                <a:cubicBezTo>
                  <a:pt x="2490" y="662"/>
                  <a:pt x="2805" y="977"/>
                  <a:pt x="2805" y="1386"/>
                </a:cubicBezTo>
                <a:cubicBezTo>
                  <a:pt x="2805" y="1764"/>
                  <a:pt x="2490" y="2079"/>
                  <a:pt x="2080" y="2079"/>
                </a:cubicBezTo>
                <a:cubicBezTo>
                  <a:pt x="1702" y="2079"/>
                  <a:pt x="1387" y="1764"/>
                  <a:pt x="1387" y="1386"/>
                </a:cubicBezTo>
                <a:cubicBezTo>
                  <a:pt x="1387" y="977"/>
                  <a:pt x="1702" y="662"/>
                  <a:pt x="2080" y="662"/>
                </a:cubicBezTo>
                <a:close/>
                <a:moveTo>
                  <a:pt x="2080" y="2773"/>
                </a:moveTo>
                <a:cubicBezTo>
                  <a:pt x="2836" y="2773"/>
                  <a:pt x="3466" y="3403"/>
                  <a:pt x="3466" y="4127"/>
                </a:cubicBezTo>
                <a:lnTo>
                  <a:pt x="662" y="4127"/>
                </a:lnTo>
                <a:cubicBezTo>
                  <a:pt x="662" y="3403"/>
                  <a:pt x="1293" y="2773"/>
                  <a:pt x="2080" y="2773"/>
                </a:cubicBezTo>
                <a:close/>
                <a:moveTo>
                  <a:pt x="2112" y="0"/>
                </a:moveTo>
                <a:cubicBezTo>
                  <a:pt x="1387" y="0"/>
                  <a:pt x="757" y="630"/>
                  <a:pt x="757" y="1386"/>
                </a:cubicBezTo>
                <a:cubicBezTo>
                  <a:pt x="757" y="1733"/>
                  <a:pt x="915" y="2079"/>
                  <a:pt x="1135" y="2332"/>
                </a:cubicBezTo>
                <a:cubicBezTo>
                  <a:pt x="505" y="2678"/>
                  <a:pt x="64" y="3340"/>
                  <a:pt x="64" y="4127"/>
                </a:cubicBezTo>
                <a:lnTo>
                  <a:pt x="64" y="4505"/>
                </a:lnTo>
                <a:cubicBezTo>
                  <a:pt x="1" y="4694"/>
                  <a:pt x="158" y="4852"/>
                  <a:pt x="347" y="4852"/>
                </a:cubicBezTo>
                <a:lnTo>
                  <a:pt x="3813" y="4852"/>
                </a:lnTo>
                <a:cubicBezTo>
                  <a:pt x="4002" y="4852"/>
                  <a:pt x="4160" y="4694"/>
                  <a:pt x="4160" y="4505"/>
                </a:cubicBezTo>
                <a:lnTo>
                  <a:pt x="4160" y="4127"/>
                </a:lnTo>
                <a:cubicBezTo>
                  <a:pt x="4160" y="3340"/>
                  <a:pt x="3750" y="2678"/>
                  <a:pt x="3120" y="2332"/>
                </a:cubicBezTo>
                <a:cubicBezTo>
                  <a:pt x="3340" y="2079"/>
                  <a:pt x="3498" y="1733"/>
                  <a:pt x="3498" y="1386"/>
                </a:cubicBezTo>
                <a:cubicBezTo>
                  <a:pt x="3498" y="630"/>
                  <a:pt x="2868" y="0"/>
                  <a:pt x="21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91" name="Google Shape;9269;p73">
            <a:extLst>
              <a:ext uri="{FF2B5EF4-FFF2-40B4-BE49-F238E27FC236}">
                <a16:creationId xmlns:a16="http://schemas.microsoft.com/office/drawing/2014/main" id="{C77FDD67-6800-33B5-EBA7-D2BD6CFE5A51}"/>
              </a:ext>
            </a:extLst>
          </p:cNvPr>
          <p:cNvSpPr/>
          <p:nvPr/>
        </p:nvSpPr>
        <p:spPr>
          <a:xfrm>
            <a:off x="2327113" y="2445388"/>
            <a:ext cx="416906" cy="400154"/>
          </a:xfrm>
          <a:custGeom>
            <a:avLst/>
            <a:gdLst/>
            <a:ahLst/>
            <a:cxnLst/>
            <a:rect l="l" t="t" r="r" b="b"/>
            <a:pathLst>
              <a:path w="12319" h="11824" extrusionOk="0">
                <a:moveTo>
                  <a:pt x="7712" y="682"/>
                </a:moveTo>
                <a:cubicBezTo>
                  <a:pt x="8607" y="682"/>
                  <a:pt x="9499" y="1029"/>
                  <a:pt x="10177" y="1690"/>
                </a:cubicBezTo>
                <a:cubicBezTo>
                  <a:pt x="11468" y="2982"/>
                  <a:pt x="11531" y="5187"/>
                  <a:pt x="10177" y="6573"/>
                </a:cubicBezTo>
                <a:cubicBezTo>
                  <a:pt x="9500" y="7266"/>
                  <a:pt x="8627" y="7590"/>
                  <a:pt x="7754" y="7590"/>
                </a:cubicBezTo>
                <a:cubicBezTo>
                  <a:pt x="6839" y="7590"/>
                  <a:pt x="5923" y="7234"/>
                  <a:pt x="5230" y="6573"/>
                </a:cubicBezTo>
                <a:cubicBezTo>
                  <a:pt x="3939" y="5282"/>
                  <a:pt x="3876" y="3045"/>
                  <a:pt x="5325" y="1659"/>
                </a:cubicBezTo>
                <a:cubicBezTo>
                  <a:pt x="6001" y="997"/>
                  <a:pt x="6858" y="682"/>
                  <a:pt x="7712" y="682"/>
                </a:cubicBezTo>
                <a:close/>
                <a:moveTo>
                  <a:pt x="4128" y="6258"/>
                </a:moveTo>
                <a:cubicBezTo>
                  <a:pt x="4285" y="6573"/>
                  <a:pt x="4537" y="6857"/>
                  <a:pt x="4758" y="7078"/>
                </a:cubicBezTo>
                <a:cubicBezTo>
                  <a:pt x="5010" y="7330"/>
                  <a:pt x="5293" y="7550"/>
                  <a:pt x="5577" y="7708"/>
                </a:cubicBezTo>
                <a:lnTo>
                  <a:pt x="5136" y="8180"/>
                </a:lnTo>
                <a:cubicBezTo>
                  <a:pt x="5073" y="8243"/>
                  <a:pt x="4978" y="8275"/>
                  <a:pt x="4888" y="8275"/>
                </a:cubicBezTo>
                <a:cubicBezTo>
                  <a:pt x="4797" y="8275"/>
                  <a:pt x="4710" y="8243"/>
                  <a:pt x="4663" y="8180"/>
                </a:cubicBezTo>
                <a:lnTo>
                  <a:pt x="3655" y="7204"/>
                </a:lnTo>
                <a:cubicBezTo>
                  <a:pt x="3498" y="7078"/>
                  <a:pt x="3498" y="6857"/>
                  <a:pt x="3655" y="6731"/>
                </a:cubicBezTo>
                <a:lnTo>
                  <a:pt x="4128" y="6258"/>
                </a:lnTo>
                <a:close/>
                <a:moveTo>
                  <a:pt x="3403" y="7960"/>
                </a:moveTo>
                <a:lnTo>
                  <a:pt x="3876" y="8432"/>
                </a:lnTo>
                <a:lnTo>
                  <a:pt x="3309" y="8968"/>
                </a:lnTo>
                <a:lnTo>
                  <a:pt x="2836" y="8495"/>
                </a:lnTo>
                <a:lnTo>
                  <a:pt x="3403" y="7960"/>
                </a:lnTo>
                <a:close/>
                <a:moveTo>
                  <a:pt x="2363" y="8968"/>
                </a:moveTo>
                <a:lnTo>
                  <a:pt x="2836" y="9440"/>
                </a:lnTo>
                <a:lnTo>
                  <a:pt x="1292" y="10984"/>
                </a:lnTo>
                <a:cubicBezTo>
                  <a:pt x="1245" y="11047"/>
                  <a:pt x="1158" y="11079"/>
                  <a:pt x="1068" y="11079"/>
                </a:cubicBezTo>
                <a:cubicBezTo>
                  <a:pt x="977" y="11079"/>
                  <a:pt x="883" y="11047"/>
                  <a:pt x="820" y="10984"/>
                </a:cubicBezTo>
                <a:cubicBezTo>
                  <a:pt x="725" y="10858"/>
                  <a:pt x="725" y="10669"/>
                  <a:pt x="820" y="10512"/>
                </a:cubicBezTo>
                <a:lnTo>
                  <a:pt x="2363" y="8968"/>
                </a:lnTo>
                <a:close/>
                <a:moveTo>
                  <a:pt x="7731" y="1"/>
                </a:moveTo>
                <a:cubicBezTo>
                  <a:pt x="6669" y="1"/>
                  <a:pt x="5604" y="403"/>
                  <a:pt x="4789" y="1218"/>
                </a:cubicBezTo>
                <a:cubicBezTo>
                  <a:pt x="3592" y="2446"/>
                  <a:pt x="3309" y="4179"/>
                  <a:pt x="3844" y="5628"/>
                </a:cubicBezTo>
                <a:lnTo>
                  <a:pt x="3182" y="6290"/>
                </a:lnTo>
                <a:cubicBezTo>
                  <a:pt x="2867" y="6605"/>
                  <a:pt x="2804" y="7078"/>
                  <a:pt x="2993" y="7487"/>
                </a:cubicBezTo>
                <a:lnTo>
                  <a:pt x="410" y="10071"/>
                </a:lnTo>
                <a:cubicBezTo>
                  <a:pt x="0" y="10480"/>
                  <a:pt x="0" y="11142"/>
                  <a:pt x="410" y="11520"/>
                </a:cubicBezTo>
                <a:cubicBezTo>
                  <a:pt x="580" y="11721"/>
                  <a:pt x="826" y="11823"/>
                  <a:pt x="1081" y="11823"/>
                </a:cubicBezTo>
                <a:cubicBezTo>
                  <a:pt x="1345" y="11823"/>
                  <a:pt x="1619" y="11713"/>
                  <a:pt x="1828" y="11488"/>
                </a:cubicBezTo>
                <a:lnTo>
                  <a:pt x="4411" y="8905"/>
                </a:lnTo>
                <a:cubicBezTo>
                  <a:pt x="4565" y="8976"/>
                  <a:pt x="4727" y="9011"/>
                  <a:pt x="4887" y="9011"/>
                </a:cubicBezTo>
                <a:cubicBezTo>
                  <a:pt x="5153" y="9011"/>
                  <a:pt x="5411" y="8913"/>
                  <a:pt x="5608" y="8716"/>
                </a:cubicBezTo>
                <a:lnTo>
                  <a:pt x="6270" y="8023"/>
                </a:lnTo>
                <a:cubicBezTo>
                  <a:pt x="6736" y="8205"/>
                  <a:pt x="7231" y="8296"/>
                  <a:pt x="7729" y="8296"/>
                </a:cubicBezTo>
                <a:cubicBezTo>
                  <a:pt x="8781" y="8296"/>
                  <a:pt x="9847" y="7890"/>
                  <a:pt x="10681" y="7078"/>
                </a:cubicBezTo>
                <a:cubicBezTo>
                  <a:pt x="12319" y="5439"/>
                  <a:pt x="12287" y="2793"/>
                  <a:pt x="10681" y="1218"/>
                </a:cubicBezTo>
                <a:cubicBezTo>
                  <a:pt x="9873" y="410"/>
                  <a:pt x="8804" y="1"/>
                  <a:pt x="773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6" name="Google Shape;9271;p73">
            <a:extLst>
              <a:ext uri="{FF2B5EF4-FFF2-40B4-BE49-F238E27FC236}">
                <a16:creationId xmlns:a16="http://schemas.microsoft.com/office/drawing/2014/main" id="{0AF1C550-B43F-C535-38A4-2F64884E2201}"/>
              </a:ext>
            </a:extLst>
          </p:cNvPr>
          <p:cNvSpPr/>
          <p:nvPr/>
        </p:nvSpPr>
        <p:spPr>
          <a:xfrm>
            <a:off x="2333494" y="3102325"/>
            <a:ext cx="215408" cy="259099"/>
          </a:xfrm>
          <a:custGeom>
            <a:avLst/>
            <a:gdLst/>
            <a:ahLst/>
            <a:cxnLst/>
            <a:rect l="l" t="t" r="r" b="b"/>
            <a:pathLst>
              <a:path w="6365" h="7656" extrusionOk="0">
                <a:moveTo>
                  <a:pt x="3214" y="630"/>
                </a:moveTo>
                <a:cubicBezTo>
                  <a:pt x="3813" y="630"/>
                  <a:pt x="4286" y="1103"/>
                  <a:pt x="4286" y="1670"/>
                </a:cubicBezTo>
                <a:cubicBezTo>
                  <a:pt x="4286" y="2206"/>
                  <a:pt x="3813" y="2678"/>
                  <a:pt x="3214" y="2678"/>
                </a:cubicBezTo>
                <a:cubicBezTo>
                  <a:pt x="2647" y="2678"/>
                  <a:pt x="2175" y="2206"/>
                  <a:pt x="2175" y="1670"/>
                </a:cubicBezTo>
                <a:cubicBezTo>
                  <a:pt x="2175" y="1166"/>
                  <a:pt x="2647" y="630"/>
                  <a:pt x="3214" y="630"/>
                </a:cubicBezTo>
                <a:close/>
                <a:moveTo>
                  <a:pt x="3183" y="3403"/>
                </a:moveTo>
                <a:cubicBezTo>
                  <a:pt x="4538" y="3403"/>
                  <a:pt x="5609" y="4506"/>
                  <a:pt x="5609" y="5829"/>
                </a:cubicBezTo>
                <a:lnTo>
                  <a:pt x="5609" y="6931"/>
                </a:lnTo>
                <a:lnTo>
                  <a:pt x="757" y="6931"/>
                </a:lnTo>
                <a:lnTo>
                  <a:pt x="757" y="5829"/>
                </a:lnTo>
                <a:cubicBezTo>
                  <a:pt x="757" y="4506"/>
                  <a:pt x="1860" y="3403"/>
                  <a:pt x="3183" y="3403"/>
                </a:cubicBezTo>
                <a:close/>
                <a:moveTo>
                  <a:pt x="3183" y="0"/>
                </a:moveTo>
                <a:cubicBezTo>
                  <a:pt x="2238" y="0"/>
                  <a:pt x="1419" y="788"/>
                  <a:pt x="1419" y="1733"/>
                </a:cubicBezTo>
                <a:cubicBezTo>
                  <a:pt x="1419" y="2206"/>
                  <a:pt x="1608" y="2678"/>
                  <a:pt x="1954" y="2993"/>
                </a:cubicBezTo>
                <a:cubicBezTo>
                  <a:pt x="820" y="3466"/>
                  <a:pt x="1" y="4569"/>
                  <a:pt x="1" y="5892"/>
                </a:cubicBezTo>
                <a:lnTo>
                  <a:pt x="1" y="7309"/>
                </a:lnTo>
                <a:cubicBezTo>
                  <a:pt x="64" y="7498"/>
                  <a:pt x="222" y="7656"/>
                  <a:pt x="442" y="7656"/>
                </a:cubicBezTo>
                <a:lnTo>
                  <a:pt x="6018" y="7656"/>
                </a:lnTo>
                <a:cubicBezTo>
                  <a:pt x="6207" y="7656"/>
                  <a:pt x="6365" y="7498"/>
                  <a:pt x="6365" y="7309"/>
                </a:cubicBezTo>
                <a:lnTo>
                  <a:pt x="6365" y="5892"/>
                </a:lnTo>
                <a:cubicBezTo>
                  <a:pt x="6365" y="4569"/>
                  <a:pt x="5546" y="3466"/>
                  <a:pt x="4412" y="2993"/>
                </a:cubicBezTo>
                <a:cubicBezTo>
                  <a:pt x="4758" y="2647"/>
                  <a:pt x="4947" y="2206"/>
                  <a:pt x="4947" y="1733"/>
                </a:cubicBezTo>
                <a:cubicBezTo>
                  <a:pt x="4947" y="788"/>
                  <a:pt x="4160" y="0"/>
                  <a:pt x="31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7" name="Google Shape;9272;p73">
            <a:extLst>
              <a:ext uri="{FF2B5EF4-FFF2-40B4-BE49-F238E27FC236}">
                <a16:creationId xmlns:a16="http://schemas.microsoft.com/office/drawing/2014/main" id="{290982BB-3A35-08BB-F409-E6C91A64524A}"/>
              </a:ext>
            </a:extLst>
          </p:cNvPr>
          <p:cNvSpPr/>
          <p:nvPr/>
        </p:nvSpPr>
        <p:spPr>
          <a:xfrm>
            <a:off x="2524364" y="2960523"/>
            <a:ext cx="213276" cy="211144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82" y="662"/>
                </a:moveTo>
                <a:cubicBezTo>
                  <a:pt x="4506" y="662"/>
                  <a:pt x="5608" y="1764"/>
                  <a:pt x="5608" y="3088"/>
                </a:cubicBezTo>
                <a:cubicBezTo>
                  <a:pt x="5577" y="4442"/>
                  <a:pt x="4474" y="5545"/>
                  <a:pt x="3151" y="5545"/>
                </a:cubicBezTo>
                <a:cubicBezTo>
                  <a:pt x="2710" y="5545"/>
                  <a:pt x="2300" y="5419"/>
                  <a:pt x="1954" y="5230"/>
                </a:cubicBezTo>
                <a:cubicBezTo>
                  <a:pt x="1891" y="5198"/>
                  <a:pt x="1796" y="5198"/>
                  <a:pt x="1733" y="5198"/>
                </a:cubicBezTo>
                <a:lnTo>
                  <a:pt x="946" y="5388"/>
                </a:lnTo>
                <a:lnTo>
                  <a:pt x="1166" y="4663"/>
                </a:lnTo>
                <a:cubicBezTo>
                  <a:pt x="1198" y="4568"/>
                  <a:pt x="1166" y="4474"/>
                  <a:pt x="1135" y="4411"/>
                </a:cubicBezTo>
                <a:cubicBezTo>
                  <a:pt x="883" y="4001"/>
                  <a:pt x="725" y="3560"/>
                  <a:pt x="725" y="3088"/>
                </a:cubicBezTo>
                <a:cubicBezTo>
                  <a:pt x="725" y="1764"/>
                  <a:pt x="1828" y="662"/>
                  <a:pt x="3182" y="662"/>
                </a:cubicBezTo>
                <a:close/>
                <a:moveTo>
                  <a:pt x="3151" y="0"/>
                </a:moveTo>
                <a:cubicBezTo>
                  <a:pt x="1418" y="0"/>
                  <a:pt x="32" y="1418"/>
                  <a:pt x="32" y="3088"/>
                </a:cubicBezTo>
                <a:cubicBezTo>
                  <a:pt x="32" y="3655"/>
                  <a:pt x="158" y="4159"/>
                  <a:pt x="410" y="4631"/>
                </a:cubicBezTo>
                <a:lnTo>
                  <a:pt x="32" y="5766"/>
                </a:lnTo>
                <a:cubicBezTo>
                  <a:pt x="0" y="5892"/>
                  <a:pt x="32" y="6018"/>
                  <a:pt x="95" y="6144"/>
                </a:cubicBezTo>
                <a:cubicBezTo>
                  <a:pt x="189" y="6207"/>
                  <a:pt x="315" y="6238"/>
                  <a:pt x="473" y="6238"/>
                </a:cubicBezTo>
                <a:lnTo>
                  <a:pt x="1765" y="5923"/>
                </a:lnTo>
                <a:cubicBezTo>
                  <a:pt x="2206" y="6175"/>
                  <a:pt x="2678" y="6238"/>
                  <a:pt x="3182" y="6238"/>
                </a:cubicBezTo>
                <a:cubicBezTo>
                  <a:pt x="4915" y="6238"/>
                  <a:pt x="6301" y="4820"/>
                  <a:pt x="6301" y="3151"/>
                </a:cubicBezTo>
                <a:cubicBezTo>
                  <a:pt x="6238" y="1418"/>
                  <a:pt x="4884" y="0"/>
                  <a:pt x="31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8" name="Google Shape;9273;p73">
            <a:extLst>
              <a:ext uri="{FF2B5EF4-FFF2-40B4-BE49-F238E27FC236}">
                <a16:creationId xmlns:a16="http://schemas.microsoft.com/office/drawing/2014/main" id="{1F24A187-D26C-CEFE-1B84-E7653032CED7}"/>
              </a:ext>
            </a:extLst>
          </p:cNvPr>
          <p:cNvSpPr/>
          <p:nvPr/>
        </p:nvSpPr>
        <p:spPr>
          <a:xfrm>
            <a:off x="2618176" y="3019140"/>
            <a:ext cx="24570" cy="23521"/>
          </a:xfrm>
          <a:custGeom>
            <a:avLst/>
            <a:gdLst/>
            <a:ahLst/>
            <a:cxnLst/>
            <a:rect l="l" t="t" r="r" b="b"/>
            <a:pathLst>
              <a:path w="726" h="695" extrusionOk="0">
                <a:moveTo>
                  <a:pt x="379" y="1"/>
                </a:moveTo>
                <a:cubicBezTo>
                  <a:pt x="158" y="1"/>
                  <a:pt x="1" y="158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cubicBezTo>
                  <a:pt x="568" y="694"/>
                  <a:pt x="725" y="537"/>
                  <a:pt x="725" y="348"/>
                </a:cubicBezTo>
                <a:cubicBezTo>
                  <a:pt x="725" y="158"/>
                  <a:pt x="568" y="1"/>
                  <a:pt x="37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9" name="Google Shape;9274;p73">
            <a:extLst>
              <a:ext uri="{FF2B5EF4-FFF2-40B4-BE49-F238E27FC236}">
                <a16:creationId xmlns:a16="http://schemas.microsoft.com/office/drawing/2014/main" id="{1BC042A2-E8C3-34DE-92AE-B1ABFD16DAED}"/>
              </a:ext>
            </a:extLst>
          </p:cNvPr>
          <p:cNvSpPr/>
          <p:nvPr/>
        </p:nvSpPr>
        <p:spPr>
          <a:xfrm>
            <a:off x="2618176" y="3054336"/>
            <a:ext cx="24570" cy="71476"/>
          </a:xfrm>
          <a:custGeom>
            <a:avLst/>
            <a:gdLst/>
            <a:ahLst/>
            <a:cxnLst/>
            <a:rect l="l" t="t" r="r" b="b"/>
            <a:pathLst>
              <a:path w="726" h="2112" extrusionOk="0">
                <a:moveTo>
                  <a:pt x="379" y="1"/>
                </a:moveTo>
                <a:cubicBezTo>
                  <a:pt x="158" y="1"/>
                  <a:pt x="1" y="158"/>
                  <a:pt x="1" y="379"/>
                </a:cubicBezTo>
                <a:lnTo>
                  <a:pt x="1" y="1733"/>
                </a:lnTo>
                <a:cubicBezTo>
                  <a:pt x="1" y="1954"/>
                  <a:pt x="158" y="2111"/>
                  <a:pt x="379" y="2111"/>
                </a:cubicBezTo>
                <a:cubicBezTo>
                  <a:pt x="568" y="2111"/>
                  <a:pt x="725" y="1954"/>
                  <a:pt x="725" y="1733"/>
                </a:cubicBezTo>
                <a:lnTo>
                  <a:pt x="725" y="379"/>
                </a:lnTo>
                <a:cubicBezTo>
                  <a:pt x="725" y="158"/>
                  <a:pt x="568" y="1"/>
                  <a:pt x="37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2" name="Google Shape;9276;p73">
            <a:extLst>
              <a:ext uri="{FF2B5EF4-FFF2-40B4-BE49-F238E27FC236}">
                <a16:creationId xmlns:a16="http://schemas.microsoft.com/office/drawing/2014/main" id="{8D82F677-752D-94D0-9768-A8A17318AB4C}"/>
              </a:ext>
            </a:extLst>
          </p:cNvPr>
          <p:cNvSpPr/>
          <p:nvPr/>
        </p:nvSpPr>
        <p:spPr>
          <a:xfrm>
            <a:off x="5218388" y="2157134"/>
            <a:ext cx="58683" cy="24570"/>
          </a:xfrm>
          <a:custGeom>
            <a:avLst/>
            <a:gdLst/>
            <a:ahLst/>
            <a:cxnLst/>
            <a:rect l="l" t="t" r="r" b="b"/>
            <a:pathLst>
              <a:path w="1733" h="726" extrusionOk="0">
                <a:moveTo>
                  <a:pt x="379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79" y="725"/>
                </a:cubicBezTo>
                <a:lnTo>
                  <a:pt x="1387" y="725"/>
                </a:lnTo>
                <a:cubicBezTo>
                  <a:pt x="1576" y="725"/>
                  <a:pt x="1733" y="568"/>
                  <a:pt x="1733" y="347"/>
                </a:cubicBezTo>
                <a:cubicBezTo>
                  <a:pt x="1702" y="158"/>
                  <a:pt x="1544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3" name="Google Shape;9277;p73">
            <a:extLst>
              <a:ext uri="{FF2B5EF4-FFF2-40B4-BE49-F238E27FC236}">
                <a16:creationId xmlns:a16="http://schemas.microsoft.com/office/drawing/2014/main" id="{B067CC31-F908-A5ED-2AB0-66EBC2E413C5}"/>
              </a:ext>
            </a:extLst>
          </p:cNvPr>
          <p:cNvSpPr/>
          <p:nvPr/>
        </p:nvSpPr>
        <p:spPr>
          <a:xfrm>
            <a:off x="5205595" y="2206174"/>
            <a:ext cx="48023" cy="45890"/>
          </a:xfrm>
          <a:custGeom>
            <a:avLst/>
            <a:gdLst/>
            <a:ahLst/>
            <a:cxnLst/>
            <a:rect l="l" t="t" r="r" b="b"/>
            <a:pathLst>
              <a:path w="1419" h="1356" extrusionOk="0">
                <a:moveTo>
                  <a:pt x="351" y="1"/>
                </a:moveTo>
                <a:cubicBezTo>
                  <a:pt x="260" y="1"/>
                  <a:pt x="174" y="32"/>
                  <a:pt x="127" y="95"/>
                </a:cubicBezTo>
                <a:cubicBezTo>
                  <a:pt x="1" y="221"/>
                  <a:pt x="1" y="410"/>
                  <a:pt x="127" y="568"/>
                </a:cubicBezTo>
                <a:lnTo>
                  <a:pt x="820" y="1261"/>
                </a:lnTo>
                <a:cubicBezTo>
                  <a:pt x="883" y="1324"/>
                  <a:pt x="969" y="1356"/>
                  <a:pt x="1056" y="1356"/>
                </a:cubicBezTo>
                <a:cubicBezTo>
                  <a:pt x="1143" y="1356"/>
                  <a:pt x="1229" y="1324"/>
                  <a:pt x="1292" y="1261"/>
                </a:cubicBezTo>
                <a:cubicBezTo>
                  <a:pt x="1418" y="1166"/>
                  <a:pt x="1418" y="914"/>
                  <a:pt x="1292" y="788"/>
                </a:cubicBezTo>
                <a:lnTo>
                  <a:pt x="599" y="95"/>
                </a:lnTo>
                <a:cubicBezTo>
                  <a:pt x="536" y="32"/>
                  <a:pt x="442" y="1"/>
                  <a:pt x="35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4" name="Google Shape;9278;p73">
            <a:extLst>
              <a:ext uri="{FF2B5EF4-FFF2-40B4-BE49-F238E27FC236}">
                <a16:creationId xmlns:a16="http://schemas.microsoft.com/office/drawing/2014/main" id="{4A5B9C66-E9F6-197A-5232-6EFF84A8FEBE}"/>
              </a:ext>
            </a:extLst>
          </p:cNvPr>
          <p:cNvSpPr/>
          <p:nvPr/>
        </p:nvSpPr>
        <p:spPr>
          <a:xfrm>
            <a:off x="5206679" y="2087826"/>
            <a:ext cx="47989" cy="46703"/>
          </a:xfrm>
          <a:custGeom>
            <a:avLst/>
            <a:gdLst/>
            <a:ahLst/>
            <a:cxnLst/>
            <a:rect l="l" t="t" r="r" b="b"/>
            <a:pathLst>
              <a:path w="1418" h="1380" extrusionOk="0">
                <a:moveTo>
                  <a:pt x="1067" y="1"/>
                </a:moveTo>
                <a:cubicBezTo>
                  <a:pt x="977" y="1"/>
                  <a:pt x="882" y="32"/>
                  <a:pt x="819" y="95"/>
                </a:cubicBezTo>
                <a:lnTo>
                  <a:pt x="126" y="788"/>
                </a:lnTo>
                <a:cubicBezTo>
                  <a:pt x="0" y="914"/>
                  <a:pt x="0" y="1135"/>
                  <a:pt x="126" y="1261"/>
                </a:cubicBezTo>
                <a:cubicBezTo>
                  <a:pt x="189" y="1340"/>
                  <a:pt x="268" y="1379"/>
                  <a:pt x="351" y="1379"/>
                </a:cubicBezTo>
                <a:cubicBezTo>
                  <a:pt x="433" y="1379"/>
                  <a:pt x="520" y="1340"/>
                  <a:pt x="599" y="1261"/>
                </a:cubicBezTo>
                <a:lnTo>
                  <a:pt x="1292" y="568"/>
                </a:lnTo>
                <a:cubicBezTo>
                  <a:pt x="1418" y="442"/>
                  <a:pt x="1418" y="190"/>
                  <a:pt x="1292" y="95"/>
                </a:cubicBezTo>
                <a:cubicBezTo>
                  <a:pt x="1244" y="32"/>
                  <a:pt x="1158" y="1"/>
                  <a:pt x="106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5" name="Google Shape;9279;p73">
            <a:extLst>
              <a:ext uri="{FF2B5EF4-FFF2-40B4-BE49-F238E27FC236}">
                <a16:creationId xmlns:a16="http://schemas.microsoft.com/office/drawing/2014/main" id="{4452985D-841F-8BBD-4E98-0A3ACB3A3316}"/>
              </a:ext>
            </a:extLst>
          </p:cNvPr>
          <p:cNvSpPr/>
          <p:nvPr/>
        </p:nvSpPr>
        <p:spPr>
          <a:xfrm>
            <a:off x="4875055" y="2018516"/>
            <a:ext cx="306038" cy="303907"/>
          </a:xfrm>
          <a:custGeom>
            <a:avLst/>
            <a:gdLst/>
            <a:ahLst/>
            <a:cxnLst/>
            <a:rect l="l" t="t" r="r" b="b"/>
            <a:pathLst>
              <a:path w="9043" h="8980" extrusionOk="0">
                <a:moveTo>
                  <a:pt x="1419" y="3403"/>
                </a:moveTo>
                <a:lnTo>
                  <a:pt x="1419" y="4790"/>
                </a:lnTo>
                <a:cubicBezTo>
                  <a:pt x="1009" y="4790"/>
                  <a:pt x="694" y="4506"/>
                  <a:pt x="694" y="4097"/>
                </a:cubicBezTo>
                <a:cubicBezTo>
                  <a:pt x="694" y="3719"/>
                  <a:pt x="1009" y="3403"/>
                  <a:pt x="1419" y="3403"/>
                </a:cubicBezTo>
                <a:close/>
                <a:moveTo>
                  <a:pt x="4191" y="2710"/>
                </a:moveTo>
                <a:lnTo>
                  <a:pt x="4191" y="5483"/>
                </a:lnTo>
                <a:lnTo>
                  <a:pt x="2490" y="5483"/>
                </a:lnTo>
                <a:cubicBezTo>
                  <a:pt x="2269" y="5483"/>
                  <a:pt x="2112" y="5325"/>
                  <a:pt x="2112" y="5105"/>
                </a:cubicBezTo>
                <a:lnTo>
                  <a:pt x="2112" y="3088"/>
                </a:lnTo>
                <a:cubicBezTo>
                  <a:pt x="2112" y="2868"/>
                  <a:pt x="2269" y="2710"/>
                  <a:pt x="2490" y="2710"/>
                </a:cubicBezTo>
                <a:close/>
                <a:moveTo>
                  <a:pt x="6995" y="1828"/>
                </a:moveTo>
                <a:lnTo>
                  <a:pt x="6995" y="6428"/>
                </a:lnTo>
                <a:cubicBezTo>
                  <a:pt x="6428" y="5924"/>
                  <a:pt x="5672" y="5609"/>
                  <a:pt x="4884" y="5514"/>
                </a:cubicBezTo>
                <a:lnTo>
                  <a:pt x="4884" y="2710"/>
                </a:lnTo>
                <a:cubicBezTo>
                  <a:pt x="5672" y="2647"/>
                  <a:pt x="6428" y="2332"/>
                  <a:pt x="6995" y="1828"/>
                </a:cubicBezTo>
                <a:close/>
                <a:moveTo>
                  <a:pt x="8066" y="631"/>
                </a:moveTo>
                <a:cubicBezTo>
                  <a:pt x="8255" y="631"/>
                  <a:pt x="8413" y="789"/>
                  <a:pt x="8413" y="978"/>
                </a:cubicBezTo>
                <a:lnTo>
                  <a:pt x="8413" y="7216"/>
                </a:lnTo>
                <a:cubicBezTo>
                  <a:pt x="8413" y="7405"/>
                  <a:pt x="8255" y="7562"/>
                  <a:pt x="8066" y="7562"/>
                </a:cubicBezTo>
                <a:cubicBezTo>
                  <a:pt x="7877" y="7562"/>
                  <a:pt x="7720" y="7405"/>
                  <a:pt x="7720" y="7216"/>
                </a:cubicBezTo>
                <a:lnTo>
                  <a:pt x="7720" y="978"/>
                </a:lnTo>
                <a:cubicBezTo>
                  <a:pt x="7720" y="789"/>
                  <a:pt x="7877" y="631"/>
                  <a:pt x="8066" y="631"/>
                </a:cubicBezTo>
                <a:close/>
                <a:moveTo>
                  <a:pt x="3498" y="6176"/>
                </a:moveTo>
                <a:lnTo>
                  <a:pt x="3498" y="7909"/>
                </a:lnTo>
                <a:cubicBezTo>
                  <a:pt x="3498" y="8129"/>
                  <a:pt x="3340" y="8287"/>
                  <a:pt x="3151" y="8287"/>
                </a:cubicBezTo>
                <a:cubicBezTo>
                  <a:pt x="2962" y="8287"/>
                  <a:pt x="2805" y="8129"/>
                  <a:pt x="2805" y="7909"/>
                </a:cubicBezTo>
                <a:lnTo>
                  <a:pt x="2805" y="6176"/>
                </a:lnTo>
                <a:close/>
                <a:moveTo>
                  <a:pt x="8035" y="1"/>
                </a:moveTo>
                <a:cubicBezTo>
                  <a:pt x="7531" y="1"/>
                  <a:pt x="7090" y="411"/>
                  <a:pt x="6995" y="883"/>
                </a:cubicBezTo>
                <a:lnTo>
                  <a:pt x="6680" y="1198"/>
                </a:lnTo>
                <a:cubicBezTo>
                  <a:pt x="6144" y="1734"/>
                  <a:pt x="5325" y="2049"/>
                  <a:pt x="4538" y="2049"/>
                </a:cubicBezTo>
                <a:lnTo>
                  <a:pt x="2427" y="2049"/>
                </a:lnTo>
                <a:cubicBezTo>
                  <a:pt x="2017" y="2049"/>
                  <a:pt x="1608" y="2332"/>
                  <a:pt x="1450" y="2773"/>
                </a:cubicBezTo>
                <a:lnTo>
                  <a:pt x="1387" y="2773"/>
                </a:lnTo>
                <a:cubicBezTo>
                  <a:pt x="631" y="2773"/>
                  <a:pt x="1" y="3403"/>
                  <a:pt x="1" y="4128"/>
                </a:cubicBezTo>
                <a:cubicBezTo>
                  <a:pt x="1" y="4884"/>
                  <a:pt x="631" y="5514"/>
                  <a:pt x="1387" y="5514"/>
                </a:cubicBezTo>
                <a:lnTo>
                  <a:pt x="1450" y="5514"/>
                </a:lnTo>
                <a:cubicBezTo>
                  <a:pt x="1576" y="5798"/>
                  <a:pt x="1797" y="6018"/>
                  <a:pt x="2080" y="6144"/>
                </a:cubicBezTo>
                <a:lnTo>
                  <a:pt x="2080" y="7940"/>
                </a:lnTo>
                <a:cubicBezTo>
                  <a:pt x="2112" y="8507"/>
                  <a:pt x="2584" y="8980"/>
                  <a:pt x="3151" y="8980"/>
                </a:cubicBezTo>
                <a:cubicBezTo>
                  <a:pt x="3750" y="8980"/>
                  <a:pt x="4160" y="8507"/>
                  <a:pt x="4160" y="7972"/>
                </a:cubicBezTo>
                <a:lnTo>
                  <a:pt x="4160" y="6239"/>
                </a:lnTo>
                <a:lnTo>
                  <a:pt x="4538" y="6239"/>
                </a:lnTo>
                <a:cubicBezTo>
                  <a:pt x="5325" y="6239"/>
                  <a:pt x="6144" y="6554"/>
                  <a:pt x="6680" y="7090"/>
                </a:cubicBezTo>
                <a:lnTo>
                  <a:pt x="6995" y="7405"/>
                </a:lnTo>
                <a:cubicBezTo>
                  <a:pt x="7090" y="7909"/>
                  <a:pt x="7531" y="8287"/>
                  <a:pt x="8035" y="8287"/>
                </a:cubicBezTo>
                <a:cubicBezTo>
                  <a:pt x="8633" y="8287"/>
                  <a:pt x="9043" y="7814"/>
                  <a:pt x="9043" y="7247"/>
                </a:cubicBezTo>
                <a:lnTo>
                  <a:pt x="9043" y="1041"/>
                </a:lnTo>
                <a:cubicBezTo>
                  <a:pt x="9043" y="442"/>
                  <a:pt x="8570" y="1"/>
                  <a:pt x="803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6" name="Google Shape;9281;p73">
            <a:extLst>
              <a:ext uri="{FF2B5EF4-FFF2-40B4-BE49-F238E27FC236}">
                <a16:creationId xmlns:a16="http://schemas.microsoft.com/office/drawing/2014/main" id="{4B220EFC-A963-0AFB-5791-685E40E20EFC}"/>
              </a:ext>
            </a:extLst>
          </p:cNvPr>
          <p:cNvSpPr/>
          <p:nvPr/>
        </p:nvSpPr>
        <p:spPr>
          <a:xfrm>
            <a:off x="4875595" y="2444999"/>
            <a:ext cx="400932" cy="400932"/>
          </a:xfrm>
          <a:custGeom>
            <a:avLst/>
            <a:gdLst/>
            <a:ahLst/>
            <a:cxnLst/>
            <a:rect l="l" t="t" r="r" b="b"/>
            <a:pathLst>
              <a:path w="11847" h="11847" extrusionOk="0">
                <a:moveTo>
                  <a:pt x="9483" y="1418"/>
                </a:moveTo>
                <a:cubicBezTo>
                  <a:pt x="9672" y="1418"/>
                  <a:pt x="9830" y="1576"/>
                  <a:pt x="9830" y="1765"/>
                </a:cubicBezTo>
                <a:lnTo>
                  <a:pt x="9830" y="2836"/>
                </a:lnTo>
                <a:lnTo>
                  <a:pt x="788" y="2836"/>
                </a:lnTo>
                <a:lnTo>
                  <a:pt x="788" y="1765"/>
                </a:lnTo>
                <a:lnTo>
                  <a:pt x="725" y="1765"/>
                </a:lnTo>
                <a:cubicBezTo>
                  <a:pt x="725" y="1576"/>
                  <a:pt x="883" y="1418"/>
                  <a:pt x="1072" y="1418"/>
                </a:cubicBezTo>
                <a:lnTo>
                  <a:pt x="1418" y="1418"/>
                </a:lnTo>
                <a:lnTo>
                  <a:pt x="1418" y="1765"/>
                </a:lnTo>
                <a:cubicBezTo>
                  <a:pt x="1418" y="1954"/>
                  <a:pt x="1576" y="2143"/>
                  <a:pt x="1765" y="2143"/>
                </a:cubicBezTo>
                <a:cubicBezTo>
                  <a:pt x="1954" y="2143"/>
                  <a:pt x="2111" y="1954"/>
                  <a:pt x="2111" y="1765"/>
                </a:cubicBezTo>
                <a:lnTo>
                  <a:pt x="2111" y="1418"/>
                </a:lnTo>
                <a:lnTo>
                  <a:pt x="3498" y="1418"/>
                </a:lnTo>
                <a:lnTo>
                  <a:pt x="3498" y="1765"/>
                </a:lnTo>
                <a:cubicBezTo>
                  <a:pt x="3498" y="1954"/>
                  <a:pt x="3655" y="2143"/>
                  <a:pt x="3844" y="2143"/>
                </a:cubicBezTo>
                <a:cubicBezTo>
                  <a:pt x="4065" y="2143"/>
                  <a:pt x="4222" y="1954"/>
                  <a:pt x="4222" y="1765"/>
                </a:cubicBezTo>
                <a:lnTo>
                  <a:pt x="4222" y="1418"/>
                </a:lnTo>
                <a:lnTo>
                  <a:pt x="6333" y="1418"/>
                </a:lnTo>
                <a:lnTo>
                  <a:pt x="6333" y="1765"/>
                </a:lnTo>
                <a:cubicBezTo>
                  <a:pt x="6333" y="1954"/>
                  <a:pt x="6490" y="2143"/>
                  <a:pt x="6680" y="2143"/>
                </a:cubicBezTo>
                <a:cubicBezTo>
                  <a:pt x="6900" y="2143"/>
                  <a:pt x="7058" y="1954"/>
                  <a:pt x="7058" y="1765"/>
                </a:cubicBezTo>
                <a:lnTo>
                  <a:pt x="7058" y="1418"/>
                </a:lnTo>
                <a:lnTo>
                  <a:pt x="8412" y="1418"/>
                </a:lnTo>
                <a:lnTo>
                  <a:pt x="8412" y="1765"/>
                </a:lnTo>
                <a:cubicBezTo>
                  <a:pt x="8412" y="1954"/>
                  <a:pt x="8570" y="2143"/>
                  <a:pt x="8790" y="2143"/>
                </a:cubicBezTo>
                <a:cubicBezTo>
                  <a:pt x="8979" y="2143"/>
                  <a:pt x="9137" y="1954"/>
                  <a:pt x="9137" y="1765"/>
                </a:cubicBezTo>
                <a:lnTo>
                  <a:pt x="9137" y="1418"/>
                </a:lnTo>
                <a:close/>
                <a:moveTo>
                  <a:pt x="9767" y="3497"/>
                </a:moveTo>
                <a:lnTo>
                  <a:pt x="9767" y="7026"/>
                </a:lnTo>
                <a:cubicBezTo>
                  <a:pt x="9641" y="7026"/>
                  <a:pt x="9546" y="6963"/>
                  <a:pt x="9420" y="6963"/>
                </a:cubicBezTo>
                <a:cubicBezTo>
                  <a:pt x="8066" y="6963"/>
                  <a:pt x="6963" y="8066"/>
                  <a:pt x="6963" y="9420"/>
                </a:cubicBezTo>
                <a:cubicBezTo>
                  <a:pt x="6963" y="9546"/>
                  <a:pt x="6963" y="9641"/>
                  <a:pt x="7026" y="9767"/>
                </a:cubicBezTo>
                <a:lnTo>
                  <a:pt x="1040" y="9767"/>
                </a:lnTo>
                <a:cubicBezTo>
                  <a:pt x="820" y="9767"/>
                  <a:pt x="662" y="9609"/>
                  <a:pt x="662" y="9420"/>
                </a:cubicBezTo>
                <a:lnTo>
                  <a:pt x="662" y="3497"/>
                </a:lnTo>
                <a:close/>
                <a:moveTo>
                  <a:pt x="9420" y="7688"/>
                </a:moveTo>
                <a:cubicBezTo>
                  <a:pt x="10366" y="7688"/>
                  <a:pt x="11153" y="8475"/>
                  <a:pt x="11153" y="9420"/>
                </a:cubicBezTo>
                <a:cubicBezTo>
                  <a:pt x="11153" y="10397"/>
                  <a:pt x="10366" y="11185"/>
                  <a:pt x="9420" y="11185"/>
                </a:cubicBezTo>
                <a:cubicBezTo>
                  <a:pt x="8475" y="11185"/>
                  <a:pt x="7688" y="10397"/>
                  <a:pt x="7688" y="9420"/>
                </a:cubicBezTo>
                <a:cubicBezTo>
                  <a:pt x="7688" y="8475"/>
                  <a:pt x="8475" y="7688"/>
                  <a:pt x="9420" y="7688"/>
                </a:cubicBezTo>
                <a:close/>
                <a:moveTo>
                  <a:pt x="1733" y="0"/>
                </a:moveTo>
                <a:cubicBezTo>
                  <a:pt x="1544" y="0"/>
                  <a:pt x="1387" y="158"/>
                  <a:pt x="1387" y="347"/>
                </a:cubicBezTo>
                <a:lnTo>
                  <a:pt x="1387" y="725"/>
                </a:lnTo>
                <a:lnTo>
                  <a:pt x="1040" y="725"/>
                </a:lnTo>
                <a:cubicBezTo>
                  <a:pt x="442" y="725"/>
                  <a:pt x="0" y="1166"/>
                  <a:pt x="0" y="1733"/>
                </a:cubicBezTo>
                <a:lnTo>
                  <a:pt x="0" y="9389"/>
                </a:lnTo>
                <a:cubicBezTo>
                  <a:pt x="0" y="9956"/>
                  <a:pt x="473" y="10429"/>
                  <a:pt x="1040" y="10429"/>
                </a:cubicBezTo>
                <a:lnTo>
                  <a:pt x="7215" y="10429"/>
                </a:lnTo>
                <a:cubicBezTo>
                  <a:pt x="7593" y="11279"/>
                  <a:pt x="8444" y="11846"/>
                  <a:pt x="9420" y="11846"/>
                </a:cubicBezTo>
                <a:cubicBezTo>
                  <a:pt x="10744" y="11846"/>
                  <a:pt x="11846" y="10744"/>
                  <a:pt x="11846" y="9420"/>
                </a:cubicBezTo>
                <a:cubicBezTo>
                  <a:pt x="11846" y="8444"/>
                  <a:pt x="11311" y="7593"/>
                  <a:pt x="10492" y="7215"/>
                </a:cubicBezTo>
                <a:lnTo>
                  <a:pt x="10492" y="1733"/>
                </a:lnTo>
                <a:cubicBezTo>
                  <a:pt x="10492" y="1135"/>
                  <a:pt x="10019" y="725"/>
                  <a:pt x="9452" y="725"/>
                </a:cubicBezTo>
                <a:lnTo>
                  <a:pt x="9105" y="725"/>
                </a:lnTo>
                <a:lnTo>
                  <a:pt x="9105" y="347"/>
                </a:lnTo>
                <a:cubicBezTo>
                  <a:pt x="9105" y="158"/>
                  <a:pt x="8948" y="0"/>
                  <a:pt x="8759" y="0"/>
                </a:cubicBezTo>
                <a:cubicBezTo>
                  <a:pt x="8538" y="0"/>
                  <a:pt x="8381" y="158"/>
                  <a:pt x="8381" y="347"/>
                </a:cubicBezTo>
                <a:lnTo>
                  <a:pt x="8381" y="725"/>
                </a:lnTo>
                <a:lnTo>
                  <a:pt x="7026" y="725"/>
                </a:lnTo>
                <a:lnTo>
                  <a:pt x="7026" y="347"/>
                </a:lnTo>
                <a:cubicBezTo>
                  <a:pt x="7026" y="158"/>
                  <a:pt x="6869" y="0"/>
                  <a:pt x="6648" y="0"/>
                </a:cubicBezTo>
                <a:cubicBezTo>
                  <a:pt x="6459" y="0"/>
                  <a:pt x="6301" y="158"/>
                  <a:pt x="6301" y="347"/>
                </a:cubicBezTo>
                <a:lnTo>
                  <a:pt x="6301" y="725"/>
                </a:lnTo>
                <a:lnTo>
                  <a:pt x="4191" y="725"/>
                </a:lnTo>
                <a:lnTo>
                  <a:pt x="4191" y="347"/>
                </a:lnTo>
                <a:cubicBezTo>
                  <a:pt x="4191" y="158"/>
                  <a:pt x="4033" y="0"/>
                  <a:pt x="3813" y="0"/>
                </a:cubicBezTo>
                <a:cubicBezTo>
                  <a:pt x="3624" y="0"/>
                  <a:pt x="3466" y="158"/>
                  <a:pt x="3466" y="347"/>
                </a:cubicBezTo>
                <a:lnTo>
                  <a:pt x="3466" y="725"/>
                </a:lnTo>
                <a:lnTo>
                  <a:pt x="2080" y="725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7" name="Google Shape;9282;p73">
            <a:extLst>
              <a:ext uri="{FF2B5EF4-FFF2-40B4-BE49-F238E27FC236}">
                <a16:creationId xmlns:a16="http://schemas.microsoft.com/office/drawing/2014/main" id="{6E8958F6-7792-8DAC-AD1E-66B79350FD81}"/>
              </a:ext>
            </a:extLst>
          </p:cNvPr>
          <p:cNvSpPr/>
          <p:nvPr/>
        </p:nvSpPr>
        <p:spPr>
          <a:xfrm>
            <a:off x="5182650" y="2727552"/>
            <a:ext cx="46973" cy="47989"/>
          </a:xfrm>
          <a:custGeom>
            <a:avLst/>
            <a:gdLst/>
            <a:ahLst/>
            <a:cxnLst/>
            <a:rect l="l" t="t" r="r" b="b"/>
            <a:pathLst>
              <a:path w="1388" h="1418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71"/>
                </a:lnTo>
                <a:cubicBezTo>
                  <a:pt x="1" y="1260"/>
                  <a:pt x="127" y="1418"/>
                  <a:pt x="347" y="1418"/>
                </a:cubicBezTo>
                <a:lnTo>
                  <a:pt x="1041" y="1418"/>
                </a:lnTo>
                <a:cubicBezTo>
                  <a:pt x="1261" y="1418"/>
                  <a:pt x="1387" y="1260"/>
                  <a:pt x="1387" y="1071"/>
                </a:cubicBezTo>
                <a:cubicBezTo>
                  <a:pt x="1387" y="882"/>
                  <a:pt x="1261" y="725"/>
                  <a:pt x="1041" y="725"/>
                </a:cubicBezTo>
                <a:lnTo>
                  <a:pt x="694" y="725"/>
                </a:lnTo>
                <a:lnTo>
                  <a:pt x="694" y="347"/>
                </a:ln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8" name="Google Shape;9283;p73">
            <a:extLst>
              <a:ext uri="{FF2B5EF4-FFF2-40B4-BE49-F238E27FC236}">
                <a16:creationId xmlns:a16="http://schemas.microsoft.com/office/drawing/2014/main" id="{F9B035B0-E2C4-B468-255A-5EC54C6C8828}"/>
              </a:ext>
            </a:extLst>
          </p:cNvPr>
          <p:cNvSpPr/>
          <p:nvPr/>
        </p:nvSpPr>
        <p:spPr>
          <a:xfrm>
            <a:off x="4922502" y="2585749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9" name="Google Shape;9284;p73">
            <a:extLst>
              <a:ext uri="{FF2B5EF4-FFF2-40B4-BE49-F238E27FC236}">
                <a16:creationId xmlns:a16="http://schemas.microsoft.com/office/drawing/2014/main" id="{CAF7FFE5-1B62-4523-D4B5-D431946697FF}"/>
              </a:ext>
            </a:extLst>
          </p:cNvPr>
          <p:cNvSpPr/>
          <p:nvPr/>
        </p:nvSpPr>
        <p:spPr>
          <a:xfrm>
            <a:off x="4992895" y="2585749"/>
            <a:ext cx="47989" cy="24536"/>
          </a:xfrm>
          <a:custGeom>
            <a:avLst/>
            <a:gdLst/>
            <a:ahLst/>
            <a:cxnLst/>
            <a:rect l="l" t="t" r="r" b="b"/>
            <a:pathLst>
              <a:path w="1418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7"/>
                  <a:pt x="1418" y="378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0" name="Google Shape;9285;p73">
            <a:extLst>
              <a:ext uri="{FF2B5EF4-FFF2-40B4-BE49-F238E27FC236}">
                <a16:creationId xmlns:a16="http://schemas.microsoft.com/office/drawing/2014/main" id="{A95A459B-60FD-6CF3-AE03-335911F179BF}"/>
              </a:ext>
            </a:extLst>
          </p:cNvPr>
          <p:cNvSpPr/>
          <p:nvPr/>
        </p:nvSpPr>
        <p:spPr>
          <a:xfrm>
            <a:off x="5063253" y="2585749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78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1" name="Google Shape;9286;p73">
            <a:extLst>
              <a:ext uri="{FF2B5EF4-FFF2-40B4-BE49-F238E27FC236}">
                <a16:creationId xmlns:a16="http://schemas.microsoft.com/office/drawing/2014/main" id="{75A500DC-1B6A-11C3-0998-D4370895A3FE}"/>
              </a:ext>
            </a:extLst>
          </p:cNvPr>
          <p:cNvSpPr/>
          <p:nvPr/>
        </p:nvSpPr>
        <p:spPr>
          <a:xfrm>
            <a:off x="5135744" y="2585749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2" name="Google Shape;9287;p73">
            <a:extLst>
              <a:ext uri="{FF2B5EF4-FFF2-40B4-BE49-F238E27FC236}">
                <a16:creationId xmlns:a16="http://schemas.microsoft.com/office/drawing/2014/main" id="{B667CDC0-4111-DD78-4BAC-8B917D2E24DB}"/>
              </a:ext>
            </a:extLst>
          </p:cNvPr>
          <p:cNvSpPr/>
          <p:nvPr/>
        </p:nvSpPr>
        <p:spPr>
          <a:xfrm>
            <a:off x="4922502" y="2633705"/>
            <a:ext cx="48023" cy="2457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47" y="1"/>
                </a:moveTo>
                <a:cubicBezTo>
                  <a:pt x="158" y="1"/>
                  <a:pt x="1" y="158"/>
                  <a:pt x="1" y="379"/>
                </a:cubicBezTo>
                <a:cubicBezTo>
                  <a:pt x="1" y="568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3" name="Google Shape;9288;p73">
            <a:extLst>
              <a:ext uri="{FF2B5EF4-FFF2-40B4-BE49-F238E27FC236}">
                <a16:creationId xmlns:a16="http://schemas.microsoft.com/office/drawing/2014/main" id="{4710F7EE-AFBF-931F-3C11-511BFBD11999}"/>
              </a:ext>
            </a:extLst>
          </p:cNvPr>
          <p:cNvSpPr/>
          <p:nvPr/>
        </p:nvSpPr>
        <p:spPr>
          <a:xfrm>
            <a:off x="4992895" y="2633705"/>
            <a:ext cx="47989" cy="24570"/>
          </a:xfrm>
          <a:custGeom>
            <a:avLst/>
            <a:gdLst/>
            <a:ahLst/>
            <a:cxnLst/>
            <a:rect l="l" t="t" r="r" b="b"/>
            <a:pathLst>
              <a:path w="1418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8"/>
                  <a:pt x="1418" y="379"/>
                </a:cubicBezTo>
                <a:cubicBezTo>
                  <a:pt x="1418" y="158"/>
                  <a:pt x="1260" y="1"/>
                  <a:pt x="10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4" name="Google Shape;9289;p73">
            <a:extLst>
              <a:ext uri="{FF2B5EF4-FFF2-40B4-BE49-F238E27FC236}">
                <a16:creationId xmlns:a16="http://schemas.microsoft.com/office/drawing/2014/main" id="{BC43C7BA-28CC-89D2-AF00-2EF5AD148AD5}"/>
              </a:ext>
            </a:extLst>
          </p:cNvPr>
          <p:cNvSpPr/>
          <p:nvPr/>
        </p:nvSpPr>
        <p:spPr>
          <a:xfrm>
            <a:off x="5063253" y="2633705"/>
            <a:ext cx="48023" cy="2457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78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5" name="Google Shape;9290;p73">
            <a:extLst>
              <a:ext uri="{FF2B5EF4-FFF2-40B4-BE49-F238E27FC236}">
                <a16:creationId xmlns:a16="http://schemas.microsoft.com/office/drawing/2014/main" id="{D95CE14A-EC35-DA37-85E5-C49DD0EAB3A6}"/>
              </a:ext>
            </a:extLst>
          </p:cNvPr>
          <p:cNvSpPr/>
          <p:nvPr/>
        </p:nvSpPr>
        <p:spPr>
          <a:xfrm>
            <a:off x="5135744" y="2633705"/>
            <a:ext cx="48023" cy="2457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47" y="1"/>
                </a:moveTo>
                <a:cubicBezTo>
                  <a:pt x="158" y="1"/>
                  <a:pt x="1" y="158"/>
                  <a:pt x="1" y="379"/>
                </a:cubicBezTo>
                <a:cubicBezTo>
                  <a:pt x="1" y="568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8"/>
                  <a:pt x="1418" y="379"/>
                </a:cubicBezTo>
                <a:cubicBezTo>
                  <a:pt x="1418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6" name="Google Shape;9291;p73">
            <a:extLst>
              <a:ext uri="{FF2B5EF4-FFF2-40B4-BE49-F238E27FC236}">
                <a16:creationId xmlns:a16="http://schemas.microsoft.com/office/drawing/2014/main" id="{A8908A99-EF05-8B0D-0ADB-C49BF1D18030}"/>
              </a:ext>
            </a:extLst>
          </p:cNvPr>
          <p:cNvSpPr/>
          <p:nvPr/>
        </p:nvSpPr>
        <p:spPr>
          <a:xfrm>
            <a:off x="4922502" y="2680645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7" name="Google Shape;9292;p73">
            <a:extLst>
              <a:ext uri="{FF2B5EF4-FFF2-40B4-BE49-F238E27FC236}">
                <a16:creationId xmlns:a16="http://schemas.microsoft.com/office/drawing/2014/main" id="{745B1C81-6E57-FABC-98D7-2B855A693D8F}"/>
              </a:ext>
            </a:extLst>
          </p:cNvPr>
          <p:cNvSpPr/>
          <p:nvPr/>
        </p:nvSpPr>
        <p:spPr>
          <a:xfrm>
            <a:off x="4992895" y="2680645"/>
            <a:ext cx="47989" cy="24536"/>
          </a:xfrm>
          <a:custGeom>
            <a:avLst/>
            <a:gdLst/>
            <a:ahLst/>
            <a:cxnLst/>
            <a:rect l="l" t="t" r="r" b="b"/>
            <a:pathLst>
              <a:path w="1418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7"/>
                  <a:pt x="1418" y="378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8" name="Google Shape;9293;p73">
            <a:extLst>
              <a:ext uri="{FF2B5EF4-FFF2-40B4-BE49-F238E27FC236}">
                <a16:creationId xmlns:a16="http://schemas.microsoft.com/office/drawing/2014/main" id="{510CE04F-190E-C1AA-BCF0-04CD01908EF5}"/>
              </a:ext>
            </a:extLst>
          </p:cNvPr>
          <p:cNvSpPr/>
          <p:nvPr/>
        </p:nvSpPr>
        <p:spPr>
          <a:xfrm>
            <a:off x="5063253" y="2680645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78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78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79" name="Google Shape;9294;p73">
            <a:extLst>
              <a:ext uri="{FF2B5EF4-FFF2-40B4-BE49-F238E27FC236}">
                <a16:creationId xmlns:a16="http://schemas.microsoft.com/office/drawing/2014/main" id="{1DDE0AFF-337F-AF9B-B631-0EB0359FE39D}"/>
              </a:ext>
            </a:extLst>
          </p:cNvPr>
          <p:cNvSpPr/>
          <p:nvPr/>
        </p:nvSpPr>
        <p:spPr>
          <a:xfrm>
            <a:off x="4922502" y="2727550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47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47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0" name="Google Shape;9295;p73">
            <a:extLst>
              <a:ext uri="{FF2B5EF4-FFF2-40B4-BE49-F238E27FC236}">
                <a16:creationId xmlns:a16="http://schemas.microsoft.com/office/drawing/2014/main" id="{1667B80B-441B-9D6D-C5EB-16EEA0234CBA}"/>
              </a:ext>
            </a:extLst>
          </p:cNvPr>
          <p:cNvSpPr/>
          <p:nvPr/>
        </p:nvSpPr>
        <p:spPr>
          <a:xfrm>
            <a:off x="4992895" y="2727550"/>
            <a:ext cx="47989" cy="24536"/>
          </a:xfrm>
          <a:custGeom>
            <a:avLst/>
            <a:gdLst/>
            <a:ahLst/>
            <a:cxnLst/>
            <a:rect l="l" t="t" r="r" b="b"/>
            <a:pathLst>
              <a:path w="1418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1071" y="725"/>
                </a:lnTo>
                <a:cubicBezTo>
                  <a:pt x="1260" y="725"/>
                  <a:pt x="1418" y="567"/>
                  <a:pt x="1418" y="347"/>
                </a:cubicBezTo>
                <a:cubicBezTo>
                  <a:pt x="1418" y="158"/>
                  <a:pt x="1260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81" name="Google Shape;9296;p73">
            <a:extLst>
              <a:ext uri="{FF2B5EF4-FFF2-40B4-BE49-F238E27FC236}">
                <a16:creationId xmlns:a16="http://schemas.microsoft.com/office/drawing/2014/main" id="{D46A1D40-B0B3-B920-853B-B3BC6C003162}"/>
              </a:ext>
            </a:extLst>
          </p:cNvPr>
          <p:cNvSpPr/>
          <p:nvPr/>
        </p:nvSpPr>
        <p:spPr>
          <a:xfrm>
            <a:off x="5063253" y="2727550"/>
            <a:ext cx="48023" cy="24536"/>
          </a:xfrm>
          <a:custGeom>
            <a:avLst/>
            <a:gdLst/>
            <a:ahLst/>
            <a:cxnLst/>
            <a:rect l="l" t="t" r="r" b="b"/>
            <a:pathLst>
              <a:path w="1419" h="725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78" y="725"/>
                </a:cubicBezTo>
                <a:lnTo>
                  <a:pt x="1072" y="725"/>
                </a:lnTo>
                <a:cubicBezTo>
                  <a:pt x="1261" y="725"/>
                  <a:pt x="1418" y="567"/>
                  <a:pt x="1418" y="347"/>
                </a:cubicBezTo>
                <a:cubicBezTo>
                  <a:pt x="1418" y="158"/>
                  <a:pt x="1261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3" name="Google Shape;9298;p73">
            <a:extLst>
              <a:ext uri="{FF2B5EF4-FFF2-40B4-BE49-F238E27FC236}">
                <a16:creationId xmlns:a16="http://schemas.microsoft.com/office/drawing/2014/main" id="{E4D10734-AEC3-4EC2-4492-990D3292AD37}"/>
              </a:ext>
            </a:extLst>
          </p:cNvPr>
          <p:cNvSpPr/>
          <p:nvPr/>
        </p:nvSpPr>
        <p:spPr>
          <a:xfrm>
            <a:off x="4875595" y="3171107"/>
            <a:ext cx="400932" cy="189789"/>
          </a:xfrm>
          <a:custGeom>
            <a:avLst/>
            <a:gdLst/>
            <a:ahLst/>
            <a:cxnLst/>
            <a:rect l="l" t="t" r="r" b="b"/>
            <a:pathLst>
              <a:path w="11847" h="5608" extrusionOk="0">
                <a:moveTo>
                  <a:pt x="3530" y="3466"/>
                </a:moveTo>
                <a:lnTo>
                  <a:pt x="3530" y="4883"/>
                </a:lnTo>
                <a:lnTo>
                  <a:pt x="757" y="4883"/>
                </a:lnTo>
                <a:lnTo>
                  <a:pt x="757" y="3466"/>
                </a:lnTo>
                <a:close/>
                <a:moveTo>
                  <a:pt x="7688" y="725"/>
                </a:moveTo>
                <a:lnTo>
                  <a:pt x="7688" y="4883"/>
                </a:lnTo>
                <a:lnTo>
                  <a:pt x="4223" y="4883"/>
                </a:lnTo>
                <a:lnTo>
                  <a:pt x="4223" y="725"/>
                </a:lnTo>
                <a:close/>
                <a:moveTo>
                  <a:pt x="11185" y="2111"/>
                </a:moveTo>
                <a:lnTo>
                  <a:pt x="11185" y="4883"/>
                </a:lnTo>
                <a:lnTo>
                  <a:pt x="8381" y="4883"/>
                </a:lnTo>
                <a:lnTo>
                  <a:pt x="8381" y="2111"/>
                </a:lnTo>
                <a:close/>
                <a:moveTo>
                  <a:pt x="3845" y="0"/>
                </a:moveTo>
                <a:cubicBezTo>
                  <a:pt x="3656" y="0"/>
                  <a:pt x="3498" y="158"/>
                  <a:pt x="3498" y="378"/>
                </a:cubicBezTo>
                <a:lnTo>
                  <a:pt x="3498" y="2804"/>
                </a:lnTo>
                <a:lnTo>
                  <a:pt x="348" y="2804"/>
                </a:lnTo>
                <a:cubicBezTo>
                  <a:pt x="158" y="2804"/>
                  <a:pt x="1" y="2962"/>
                  <a:pt x="1" y="3151"/>
                </a:cubicBezTo>
                <a:lnTo>
                  <a:pt x="1" y="5261"/>
                </a:lnTo>
                <a:cubicBezTo>
                  <a:pt x="1" y="5450"/>
                  <a:pt x="158" y="5608"/>
                  <a:pt x="348" y="5608"/>
                </a:cubicBezTo>
                <a:lnTo>
                  <a:pt x="11500" y="5608"/>
                </a:lnTo>
                <a:cubicBezTo>
                  <a:pt x="11689" y="5608"/>
                  <a:pt x="11847" y="5450"/>
                  <a:pt x="11847" y="5261"/>
                </a:cubicBezTo>
                <a:lnTo>
                  <a:pt x="11847" y="1733"/>
                </a:lnTo>
                <a:cubicBezTo>
                  <a:pt x="11847" y="1544"/>
                  <a:pt x="11689" y="1386"/>
                  <a:pt x="11532" y="1386"/>
                </a:cubicBezTo>
                <a:lnTo>
                  <a:pt x="8381" y="1386"/>
                </a:lnTo>
                <a:lnTo>
                  <a:pt x="8381" y="378"/>
                </a:lnTo>
                <a:cubicBezTo>
                  <a:pt x="8381" y="158"/>
                  <a:pt x="8224" y="0"/>
                  <a:pt x="80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4" name="Google Shape;9299;p73">
            <a:extLst>
              <a:ext uri="{FF2B5EF4-FFF2-40B4-BE49-F238E27FC236}">
                <a16:creationId xmlns:a16="http://schemas.microsoft.com/office/drawing/2014/main" id="{7CC0D449-965B-0BD8-0409-17D1F2B0931C}"/>
              </a:ext>
            </a:extLst>
          </p:cNvPr>
          <p:cNvSpPr/>
          <p:nvPr/>
        </p:nvSpPr>
        <p:spPr>
          <a:xfrm>
            <a:off x="4995027" y="2961048"/>
            <a:ext cx="165287" cy="187691"/>
          </a:xfrm>
          <a:custGeom>
            <a:avLst/>
            <a:gdLst/>
            <a:ahLst/>
            <a:cxnLst/>
            <a:rect l="l" t="t" r="r" b="b"/>
            <a:pathLst>
              <a:path w="4884" h="5546" extrusionOk="0">
                <a:moveTo>
                  <a:pt x="2426" y="662"/>
                </a:moveTo>
                <a:cubicBezTo>
                  <a:pt x="2804" y="662"/>
                  <a:pt x="3120" y="977"/>
                  <a:pt x="3120" y="1387"/>
                </a:cubicBezTo>
                <a:cubicBezTo>
                  <a:pt x="3120" y="1765"/>
                  <a:pt x="2804" y="2080"/>
                  <a:pt x="2426" y="2080"/>
                </a:cubicBezTo>
                <a:cubicBezTo>
                  <a:pt x="2017" y="2080"/>
                  <a:pt x="1702" y="1765"/>
                  <a:pt x="1702" y="1387"/>
                </a:cubicBezTo>
                <a:cubicBezTo>
                  <a:pt x="1702" y="977"/>
                  <a:pt x="2017" y="662"/>
                  <a:pt x="2426" y="662"/>
                </a:cubicBezTo>
                <a:close/>
                <a:moveTo>
                  <a:pt x="2426" y="2742"/>
                </a:moveTo>
                <a:cubicBezTo>
                  <a:pt x="3340" y="2742"/>
                  <a:pt x="4128" y="3529"/>
                  <a:pt x="4128" y="4474"/>
                </a:cubicBezTo>
                <a:lnTo>
                  <a:pt x="4128" y="4852"/>
                </a:lnTo>
                <a:lnTo>
                  <a:pt x="694" y="4852"/>
                </a:lnTo>
                <a:lnTo>
                  <a:pt x="694" y="4474"/>
                </a:lnTo>
                <a:cubicBezTo>
                  <a:pt x="694" y="3498"/>
                  <a:pt x="1481" y="2742"/>
                  <a:pt x="2426" y="2742"/>
                </a:cubicBezTo>
                <a:close/>
                <a:moveTo>
                  <a:pt x="2489" y="1"/>
                </a:moveTo>
                <a:cubicBezTo>
                  <a:pt x="1733" y="1"/>
                  <a:pt x="1103" y="631"/>
                  <a:pt x="1103" y="1387"/>
                </a:cubicBezTo>
                <a:cubicBezTo>
                  <a:pt x="1103" y="1733"/>
                  <a:pt x="1229" y="2049"/>
                  <a:pt x="1450" y="2269"/>
                </a:cubicBezTo>
                <a:cubicBezTo>
                  <a:pt x="568" y="2679"/>
                  <a:pt x="1" y="3498"/>
                  <a:pt x="1" y="4474"/>
                </a:cubicBezTo>
                <a:lnTo>
                  <a:pt x="1" y="5199"/>
                </a:lnTo>
                <a:cubicBezTo>
                  <a:pt x="1" y="5388"/>
                  <a:pt x="158" y="5546"/>
                  <a:pt x="379" y="5546"/>
                </a:cubicBezTo>
                <a:lnTo>
                  <a:pt x="4537" y="5546"/>
                </a:lnTo>
                <a:cubicBezTo>
                  <a:pt x="4726" y="5546"/>
                  <a:pt x="4884" y="5388"/>
                  <a:pt x="4884" y="5199"/>
                </a:cubicBezTo>
                <a:lnTo>
                  <a:pt x="4884" y="4474"/>
                </a:lnTo>
                <a:cubicBezTo>
                  <a:pt x="4884" y="3498"/>
                  <a:pt x="4348" y="2679"/>
                  <a:pt x="3529" y="2269"/>
                </a:cubicBezTo>
                <a:cubicBezTo>
                  <a:pt x="3750" y="2049"/>
                  <a:pt x="3876" y="1733"/>
                  <a:pt x="3876" y="1387"/>
                </a:cubicBezTo>
                <a:cubicBezTo>
                  <a:pt x="3876" y="631"/>
                  <a:pt x="3246" y="1"/>
                  <a:pt x="248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5" name="Google Shape;9300;p73">
            <a:extLst>
              <a:ext uri="{FF2B5EF4-FFF2-40B4-BE49-F238E27FC236}">
                <a16:creationId xmlns:a16="http://schemas.microsoft.com/office/drawing/2014/main" id="{086E4271-86AE-F19B-D51B-FAA94C4C98D8}"/>
              </a:ext>
            </a:extLst>
          </p:cNvPr>
          <p:cNvSpPr/>
          <p:nvPr/>
        </p:nvSpPr>
        <p:spPr>
          <a:xfrm>
            <a:off x="5040881" y="3218488"/>
            <a:ext cx="71475" cy="94454"/>
          </a:xfrm>
          <a:custGeom>
            <a:avLst/>
            <a:gdLst/>
            <a:ahLst/>
            <a:cxnLst/>
            <a:rect l="l" t="t" r="r" b="b"/>
            <a:pathLst>
              <a:path w="2112" h="2791" extrusionOk="0">
                <a:moveTo>
                  <a:pt x="1095" y="0"/>
                </a:moveTo>
                <a:cubicBezTo>
                  <a:pt x="1001" y="0"/>
                  <a:pt x="903" y="28"/>
                  <a:pt x="819" y="112"/>
                </a:cubicBezTo>
                <a:lnTo>
                  <a:pt x="126" y="805"/>
                </a:lnTo>
                <a:cubicBezTo>
                  <a:pt x="0" y="931"/>
                  <a:pt x="0" y="1184"/>
                  <a:pt x="126" y="1278"/>
                </a:cubicBezTo>
                <a:cubicBezTo>
                  <a:pt x="205" y="1341"/>
                  <a:pt x="292" y="1373"/>
                  <a:pt x="378" y="1373"/>
                </a:cubicBezTo>
                <a:cubicBezTo>
                  <a:pt x="465" y="1373"/>
                  <a:pt x="552" y="1341"/>
                  <a:pt x="630" y="1278"/>
                </a:cubicBezTo>
                <a:lnTo>
                  <a:pt x="756" y="1184"/>
                </a:lnTo>
                <a:lnTo>
                  <a:pt x="756" y="2066"/>
                </a:lnTo>
                <a:lnTo>
                  <a:pt x="378" y="2066"/>
                </a:lnTo>
                <a:cubicBezTo>
                  <a:pt x="189" y="2066"/>
                  <a:pt x="32" y="2223"/>
                  <a:pt x="32" y="2444"/>
                </a:cubicBezTo>
                <a:cubicBezTo>
                  <a:pt x="32" y="2633"/>
                  <a:pt x="189" y="2790"/>
                  <a:pt x="378" y="2790"/>
                </a:cubicBezTo>
                <a:lnTo>
                  <a:pt x="1765" y="2790"/>
                </a:lnTo>
                <a:cubicBezTo>
                  <a:pt x="1954" y="2790"/>
                  <a:pt x="2111" y="2633"/>
                  <a:pt x="2111" y="2444"/>
                </a:cubicBezTo>
                <a:cubicBezTo>
                  <a:pt x="2111" y="2223"/>
                  <a:pt x="1954" y="2066"/>
                  <a:pt x="1765" y="2066"/>
                </a:cubicBezTo>
                <a:lnTo>
                  <a:pt x="1418" y="2066"/>
                </a:lnTo>
                <a:lnTo>
                  <a:pt x="1418" y="333"/>
                </a:lnTo>
                <a:cubicBezTo>
                  <a:pt x="1418" y="175"/>
                  <a:pt x="1323" y="81"/>
                  <a:pt x="1229" y="18"/>
                </a:cubicBezTo>
                <a:cubicBezTo>
                  <a:pt x="1187" y="7"/>
                  <a:pt x="1141" y="0"/>
                  <a:pt x="10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52" name="Google Shape;9301;p73">
            <a:extLst>
              <a:ext uri="{FF2B5EF4-FFF2-40B4-BE49-F238E27FC236}">
                <a16:creationId xmlns:a16="http://schemas.microsoft.com/office/drawing/2014/main" id="{FE7169E3-20C9-0DAD-DAE9-51FC8F7EAC98}"/>
              </a:ext>
            </a:extLst>
          </p:cNvPr>
          <p:cNvSpPr/>
          <p:nvPr/>
        </p:nvSpPr>
        <p:spPr>
          <a:xfrm>
            <a:off x="7413064" y="1970541"/>
            <a:ext cx="406280" cy="399850"/>
          </a:xfrm>
          <a:custGeom>
            <a:avLst/>
            <a:gdLst/>
            <a:ahLst/>
            <a:cxnLst/>
            <a:rect l="l" t="t" r="r" b="b"/>
            <a:pathLst>
              <a:path w="12005" h="11815" extrusionOk="0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58" name="Google Shape;9303;p73">
            <a:extLst>
              <a:ext uri="{FF2B5EF4-FFF2-40B4-BE49-F238E27FC236}">
                <a16:creationId xmlns:a16="http://schemas.microsoft.com/office/drawing/2014/main" id="{2AD82D0B-49BE-79D2-5E55-CFAFB05518C2}"/>
              </a:ext>
            </a:extLst>
          </p:cNvPr>
          <p:cNvSpPr/>
          <p:nvPr/>
        </p:nvSpPr>
        <p:spPr>
          <a:xfrm>
            <a:off x="7698895" y="2682236"/>
            <a:ext cx="24536" cy="24570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8"/>
                  <a:pt x="158" y="725"/>
                  <a:pt x="378" y="725"/>
                </a:cubicBezTo>
                <a:cubicBezTo>
                  <a:pt x="567" y="725"/>
                  <a:pt x="725" y="568"/>
                  <a:pt x="725" y="347"/>
                </a:cubicBezTo>
                <a:cubicBezTo>
                  <a:pt x="725" y="158"/>
                  <a:pt x="567" y="0"/>
                  <a:pt x="3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59" name="Google Shape;9304;p73">
            <a:extLst>
              <a:ext uri="{FF2B5EF4-FFF2-40B4-BE49-F238E27FC236}">
                <a16:creationId xmlns:a16="http://schemas.microsoft.com/office/drawing/2014/main" id="{7305F320-88A2-31ED-0360-EFDFB5C2C4CC}"/>
              </a:ext>
            </a:extLst>
          </p:cNvPr>
          <p:cNvSpPr/>
          <p:nvPr/>
        </p:nvSpPr>
        <p:spPr>
          <a:xfrm>
            <a:off x="7416342" y="2445543"/>
            <a:ext cx="399851" cy="399850"/>
          </a:xfrm>
          <a:custGeom>
            <a:avLst/>
            <a:gdLst/>
            <a:ahLst/>
            <a:cxnLst/>
            <a:rect l="l" t="t" r="r" b="b"/>
            <a:pathLst>
              <a:path w="11815" h="11815" extrusionOk="0">
                <a:moveTo>
                  <a:pt x="7845" y="725"/>
                </a:moveTo>
                <a:cubicBezTo>
                  <a:pt x="7719" y="914"/>
                  <a:pt x="7656" y="1166"/>
                  <a:pt x="7656" y="1450"/>
                </a:cubicBezTo>
                <a:cubicBezTo>
                  <a:pt x="7656" y="1670"/>
                  <a:pt x="7719" y="1922"/>
                  <a:pt x="7845" y="2143"/>
                </a:cubicBezTo>
                <a:lnTo>
                  <a:pt x="1387" y="2143"/>
                </a:lnTo>
                <a:cubicBezTo>
                  <a:pt x="1009" y="2143"/>
                  <a:pt x="694" y="1828"/>
                  <a:pt x="694" y="1450"/>
                </a:cubicBezTo>
                <a:cubicBezTo>
                  <a:pt x="694" y="1040"/>
                  <a:pt x="1009" y="725"/>
                  <a:pt x="1387" y="725"/>
                </a:cubicBezTo>
                <a:close/>
                <a:moveTo>
                  <a:pt x="6112" y="6994"/>
                </a:moveTo>
                <a:cubicBezTo>
                  <a:pt x="5955" y="7183"/>
                  <a:pt x="5829" y="7436"/>
                  <a:pt x="5766" y="7719"/>
                </a:cubicBezTo>
                <a:lnTo>
                  <a:pt x="3466" y="7719"/>
                </a:lnTo>
                <a:lnTo>
                  <a:pt x="3466" y="6994"/>
                </a:lnTo>
                <a:close/>
                <a:moveTo>
                  <a:pt x="694" y="2678"/>
                </a:moveTo>
                <a:cubicBezTo>
                  <a:pt x="883" y="2773"/>
                  <a:pt x="1103" y="2867"/>
                  <a:pt x="1387" y="2867"/>
                </a:cubicBezTo>
                <a:lnTo>
                  <a:pt x="1387" y="10460"/>
                </a:lnTo>
                <a:cubicBezTo>
                  <a:pt x="1009" y="10460"/>
                  <a:pt x="694" y="10145"/>
                  <a:pt x="694" y="9767"/>
                </a:cubicBezTo>
                <a:lnTo>
                  <a:pt x="694" y="2678"/>
                </a:lnTo>
                <a:close/>
                <a:moveTo>
                  <a:pt x="8381" y="2836"/>
                </a:moveTo>
                <a:lnTo>
                  <a:pt x="8381" y="5608"/>
                </a:lnTo>
                <a:cubicBezTo>
                  <a:pt x="7814" y="5703"/>
                  <a:pt x="7247" y="5923"/>
                  <a:pt x="6774" y="6301"/>
                </a:cubicBezTo>
                <a:lnTo>
                  <a:pt x="3151" y="6301"/>
                </a:lnTo>
                <a:cubicBezTo>
                  <a:pt x="2962" y="6301"/>
                  <a:pt x="2804" y="6459"/>
                  <a:pt x="2804" y="6648"/>
                </a:cubicBezTo>
                <a:lnTo>
                  <a:pt x="2804" y="8034"/>
                </a:lnTo>
                <a:cubicBezTo>
                  <a:pt x="2804" y="8223"/>
                  <a:pt x="2962" y="8381"/>
                  <a:pt x="3151" y="8381"/>
                </a:cubicBezTo>
                <a:lnTo>
                  <a:pt x="5640" y="8381"/>
                </a:lnTo>
                <a:lnTo>
                  <a:pt x="5640" y="8727"/>
                </a:lnTo>
                <a:cubicBezTo>
                  <a:pt x="5640" y="9357"/>
                  <a:pt x="5829" y="9956"/>
                  <a:pt x="6144" y="10492"/>
                </a:cubicBezTo>
                <a:lnTo>
                  <a:pt x="2080" y="10492"/>
                </a:lnTo>
                <a:lnTo>
                  <a:pt x="2080" y="10460"/>
                </a:lnTo>
                <a:lnTo>
                  <a:pt x="2080" y="2836"/>
                </a:lnTo>
                <a:close/>
                <a:moveTo>
                  <a:pt x="8727" y="6301"/>
                </a:moveTo>
                <a:cubicBezTo>
                  <a:pt x="10050" y="6301"/>
                  <a:pt x="11153" y="7404"/>
                  <a:pt x="11153" y="8727"/>
                </a:cubicBezTo>
                <a:cubicBezTo>
                  <a:pt x="11153" y="10082"/>
                  <a:pt x="10050" y="11216"/>
                  <a:pt x="8727" y="11216"/>
                </a:cubicBezTo>
                <a:cubicBezTo>
                  <a:pt x="7373" y="11216"/>
                  <a:pt x="6270" y="10113"/>
                  <a:pt x="6270" y="8727"/>
                </a:cubicBezTo>
                <a:cubicBezTo>
                  <a:pt x="6270" y="7373"/>
                  <a:pt x="7373" y="6301"/>
                  <a:pt x="8727" y="6301"/>
                </a:cubicBezTo>
                <a:close/>
                <a:moveTo>
                  <a:pt x="1387" y="0"/>
                </a:moveTo>
                <a:cubicBezTo>
                  <a:pt x="630" y="0"/>
                  <a:pt x="0" y="630"/>
                  <a:pt x="0" y="1355"/>
                </a:cubicBezTo>
                <a:lnTo>
                  <a:pt x="0" y="9704"/>
                </a:lnTo>
                <a:cubicBezTo>
                  <a:pt x="0" y="10460"/>
                  <a:pt x="630" y="11090"/>
                  <a:pt x="1387" y="11090"/>
                </a:cubicBezTo>
                <a:lnTo>
                  <a:pt x="6742" y="11090"/>
                </a:lnTo>
                <a:cubicBezTo>
                  <a:pt x="7310" y="11563"/>
                  <a:pt x="8003" y="11815"/>
                  <a:pt x="8727" y="11815"/>
                </a:cubicBezTo>
                <a:cubicBezTo>
                  <a:pt x="10460" y="11815"/>
                  <a:pt x="11815" y="10334"/>
                  <a:pt x="11815" y="8664"/>
                </a:cubicBezTo>
                <a:cubicBezTo>
                  <a:pt x="11815" y="7120"/>
                  <a:pt x="10618" y="5829"/>
                  <a:pt x="9074" y="5608"/>
                </a:cubicBezTo>
                <a:lnTo>
                  <a:pt x="9074" y="2458"/>
                </a:lnTo>
                <a:cubicBezTo>
                  <a:pt x="9074" y="2269"/>
                  <a:pt x="9042" y="2143"/>
                  <a:pt x="8822" y="2080"/>
                </a:cubicBezTo>
                <a:cubicBezTo>
                  <a:pt x="8538" y="1985"/>
                  <a:pt x="8349" y="1733"/>
                  <a:pt x="8349" y="1418"/>
                </a:cubicBezTo>
                <a:cubicBezTo>
                  <a:pt x="8349" y="1135"/>
                  <a:pt x="8538" y="851"/>
                  <a:pt x="8822" y="725"/>
                </a:cubicBezTo>
                <a:cubicBezTo>
                  <a:pt x="8979" y="694"/>
                  <a:pt x="9074" y="536"/>
                  <a:pt x="9074" y="410"/>
                </a:cubicBezTo>
                <a:lnTo>
                  <a:pt x="9074" y="347"/>
                </a:lnTo>
                <a:cubicBezTo>
                  <a:pt x="9074" y="158"/>
                  <a:pt x="8916" y="0"/>
                  <a:pt x="87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0" name="Google Shape;9305;p73">
            <a:extLst>
              <a:ext uri="{FF2B5EF4-FFF2-40B4-BE49-F238E27FC236}">
                <a16:creationId xmlns:a16="http://schemas.microsoft.com/office/drawing/2014/main" id="{8ADA8D3A-0A9E-BFC0-AFE1-9B741ED6B835}"/>
              </a:ext>
            </a:extLst>
          </p:cNvPr>
          <p:cNvSpPr/>
          <p:nvPr/>
        </p:nvSpPr>
        <p:spPr>
          <a:xfrm>
            <a:off x="7698895" y="2717434"/>
            <a:ext cx="24536" cy="83185"/>
          </a:xfrm>
          <a:custGeom>
            <a:avLst/>
            <a:gdLst/>
            <a:ahLst/>
            <a:cxnLst/>
            <a:rect l="l" t="t" r="r" b="b"/>
            <a:pathLst>
              <a:path w="725" h="2458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lnTo>
                  <a:pt x="0" y="2111"/>
                </a:lnTo>
                <a:cubicBezTo>
                  <a:pt x="0" y="2300"/>
                  <a:pt x="158" y="2458"/>
                  <a:pt x="378" y="2458"/>
                </a:cubicBezTo>
                <a:cubicBezTo>
                  <a:pt x="567" y="2458"/>
                  <a:pt x="725" y="2300"/>
                  <a:pt x="725" y="2111"/>
                </a:cubicBezTo>
                <a:lnTo>
                  <a:pt x="725" y="347"/>
                </a:lnTo>
                <a:cubicBezTo>
                  <a:pt x="725" y="158"/>
                  <a:pt x="567" y="0"/>
                  <a:pt x="3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1" name="Google Shape;9306;p73">
            <a:extLst>
              <a:ext uri="{FF2B5EF4-FFF2-40B4-BE49-F238E27FC236}">
                <a16:creationId xmlns:a16="http://schemas.microsoft.com/office/drawing/2014/main" id="{DBFDE213-071A-AECB-03CD-3D76E441EB69}"/>
              </a:ext>
            </a:extLst>
          </p:cNvPr>
          <p:cNvSpPr/>
          <p:nvPr/>
        </p:nvSpPr>
        <p:spPr>
          <a:xfrm>
            <a:off x="7510153" y="2563889"/>
            <a:ext cx="166370" cy="23487"/>
          </a:xfrm>
          <a:custGeom>
            <a:avLst/>
            <a:gdLst/>
            <a:ahLst/>
            <a:cxnLst/>
            <a:rect l="l" t="t" r="r" b="b"/>
            <a:pathLst>
              <a:path w="4916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99"/>
                  <a:pt x="158" y="694"/>
                  <a:pt x="347" y="694"/>
                </a:cubicBezTo>
                <a:lnTo>
                  <a:pt x="4569" y="694"/>
                </a:lnTo>
                <a:cubicBezTo>
                  <a:pt x="4758" y="694"/>
                  <a:pt x="4916" y="536"/>
                  <a:pt x="4916" y="347"/>
                </a:cubicBezTo>
                <a:cubicBezTo>
                  <a:pt x="4916" y="158"/>
                  <a:pt x="4758" y="0"/>
                  <a:pt x="45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62" name="Google Shape;9307;p73">
            <a:extLst>
              <a:ext uri="{FF2B5EF4-FFF2-40B4-BE49-F238E27FC236}">
                <a16:creationId xmlns:a16="http://schemas.microsoft.com/office/drawing/2014/main" id="{167A5DA8-223B-CF1E-08DC-319064899DA7}"/>
              </a:ext>
            </a:extLst>
          </p:cNvPr>
          <p:cNvSpPr/>
          <p:nvPr/>
        </p:nvSpPr>
        <p:spPr>
          <a:xfrm>
            <a:off x="7510153" y="2611877"/>
            <a:ext cx="166370" cy="23487"/>
          </a:xfrm>
          <a:custGeom>
            <a:avLst/>
            <a:gdLst/>
            <a:ahLst/>
            <a:cxnLst/>
            <a:rect l="l" t="t" r="r" b="b"/>
            <a:pathLst>
              <a:path w="4916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7" y="693"/>
                </a:cubicBezTo>
                <a:lnTo>
                  <a:pt x="4569" y="693"/>
                </a:lnTo>
                <a:cubicBezTo>
                  <a:pt x="4758" y="693"/>
                  <a:pt x="4916" y="536"/>
                  <a:pt x="4916" y="347"/>
                </a:cubicBezTo>
                <a:cubicBezTo>
                  <a:pt x="4916" y="158"/>
                  <a:pt x="4758" y="0"/>
                  <a:pt x="45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56" name="Google Shape;9309;p73">
            <a:extLst>
              <a:ext uri="{FF2B5EF4-FFF2-40B4-BE49-F238E27FC236}">
                <a16:creationId xmlns:a16="http://schemas.microsoft.com/office/drawing/2014/main" id="{F8D75F6E-ED05-F0B5-5DDF-E232C8A701DF}"/>
              </a:ext>
            </a:extLst>
          </p:cNvPr>
          <p:cNvSpPr/>
          <p:nvPr/>
        </p:nvSpPr>
        <p:spPr>
          <a:xfrm>
            <a:off x="7440335" y="2960506"/>
            <a:ext cx="351861" cy="400932"/>
          </a:xfrm>
          <a:custGeom>
            <a:avLst/>
            <a:gdLst/>
            <a:ahLst/>
            <a:cxnLst/>
            <a:rect l="l" t="t" r="r" b="b"/>
            <a:pathLst>
              <a:path w="10397" h="11847" extrusionOk="0">
                <a:moveTo>
                  <a:pt x="5860" y="694"/>
                </a:moveTo>
                <a:cubicBezTo>
                  <a:pt x="7089" y="694"/>
                  <a:pt x="8097" y="1639"/>
                  <a:pt x="8254" y="2805"/>
                </a:cubicBezTo>
                <a:cubicBezTo>
                  <a:pt x="8160" y="2773"/>
                  <a:pt x="8065" y="2773"/>
                  <a:pt x="7939" y="2773"/>
                </a:cubicBezTo>
                <a:lnTo>
                  <a:pt x="7561" y="2773"/>
                </a:lnTo>
                <a:cubicBezTo>
                  <a:pt x="7404" y="1985"/>
                  <a:pt x="6679" y="1387"/>
                  <a:pt x="5860" y="1387"/>
                </a:cubicBezTo>
                <a:lnTo>
                  <a:pt x="4474" y="1387"/>
                </a:lnTo>
                <a:cubicBezTo>
                  <a:pt x="3655" y="1387"/>
                  <a:pt x="2930" y="1985"/>
                  <a:pt x="2804" y="2773"/>
                </a:cubicBezTo>
                <a:lnTo>
                  <a:pt x="2394" y="2773"/>
                </a:lnTo>
                <a:cubicBezTo>
                  <a:pt x="2268" y="2773"/>
                  <a:pt x="2142" y="2773"/>
                  <a:pt x="2079" y="2805"/>
                </a:cubicBezTo>
                <a:cubicBezTo>
                  <a:pt x="2237" y="1639"/>
                  <a:pt x="3277" y="694"/>
                  <a:pt x="4474" y="694"/>
                </a:cubicBezTo>
                <a:close/>
                <a:moveTo>
                  <a:pt x="6206" y="2143"/>
                </a:moveTo>
                <a:cubicBezTo>
                  <a:pt x="6616" y="2300"/>
                  <a:pt x="6931" y="2647"/>
                  <a:pt x="6931" y="3120"/>
                </a:cubicBezTo>
                <a:lnTo>
                  <a:pt x="6931" y="3403"/>
                </a:lnTo>
                <a:cubicBezTo>
                  <a:pt x="6522" y="3246"/>
                  <a:pt x="6206" y="2899"/>
                  <a:pt x="6206" y="2427"/>
                </a:cubicBezTo>
                <a:lnTo>
                  <a:pt x="6206" y="2143"/>
                </a:lnTo>
                <a:close/>
                <a:moveTo>
                  <a:pt x="5513" y="2080"/>
                </a:moveTo>
                <a:lnTo>
                  <a:pt x="5513" y="2427"/>
                </a:lnTo>
                <a:cubicBezTo>
                  <a:pt x="5513" y="3025"/>
                  <a:pt x="5041" y="3435"/>
                  <a:pt x="4474" y="3435"/>
                </a:cubicBezTo>
                <a:lnTo>
                  <a:pt x="3466" y="3435"/>
                </a:lnTo>
                <a:lnTo>
                  <a:pt x="3466" y="3088"/>
                </a:lnTo>
                <a:cubicBezTo>
                  <a:pt x="3466" y="2490"/>
                  <a:pt x="3938" y="2080"/>
                  <a:pt x="4474" y="2080"/>
                </a:cubicBezTo>
                <a:close/>
                <a:moveTo>
                  <a:pt x="2741" y="3435"/>
                </a:moveTo>
                <a:lnTo>
                  <a:pt x="2741" y="5451"/>
                </a:lnTo>
                <a:cubicBezTo>
                  <a:pt x="2363" y="5293"/>
                  <a:pt x="2048" y="4947"/>
                  <a:pt x="2048" y="4474"/>
                </a:cubicBezTo>
                <a:lnTo>
                  <a:pt x="2048" y="3813"/>
                </a:lnTo>
                <a:cubicBezTo>
                  <a:pt x="2048" y="3592"/>
                  <a:pt x="2205" y="3435"/>
                  <a:pt x="2394" y="3435"/>
                </a:cubicBezTo>
                <a:close/>
                <a:moveTo>
                  <a:pt x="7939" y="3498"/>
                </a:moveTo>
                <a:cubicBezTo>
                  <a:pt x="8160" y="3498"/>
                  <a:pt x="8317" y="3655"/>
                  <a:pt x="8317" y="3844"/>
                </a:cubicBezTo>
                <a:lnTo>
                  <a:pt x="8317" y="4506"/>
                </a:lnTo>
                <a:cubicBezTo>
                  <a:pt x="8317" y="4947"/>
                  <a:pt x="8034" y="5325"/>
                  <a:pt x="7593" y="5482"/>
                </a:cubicBezTo>
                <a:lnTo>
                  <a:pt x="7593" y="3498"/>
                </a:lnTo>
                <a:close/>
                <a:moveTo>
                  <a:pt x="5891" y="3435"/>
                </a:moveTo>
                <a:cubicBezTo>
                  <a:pt x="6143" y="3750"/>
                  <a:pt x="6522" y="4033"/>
                  <a:pt x="6931" y="4128"/>
                </a:cubicBezTo>
                <a:lnTo>
                  <a:pt x="6931" y="5892"/>
                </a:lnTo>
                <a:cubicBezTo>
                  <a:pt x="6931" y="6491"/>
                  <a:pt x="6459" y="6900"/>
                  <a:pt x="5891" y="6900"/>
                </a:cubicBezTo>
                <a:lnTo>
                  <a:pt x="4505" y="6900"/>
                </a:lnTo>
                <a:cubicBezTo>
                  <a:pt x="3938" y="6900"/>
                  <a:pt x="3497" y="6428"/>
                  <a:pt x="3497" y="5892"/>
                </a:cubicBezTo>
                <a:lnTo>
                  <a:pt x="3497" y="4159"/>
                </a:lnTo>
                <a:lnTo>
                  <a:pt x="4505" y="4159"/>
                </a:lnTo>
                <a:cubicBezTo>
                  <a:pt x="5072" y="4159"/>
                  <a:pt x="5576" y="3876"/>
                  <a:pt x="5891" y="3435"/>
                </a:cubicBezTo>
                <a:close/>
                <a:moveTo>
                  <a:pt x="6238" y="7593"/>
                </a:moveTo>
                <a:cubicBezTo>
                  <a:pt x="6333" y="7782"/>
                  <a:pt x="6459" y="7971"/>
                  <a:pt x="6616" y="8097"/>
                </a:cubicBezTo>
                <a:lnTo>
                  <a:pt x="5198" y="9547"/>
                </a:lnTo>
                <a:lnTo>
                  <a:pt x="3718" y="8097"/>
                </a:lnTo>
                <a:cubicBezTo>
                  <a:pt x="3875" y="7971"/>
                  <a:pt x="4033" y="7782"/>
                  <a:pt x="4096" y="7593"/>
                </a:cubicBezTo>
                <a:cubicBezTo>
                  <a:pt x="4190" y="7625"/>
                  <a:pt x="4379" y="7625"/>
                  <a:pt x="4474" y="7625"/>
                </a:cubicBezTo>
                <a:lnTo>
                  <a:pt x="5860" y="7625"/>
                </a:lnTo>
                <a:cubicBezTo>
                  <a:pt x="5986" y="7625"/>
                  <a:pt x="6143" y="7625"/>
                  <a:pt x="6238" y="7593"/>
                </a:cubicBezTo>
                <a:close/>
                <a:moveTo>
                  <a:pt x="2961" y="8318"/>
                </a:moveTo>
                <a:lnTo>
                  <a:pt x="4852" y="10177"/>
                </a:lnTo>
                <a:lnTo>
                  <a:pt x="4852" y="11122"/>
                </a:lnTo>
                <a:lnTo>
                  <a:pt x="662" y="11122"/>
                </a:lnTo>
                <a:lnTo>
                  <a:pt x="662" y="9358"/>
                </a:lnTo>
                <a:cubicBezTo>
                  <a:pt x="662" y="8759"/>
                  <a:pt x="1134" y="8318"/>
                  <a:pt x="1701" y="8318"/>
                </a:cubicBezTo>
                <a:close/>
                <a:moveTo>
                  <a:pt x="8664" y="8318"/>
                </a:moveTo>
                <a:cubicBezTo>
                  <a:pt x="9262" y="8318"/>
                  <a:pt x="9672" y="8790"/>
                  <a:pt x="9672" y="9358"/>
                </a:cubicBezTo>
                <a:lnTo>
                  <a:pt x="9672" y="11122"/>
                </a:lnTo>
                <a:lnTo>
                  <a:pt x="5513" y="11122"/>
                </a:lnTo>
                <a:lnTo>
                  <a:pt x="5513" y="10177"/>
                </a:lnTo>
                <a:lnTo>
                  <a:pt x="7404" y="8318"/>
                </a:lnTo>
                <a:close/>
                <a:moveTo>
                  <a:pt x="4537" y="1"/>
                </a:moveTo>
                <a:cubicBezTo>
                  <a:pt x="2804" y="1"/>
                  <a:pt x="1418" y="1418"/>
                  <a:pt x="1418" y="3120"/>
                </a:cubicBezTo>
                <a:lnTo>
                  <a:pt x="1418" y="4506"/>
                </a:lnTo>
                <a:cubicBezTo>
                  <a:pt x="1418" y="5356"/>
                  <a:pt x="2048" y="6050"/>
                  <a:pt x="2835" y="6207"/>
                </a:cubicBezTo>
                <a:cubicBezTo>
                  <a:pt x="2898" y="6648"/>
                  <a:pt x="3151" y="7026"/>
                  <a:pt x="3497" y="7278"/>
                </a:cubicBezTo>
                <a:cubicBezTo>
                  <a:pt x="3466" y="7467"/>
                  <a:pt x="3308" y="7625"/>
                  <a:pt x="3119" y="7625"/>
                </a:cubicBezTo>
                <a:lnTo>
                  <a:pt x="1733" y="7625"/>
                </a:lnTo>
                <a:cubicBezTo>
                  <a:pt x="788" y="7625"/>
                  <a:pt x="0" y="8412"/>
                  <a:pt x="0" y="9358"/>
                </a:cubicBezTo>
                <a:lnTo>
                  <a:pt x="0" y="11468"/>
                </a:lnTo>
                <a:cubicBezTo>
                  <a:pt x="0" y="11689"/>
                  <a:pt x="158" y="11846"/>
                  <a:pt x="347" y="11846"/>
                </a:cubicBezTo>
                <a:lnTo>
                  <a:pt x="10050" y="11846"/>
                </a:lnTo>
                <a:cubicBezTo>
                  <a:pt x="10239" y="11846"/>
                  <a:pt x="10397" y="11689"/>
                  <a:pt x="10397" y="11468"/>
                </a:cubicBezTo>
                <a:lnTo>
                  <a:pt x="10397" y="9358"/>
                </a:lnTo>
                <a:cubicBezTo>
                  <a:pt x="10397" y="8412"/>
                  <a:pt x="9609" y="7625"/>
                  <a:pt x="8664" y="7625"/>
                </a:cubicBezTo>
                <a:lnTo>
                  <a:pt x="7278" y="7625"/>
                </a:lnTo>
                <a:cubicBezTo>
                  <a:pt x="7089" y="7625"/>
                  <a:pt x="6931" y="7467"/>
                  <a:pt x="6931" y="7278"/>
                </a:cubicBezTo>
                <a:cubicBezTo>
                  <a:pt x="7278" y="7026"/>
                  <a:pt x="7530" y="6648"/>
                  <a:pt x="7593" y="6207"/>
                </a:cubicBezTo>
                <a:cubicBezTo>
                  <a:pt x="8380" y="6050"/>
                  <a:pt x="9010" y="5325"/>
                  <a:pt x="9010" y="4506"/>
                </a:cubicBezTo>
                <a:lnTo>
                  <a:pt x="9010" y="3120"/>
                </a:lnTo>
                <a:cubicBezTo>
                  <a:pt x="9010" y="1387"/>
                  <a:pt x="7593" y="1"/>
                  <a:pt x="58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57" name="Google Shape;9310;p73">
            <a:extLst>
              <a:ext uri="{FF2B5EF4-FFF2-40B4-BE49-F238E27FC236}">
                <a16:creationId xmlns:a16="http://schemas.microsoft.com/office/drawing/2014/main" id="{4F95A3CA-53BE-9D6B-E8AD-FB42039D0837}"/>
              </a:ext>
            </a:extLst>
          </p:cNvPr>
          <p:cNvSpPr/>
          <p:nvPr/>
        </p:nvSpPr>
        <p:spPr>
          <a:xfrm>
            <a:off x="7674900" y="3287831"/>
            <a:ext cx="47989" cy="23487"/>
          </a:xfrm>
          <a:custGeom>
            <a:avLst/>
            <a:gdLst/>
            <a:ahLst/>
            <a:cxnLst/>
            <a:rect l="l" t="t" r="r" b="b"/>
            <a:pathLst>
              <a:path w="1418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lnTo>
                  <a:pt x="1040" y="694"/>
                </a:lnTo>
                <a:cubicBezTo>
                  <a:pt x="1260" y="694"/>
                  <a:pt x="1418" y="536"/>
                  <a:pt x="1418" y="347"/>
                </a:cubicBezTo>
                <a:cubicBezTo>
                  <a:pt x="1418" y="158"/>
                  <a:pt x="1260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55" name="Google Shape;9311;p73">
            <a:extLst>
              <a:ext uri="{FF2B5EF4-FFF2-40B4-BE49-F238E27FC236}">
                <a16:creationId xmlns:a16="http://schemas.microsoft.com/office/drawing/2014/main" id="{B73CEA54-FF9B-0755-7C19-4D8F152C649B}"/>
              </a:ext>
            </a:extLst>
          </p:cNvPr>
          <p:cNvSpPr/>
          <p:nvPr/>
        </p:nvSpPr>
        <p:spPr>
          <a:xfrm>
            <a:off x="8440326" y="2445537"/>
            <a:ext cx="400932" cy="399850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5892" y="693"/>
                </a:moveTo>
                <a:cubicBezTo>
                  <a:pt x="6491" y="693"/>
                  <a:pt x="6932" y="1134"/>
                  <a:pt x="6932" y="1701"/>
                </a:cubicBezTo>
                <a:cubicBezTo>
                  <a:pt x="6932" y="2269"/>
                  <a:pt x="6459" y="2710"/>
                  <a:pt x="5892" y="2710"/>
                </a:cubicBezTo>
                <a:cubicBezTo>
                  <a:pt x="5325" y="2710"/>
                  <a:pt x="4884" y="2269"/>
                  <a:pt x="4884" y="1701"/>
                </a:cubicBezTo>
                <a:cubicBezTo>
                  <a:pt x="4884" y="1134"/>
                  <a:pt x="5325" y="693"/>
                  <a:pt x="5892" y="693"/>
                </a:cubicBezTo>
                <a:close/>
                <a:moveTo>
                  <a:pt x="5892" y="3466"/>
                </a:moveTo>
                <a:cubicBezTo>
                  <a:pt x="6176" y="3466"/>
                  <a:pt x="6428" y="3497"/>
                  <a:pt x="6680" y="3592"/>
                </a:cubicBezTo>
                <a:lnTo>
                  <a:pt x="5892" y="4631"/>
                </a:lnTo>
                <a:lnTo>
                  <a:pt x="5104" y="3592"/>
                </a:lnTo>
                <a:cubicBezTo>
                  <a:pt x="5357" y="3529"/>
                  <a:pt x="5609" y="3466"/>
                  <a:pt x="5892" y="3466"/>
                </a:cubicBezTo>
                <a:close/>
                <a:moveTo>
                  <a:pt x="4222" y="2048"/>
                </a:moveTo>
                <a:cubicBezTo>
                  <a:pt x="4285" y="2426"/>
                  <a:pt x="4474" y="2710"/>
                  <a:pt x="4726" y="2962"/>
                </a:cubicBezTo>
                <a:cubicBezTo>
                  <a:pt x="4632" y="2993"/>
                  <a:pt x="4537" y="3056"/>
                  <a:pt x="4443" y="3088"/>
                </a:cubicBezTo>
                <a:cubicBezTo>
                  <a:pt x="4443" y="3088"/>
                  <a:pt x="4411" y="3088"/>
                  <a:pt x="4411" y="3119"/>
                </a:cubicBezTo>
                <a:cubicBezTo>
                  <a:pt x="3403" y="3623"/>
                  <a:pt x="2773" y="4694"/>
                  <a:pt x="2773" y="5829"/>
                </a:cubicBezTo>
                <a:lnTo>
                  <a:pt x="2773" y="6207"/>
                </a:lnTo>
                <a:lnTo>
                  <a:pt x="2143" y="6207"/>
                </a:lnTo>
                <a:lnTo>
                  <a:pt x="2647" y="2300"/>
                </a:lnTo>
                <a:cubicBezTo>
                  <a:pt x="2679" y="2174"/>
                  <a:pt x="2836" y="2048"/>
                  <a:pt x="2962" y="2048"/>
                </a:cubicBezTo>
                <a:close/>
                <a:moveTo>
                  <a:pt x="4474" y="3907"/>
                </a:moveTo>
                <a:lnTo>
                  <a:pt x="5546" y="5325"/>
                </a:lnTo>
                <a:lnTo>
                  <a:pt x="5546" y="6238"/>
                </a:lnTo>
                <a:lnTo>
                  <a:pt x="3466" y="6238"/>
                </a:lnTo>
                <a:lnTo>
                  <a:pt x="3466" y="5892"/>
                </a:lnTo>
                <a:cubicBezTo>
                  <a:pt x="3466" y="5041"/>
                  <a:pt x="3844" y="4348"/>
                  <a:pt x="4474" y="3907"/>
                </a:cubicBezTo>
                <a:close/>
                <a:moveTo>
                  <a:pt x="7278" y="3907"/>
                </a:moveTo>
                <a:cubicBezTo>
                  <a:pt x="7908" y="4348"/>
                  <a:pt x="8318" y="5104"/>
                  <a:pt x="8318" y="5892"/>
                </a:cubicBezTo>
                <a:lnTo>
                  <a:pt x="8318" y="6238"/>
                </a:lnTo>
                <a:lnTo>
                  <a:pt x="6207" y="6238"/>
                </a:lnTo>
                <a:lnTo>
                  <a:pt x="6207" y="5325"/>
                </a:lnTo>
                <a:lnTo>
                  <a:pt x="7278" y="3907"/>
                </a:lnTo>
                <a:close/>
                <a:moveTo>
                  <a:pt x="8854" y="2048"/>
                </a:moveTo>
                <a:cubicBezTo>
                  <a:pt x="9011" y="2048"/>
                  <a:pt x="9137" y="2143"/>
                  <a:pt x="9169" y="2300"/>
                </a:cubicBezTo>
                <a:lnTo>
                  <a:pt x="9673" y="6238"/>
                </a:lnTo>
                <a:lnTo>
                  <a:pt x="9043" y="6238"/>
                </a:lnTo>
                <a:lnTo>
                  <a:pt x="9043" y="5860"/>
                </a:lnTo>
                <a:cubicBezTo>
                  <a:pt x="9043" y="4694"/>
                  <a:pt x="8381" y="3655"/>
                  <a:pt x="7436" y="3151"/>
                </a:cubicBezTo>
                <a:cubicBezTo>
                  <a:pt x="7436" y="3151"/>
                  <a:pt x="7404" y="3151"/>
                  <a:pt x="7404" y="3119"/>
                </a:cubicBezTo>
                <a:cubicBezTo>
                  <a:pt x="7310" y="3088"/>
                  <a:pt x="7184" y="3056"/>
                  <a:pt x="7121" y="2993"/>
                </a:cubicBezTo>
                <a:cubicBezTo>
                  <a:pt x="7310" y="2773"/>
                  <a:pt x="7530" y="2458"/>
                  <a:pt x="7593" y="2048"/>
                </a:cubicBezTo>
                <a:close/>
                <a:moveTo>
                  <a:pt x="10744" y="6900"/>
                </a:moveTo>
                <a:cubicBezTo>
                  <a:pt x="10933" y="6900"/>
                  <a:pt x="11090" y="7057"/>
                  <a:pt x="11090" y="7246"/>
                </a:cubicBezTo>
                <a:cubicBezTo>
                  <a:pt x="11090" y="7435"/>
                  <a:pt x="10933" y="7624"/>
                  <a:pt x="10744" y="7624"/>
                </a:cubicBezTo>
                <a:lnTo>
                  <a:pt x="1009" y="7624"/>
                </a:lnTo>
                <a:cubicBezTo>
                  <a:pt x="820" y="7624"/>
                  <a:pt x="662" y="7435"/>
                  <a:pt x="662" y="7246"/>
                </a:cubicBezTo>
                <a:cubicBezTo>
                  <a:pt x="662" y="7057"/>
                  <a:pt x="820" y="6900"/>
                  <a:pt x="1009" y="6900"/>
                </a:cubicBezTo>
                <a:close/>
                <a:moveTo>
                  <a:pt x="10397" y="8317"/>
                </a:moveTo>
                <a:lnTo>
                  <a:pt x="10397" y="11121"/>
                </a:lnTo>
                <a:lnTo>
                  <a:pt x="1387" y="11121"/>
                </a:lnTo>
                <a:lnTo>
                  <a:pt x="1387" y="8317"/>
                </a:lnTo>
                <a:close/>
                <a:moveTo>
                  <a:pt x="5892" y="0"/>
                </a:moveTo>
                <a:cubicBezTo>
                  <a:pt x="5073" y="0"/>
                  <a:pt x="4380" y="599"/>
                  <a:pt x="4222" y="1386"/>
                </a:cubicBezTo>
                <a:lnTo>
                  <a:pt x="2962" y="1386"/>
                </a:lnTo>
                <a:cubicBezTo>
                  <a:pt x="2458" y="1386"/>
                  <a:pt x="2080" y="1701"/>
                  <a:pt x="1954" y="2143"/>
                </a:cubicBezTo>
                <a:lnTo>
                  <a:pt x="1954" y="2174"/>
                </a:lnTo>
                <a:lnTo>
                  <a:pt x="1450" y="6238"/>
                </a:lnTo>
                <a:lnTo>
                  <a:pt x="1072" y="6238"/>
                </a:lnTo>
                <a:cubicBezTo>
                  <a:pt x="473" y="6238"/>
                  <a:pt x="1" y="6711"/>
                  <a:pt x="1" y="7246"/>
                </a:cubicBezTo>
                <a:cubicBezTo>
                  <a:pt x="1" y="7719"/>
                  <a:pt x="316" y="8065"/>
                  <a:pt x="694" y="8254"/>
                </a:cubicBezTo>
                <a:lnTo>
                  <a:pt x="694" y="11468"/>
                </a:lnTo>
                <a:cubicBezTo>
                  <a:pt x="694" y="11657"/>
                  <a:pt x="851" y="11815"/>
                  <a:pt x="1040" y="11815"/>
                </a:cubicBezTo>
                <a:lnTo>
                  <a:pt x="10775" y="11815"/>
                </a:lnTo>
                <a:cubicBezTo>
                  <a:pt x="10996" y="11815"/>
                  <a:pt x="11153" y="11657"/>
                  <a:pt x="11153" y="11468"/>
                </a:cubicBezTo>
                <a:lnTo>
                  <a:pt x="11153" y="8254"/>
                </a:lnTo>
                <a:cubicBezTo>
                  <a:pt x="11531" y="8065"/>
                  <a:pt x="11847" y="7719"/>
                  <a:pt x="11847" y="7246"/>
                </a:cubicBezTo>
                <a:cubicBezTo>
                  <a:pt x="11815" y="6711"/>
                  <a:pt x="11342" y="6238"/>
                  <a:pt x="10744" y="6238"/>
                </a:cubicBezTo>
                <a:lnTo>
                  <a:pt x="10366" y="6238"/>
                </a:lnTo>
                <a:lnTo>
                  <a:pt x="9830" y="2174"/>
                </a:lnTo>
                <a:lnTo>
                  <a:pt x="9830" y="2143"/>
                </a:lnTo>
                <a:cubicBezTo>
                  <a:pt x="9736" y="1701"/>
                  <a:pt x="9295" y="1386"/>
                  <a:pt x="8854" y="1386"/>
                </a:cubicBezTo>
                <a:lnTo>
                  <a:pt x="7593" y="1386"/>
                </a:lnTo>
                <a:cubicBezTo>
                  <a:pt x="7436" y="599"/>
                  <a:pt x="6711" y="0"/>
                  <a:pt x="5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03" name="Google Shape;9313;p73">
            <a:extLst>
              <a:ext uri="{FF2B5EF4-FFF2-40B4-BE49-F238E27FC236}">
                <a16:creationId xmlns:a16="http://schemas.microsoft.com/office/drawing/2014/main" id="{ACCF12D0-67E9-F9C6-DCFE-9E75CBA3B9F5}"/>
              </a:ext>
            </a:extLst>
          </p:cNvPr>
          <p:cNvSpPr/>
          <p:nvPr/>
        </p:nvSpPr>
        <p:spPr>
          <a:xfrm>
            <a:off x="350898" y="4078705"/>
            <a:ext cx="120514" cy="117299"/>
          </a:xfrm>
          <a:custGeom>
            <a:avLst/>
            <a:gdLst/>
            <a:ahLst/>
            <a:cxnLst/>
            <a:rect l="l" t="t" r="r" b="b"/>
            <a:pathLst>
              <a:path w="3560" h="3466" extrusionOk="0">
                <a:moveTo>
                  <a:pt x="1797" y="0"/>
                </a:moveTo>
                <a:cubicBezTo>
                  <a:pt x="789" y="0"/>
                  <a:pt x="1" y="788"/>
                  <a:pt x="1" y="1733"/>
                </a:cubicBezTo>
                <a:cubicBezTo>
                  <a:pt x="1" y="2710"/>
                  <a:pt x="789" y="3466"/>
                  <a:pt x="1797" y="3466"/>
                </a:cubicBezTo>
                <a:cubicBezTo>
                  <a:pt x="2773" y="3466"/>
                  <a:pt x="3561" y="2710"/>
                  <a:pt x="3561" y="1733"/>
                </a:cubicBezTo>
                <a:cubicBezTo>
                  <a:pt x="3561" y="788"/>
                  <a:pt x="2773" y="0"/>
                  <a:pt x="17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04" name="Google Shape;9314;p73">
            <a:extLst>
              <a:ext uri="{FF2B5EF4-FFF2-40B4-BE49-F238E27FC236}">
                <a16:creationId xmlns:a16="http://schemas.microsoft.com/office/drawing/2014/main" id="{ADF9F8FE-457E-18C5-3DD2-DF27EA4A957D}"/>
              </a:ext>
            </a:extLst>
          </p:cNvPr>
          <p:cNvSpPr/>
          <p:nvPr/>
        </p:nvSpPr>
        <p:spPr>
          <a:xfrm>
            <a:off x="492731" y="3939036"/>
            <a:ext cx="213276" cy="211144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355"/>
                </a:moveTo>
                <a:cubicBezTo>
                  <a:pt x="3749" y="1355"/>
                  <a:pt x="4159" y="1827"/>
                  <a:pt x="4159" y="2363"/>
                </a:cubicBezTo>
                <a:cubicBezTo>
                  <a:pt x="4159" y="2773"/>
                  <a:pt x="3970" y="3119"/>
                  <a:pt x="3623" y="3277"/>
                </a:cubicBezTo>
                <a:cubicBezTo>
                  <a:pt x="3529" y="3308"/>
                  <a:pt x="3497" y="3434"/>
                  <a:pt x="3497" y="3560"/>
                </a:cubicBezTo>
                <a:cubicBezTo>
                  <a:pt x="3497" y="3749"/>
                  <a:pt x="3340" y="3907"/>
                  <a:pt x="3151" y="3907"/>
                </a:cubicBezTo>
                <a:cubicBezTo>
                  <a:pt x="2962" y="3907"/>
                  <a:pt x="2804" y="3749"/>
                  <a:pt x="2804" y="3560"/>
                </a:cubicBezTo>
                <a:cubicBezTo>
                  <a:pt x="2804" y="3151"/>
                  <a:pt x="2993" y="2836"/>
                  <a:pt x="3308" y="2647"/>
                </a:cubicBezTo>
                <a:cubicBezTo>
                  <a:pt x="3434" y="2552"/>
                  <a:pt x="3497" y="2458"/>
                  <a:pt x="3497" y="2332"/>
                </a:cubicBezTo>
                <a:cubicBezTo>
                  <a:pt x="3497" y="2143"/>
                  <a:pt x="3340" y="1953"/>
                  <a:pt x="3151" y="1953"/>
                </a:cubicBezTo>
                <a:cubicBezTo>
                  <a:pt x="2962" y="1953"/>
                  <a:pt x="2804" y="2143"/>
                  <a:pt x="2804" y="2332"/>
                </a:cubicBezTo>
                <a:cubicBezTo>
                  <a:pt x="2804" y="2521"/>
                  <a:pt x="2646" y="2678"/>
                  <a:pt x="2426" y="2678"/>
                </a:cubicBezTo>
                <a:cubicBezTo>
                  <a:pt x="2237" y="2678"/>
                  <a:pt x="2079" y="2521"/>
                  <a:pt x="2079" y="2332"/>
                </a:cubicBezTo>
                <a:cubicBezTo>
                  <a:pt x="2079" y="1827"/>
                  <a:pt x="2552" y="1355"/>
                  <a:pt x="3151" y="1355"/>
                </a:cubicBezTo>
                <a:close/>
                <a:moveTo>
                  <a:pt x="3151" y="4096"/>
                </a:moveTo>
                <a:cubicBezTo>
                  <a:pt x="3340" y="4096"/>
                  <a:pt x="3497" y="4253"/>
                  <a:pt x="3497" y="4442"/>
                </a:cubicBezTo>
                <a:cubicBezTo>
                  <a:pt x="3497" y="4663"/>
                  <a:pt x="3340" y="4820"/>
                  <a:pt x="3151" y="4820"/>
                </a:cubicBezTo>
                <a:cubicBezTo>
                  <a:pt x="2962" y="4820"/>
                  <a:pt x="2804" y="4663"/>
                  <a:pt x="2804" y="4442"/>
                </a:cubicBezTo>
                <a:cubicBezTo>
                  <a:pt x="2804" y="4253"/>
                  <a:pt x="2962" y="4096"/>
                  <a:pt x="3151" y="4096"/>
                </a:cubicBezTo>
                <a:close/>
                <a:moveTo>
                  <a:pt x="3182" y="0"/>
                </a:moveTo>
                <a:cubicBezTo>
                  <a:pt x="1481" y="0"/>
                  <a:pt x="63" y="1418"/>
                  <a:pt x="63" y="3119"/>
                </a:cubicBezTo>
                <a:cubicBezTo>
                  <a:pt x="63" y="3655"/>
                  <a:pt x="189" y="4159"/>
                  <a:pt x="473" y="4663"/>
                </a:cubicBezTo>
                <a:lnTo>
                  <a:pt x="32" y="5766"/>
                </a:lnTo>
                <a:cubicBezTo>
                  <a:pt x="0" y="5860"/>
                  <a:pt x="32" y="5986"/>
                  <a:pt x="126" y="6112"/>
                </a:cubicBezTo>
                <a:cubicBezTo>
                  <a:pt x="189" y="6175"/>
                  <a:pt x="347" y="6238"/>
                  <a:pt x="473" y="6238"/>
                </a:cubicBezTo>
                <a:lnTo>
                  <a:pt x="1764" y="5892"/>
                </a:lnTo>
                <a:cubicBezTo>
                  <a:pt x="2205" y="6144"/>
                  <a:pt x="2678" y="6238"/>
                  <a:pt x="3182" y="6238"/>
                </a:cubicBezTo>
                <a:cubicBezTo>
                  <a:pt x="4915" y="6238"/>
                  <a:pt x="6301" y="4789"/>
                  <a:pt x="6301" y="3119"/>
                </a:cubicBezTo>
                <a:cubicBezTo>
                  <a:pt x="6301" y="1386"/>
                  <a:pt x="4883" y="0"/>
                  <a:pt x="31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05" name="Google Shape;9315;p73">
            <a:extLst>
              <a:ext uri="{FF2B5EF4-FFF2-40B4-BE49-F238E27FC236}">
                <a16:creationId xmlns:a16="http://schemas.microsoft.com/office/drawing/2014/main" id="{836F8B32-FDB2-3340-53D6-C26AEC2479AD}"/>
              </a:ext>
            </a:extLst>
          </p:cNvPr>
          <p:cNvSpPr/>
          <p:nvPr/>
        </p:nvSpPr>
        <p:spPr>
          <a:xfrm>
            <a:off x="302941" y="4190655"/>
            <a:ext cx="213276" cy="147148"/>
          </a:xfrm>
          <a:custGeom>
            <a:avLst/>
            <a:gdLst/>
            <a:ahLst/>
            <a:cxnLst/>
            <a:rect l="l" t="t" r="r" b="b"/>
            <a:pathLst>
              <a:path w="6302" h="4348" extrusionOk="0">
                <a:moveTo>
                  <a:pt x="1355" y="0"/>
                </a:moveTo>
                <a:cubicBezTo>
                  <a:pt x="567" y="567"/>
                  <a:pt x="0" y="1513"/>
                  <a:pt x="0" y="2584"/>
                </a:cubicBezTo>
                <a:lnTo>
                  <a:pt x="0" y="4001"/>
                </a:lnTo>
                <a:cubicBezTo>
                  <a:pt x="63" y="4190"/>
                  <a:pt x="221" y="4348"/>
                  <a:pt x="410" y="4348"/>
                </a:cubicBezTo>
                <a:lnTo>
                  <a:pt x="5955" y="4348"/>
                </a:lnTo>
                <a:cubicBezTo>
                  <a:pt x="6144" y="4348"/>
                  <a:pt x="6301" y="4190"/>
                  <a:pt x="6301" y="4001"/>
                </a:cubicBezTo>
                <a:lnTo>
                  <a:pt x="6301" y="2584"/>
                </a:lnTo>
                <a:cubicBezTo>
                  <a:pt x="6301" y="1513"/>
                  <a:pt x="5797" y="599"/>
                  <a:pt x="4978" y="0"/>
                </a:cubicBezTo>
                <a:cubicBezTo>
                  <a:pt x="4537" y="536"/>
                  <a:pt x="3875" y="851"/>
                  <a:pt x="3151" y="851"/>
                </a:cubicBezTo>
                <a:cubicBezTo>
                  <a:pt x="2458" y="851"/>
                  <a:pt x="1796" y="536"/>
                  <a:pt x="13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8" name="Google Shape;9317;p73">
            <a:extLst>
              <a:ext uri="{FF2B5EF4-FFF2-40B4-BE49-F238E27FC236}">
                <a16:creationId xmlns:a16="http://schemas.microsoft.com/office/drawing/2014/main" id="{46ADAEEA-E9E0-2C31-E422-23D863C430A5}"/>
              </a:ext>
            </a:extLst>
          </p:cNvPr>
          <p:cNvSpPr/>
          <p:nvPr/>
        </p:nvSpPr>
        <p:spPr>
          <a:xfrm>
            <a:off x="340255" y="4501467"/>
            <a:ext cx="69344" cy="69310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41" y="0"/>
                </a:moveTo>
                <a:cubicBezTo>
                  <a:pt x="473" y="0"/>
                  <a:pt x="1" y="473"/>
                  <a:pt x="1" y="1040"/>
                </a:cubicBezTo>
                <a:cubicBezTo>
                  <a:pt x="1" y="1607"/>
                  <a:pt x="473" y="2048"/>
                  <a:pt x="1041" y="2048"/>
                </a:cubicBezTo>
                <a:cubicBezTo>
                  <a:pt x="1608" y="2048"/>
                  <a:pt x="2049" y="1607"/>
                  <a:pt x="2049" y="1040"/>
                </a:cubicBezTo>
                <a:cubicBezTo>
                  <a:pt x="2049" y="473"/>
                  <a:pt x="1608" y="0"/>
                  <a:pt x="10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9" name="Google Shape;9318;p73">
            <a:extLst>
              <a:ext uri="{FF2B5EF4-FFF2-40B4-BE49-F238E27FC236}">
                <a16:creationId xmlns:a16="http://schemas.microsoft.com/office/drawing/2014/main" id="{FFFF26B1-A3F0-EFEE-4D8F-11FAF568247C}"/>
              </a:ext>
            </a:extLst>
          </p:cNvPr>
          <p:cNvSpPr/>
          <p:nvPr/>
        </p:nvSpPr>
        <p:spPr>
          <a:xfrm>
            <a:off x="421308" y="4441735"/>
            <a:ext cx="166336" cy="141428"/>
          </a:xfrm>
          <a:custGeom>
            <a:avLst/>
            <a:gdLst/>
            <a:ahLst/>
            <a:cxnLst/>
            <a:rect l="l" t="t" r="r" b="b"/>
            <a:pathLst>
              <a:path w="4915" h="4179" extrusionOk="0">
                <a:moveTo>
                  <a:pt x="1040" y="1"/>
                </a:moveTo>
                <a:cubicBezTo>
                  <a:pt x="441" y="1"/>
                  <a:pt x="0" y="473"/>
                  <a:pt x="0" y="1072"/>
                </a:cubicBezTo>
                <a:lnTo>
                  <a:pt x="0" y="1797"/>
                </a:lnTo>
                <a:cubicBezTo>
                  <a:pt x="0" y="2364"/>
                  <a:pt x="473" y="2805"/>
                  <a:pt x="1040" y="2805"/>
                </a:cubicBezTo>
                <a:lnTo>
                  <a:pt x="2300" y="2805"/>
                </a:lnTo>
                <a:lnTo>
                  <a:pt x="3592" y="4097"/>
                </a:lnTo>
                <a:cubicBezTo>
                  <a:pt x="3672" y="4156"/>
                  <a:pt x="3764" y="4178"/>
                  <a:pt x="3853" y="4178"/>
                </a:cubicBezTo>
                <a:cubicBezTo>
                  <a:pt x="3905" y="4178"/>
                  <a:pt x="3955" y="4171"/>
                  <a:pt x="4001" y="4160"/>
                </a:cubicBezTo>
                <a:cubicBezTo>
                  <a:pt x="4127" y="4097"/>
                  <a:pt x="4190" y="3939"/>
                  <a:pt x="4190" y="3844"/>
                </a:cubicBezTo>
                <a:lnTo>
                  <a:pt x="4190" y="2742"/>
                </a:lnTo>
                <a:cubicBezTo>
                  <a:pt x="4600" y="2584"/>
                  <a:pt x="4915" y="2206"/>
                  <a:pt x="4915" y="1734"/>
                </a:cubicBezTo>
                <a:lnTo>
                  <a:pt x="4915" y="1072"/>
                </a:lnTo>
                <a:cubicBezTo>
                  <a:pt x="4915" y="473"/>
                  <a:pt x="4411" y="1"/>
                  <a:pt x="387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00" name="Google Shape;9319;p73">
            <a:extLst>
              <a:ext uri="{FF2B5EF4-FFF2-40B4-BE49-F238E27FC236}">
                <a16:creationId xmlns:a16="http://schemas.microsoft.com/office/drawing/2014/main" id="{235722BF-8C4B-CEE5-D75D-2358EA9E8DC1}"/>
              </a:ext>
            </a:extLst>
          </p:cNvPr>
          <p:cNvSpPr/>
          <p:nvPr/>
        </p:nvSpPr>
        <p:spPr>
          <a:xfrm>
            <a:off x="301877" y="4582486"/>
            <a:ext cx="191955" cy="259946"/>
          </a:xfrm>
          <a:custGeom>
            <a:avLst/>
            <a:gdLst/>
            <a:ahLst/>
            <a:cxnLst/>
            <a:rect l="l" t="t" r="r" b="b"/>
            <a:pathLst>
              <a:path w="5672" h="7681" extrusionOk="0">
                <a:moveTo>
                  <a:pt x="3340" y="4506"/>
                </a:moveTo>
                <a:lnTo>
                  <a:pt x="3718" y="5577"/>
                </a:lnTo>
                <a:lnTo>
                  <a:pt x="1229" y="5577"/>
                </a:lnTo>
                <a:lnTo>
                  <a:pt x="1450" y="4600"/>
                </a:lnTo>
                <a:lnTo>
                  <a:pt x="1450" y="4506"/>
                </a:lnTo>
                <a:close/>
                <a:moveTo>
                  <a:pt x="1450" y="1"/>
                </a:moveTo>
                <a:cubicBezTo>
                  <a:pt x="1135" y="1"/>
                  <a:pt x="883" y="221"/>
                  <a:pt x="788" y="505"/>
                </a:cubicBezTo>
                <a:lnTo>
                  <a:pt x="95" y="3624"/>
                </a:lnTo>
                <a:cubicBezTo>
                  <a:pt x="1" y="4096"/>
                  <a:pt x="316" y="4506"/>
                  <a:pt x="757" y="4506"/>
                </a:cubicBezTo>
                <a:lnTo>
                  <a:pt x="95" y="7247"/>
                </a:lnTo>
                <a:cubicBezTo>
                  <a:pt x="32" y="7436"/>
                  <a:pt x="158" y="7593"/>
                  <a:pt x="316" y="7656"/>
                </a:cubicBezTo>
                <a:cubicBezTo>
                  <a:pt x="350" y="7668"/>
                  <a:pt x="383" y="7673"/>
                  <a:pt x="415" y="7673"/>
                </a:cubicBezTo>
                <a:cubicBezTo>
                  <a:pt x="559" y="7673"/>
                  <a:pt x="679" y="7565"/>
                  <a:pt x="757" y="7436"/>
                </a:cubicBezTo>
                <a:lnTo>
                  <a:pt x="1040" y="6301"/>
                </a:lnTo>
                <a:lnTo>
                  <a:pt x="3939" y="6301"/>
                </a:lnTo>
                <a:lnTo>
                  <a:pt x="4254" y="7152"/>
                </a:lnTo>
                <a:cubicBezTo>
                  <a:pt x="4358" y="7492"/>
                  <a:pt x="4637" y="7680"/>
                  <a:pt x="4908" y="7680"/>
                </a:cubicBezTo>
                <a:cubicBezTo>
                  <a:pt x="4964" y="7680"/>
                  <a:pt x="5019" y="7672"/>
                  <a:pt x="5073" y="7656"/>
                </a:cubicBezTo>
                <a:cubicBezTo>
                  <a:pt x="5451" y="7593"/>
                  <a:pt x="5672" y="7184"/>
                  <a:pt x="5609" y="6837"/>
                </a:cubicBezTo>
                <a:lnTo>
                  <a:pt x="4569" y="3687"/>
                </a:lnTo>
                <a:cubicBezTo>
                  <a:pt x="4506" y="3372"/>
                  <a:pt x="4222" y="3183"/>
                  <a:pt x="3907" y="3183"/>
                </a:cubicBezTo>
                <a:lnTo>
                  <a:pt x="3183" y="3183"/>
                </a:lnTo>
                <a:cubicBezTo>
                  <a:pt x="2994" y="3183"/>
                  <a:pt x="2836" y="3025"/>
                  <a:pt x="2836" y="2836"/>
                </a:cubicBezTo>
                <a:cubicBezTo>
                  <a:pt x="2836" y="2615"/>
                  <a:pt x="2994" y="2458"/>
                  <a:pt x="3183" y="2458"/>
                </a:cubicBezTo>
                <a:lnTo>
                  <a:pt x="4222" y="2458"/>
                </a:lnTo>
                <a:cubicBezTo>
                  <a:pt x="4600" y="2458"/>
                  <a:pt x="4915" y="2143"/>
                  <a:pt x="4915" y="1765"/>
                </a:cubicBezTo>
                <a:cubicBezTo>
                  <a:pt x="4915" y="1355"/>
                  <a:pt x="4600" y="1040"/>
                  <a:pt x="4222" y="1040"/>
                </a:cubicBezTo>
                <a:lnTo>
                  <a:pt x="2332" y="1040"/>
                </a:lnTo>
                <a:lnTo>
                  <a:pt x="2080" y="379"/>
                </a:lnTo>
                <a:cubicBezTo>
                  <a:pt x="1985" y="158"/>
                  <a:pt x="1733" y="1"/>
                  <a:pt x="145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01" name="Google Shape;9320;p73">
            <a:extLst>
              <a:ext uri="{FF2B5EF4-FFF2-40B4-BE49-F238E27FC236}">
                <a16:creationId xmlns:a16="http://schemas.microsoft.com/office/drawing/2014/main" id="{48B87E0F-FAF1-0A72-53E8-8B0C025C0A2C}"/>
              </a:ext>
            </a:extLst>
          </p:cNvPr>
          <p:cNvSpPr/>
          <p:nvPr/>
        </p:nvSpPr>
        <p:spPr>
          <a:xfrm>
            <a:off x="599353" y="4501467"/>
            <a:ext cx="69344" cy="69310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09" y="0"/>
                </a:moveTo>
                <a:cubicBezTo>
                  <a:pt x="442" y="0"/>
                  <a:pt x="1" y="473"/>
                  <a:pt x="1" y="1040"/>
                </a:cubicBezTo>
                <a:cubicBezTo>
                  <a:pt x="1" y="1607"/>
                  <a:pt x="442" y="2048"/>
                  <a:pt x="1009" y="2048"/>
                </a:cubicBezTo>
                <a:cubicBezTo>
                  <a:pt x="1576" y="2048"/>
                  <a:pt x="2048" y="1607"/>
                  <a:pt x="2048" y="1040"/>
                </a:cubicBezTo>
                <a:cubicBezTo>
                  <a:pt x="2048" y="473"/>
                  <a:pt x="1576" y="0"/>
                  <a:pt x="1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302" name="Google Shape;9321;p73">
            <a:extLst>
              <a:ext uri="{FF2B5EF4-FFF2-40B4-BE49-F238E27FC236}">
                <a16:creationId xmlns:a16="http://schemas.microsoft.com/office/drawing/2014/main" id="{B7CC4EBE-53C2-09A4-9F54-43F3DF636EE6}"/>
              </a:ext>
            </a:extLst>
          </p:cNvPr>
          <p:cNvSpPr/>
          <p:nvPr/>
        </p:nvSpPr>
        <p:spPr>
          <a:xfrm>
            <a:off x="515117" y="4583570"/>
            <a:ext cx="191955" cy="260723"/>
          </a:xfrm>
          <a:custGeom>
            <a:avLst/>
            <a:gdLst/>
            <a:ahLst/>
            <a:cxnLst/>
            <a:rect l="l" t="t" r="r" b="b"/>
            <a:pathLst>
              <a:path w="5672" h="7704" extrusionOk="0">
                <a:moveTo>
                  <a:pt x="4222" y="4474"/>
                </a:moveTo>
                <a:lnTo>
                  <a:pt x="4222" y="4568"/>
                </a:lnTo>
                <a:lnTo>
                  <a:pt x="4443" y="5545"/>
                </a:lnTo>
                <a:lnTo>
                  <a:pt x="1985" y="5545"/>
                </a:lnTo>
                <a:lnTo>
                  <a:pt x="2332" y="4474"/>
                </a:lnTo>
                <a:close/>
                <a:moveTo>
                  <a:pt x="4222" y="0"/>
                </a:moveTo>
                <a:cubicBezTo>
                  <a:pt x="3939" y="0"/>
                  <a:pt x="3718" y="158"/>
                  <a:pt x="3592" y="378"/>
                </a:cubicBezTo>
                <a:lnTo>
                  <a:pt x="3340" y="1071"/>
                </a:lnTo>
                <a:lnTo>
                  <a:pt x="1450" y="1071"/>
                </a:lnTo>
                <a:cubicBezTo>
                  <a:pt x="1072" y="1071"/>
                  <a:pt x="757" y="1386"/>
                  <a:pt x="757" y="1764"/>
                </a:cubicBezTo>
                <a:cubicBezTo>
                  <a:pt x="757" y="2174"/>
                  <a:pt x="1072" y="2489"/>
                  <a:pt x="1450" y="2489"/>
                </a:cubicBezTo>
                <a:lnTo>
                  <a:pt x="2490" y="2489"/>
                </a:lnTo>
                <a:cubicBezTo>
                  <a:pt x="2679" y="2489"/>
                  <a:pt x="2836" y="2646"/>
                  <a:pt x="2836" y="2835"/>
                </a:cubicBezTo>
                <a:cubicBezTo>
                  <a:pt x="2836" y="3024"/>
                  <a:pt x="2679" y="3182"/>
                  <a:pt x="2490" y="3182"/>
                </a:cubicBezTo>
                <a:lnTo>
                  <a:pt x="1765" y="3182"/>
                </a:lnTo>
                <a:cubicBezTo>
                  <a:pt x="1450" y="3182"/>
                  <a:pt x="1198" y="3371"/>
                  <a:pt x="1103" y="3686"/>
                </a:cubicBezTo>
                <a:lnTo>
                  <a:pt x="95" y="6837"/>
                </a:lnTo>
                <a:cubicBezTo>
                  <a:pt x="1" y="7215"/>
                  <a:pt x="190" y="7593"/>
                  <a:pt x="599" y="7687"/>
                </a:cubicBezTo>
                <a:cubicBezTo>
                  <a:pt x="643" y="7696"/>
                  <a:pt x="690" y="7701"/>
                  <a:pt x="738" y="7701"/>
                </a:cubicBezTo>
                <a:cubicBezTo>
                  <a:pt x="1030" y="7701"/>
                  <a:pt x="1364" y="7531"/>
                  <a:pt x="1418" y="7152"/>
                </a:cubicBezTo>
                <a:lnTo>
                  <a:pt x="1733" y="6301"/>
                </a:lnTo>
                <a:lnTo>
                  <a:pt x="4632" y="6301"/>
                </a:lnTo>
                <a:lnTo>
                  <a:pt x="4915" y="7435"/>
                </a:lnTo>
                <a:cubicBezTo>
                  <a:pt x="4967" y="7591"/>
                  <a:pt x="5104" y="7704"/>
                  <a:pt x="5257" y="7704"/>
                </a:cubicBezTo>
                <a:cubicBezTo>
                  <a:pt x="5290" y="7704"/>
                  <a:pt x="5323" y="7698"/>
                  <a:pt x="5356" y="7687"/>
                </a:cubicBezTo>
                <a:cubicBezTo>
                  <a:pt x="5546" y="7624"/>
                  <a:pt x="5672" y="7435"/>
                  <a:pt x="5577" y="7246"/>
                </a:cubicBezTo>
                <a:lnTo>
                  <a:pt x="4915" y="4537"/>
                </a:lnTo>
                <a:cubicBezTo>
                  <a:pt x="5356" y="4474"/>
                  <a:pt x="5672" y="4064"/>
                  <a:pt x="5609" y="3623"/>
                </a:cubicBezTo>
                <a:lnTo>
                  <a:pt x="4884" y="504"/>
                </a:lnTo>
                <a:cubicBezTo>
                  <a:pt x="4821" y="189"/>
                  <a:pt x="4537" y="0"/>
                  <a:pt x="42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1" name="Google Shape;9323;p73">
            <a:extLst>
              <a:ext uri="{FF2B5EF4-FFF2-40B4-BE49-F238E27FC236}">
                <a16:creationId xmlns:a16="http://schemas.microsoft.com/office/drawing/2014/main" id="{679D0465-A66D-EED8-739B-FC72B1C62644}"/>
              </a:ext>
            </a:extLst>
          </p:cNvPr>
          <p:cNvSpPr/>
          <p:nvPr/>
        </p:nvSpPr>
        <p:spPr>
          <a:xfrm>
            <a:off x="455388" y="4928458"/>
            <a:ext cx="96011" cy="92796"/>
          </a:xfrm>
          <a:custGeom>
            <a:avLst/>
            <a:gdLst/>
            <a:ahLst/>
            <a:cxnLst/>
            <a:rect l="l" t="t" r="r" b="b"/>
            <a:pathLst>
              <a:path w="2837" h="2742" extrusionOk="0">
                <a:moveTo>
                  <a:pt x="1419" y="1"/>
                </a:moveTo>
                <a:cubicBezTo>
                  <a:pt x="631" y="1"/>
                  <a:pt x="1" y="599"/>
                  <a:pt x="1" y="1355"/>
                </a:cubicBezTo>
                <a:cubicBezTo>
                  <a:pt x="1" y="2143"/>
                  <a:pt x="631" y="2742"/>
                  <a:pt x="1419" y="2742"/>
                </a:cubicBezTo>
                <a:cubicBezTo>
                  <a:pt x="2206" y="2742"/>
                  <a:pt x="2836" y="2143"/>
                  <a:pt x="2836" y="1355"/>
                </a:cubicBezTo>
                <a:cubicBezTo>
                  <a:pt x="2836" y="599"/>
                  <a:pt x="2206" y="1"/>
                  <a:pt x="14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2" name="Google Shape;9324;p73">
            <a:extLst>
              <a:ext uri="{FF2B5EF4-FFF2-40B4-BE49-F238E27FC236}">
                <a16:creationId xmlns:a16="http://schemas.microsoft.com/office/drawing/2014/main" id="{BFAD4607-249B-EDEB-4425-00E0FD40ABE8}"/>
              </a:ext>
            </a:extLst>
          </p:cNvPr>
          <p:cNvSpPr/>
          <p:nvPr/>
        </p:nvSpPr>
        <p:spPr>
          <a:xfrm>
            <a:off x="339170" y="5140651"/>
            <a:ext cx="93879" cy="92762"/>
          </a:xfrm>
          <a:custGeom>
            <a:avLst/>
            <a:gdLst/>
            <a:ahLst/>
            <a:cxnLst/>
            <a:rect l="l" t="t" r="r" b="b"/>
            <a:pathLst>
              <a:path w="2774" h="2741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3" name="Google Shape;9325;p73">
            <a:extLst>
              <a:ext uri="{FF2B5EF4-FFF2-40B4-BE49-F238E27FC236}">
                <a16:creationId xmlns:a16="http://schemas.microsoft.com/office/drawing/2014/main" id="{AD031EB8-8F75-6717-AE1C-5C5A0750BD90}"/>
              </a:ext>
            </a:extLst>
          </p:cNvPr>
          <p:cNvSpPr/>
          <p:nvPr/>
        </p:nvSpPr>
        <p:spPr>
          <a:xfrm>
            <a:off x="575865" y="5141699"/>
            <a:ext cx="92796" cy="92796"/>
          </a:xfrm>
          <a:custGeom>
            <a:avLst/>
            <a:gdLst/>
            <a:ahLst/>
            <a:cxnLst/>
            <a:rect l="l" t="t" r="r" b="b"/>
            <a:pathLst>
              <a:path w="2742" h="2742" extrusionOk="0">
                <a:moveTo>
                  <a:pt x="1356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11"/>
                  <a:pt x="631" y="2741"/>
                  <a:pt x="1356" y="2741"/>
                </a:cubicBezTo>
                <a:cubicBezTo>
                  <a:pt x="2112" y="2741"/>
                  <a:pt x="2742" y="2111"/>
                  <a:pt x="2742" y="1387"/>
                </a:cubicBezTo>
                <a:cubicBezTo>
                  <a:pt x="2742" y="631"/>
                  <a:pt x="2112" y="1"/>
                  <a:pt x="13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4" name="Google Shape;9326;p73">
            <a:extLst>
              <a:ext uri="{FF2B5EF4-FFF2-40B4-BE49-F238E27FC236}">
                <a16:creationId xmlns:a16="http://schemas.microsoft.com/office/drawing/2014/main" id="{C3980DD6-BD5D-02DC-89CE-C944676DB74B}"/>
              </a:ext>
            </a:extLst>
          </p:cNvPr>
          <p:cNvSpPr/>
          <p:nvPr/>
        </p:nvSpPr>
        <p:spPr>
          <a:xfrm>
            <a:off x="304010" y="5232331"/>
            <a:ext cx="165287" cy="97061"/>
          </a:xfrm>
          <a:custGeom>
            <a:avLst/>
            <a:gdLst/>
            <a:ahLst/>
            <a:cxnLst/>
            <a:rect l="l" t="t" r="r" b="b"/>
            <a:pathLst>
              <a:path w="4884" h="2868" extrusionOk="0">
                <a:moveTo>
                  <a:pt x="819" y="0"/>
                </a:moveTo>
                <a:cubicBezTo>
                  <a:pt x="347" y="442"/>
                  <a:pt x="0" y="1072"/>
                  <a:pt x="0" y="1796"/>
                </a:cubicBezTo>
                <a:lnTo>
                  <a:pt x="0" y="2521"/>
                </a:lnTo>
                <a:cubicBezTo>
                  <a:pt x="0" y="2710"/>
                  <a:pt x="158" y="2867"/>
                  <a:pt x="347" y="2867"/>
                </a:cubicBezTo>
                <a:lnTo>
                  <a:pt x="4505" y="2867"/>
                </a:lnTo>
                <a:cubicBezTo>
                  <a:pt x="4726" y="2867"/>
                  <a:pt x="4883" y="2710"/>
                  <a:pt x="4883" y="2521"/>
                </a:cubicBezTo>
                <a:lnTo>
                  <a:pt x="4883" y="1796"/>
                </a:lnTo>
                <a:cubicBezTo>
                  <a:pt x="4883" y="1103"/>
                  <a:pt x="4568" y="442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96" y="788"/>
                  <a:pt x="1197" y="473"/>
                  <a:pt x="8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5" name="Google Shape;9327;p73">
            <a:extLst>
              <a:ext uri="{FF2B5EF4-FFF2-40B4-BE49-F238E27FC236}">
                <a16:creationId xmlns:a16="http://schemas.microsoft.com/office/drawing/2014/main" id="{EFC6974B-EF5D-C8C3-4B4C-BEE36D43BFB9}"/>
              </a:ext>
            </a:extLst>
          </p:cNvPr>
          <p:cNvSpPr/>
          <p:nvPr/>
        </p:nvSpPr>
        <p:spPr>
          <a:xfrm>
            <a:off x="421273" y="5019090"/>
            <a:ext cx="166370" cy="98110"/>
          </a:xfrm>
          <a:custGeom>
            <a:avLst/>
            <a:gdLst/>
            <a:ahLst/>
            <a:cxnLst/>
            <a:rect l="l" t="t" r="r" b="b"/>
            <a:pathLst>
              <a:path w="4916" h="2899" extrusionOk="0">
                <a:moveTo>
                  <a:pt x="851" y="1"/>
                </a:moveTo>
                <a:cubicBezTo>
                  <a:pt x="347" y="442"/>
                  <a:pt x="1" y="1103"/>
                  <a:pt x="1" y="1796"/>
                </a:cubicBezTo>
                <a:lnTo>
                  <a:pt x="1" y="2552"/>
                </a:lnTo>
                <a:cubicBezTo>
                  <a:pt x="1" y="2741"/>
                  <a:pt x="158" y="2899"/>
                  <a:pt x="347" y="2899"/>
                </a:cubicBezTo>
                <a:lnTo>
                  <a:pt x="4537" y="2899"/>
                </a:lnTo>
                <a:cubicBezTo>
                  <a:pt x="4758" y="2899"/>
                  <a:pt x="4915" y="2741"/>
                  <a:pt x="4915" y="2552"/>
                </a:cubicBezTo>
                <a:lnTo>
                  <a:pt x="4915" y="1796"/>
                </a:lnTo>
                <a:cubicBezTo>
                  <a:pt x="4915" y="1103"/>
                  <a:pt x="4600" y="442"/>
                  <a:pt x="4065" y="1"/>
                </a:cubicBezTo>
                <a:cubicBezTo>
                  <a:pt x="3687" y="473"/>
                  <a:pt x="3088" y="788"/>
                  <a:pt x="2458" y="788"/>
                </a:cubicBezTo>
                <a:cubicBezTo>
                  <a:pt x="1828" y="788"/>
                  <a:pt x="1198" y="473"/>
                  <a:pt x="85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6" name="Google Shape;9328;p73">
            <a:extLst>
              <a:ext uri="{FF2B5EF4-FFF2-40B4-BE49-F238E27FC236}">
                <a16:creationId xmlns:a16="http://schemas.microsoft.com/office/drawing/2014/main" id="{95F57C5C-D094-A89A-6C35-68E6C46DAA41}"/>
              </a:ext>
            </a:extLst>
          </p:cNvPr>
          <p:cNvSpPr/>
          <p:nvPr/>
        </p:nvSpPr>
        <p:spPr>
          <a:xfrm>
            <a:off x="539620" y="5232331"/>
            <a:ext cx="165320" cy="97061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0"/>
                </a:moveTo>
                <a:cubicBezTo>
                  <a:pt x="316" y="442"/>
                  <a:pt x="1" y="1103"/>
                  <a:pt x="1" y="1796"/>
                </a:cubicBezTo>
                <a:lnTo>
                  <a:pt x="1" y="2521"/>
                </a:lnTo>
                <a:cubicBezTo>
                  <a:pt x="1" y="2710"/>
                  <a:pt x="158" y="2867"/>
                  <a:pt x="347" y="2867"/>
                </a:cubicBezTo>
                <a:lnTo>
                  <a:pt x="4506" y="2867"/>
                </a:lnTo>
                <a:cubicBezTo>
                  <a:pt x="4727" y="2867"/>
                  <a:pt x="4884" y="2710"/>
                  <a:pt x="4884" y="2521"/>
                </a:cubicBezTo>
                <a:lnTo>
                  <a:pt x="4884" y="1796"/>
                </a:lnTo>
                <a:cubicBezTo>
                  <a:pt x="4884" y="1103"/>
                  <a:pt x="4569" y="442"/>
                  <a:pt x="4033" y="0"/>
                </a:cubicBezTo>
                <a:cubicBezTo>
                  <a:pt x="3655" y="473"/>
                  <a:pt x="3088" y="788"/>
                  <a:pt x="2427" y="788"/>
                </a:cubicBezTo>
                <a:cubicBezTo>
                  <a:pt x="1797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7" name="Google Shape;9329;p73">
            <a:extLst>
              <a:ext uri="{FF2B5EF4-FFF2-40B4-BE49-F238E27FC236}">
                <a16:creationId xmlns:a16="http://schemas.microsoft.com/office/drawing/2014/main" id="{701D55D9-60D7-7735-A3A9-C087369203F8}"/>
              </a:ext>
            </a:extLst>
          </p:cNvPr>
          <p:cNvSpPr/>
          <p:nvPr/>
        </p:nvSpPr>
        <p:spPr>
          <a:xfrm>
            <a:off x="451123" y="5140653"/>
            <a:ext cx="104540" cy="87449"/>
          </a:xfrm>
          <a:custGeom>
            <a:avLst/>
            <a:gdLst/>
            <a:ahLst/>
            <a:cxnLst/>
            <a:rect l="l" t="t" r="r" b="b"/>
            <a:pathLst>
              <a:path w="3089" h="2584" extrusionOk="0">
                <a:moveTo>
                  <a:pt x="1198" y="0"/>
                </a:moveTo>
                <a:lnTo>
                  <a:pt x="1198" y="882"/>
                </a:lnTo>
                <a:lnTo>
                  <a:pt x="1" y="2079"/>
                </a:lnTo>
                <a:cubicBezTo>
                  <a:pt x="221" y="2237"/>
                  <a:pt x="284" y="2300"/>
                  <a:pt x="473" y="2583"/>
                </a:cubicBezTo>
                <a:lnTo>
                  <a:pt x="1545" y="1575"/>
                </a:lnTo>
                <a:lnTo>
                  <a:pt x="2616" y="2583"/>
                </a:lnTo>
                <a:cubicBezTo>
                  <a:pt x="2773" y="2394"/>
                  <a:pt x="2931" y="2237"/>
                  <a:pt x="3088" y="2111"/>
                </a:cubicBezTo>
                <a:lnTo>
                  <a:pt x="1891" y="882"/>
                </a:lnTo>
                <a:lnTo>
                  <a:pt x="18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8" name="Google Shape;9331;p73">
            <a:extLst>
              <a:ext uri="{FF2B5EF4-FFF2-40B4-BE49-F238E27FC236}">
                <a16:creationId xmlns:a16="http://schemas.microsoft.com/office/drawing/2014/main" id="{45785532-1647-AFB5-AAB1-70A6BC135E90}"/>
              </a:ext>
            </a:extLst>
          </p:cNvPr>
          <p:cNvSpPr/>
          <p:nvPr/>
        </p:nvSpPr>
        <p:spPr>
          <a:xfrm>
            <a:off x="2977158" y="4126949"/>
            <a:ext cx="117299" cy="70393"/>
          </a:xfrm>
          <a:custGeom>
            <a:avLst/>
            <a:gdLst/>
            <a:ahLst/>
            <a:cxnLst/>
            <a:rect l="l" t="t" r="r" b="b"/>
            <a:pathLst>
              <a:path w="3466" h="2080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9" name="Google Shape;9332;p73">
            <a:extLst>
              <a:ext uri="{FF2B5EF4-FFF2-40B4-BE49-F238E27FC236}">
                <a16:creationId xmlns:a16="http://schemas.microsoft.com/office/drawing/2014/main" id="{BD7A5BF9-1606-8B07-D424-42136ACFB84E}"/>
              </a:ext>
            </a:extLst>
          </p:cNvPr>
          <p:cNvSpPr/>
          <p:nvPr/>
        </p:nvSpPr>
        <p:spPr>
          <a:xfrm>
            <a:off x="3011271" y="4056590"/>
            <a:ext cx="48023" cy="47989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316" y="0"/>
                  <a:pt x="0" y="315"/>
                  <a:pt x="0" y="725"/>
                </a:cubicBezTo>
                <a:cubicBezTo>
                  <a:pt x="0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0" name="Google Shape;9333;p73">
            <a:extLst>
              <a:ext uri="{FF2B5EF4-FFF2-40B4-BE49-F238E27FC236}">
                <a16:creationId xmlns:a16="http://schemas.microsoft.com/office/drawing/2014/main" id="{5A9577F8-2B0A-B896-1D00-23143CFF325C}"/>
              </a:ext>
            </a:extLst>
          </p:cNvPr>
          <p:cNvSpPr/>
          <p:nvPr/>
        </p:nvSpPr>
        <p:spPr>
          <a:xfrm>
            <a:off x="2860940" y="3938750"/>
            <a:ext cx="351861" cy="399343"/>
          </a:xfrm>
          <a:custGeom>
            <a:avLst/>
            <a:gdLst/>
            <a:ahLst/>
            <a:cxnLst/>
            <a:rect l="l" t="t" r="r" b="b"/>
            <a:pathLst>
              <a:path w="10397" h="11800" extrusionOk="0">
                <a:moveTo>
                  <a:pt x="5167" y="2757"/>
                </a:moveTo>
                <a:cubicBezTo>
                  <a:pt x="5923" y="2757"/>
                  <a:pt x="6553" y="3388"/>
                  <a:pt x="6553" y="4144"/>
                </a:cubicBezTo>
                <a:cubicBezTo>
                  <a:pt x="6553" y="4490"/>
                  <a:pt x="6396" y="4805"/>
                  <a:pt x="6175" y="5089"/>
                </a:cubicBezTo>
                <a:cubicBezTo>
                  <a:pt x="7026" y="5498"/>
                  <a:pt x="7593" y="6317"/>
                  <a:pt x="7593" y="7294"/>
                </a:cubicBezTo>
                <a:lnTo>
                  <a:pt x="7593" y="8019"/>
                </a:lnTo>
                <a:cubicBezTo>
                  <a:pt x="7593" y="8208"/>
                  <a:pt x="7435" y="8365"/>
                  <a:pt x="7246" y="8365"/>
                </a:cubicBezTo>
                <a:lnTo>
                  <a:pt x="3088" y="8365"/>
                </a:lnTo>
                <a:cubicBezTo>
                  <a:pt x="2867" y="8365"/>
                  <a:pt x="2710" y="8208"/>
                  <a:pt x="2710" y="8019"/>
                </a:cubicBezTo>
                <a:lnTo>
                  <a:pt x="2710" y="7294"/>
                </a:lnTo>
                <a:cubicBezTo>
                  <a:pt x="2710" y="6317"/>
                  <a:pt x="3308" y="5498"/>
                  <a:pt x="4127" y="5089"/>
                </a:cubicBezTo>
                <a:cubicBezTo>
                  <a:pt x="3907" y="4868"/>
                  <a:pt x="3781" y="4553"/>
                  <a:pt x="3781" y="4144"/>
                </a:cubicBezTo>
                <a:cubicBezTo>
                  <a:pt x="3781" y="3388"/>
                  <a:pt x="4411" y="2757"/>
                  <a:pt x="5167" y="2757"/>
                </a:cubicBezTo>
                <a:close/>
                <a:moveTo>
                  <a:pt x="5183" y="1"/>
                </a:moveTo>
                <a:cubicBezTo>
                  <a:pt x="5128" y="1"/>
                  <a:pt x="5073" y="17"/>
                  <a:pt x="5010" y="48"/>
                </a:cubicBezTo>
                <a:cubicBezTo>
                  <a:pt x="3964" y="646"/>
                  <a:pt x="2946" y="940"/>
                  <a:pt x="1919" y="940"/>
                </a:cubicBezTo>
                <a:cubicBezTo>
                  <a:pt x="1430" y="940"/>
                  <a:pt x="939" y="873"/>
                  <a:pt x="441" y="741"/>
                </a:cubicBezTo>
                <a:cubicBezTo>
                  <a:pt x="402" y="722"/>
                  <a:pt x="363" y="714"/>
                  <a:pt x="326" y="714"/>
                </a:cubicBezTo>
                <a:cubicBezTo>
                  <a:pt x="243" y="714"/>
                  <a:pt x="170" y="751"/>
                  <a:pt x="126" y="773"/>
                </a:cubicBezTo>
                <a:cubicBezTo>
                  <a:pt x="32" y="836"/>
                  <a:pt x="0" y="930"/>
                  <a:pt x="0" y="1056"/>
                </a:cubicBezTo>
                <a:lnTo>
                  <a:pt x="0" y="5026"/>
                </a:lnTo>
                <a:cubicBezTo>
                  <a:pt x="0" y="8145"/>
                  <a:pt x="2080" y="10949"/>
                  <a:pt x="5104" y="11799"/>
                </a:cubicBezTo>
                <a:lnTo>
                  <a:pt x="5262" y="11799"/>
                </a:lnTo>
                <a:cubicBezTo>
                  <a:pt x="8255" y="10917"/>
                  <a:pt x="10397" y="8145"/>
                  <a:pt x="10397" y="5026"/>
                </a:cubicBezTo>
                <a:lnTo>
                  <a:pt x="10397" y="1056"/>
                </a:lnTo>
                <a:cubicBezTo>
                  <a:pt x="10397" y="930"/>
                  <a:pt x="10365" y="836"/>
                  <a:pt x="10271" y="773"/>
                </a:cubicBezTo>
                <a:cubicBezTo>
                  <a:pt x="10162" y="751"/>
                  <a:pt x="10084" y="714"/>
                  <a:pt x="10014" y="714"/>
                </a:cubicBezTo>
                <a:cubicBezTo>
                  <a:pt x="9983" y="714"/>
                  <a:pt x="9954" y="722"/>
                  <a:pt x="9924" y="741"/>
                </a:cubicBezTo>
                <a:cubicBezTo>
                  <a:pt x="9414" y="877"/>
                  <a:pt x="8910" y="946"/>
                  <a:pt x="8409" y="946"/>
                </a:cubicBezTo>
                <a:cubicBezTo>
                  <a:pt x="7395" y="946"/>
                  <a:pt x="6389" y="660"/>
                  <a:pt x="5356" y="48"/>
                </a:cubicBezTo>
                <a:cubicBezTo>
                  <a:pt x="5293" y="17"/>
                  <a:pt x="5238" y="1"/>
                  <a:pt x="518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5" name="Google Shape;9335;p73">
            <a:extLst>
              <a:ext uri="{FF2B5EF4-FFF2-40B4-BE49-F238E27FC236}">
                <a16:creationId xmlns:a16="http://schemas.microsoft.com/office/drawing/2014/main" id="{1E4FDD83-AC5D-F256-1882-65035F0115AD}"/>
              </a:ext>
            </a:extLst>
          </p:cNvPr>
          <p:cNvSpPr/>
          <p:nvPr/>
        </p:nvSpPr>
        <p:spPr>
          <a:xfrm>
            <a:off x="2834813" y="4654200"/>
            <a:ext cx="71442" cy="187691"/>
          </a:xfrm>
          <a:custGeom>
            <a:avLst/>
            <a:gdLst/>
            <a:ahLst/>
            <a:cxnLst/>
            <a:rect l="l" t="t" r="r" b="b"/>
            <a:pathLst>
              <a:path w="2111" h="5546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lnTo>
                  <a:pt x="0" y="5198"/>
                </a:lnTo>
                <a:cubicBezTo>
                  <a:pt x="0" y="5419"/>
                  <a:pt x="158" y="5545"/>
                  <a:pt x="378" y="5545"/>
                </a:cubicBezTo>
                <a:lnTo>
                  <a:pt x="1071" y="5545"/>
                </a:lnTo>
                <a:cubicBezTo>
                  <a:pt x="1670" y="5545"/>
                  <a:pt x="2111" y="5072"/>
                  <a:pt x="2111" y="4537"/>
                </a:cubicBezTo>
                <a:lnTo>
                  <a:pt x="2111" y="1040"/>
                </a:lnTo>
                <a:cubicBezTo>
                  <a:pt x="2111" y="441"/>
                  <a:pt x="1638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6" name="Google Shape;9336;p73">
            <a:extLst>
              <a:ext uri="{FF2B5EF4-FFF2-40B4-BE49-F238E27FC236}">
                <a16:creationId xmlns:a16="http://schemas.microsoft.com/office/drawing/2014/main" id="{75A20923-7CF7-58E6-E65D-A11A65F492D3}"/>
              </a:ext>
            </a:extLst>
          </p:cNvPr>
          <p:cNvSpPr/>
          <p:nvPr/>
        </p:nvSpPr>
        <p:spPr>
          <a:xfrm>
            <a:off x="2907304" y="4444138"/>
            <a:ext cx="258050" cy="217541"/>
          </a:xfrm>
          <a:custGeom>
            <a:avLst/>
            <a:gdLst/>
            <a:ahLst/>
            <a:cxnLst/>
            <a:rect l="l" t="t" r="r" b="b"/>
            <a:pathLst>
              <a:path w="7625" h="6428" extrusionOk="0">
                <a:moveTo>
                  <a:pt x="3781" y="631"/>
                </a:moveTo>
                <a:cubicBezTo>
                  <a:pt x="3970" y="631"/>
                  <a:pt x="4128" y="788"/>
                  <a:pt x="4128" y="977"/>
                </a:cubicBezTo>
                <a:lnTo>
                  <a:pt x="4128" y="1418"/>
                </a:lnTo>
                <a:cubicBezTo>
                  <a:pt x="4380" y="1481"/>
                  <a:pt x="4569" y="1639"/>
                  <a:pt x="4758" y="1860"/>
                </a:cubicBezTo>
                <a:cubicBezTo>
                  <a:pt x="4884" y="2017"/>
                  <a:pt x="4884" y="2206"/>
                  <a:pt x="4726" y="2332"/>
                </a:cubicBezTo>
                <a:cubicBezTo>
                  <a:pt x="4657" y="2373"/>
                  <a:pt x="4583" y="2397"/>
                  <a:pt x="4510" y="2397"/>
                </a:cubicBezTo>
                <a:cubicBezTo>
                  <a:pt x="4416" y="2397"/>
                  <a:pt x="4325" y="2358"/>
                  <a:pt x="4254" y="2269"/>
                </a:cubicBezTo>
                <a:cubicBezTo>
                  <a:pt x="4114" y="2106"/>
                  <a:pt x="3957" y="2012"/>
                  <a:pt x="3821" y="2012"/>
                </a:cubicBezTo>
                <a:cubicBezTo>
                  <a:pt x="3773" y="2012"/>
                  <a:pt x="3728" y="2024"/>
                  <a:pt x="3687" y="2049"/>
                </a:cubicBezTo>
                <a:cubicBezTo>
                  <a:pt x="3592" y="2080"/>
                  <a:pt x="3466" y="2238"/>
                  <a:pt x="3466" y="2364"/>
                </a:cubicBezTo>
                <a:cubicBezTo>
                  <a:pt x="3466" y="2553"/>
                  <a:pt x="3624" y="2710"/>
                  <a:pt x="3813" y="2710"/>
                </a:cubicBezTo>
                <a:cubicBezTo>
                  <a:pt x="4411" y="2710"/>
                  <a:pt x="4852" y="3183"/>
                  <a:pt x="4852" y="3750"/>
                </a:cubicBezTo>
                <a:cubicBezTo>
                  <a:pt x="4852" y="4159"/>
                  <a:pt x="4600" y="4537"/>
                  <a:pt x="4222" y="4663"/>
                </a:cubicBezTo>
                <a:lnTo>
                  <a:pt x="4159" y="4663"/>
                </a:lnTo>
                <a:lnTo>
                  <a:pt x="4159" y="5073"/>
                </a:lnTo>
                <a:cubicBezTo>
                  <a:pt x="4159" y="5262"/>
                  <a:pt x="4002" y="5420"/>
                  <a:pt x="3813" y="5420"/>
                </a:cubicBezTo>
                <a:cubicBezTo>
                  <a:pt x="3624" y="5420"/>
                  <a:pt x="3466" y="5262"/>
                  <a:pt x="3466" y="5073"/>
                </a:cubicBezTo>
                <a:lnTo>
                  <a:pt x="3466" y="4663"/>
                </a:lnTo>
                <a:cubicBezTo>
                  <a:pt x="3277" y="4600"/>
                  <a:pt x="3119" y="4537"/>
                  <a:pt x="2962" y="4348"/>
                </a:cubicBezTo>
                <a:cubicBezTo>
                  <a:pt x="2836" y="4254"/>
                  <a:pt x="2804" y="4002"/>
                  <a:pt x="2962" y="3876"/>
                </a:cubicBezTo>
                <a:cubicBezTo>
                  <a:pt x="3013" y="3825"/>
                  <a:pt x="3108" y="3793"/>
                  <a:pt x="3206" y="3793"/>
                </a:cubicBezTo>
                <a:cubicBezTo>
                  <a:pt x="3290" y="3793"/>
                  <a:pt x="3376" y="3817"/>
                  <a:pt x="3435" y="3876"/>
                </a:cubicBezTo>
                <a:cubicBezTo>
                  <a:pt x="3549" y="3990"/>
                  <a:pt x="3679" y="4071"/>
                  <a:pt x="3803" y="4071"/>
                </a:cubicBezTo>
                <a:cubicBezTo>
                  <a:pt x="3850" y="4071"/>
                  <a:pt x="3895" y="4059"/>
                  <a:pt x="3939" y="4033"/>
                </a:cubicBezTo>
                <a:cubicBezTo>
                  <a:pt x="4065" y="4002"/>
                  <a:pt x="4128" y="3844"/>
                  <a:pt x="4128" y="3718"/>
                </a:cubicBezTo>
                <a:cubicBezTo>
                  <a:pt x="4128" y="3529"/>
                  <a:pt x="3970" y="3372"/>
                  <a:pt x="3781" y="3372"/>
                </a:cubicBezTo>
                <a:cubicBezTo>
                  <a:pt x="3182" y="3372"/>
                  <a:pt x="2741" y="2899"/>
                  <a:pt x="2741" y="2364"/>
                </a:cubicBezTo>
                <a:cubicBezTo>
                  <a:pt x="2741" y="1954"/>
                  <a:pt x="3025" y="1576"/>
                  <a:pt x="3435" y="1418"/>
                </a:cubicBezTo>
                <a:lnTo>
                  <a:pt x="3435" y="977"/>
                </a:lnTo>
                <a:cubicBezTo>
                  <a:pt x="3435" y="788"/>
                  <a:pt x="3592" y="631"/>
                  <a:pt x="3781" y="631"/>
                </a:cubicBezTo>
                <a:close/>
                <a:moveTo>
                  <a:pt x="3813" y="1"/>
                </a:moveTo>
                <a:cubicBezTo>
                  <a:pt x="1733" y="1"/>
                  <a:pt x="0" y="1734"/>
                  <a:pt x="0" y="3813"/>
                </a:cubicBezTo>
                <a:cubicBezTo>
                  <a:pt x="0" y="4537"/>
                  <a:pt x="190" y="5231"/>
                  <a:pt x="536" y="5829"/>
                </a:cubicBezTo>
                <a:cubicBezTo>
                  <a:pt x="1009" y="5546"/>
                  <a:pt x="1544" y="5420"/>
                  <a:pt x="2080" y="5420"/>
                </a:cubicBezTo>
                <a:cubicBezTo>
                  <a:pt x="2146" y="5414"/>
                  <a:pt x="2213" y="5411"/>
                  <a:pt x="2279" y="5411"/>
                </a:cubicBezTo>
                <a:cubicBezTo>
                  <a:pt x="2936" y="5411"/>
                  <a:pt x="3587" y="5692"/>
                  <a:pt x="4159" y="6207"/>
                </a:cubicBezTo>
                <a:lnTo>
                  <a:pt x="5892" y="6207"/>
                </a:lnTo>
                <a:cubicBezTo>
                  <a:pt x="6144" y="6207"/>
                  <a:pt x="6364" y="6302"/>
                  <a:pt x="6585" y="6428"/>
                </a:cubicBezTo>
                <a:cubicBezTo>
                  <a:pt x="7215" y="5735"/>
                  <a:pt x="7625" y="4789"/>
                  <a:pt x="7625" y="3813"/>
                </a:cubicBezTo>
                <a:cubicBezTo>
                  <a:pt x="7625" y="1734"/>
                  <a:pt x="5892" y="1"/>
                  <a:pt x="381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7" name="Google Shape;9337;p73">
            <a:extLst>
              <a:ext uri="{FF2B5EF4-FFF2-40B4-BE49-F238E27FC236}">
                <a16:creationId xmlns:a16="http://schemas.microsoft.com/office/drawing/2014/main" id="{B6EAE345-4785-F49D-B6E8-658F47C74402}"/>
              </a:ext>
            </a:extLst>
          </p:cNvPr>
          <p:cNvSpPr/>
          <p:nvPr/>
        </p:nvSpPr>
        <p:spPr>
          <a:xfrm>
            <a:off x="2929707" y="4647263"/>
            <a:ext cx="309220" cy="170093"/>
          </a:xfrm>
          <a:custGeom>
            <a:avLst/>
            <a:gdLst/>
            <a:ahLst/>
            <a:cxnLst/>
            <a:rect l="l" t="t" r="r" b="b"/>
            <a:pathLst>
              <a:path w="9137" h="5026" extrusionOk="0">
                <a:moveTo>
                  <a:pt x="1422" y="0"/>
                </a:moveTo>
                <a:cubicBezTo>
                  <a:pt x="918" y="0"/>
                  <a:pt x="416" y="160"/>
                  <a:pt x="0" y="457"/>
                </a:cubicBezTo>
                <a:lnTo>
                  <a:pt x="0" y="5025"/>
                </a:lnTo>
                <a:lnTo>
                  <a:pt x="5230" y="5025"/>
                </a:lnTo>
                <a:cubicBezTo>
                  <a:pt x="5923" y="5025"/>
                  <a:pt x="6490" y="4679"/>
                  <a:pt x="6900" y="4143"/>
                </a:cubicBezTo>
                <a:lnTo>
                  <a:pt x="8916" y="1245"/>
                </a:lnTo>
                <a:cubicBezTo>
                  <a:pt x="9137" y="930"/>
                  <a:pt x="9074" y="489"/>
                  <a:pt x="8727" y="268"/>
                </a:cubicBezTo>
                <a:cubicBezTo>
                  <a:pt x="8633" y="221"/>
                  <a:pt x="8517" y="196"/>
                  <a:pt x="8398" y="196"/>
                </a:cubicBezTo>
                <a:cubicBezTo>
                  <a:pt x="8196" y="196"/>
                  <a:pt x="7983" y="268"/>
                  <a:pt x="7845" y="426"/>
                </a:cubicBezTo>
                <a:lnTo>
                  <a:pt x="5955" y="2726"/>
                </a:lnTo>
                <a:cubicBezTo>
                  <a:pt x="5829" y="2883"/>
                  <a:pt x="5545" y="2978"/>
                  <a:pt x="5419" y="2978"/>
                </a:cubicBezTo>
                <a:lnTo>
                  <a:pt x="3119" y="2978"/>
                </a:lnTo>
                <a:cubicBezTo>
                  <a:pt x="2899" y="2978"/>
                  <a:pt x="2741" y="2820"/>
                  <a:pt x="2741" y="2631"/>
                </a:cubicBezTo>
                <a:cubicBezTo>
                  <a:pt x="2741" y="2411"/>
                  <a:pt x="2899" y="2253"/>
                  <a:pt x="3119" y="2253"/>
                </a:cubicBezTo>
                <a:lnTo>
                  <a:pt x="5198" y="2253"/>
                </a:lnTo>
                <a:cubicBezTo>
                  <a:pt x="5576" y="2253"/>
                  <a:pt x="5923" y="1938"/>
                  <a:pt x="5923" y="1560"/>
                </a:cubicBezTo>
                <a:cubicBezTo>
                  <a:pt x="5923" y="1150"/>
                  <a:pt x="5576" y="835"/>
                  <a:pt x="5198" y="835"/>
                </a:cubicBezTo>
                <a:lnTo>
                  <a:pt x="3340" y="835"/>
                </a:lnTo>
                <a:cubicBezTo>
                  <a:pt x="3182" y="835"/>
                  <a:pt x="3088" y="741"/>
                  <a:pt x="2962" y="615"/>
                </a:cubicBezTo>
                <a:cubicBezTo>
                  <a:pt x="2773" y="426"/>
                  <a:pt x="2520" y="300"/>
                  <a:pt x="2300" y="174"/>
                </a:cubicBezTo>
                <a:cubicBezTo>
                  <a:pt x="2019" y="56"/>
                  <a:pt x="1720" y="0"/>
                  <a:pt x="14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1" name="Google Shape;9339;p73">
            <a:extLst>
              <a:ext uri="{FF2B5EF4-FFF2-40B4-BE49-F238E27FC236}">
                <a16:creationId xmlns:a16="http://schemas.microsoft.com/office/drawing/2014/main" id="{53AAB1B8-DABF-159C-C326-44BA50527456}"/>
              </a:ext>
            </a:extLst>
          </p:cNvPr>
          <p:cNvSpPr/>
          <p:nvPr/>
        </p:nvSpPr>
        <p:spPr>
          <a:xfrm>
            <a:off x="2835879" y="4929001"/>
            <a:ext cx="297510" cy="303907"/>
          </a:xfrm>
          <a:custGeom>
            <a:avLst/>
            <a:gdLst/>
            <a:ahLst/>
            <a:cxnLst/>
            <a:rect l="l" t="t" r="r" b="b"/>
            <a:pathLst>
              <a:path w="8791" h="8980" extrusionOk="0">
                <a:moveTo>
                  <a:pt x="4537" y="0"/>
                </a:moveTo>
                <a:cubicBezTo>
                  <a:pt x="2048" y="0"/>
                  <a:pt x="0" y="2017"/>
                  <a:pt x="0" y="4506"/>
                </a:cubicBezTo>
                <a:cubicBezTo>
                  <a:pt x="0" y="6963"/>
                  <a:pt x="2048" y="8979"/>
                  <a:pt x="4537" y="8979"/>
                </a:cubicBezTo>
                <a:cubicBezTo>
                  <a:pt x="6459" y="8979"/>
                  <a:pt x="8160" y="7719"/>
                  <a:pt x="8790" y="5986"/>
                </a:cubicBezTo>
                <a:cubicBezTo>
                  <a:pt x="8633" y="5860"/>
                  <a:pt x="8443" y="5640"/>
                  <a:pt x="8286" y="5514"/>
                </a:cubicBezTo>
                <a:lnTo>
                  <a:pt x="7498" y="5514"/>
                </a:lnTo>
                <a:cubicBezTo>
                  <a:pt x="7057" y="6742"/>
                  <a:pt x="5923" y="7593"/>
                  <a:pt x="4568" y="7593"/>
                </a:cubicBezTo>
                <a:cubicBezTo>
                  <a:pt x="2836" y="7593"/>
                  <a:pt x="1481" y="6175"/>
                  <a:pt x="1481" y="4506"/>
                </a:cubicBezTo>
                <a:cubicBezTo>
                  <a:pt x="1481" y="2804"/>
                  <a:pt x="2867" y="1387"/>
                  <a:pt x="4568" y="1387"/>
                </a:cubicBezTo>
                <a:cubicBezTo>
                  <a:pt x="5923" y="1387"/>
                  <a:pt x="7057" y="2237"/>
                  <a:pt x="7498" y="3466"/>
                </a:cubicBezTo>
                <a:lnTo>
                  <a:pt x="8286" y="3466"/>
                </a:lnTo>
                <a:cubicBezTo>
                  <a:pt x="8443" y="3308"/>
                  <a:pt x="8633" y="3088"/>
                  <a:pt x="8790" y="2993"/>
                </a:cubicBezTo>
                <a:cubicBezTo>
                  <a:pt x="8160" y="1261"/>
                  <a:pt x="6522" y="0"/>
                  <a:pt x="45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2" name="Google Shape;9340;p73">
            <a:extLst>
              <a:ext uri="{FF2B5EF4-FFF2-40B4-BE49-F238E27FC236}">
                <a16:creationId xmlns:a16="http://schemas.microsoft.com/office/drawing/2014/main" id="{15C18777-B143-EB18-697C-41B0B71E6013}"/>
              </a:ext>
            </a:extLst>
          </p:cNvPr>
          <p:cNvSpPr/>
          <p:nvPr/>
        </p:nvSpPr>
        <p:spPr>
          <a:xfrm>
            <a:off x="2978730" y="5021390"/>
            <a:ext cx="259133" cy="118551"/>
          </a:xfrm>
          <a:custGeom>
            <a:avLst/>
            <a:gdLst/>
            <a:ahLst/>
            <a:cxnLst/>
            <a:rect l="l" t="t" r="r" b="b"/>
            <a:pathLst>
              <a:path w="7657" h="3503" extrusionOk="0">
                <a:moveTo>
                  <a:pt x="7260" y="0"/>
                </a:moveTo>
                <a:cubicBezTo>
                  <a:pt x="7232" y="0"/>
                  <a:pt x="7206" y="4"/>
                  <a:pt x="7184" y="11"/>
                </a:cubicBezTo>
                <a:lnTo>
                  <a:pt x="5073" y="736"/>
                </a:lnTo>
                <a:cubicBezTo>
                  <a:pt x="5042" y="736"/>
                  <a:pt x="5010" y="767"/>
                  <a:pt x="4947" y="799"/>
                </a:cubicBezTo>
                <a:lnTo>
                  <a:pt x="4380" y="1398"/>
                </a:lnTo>
                <a:lnTo>
                  <a:pt x="347" y="1398"/>
                </a:lnTo>
                <a:cubicBezTo>
                  <a:pt x="158" y="1398"/>
                  <a:pt x="1" y="1555"/>
                  <a:pt x="1" y="1744"/>
                </a:cubicBezTo>
                <a:cubicBezTo>
                  <a:pt x="1" y="1965"/>
                  <a:pt x="158" y="2122"/>
                  <a:pt x="347" y="2122"/>
                </a:cubicBezTo>
                <a:lnTo>
                  <a:pt x="4380" y="2122"/>
                </a:lnTo>
                <a:lnTo>
                  <a:pt x="4947" y="2689"/>
                </a:lnTo>
                <a:cubicBezTo>
                  <a:pt x="5010" y="2752"/>
                  <a:pt x="5042" y="2784"/>
                  <a:pt x="5073" y="2784"/>
                </a:cubicBezTo>
                <a:lnTo>
                  <a:pt x="7184" y="3477"/>
                </a:lnTo>
                <a:cubicBezTo>
                  <a:pt x="7210" y="3494"/>
                  <a:pt x="7242" y="3502"/>
                  <a:pt x="7275" y="3502"/>
                </a:cubicBezTo>
                <a:cubicBezTo>
                  <a:pt x="7362" y="3502"/>
                  <a:pt x="7462" y="3451"/>
                  <a:pt x="7531" y="3382"/>
                </a:cubicBezTo>
                <a:cubicBezTo>
                  <a:pt x="7594" y="3256"/>
                  <a:pt x="7657" y="3099"/>
                  <a:pt x="7562" y="2973"/>
                </a:cubicBezTo>
                <a:lnTo>
                  <a:pt x="6932" y="1744"/>
                </a:lnTo>
                <a:lnTo>
                  <a:pt x="7562" y="547"/>
                </a:lnTo>
                <a:cubicBezTo>
                  <a:pt x="7657" y="389"/>
                  <a:pt x="7594" y="232"/>
                  <a:pt x="7531" y="137"/>
                </a:cubicBezTo>
                <a:cubicBezTo>
                  <a:pt x="7458" y="41"/>
                  <a:pt x="7349" y="0"/>
                  <a:pt x="72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3" name="Google Shape;9341;p73">
            <a:extLst>
              <a:ext uri="{FF2B5EF4-FFF2-40B4-BE49-F238E27FC236}">
                <a16:creationId xmlns:a16="http://schemas.microsoft.com/office/drawing/2014/main" id="{36460BF3-8FB6-C4E9-87EC-773DB78E5BDC}"/>
              </a:ext>
            </a:extLst>
          </p:cNvPr>
          <p:cNvSpPr/>
          <p:nvPr/>
        </p:nvSpPr>
        <p:spPr>
          <a:xfrm>
            <a:off x="2862516" y="5243534"/>
            <a:ext cx="255917" cy="85317"/>
          </a:xfrm>
          <a:custGeom>
            <a:avLst/>
            <a:gdLst/>
            <a:ahLst/>
            <a:cxnLst/>
            <a:rect l="l" t="t" r="r" b="b"/>
            <a:pathLst>
              <a:path w="7562" h="2521" extrusionOk="0">
                <a:moveTo>
                  <a:pt x="1828" y="0"/>
                </a:moveTo>
                <a:lnTo>
                  <a:pt x="1482" y="1135"/>
                </a:lnTo>
                <a:lnTo>
                  <a:pt x="1040" y="1135"/>
                </a:lnTo>
                <a:cubicBezTo>
                  <a:pt x="442" y="1135"/>
                  <a:pt x="1" y="1607"/>
                  <a:pt x="1" y="2174"/>
                </a:cubicBezTo>
                <a:cubicBezTo>
                  <a:pt x="1" y="2363"/>
                  <a:pt x="158" y="2521"/>
                  <a:pt x="379" y="2521"/>
                </a:cubicBezTo>
                <a:lnTo>
                  <a:pt x="7310" y="2521"/>
                </a:lnTo>
                <a:cubicBezTo>
                  <a:pt x="7404" y="2489"/>
                  <a:pt x="7562" y="2363"/>
                  <a:pt x="7562" y="2174"/>
                </a:cubicBezTo>
                <a:cubicBezTo>
                  <a:pt x="7562" y="1576"/>
                  <a:pt x="7089" y="1135"/>
                  <a:pt x="6554" y="1135"/>
                </a:cubicBezTo>
                <a:lnTo>
                  <a:pt x="6113" y="1135"/>
                </a:lnTo>
                <a:lnTo>
                  <a:pt x="5766" y="0"/>
                </a:lnTo>
                <a:cubicBezTo>
                  <a:pt x="5168" y="252"/>
                  <a:pt x="4506" y="410"/>
                  <a:pt x="3781" y="410"/>
                </a:cubicBezTo>
                <a:cubicBezTo>
                  <a:pt x="3088" y="410"/>
                  <a:pt x="2427" y="252"/>
                  <a:pt x="18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4" name="Google Shape;9342;p73">
            <a:extLst>
              <a:ext uri="{FF2B5EF4-FFF2-40B4-BE49-F238E27FC236}">
                <a16:creationId xmlns:a16="http://schemas.microsoft.com/office/drawing/2014/main" id="{03759162-B1E0-C428-BCA5-7EF67F45F8BB}"/>
              </a:ext>
            </a:extLst>
          </p:cNvPr>
          <p:cNvSpPr/>
          <p:nvPr/>
        </p:nvSpPr>
        <p:spPr>
          <a:xfrm>
            <a:off x="2907288" y="4998311"/>
            <a:ext cx="155710" cy="165287"/>
          </a:xfrm>
          <a:custGeom>
            <a:avLst/>
            <a:gdLst/>
            <a:ahLst/>
            <a:cxnLst/>
            <a:rect l="l" t="t" r="r" b="b"/>
            <a:pathLst>
              <a:path w="4601" h="4884" extrusionOk="0">
                <a:moveTo>
                  <a:pt x="2427" y="0"/>
                </a:moveTo>
                <a:cubicBezTo>
                  <a:pt x="1104" y="0"/>
                  <a:pt x="1" y="1103"/>
                  <a:pt x="1" y="2458"/>
                </a:cubicBezTo>
                <a:cubicBezTo>
                  <a:pt x="1" y="3781"/>
                  <a:pt x="1104" y="4884"/>
                  <a:pt x="2427" y="4884"/>
                </a:cubicBezTo>
                <a:cubicBezTo>
                  <a:pt x="3404" y="4884"/>
                  <a:pt x="4254" y="4348"/>
                  <a:pt x="4601" y="3497"/>
                </a:cubicBezTo>
                <a:lnTo>
                  <a:pt x="2427" y="3497"/>
                </a:lnTo>
                <a:cubicBezTo>
                  <a:pt x="1828" y="3497"/>
                  <a:pt x="1419" y="3025"/>
                  <a:pt x="1419" y="2489"/>
                </a:cubicBezTo>
                <a:cubicBezTo>
                  <a:pt x="1356" y="1859"/>
                  <a:pt x="1828" y="1386"/>
                  <a:pt x="2427" y="1386"/>
                </a:cubicBezTo>
                <a:lnTo>
                  <a:pt x="4601" y="1386"/>
                </a:lnTo>
                <a:cubicBezTo>
                  <a:pt x="4191" y="567"/>
                  <a:pt x="3372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6" name="Google Shape;9344;p73">
            <a:extLst>
              <a:ext uri="{FF2B5EF4-FFF2-40B4-BE49-F238E27FC236}">
                <a16:creationId xmlns:a16="http://schemas.microsoft.com/office/drawing/2014/main" id="{BDAEAD71-8E3A-AA4A-A0AF-7AC94D3ED44C}"/>
              </a:ext>
            </a:extLst>
          </p:cNvPr>
          <p:cNvSpPr/>
          <p:nvPr/>
        </p:nvSpPr>
        <p:spPr>
          <a:xfrm>
            <a:off x="5562589" y="4149064"/>
            <a:ext cx="47989" cy="48023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cubicBezTo>
                  <a:pt x="63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7" name="Google Shape;9345;p73">
            <a:extLst>
              <a:ext uri="{FF2B5EF4-FFF2-40B4-BE49-F238E27FC236}">
                <a16:creationId xmlns:a16="http://schemas.microsoft.com/office/drawing/2014/main" id="{9A5AE035-BAC4-DBDE-93F4-B25C9CA8CBE5}"/>
              </a:ext>
            </a:extLst>
          </p:cNvPr>
          <p:cNvSpPr/>
          <p:nvPr/>
        </p:nvSpPr>
        <p:spPr>
          <a:xfrm>
            <a:off x="5540185" y="4220506"/>
            <a:ext cx="94928" cy="46940"/>
          </a:xfrm>
          <a:custGeom>
            <a:avLst/>
            <a:gdLst/>
            <a:ahLst/>
            <a:cxnLst/>
            <a:rect l="l" t="t" r="r" b="b"/>
            <a:pathLst>
              <a:path w="2805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805" y="1387"/>
                </a:lnTo>
                <a:cubicBezTo>
                  <a:pt x="2805" y="630"/>
                  <a:pt x="2174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8" name="Google Shape;9346;p73">
            <a:extLst>
              <a:ext uri="{FF2B5EF4-FFF2-40B4-BE49-F238E27FC236}">
                <a16:creationId xmlns:a16="http://schemas.microsoft.com/office/drawing/2014/main" id="{B4F2623B-0D9F-262C-3C54-8D654DD39A6D}"/>
              </a:ext>
            </a:extLst>
          </p:cNvPr>
          <p:cNvSpPr/>
          <p:nvPr/>
        </p:nvSpPr>
        <p:spPr>
          <a:xfrm>
            <a:off x="5481536" y="4103208"/>
            <a:ext cx="212227" cy="235679"/>
          </a:xfrm>
          <a:custGeom>
            <a:avLst/>
            <a:gdLst/>
            <a:ahLst/>
            <a:cxnLst/>
            <a:rect l="l" t="t" r="r" b="b"/>
            <a:pathLst>
              <a:path w="6271" h="6964" extrusionOk="0">
                <a:moveTo>
                  <a:pt x="3088" y="725"/>
                </a:moveTo>
                <a:cubicBezTo>
                  <a:pt x="3813" y="725"/>
                  <a:pt x="4506" y="1356"/>
                  <a:pt x="4506" y="2080"/>
                </a:cubicBezTo>
                <a:cubicBezTo>
                  <a:pt x="4506" y="2458"/>
                  <a:pt x="4348" y="2805"/>
                  <a:pt x="4096" y="3025"/>
                </a:cubicBezTo>
                <a:cubicBezTo>
                  <a:pt x="4727" y="3372"/>
                  <a:pt x="5168" y="4065"/>
                  <a:pt x="5168" y="4853"/>
                </a:cubicBezTo>
                <a:lnTo>
                  <a:pt x="5168" y="5199"/>
                </a:lnTo>
                <a:cubicBezTo>
                  <a:pt x="5168" y="5388"/>
                  <a:pt x="5010" y="5546"/>
                  <a:pt x="4821" y="5546"/>
                </a:cubicBezTo>
                <a:lnTo>
                  <a:pt x="1293" y="5546"/>
                </a:lnTo>
                <a:cubicBezTo>
                  <a:pt x="1103" y="5546"/>
                  <a:pt x="946" y="5388"/>
                  <a:pt x="946" y="5199"/>
                </a:cubicBezTo>
                <a:lnTo>
                  <a:pt x="946" y="4853"/>
                </a:lnTo>
                <a:lnTo>
                  <a:pt x="1040" y="4853"/>
                </a:lnTo>
                <a:cubicBezTo>
                  <a:pt x="1040" y="4065"/>
                  <a:pt x="1450" y="3403"/>
                  <a:pt x="2080" y="3025"/>
                </a:cubicBezTo>
                <a:cubicBezTo>
                  <a:pt x="1860" y="2805"/>
                  <a:pt x="1702" y="2458"/>
                  <a:pt x="1702" y="2080"/>
                </a:cubicBezTo>
                <a:cubicBezTo>
                  <a:pt x="1702" y="1356"/>
                  <a:pt x="2332" y="725"/>
                  <a:pt x="3088" y="725"/>
                </a:cubicBezTo>
                <a:close/>
                <a:moveTo>
                  <a:pt x="1" y="1"/>
                </a:moveTo>
                <a:lnTo>
                  <a:pt x="1" y="6617"/>
                </a:lnTo>
                <a:cubicBezTo>
                  <a:pt x="1" y="6806"/>
                  <a:pt x="158" y="6963"/>
                  <a:pt x="347" y="6963"/>
                </a:cubicBezTo>
                <a:lnTo>
                  <a:pt x="5924" y="6963"/>
                </a:lnTo>
                <a:cubicBezTo>
                  <a:pt x="6113" y="6963"/>
                  <a:pt x="6270" y="6806"/>
                  <a:pt x="6270" y="6617"/>
                </a:cubicBezTo>
                <a:lnTo>
                  <a:pt x="627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9" name="Google Shape;9347;p73">
            <a:extLst>
              <a:ext uri="{FF2B5EF4-FFF2-40B4-BE49-F238E27FC236}">
                <a16:creationId xmlns:a16="http://schemas.microsoft.com/office/drawing/2014/main" id="{95A2DB4F-9412-67E1-BF0D-2BCA549FBC6E}"/>
              </a:ext>
            </a:extLst>
          </p:cNvPr>
          <p:cNvSpPr/>
          <p:nvPr/>
        </p:nvSpPr>
        <p:spPr>
          <a:xfrm>
            <a:off x="5458082" y="3937955"/>
            <a:ext cx="259133" cy="48023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418"/>
                </a:lnTo>
                <a:lnTo>
                  <a:pt x="7625" y="1418"/>
                </a:lnTo>
                <a:lnTo>
                  <a:pt x="7625" y="347"/>
                </a:lnTo>
                <a:lnTo>
                  <a:pt x="7656" y="347"/>
                </a:lnTo>
                <a:cubicBezTo>
                  <a:pt x="7656" y="158"/>
                  <a:pt x="7499" y="1"/>
                  <a:pt x="731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80" name="Google Shape;9348;p73">
            <a:extLst>
              <a:ext uri="{FF2B5EF4-FFF2-40B4-BE49-F238E27FC236}">
                <a16:creationId xmlns:a16="http://schemas.microsoft.com/office/drawing/2014/main" id="{84C8BCE9-4164-861A-9198-2C8BB84BDFEE}"/>
              </a:ext>
            </a:extLst>
          </p:cNvPr>
          <p:cNvSpPr/>
          <p:nvPr/>
        </p:nvSpPr>
        <p:spPr>
          <a:xfrm>
            <a:off x="5386639" y="4010446"/>
            <a:ext cx="399884" cy="186641"/>
          </a:xfrm>
          <a:custGeom>
            <a:avLst/>
            <a:gdLst/>
            <a:ahLst/>
            <a:cxnLst/>
            <a:rect l="l" t="t" r="r" b="b"/>
            <a:pathLst>
              <a:path w="11816" h="5515" extrusionOk="0">
                <a:moveTo>
                  <a:pt x="10082" y="662"/>
                </a:moveTo>
                <a:cubicBezTo>
                  <a:pt x="10303" y="662"/>
                  <a:pt x="10461" y="820"/>
                  <a:pt x="10461" y="1009"/>
                </a:cubicBezTo>
                <a:cubicBezTo>
                  <a:pt x="10461" y="1198"/>
                  <a:pt x="10303" y="1356"/>
                  <a:pt x="10082" y="1356"/>
                </a:cubicBezTo>
                <a:cubicBezTo>
                  <a:pt x="9893" y="1356"/>
                  <a:pt x="9736" y="1198"/>
                  <a:pt x="9736" y="1009"/>
                </a:cubicBezTo>
                <a:cubicBezTo>
                  <a:pt x="9767" y="820"/>
                  <a:pt x="9893" y="662"/>
                  <a:pt x="10082" y="662"/>
                </a:cubicBezTo>
                <a:close/>
                <a:moveTo>
                  <a:pt x="1041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4475"/>
                </a:lnTo>
                <a:cubicBezTo>
                  <a:pt x="1" y="5073"/>
                  <a:pt x="473" y="5514"/>
                  <a:pt x="1041" y="5514"/>
                </a:cubicBezTo>
                <a:lnTo>
                  <a:pt x="2112" y="5514"/>
                </a:lnTo>
                <a:lnTo>
                  <a:pt x="2112" y="2395"/>
                </a:lnTo>
                <a:cubicBezTo>
                  <a:pt x="2112" y="2206"/>
                  <a:pt x="2269" y="2049"/>
                  <a:pt x="2458" y="2049"/>
                </a:cubicBezTo>
                <a:lnTo>
                  <a:pt x="9421" y="2049"/>
                </a:lnTo>
                <a:cubicBezTo>
                  <a:pt x="9610" y="2049"/>
                  <a:pt x="9767" y="2206"/>
                  <a:pt x="9767" y="2395"/>
                </a:cubicBezTo>
                <a:lnTo>
                  <a:pt x="9767" y="5514"/>
                </a:lnTo>
                <a:lnTo>
                  <a:pt x="10807" y="5514"/>
                </a:lnTo>
                <a:cubicBezTo>
                  <a:pt x="11406" y="5514"/>
                  <a:pt x="11815" y="5042"/>
                  <a:pt x="11815" y="4475"/>
                </a:cubicBezTo>
                <a:lnTo>
                  <a:pt x="11815" y="1009"/>
                </a:lnTo>
                <a:cubicBezTo>
                  <a:pt x="11815" y="410"/>
                  <a:pt x="11343" y="1"/>
                  <a:pt x="1080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4" name="Google Shape;9350;p73">
            <a:extLst>
              <a:ext uri="{FF2B5EF4-FFF2-40B4-BE49-F238E27FC236}">
                <a16:creationId xmlns:a16="http://schemas.microsoft.com/office/drawing/2014/main" id="{4DCF9737-0F58-59CC-E3FD-2DA7861D065A}"/>
              </a:ext>
            </a:extLst>
          </p:cNvPr>
          <p:cNvSpPr/>
          <p:nvPr/>
        </p:nvSpPr>
        <p:spPr>
          <a:xfrm>
            <a:off x="5383984" y="4455338"/>
            <a:ext cx="405197" cy="303906"/>
          </a:xfrm>
          <a:custGeom>
            <a:avLst/>
            <a:gdLst/>
            <a:ahLst/>
            <a:cxnLst/>
            <a:rect l="l" t="t" r="r" b="b"/>
            <a:pathLst>
              <a:path w="11973" h="8980" extrusionOk="0">
                <a:moveTo>
                  <a:pt x="2017" y="3749"/>
                </a:moveTo>
                <a:lnTo>
                  <a:pt x="3119" y="5514"/>
                </a:lnTo>
                <a:lnTo>
                  <a:pt x="914" y="5514"/>
                </a:lnTo>
                <a:lnTo>
                  <a:pt x="2017" y="3749"/>
                </a:lnTo>
                <a:close/>
                <a:moveTo>
                  <a:pt x="9641" y="3749"/>
                </a:moveTo>
                <a:lnTo>
                  <a:pt x="10744" y="5514"/>
                </a:lnTo>
                <a:lnTo>
                  <a:pt x="8538" y="5514"/>
                </a:lnTo>
                <a:lnTo>
                  <a:pt x="9641" y="3749"/>
                </a:lnTo>
                <a:close/>
                <a:moveTo>
                  <a:pt x="5892" y="0"/>
                </a:moveTo>
                <a:cubicBezTo>
                  <a:pt x="5325" y="0"/>
                  <a:pt x="4852" y="473"/>
                  <a:pt x="4852" y="1040"/>
                </a:cubicBezTo>
                <a:lnTo>
                  <a:pt x="4852" y="1166"/>
                </a:lnTo>
                <a:lnTo>
                  <a:pt x="4537" y="1324"/>
                </a:lnTo>
                <a:cubicBezTo>
                  <a:pt x="3812" y="1733"/>
                  <a:pt x="3529" y="1891"/>
                  <a:pt x="3025" y="1954"/>
                </a:cubicBezTo>
                <a:cubicBezTo>
                  <a:pt x="2867" y="1607"/>
                  <a:pt x="2521" y="1324"/>
                  <a:pt x="2080" y="1324"/>
                </a:cubicBezTo>
                <a:cubicBezTo>
                  <a:pt x="1702" y="1324"/>
                  <a:pt x="1324" y="1576"/>
                  <a:pt x="1166" y="1922"/>
                </a:cubicBezTo>
                <a:cubicBezTo>
                  <a:pt x="946" y="1891"/>
                  <a:pt x="693" y="1796"/>
                  <a:pt x="504" y="1733"/>
                </a:cubicBezTo>
                <a:cubicBezTo>
                  <a:pt x="454" y="1708"/>
                  <a:pt x="403" y="1696"/>
                  <a:pt x="355" y="1696"/>
                </a:cubicBezTo>
                <a:cubicBezTo>
                  <a:pt x="223" y="1696"/>
                  <a:pt x="110" y="1784"/>
                  <a:pt x="63" y="1922"/>
                </a:cubicBezTo>
                <a:cubicBezTo>
                  <a:pt x="0" y="2111"/>
                  <a:pt x="63" y="2332"/>
                  <a:pt x="252" y="2363"/>
                </a:cubicBezTo>
                <a:cubicBezTo>
                  <a:pt x="536" y="2489"/>
                  <a:pt x="820" y="2552"/>
                  <a:pt x="1135" y="2615"/>
                </a:cubicBezTo>
                <a:cubicBezTo>
                  <a:pt x="1198" y="2867"/>
                  <a:pt x="1387" y="3119"/>
                  <a:pt x="1607" y="3277"/>
                </a:cubicBezTo>
                <a:lnTo>
                  <a:pt x="95" y="5671"/>
                </a:lnTo>
                <a:cubicBezTo>
                  <a:pt x="95" y="5703"/>
                  <a:pt x="63" y="5829"/>
                  <a:pt x="63" y="5860"/>
                </a:cubicBezTo>
                <a:lnTo>
                  <a:pt x="63" y="6238"/>
                </a:lnTo>
                <a:cubicBezTo>
                  <a:pt x="63" y="7372"/>
                  <a:pt x="1009" y="8318"/>
                  <a:pt x="2143" y="8318"/>
                </a:cubicBezTo>
                <a:cubicBezTo>
                  <a:pt x="3308" y="8318"/>
                  <a:pt x="4254" y="7372"/>
                  <a:pt x="4254" y="6238"/>
                </a:cubicBezTo>
                <a:lnTo>
                  <a:pt x="4254" y="5860"/>
                </a:lnTo>
                <a:cubicBezTo>
                  <a:pt x="4254" y="5829"/>
                  <a:pt x="4191" y="5703"/>
                  <a:pt x="4191" y="5671"/>
                </a:cubicBezTo>
                <a:lnTo>
                  <a:pt x="2710" y="3277"/>
                </a:lnTo>
                <a:cubicBezTo>
                  <a:pt x="2930" y="3151"/>
                  <a:pt x="3088" y="2930"/>
                  <a:pt x="3182" y="2647"/>
                </a:cubicBezTo>
                <a:cubicBezTo>
                  <a:pt x="3844" y="2521"/>
                  <a:pt x="4191" y="2363"/>
                  <a:pt x="4947" y="1922"/>
                </a:cubicBezTo>
                <a:lnTo>
                  <a:pt x="4947" y="8979"/>
                </a:lnTo>
                <a:lnTo>
                  <a:pt x="7089" y="8979"/>
                </a:lnTo>
                <a:lnTo>
                  <a:pt x="7089" y="1922"/>
                </a:lnTo>
                <a:cubicBezTo>
                  <a:pt x="7814" y="2332"/>
                  <a:pt x="8192" y="2521"/>
                  <a:pt x="8853" y="2647"/>
                </a:cubicBezTo>
                <a:cubicBezTo>
                  <a:pt x="8916" y="2899"/>
                  <a:pt x="9074" y="3119"/>
                  <a:pt x="9326" y="3277"/>
                </a:cubicBezTo>
                <a:lnTo>
                  <a:pt x="7814" y="5671"/>
                </a:lnTo>
                <a:cubicBezTo>
                  <a:pt x="7814" y="5703"/>
                  <a:pt x="7782" y="5829"/>
                  <a:pt x="7782" y="5860"/>
                </a:cubicBezTo>
                <a:lnTo>
                  <a:pt x="7782" y="6238"/>
                </a:lnTo>
                <a:cubicBezTo>
                  <a:pt x="7782" y="7372"/>
                  <a:pt x="8727" y="8318"/>
                  <a:pt x="9861" y="8318"/>
                </a:cubicBezTo>
                <a:cubicBezTo>
                  <a:pt x="11027" y="8318"/>
                  <a:pt x="11972" y="7372"/>
                  <a:pt x="11972" y="6238"/>
                </a:cubicBezTo>
                <a:lnTo>
                  <a:pt x="11972" y="5860"/>
                </a:lnTo>
                <a:cubicBezTo>
                  <a:pt x="11972" y="5829"/>
                  <a:pt x="11909" y="5703"/>
                  <a:pt x="11909" y="5671"/>
                </a:cubicBezTo>
                <a:lnTo>
                  <a:pt x="10429" y="3277"/>
                </a:lnTo>
                <a:cubicBezTo>
                  <a:pt x="10429" y="3151"/>
                  <a:pt x="10618" y="2930"/>
                  <a:pt x="10681" y="2615"/>
                </a:cubicBezTo>
                <a:cubicBezTo>
                  <a:pt x="10933" y="2521"/>
                  <a:pt x="11248" y="2458"/>
                  <a:pt x="11531" y="2363"/>
                </a:cubicBezTo>
                <a:cubicBezTo>
                  <a:pt x="11720" y="2300"/>
                  <a:pt x="11815" y="2080"/>
                  <a:pt x="11720" y="1922"/>
                </a:cubicBezTo>
                <a:cubicBezTo>
                  <a:pt x="11674" y="1784"/>
                  <a:pt x="11560" y="1696"/>
                  <a:pt x="11429" y="1696"/>
                </a:cubicBezTo>
                <a:cubicBezTo>
                  <a:pt x="11380" y="1696"/>
                  <a:pt x="11330" y="1708"/>
                  <a:pt x="11279" y="1733"/>
                </a:cubicBezTo>
                <a:cubicBezTo>
                  <a:pt x="11059" y="1796"/>
                  <a:pt x="10870" y="1891"/>
                  <a:pt x="10618" y="1922"/>
                </a:cubicBezTo>
                <a:cubicBezTo>
                  <a:pt x="10460" y="1576"/>
                  <a:pt x="10113" y="1324"/>
                  <a:pt x="9704" y="1324"/>
                </a:cubicBezTo>
                <a:cubicBezTo>
                  <a:pt x="9294" y="1324"/>
                  <a:pt x="8916" y="1576"/>
                  <a:pt x="8790" y="1954"/>
                </a:cubicBezTo>
                <a:cubicBezTo>
                  <a:pt x="8255" y="1891"/>
                  <a:pt x="8003" y="1733"/>
                  <a:pt x="7278" y="1324"/>
                </a:cubicBezTo>
                <a:lnTo>
                  <a:pt x="6963" y="1166"/>
                </a:lnTo>
                <a:lnTo>
                  <a:pt x="6963" y="1040"/>
                </a:lnTo>
                <a:cubicBezTo>
                  <a:pt x="6963" y="441"/>
                  <a:pt x="6490" y="0"/>
                  <a:pt x="5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5" name="Google Shape;9351;p73">
            <a:extLst>
              <a:ext uri="{FF2B5EF4-FFF2-40B4-BE49-F238E27FC236}">
                <a16:creationId xmlns:a16="http://schemas.microsoft.com/office/drawing/2014/main" id="{34C0C3E9-4D75-45FE-7FA4-191C099E0872}"/>
              </a:ext>
            </a:extLst>
          </p:cNvPr>
          <p:cNvSpPr/>
          <p:nvPr/>
        </p:nvSpPr>
        <p:spPr>
          <a:xfrm>
            <a:off x="5474615" y="4783716"/>
            <a:ext cx="213275" cy="46973"/>
          </a:xfrm>
          <a:custGeom>
            <a:avLst/>
            <a:gdLst/>
            <a:ahLst/>
            <a:cxnLst/>
            <a:rect l="l" t="t" r="r" b="b"/>
            <a:pathLst>
              <a:path w="6302" h="1388" extrusionOk="0">
                <a:moveTo>
                  <a:pt x="693" y="1"/>
                </a:moveTo>
                <a:cubicBezTo>
                  <a:pt x="315" y="1"/>
                  <a:pt x="0" y="316"/>
                  <a:pt x="0" y="694"/>
                </a:cubicBezTo>
                <a:lnTo>
                  <a:pt x="0" y="1040"/>
                </a:lnTo>
                <a:cubicBezTo>
                  <a:pt x="0" y="1261"/>
                  <a:pt x="158" y="1387"/>
                  <a:pt x="347" y="1387"/>
                </a:cubicBezTo>
                <a:lnTo>
                  <a:pt x="5955" y="1387"/>
                </a:lnTo>
                <a:cubicBezTo>
                  <a:pt x="6144" y="1356"/>
                  <a:pt x="6301" y="1198"/>
                  <a:pt x="6301" y="1040"/>
                </a:cubicBezTo>
                <a:lnTo>
                  <a:pt x="6301" y="694"/>
                </a:lnTo>
                <a:cubicBezTo>
                  <a:pt x="6301" y="316"/>
                  <a:pt x="5986" y="1"/>
                  <a:pt x="557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7" name="Google Shape;9353;p73">
            <a:extLst>
              <a:ext uri="{FF2B5EF4-FFF2-40B4-BE49-F238E27FC236}">
                <a16:creationId xmlns:a16="http://schemas.microsoft.com/office/drawing/2014/main" id="{46F437C8-2D0D-F015-DABC-A60DD4E7531B}"/>
              </a:ext>
            </a:extLst>
          </p:cNvPr>
          <p:cNvSpPr/>
          <p:nvPr/>
        </p:nvSpPr>
        <p:spPr>
          <a:xfrm>
            <a:off x="5548712" y="4928998"/>
            <a:ext cx="72525" cy="69344"/>
          </a:xfrm>
          <a:custGeom>
            <a:avLst/>
            <a:gdLst/>
            <a:ahLst/>
            <a:cxnLst/>
            <a:rect l="l" t="t" r="r" b="b"/>
            <a:pathLst>
              <a:path w="2143" h="2049" extrusionOk="0">
                <a:moveTo>
                  <a:pt x="1072" y="1"/>
                </a:moveTo>
                <a:cubicBezTo>
                  <a:pt x="473" y="1"/>
                  <a:pt x="1" y="473"/>
                  <a:pt x="1" y="1040"/>
                </a:cubicBezTo>
                <a:cubicBezTo>
                  <a:pt x="1" y="1607"/>
                  <a:pt x="473" y="2048"/>
                  <a:pt x="1072" y="2048"/>
                </a:cubicBezTo>
                <a:cubicBezTo>
                  <a:pt x="1670" y="2048"/>
                  <a:pt x="2143" y="1576"/>
                  <a:pt x="2143" y="1040"/>
                </a:cubicBezTo>
                <a:cubicBezTo>
                  <a:pt x="2143" y="442"/>
                  <a:pt x="1670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8" name="Google Shape;9354;p73">
            <a:extLst>
              <a:ext uri="{FF2B5EF4-FFF2-40B4-BE49-F238E27FC236}">
                <a16:creationId xmlns:a16="http://schemas.microsoft.com/office/drawing/2014/main" id="{E3AAFF9B-4564-9AED-CCCD-4B86E6EFB4DD}"/>
              </a:ext>
            </a:extLst>
          </p:cNvPr>
          <p:cNvSpPr/>
          <p:nvPr/>
        </p:nvSpPr>
        <p:spPr>
          <a:xfrm>
            <a:off x="5454900" y="5163562"/>
            <a:ext cx="69310" cy="69344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607" y="2048"/>
                  <a:pt x="2048" y="1576"/>
                  <a:pt x="2048" y="1040"/>
                </a:cubicBezTo>
                <a:cubicBezTo>
                  <a:pt x="2048" y="473"/>
                  <a:pt x="1607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9" name="Google Shape;9355;p73">
            <a:extLst>
              <a:ext uri="{FF2B5EF4-FFF2-40B4-BE49-F238E27FC236}">
                <a16:creationId xmlns:a16="http://schemas.microsoft.com/office/drawing/2014/main" id="{C6DA3C1E-9BE8-E115-BE53-0BD135E3AD49}"/>
              </a:ext>
            </a:extLst>
          </p:cNvPr>
          <p:cNvSpPr/>
          <p:nvPr/>
        </p:nvSpPr>
        <p:spPr>
          <a:xfrm>
            <a:off x="5644689" y="5163562"/>
            <a:ext cx="69310" cy="69344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5" y="2048"/>
                  <a:pt x="2048" y="1576"/>
                  <a:pt x="2048" y="1040"/>
                </a:cubicBezTo>
                <a:cubicBezTo>
                  <a:pt x="2048" y="473"/>
                  <a:pt x="1575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0" name="Google Shape;9356;p73">
            <a:extLst>
              <a:ext uri="{FF2B5EF4-FFF2-40B4-BE49-F238E27FC236}">
                <a16:creationId xmlns:a16="http://schemas.microsoft.com/office/drawing/2014/main" id="{F90DC0EE-C0F6-5CF8-8892-00028B096930}"/>
              </a:ext>
            </a:extLst>
          </p:cNvPr>
          <p:cNvSpPr/>
          <p:nvPr/>
        </p:nvSpPr>
        <p:spPr>
          <a:xfrm>
            <a:off x="5384507" y="5093205"/>
            <a:ext cx="404148" cy="165287"/>
          </a:xfrm>
          <a:custGeom>
            <a:avLst/>
            <a:gdLst/>
            <a:ahLst/>
            <a:cxnLst/>
            <a:rect l="l" t="t" r="r" b="b"/>
            <a:pathLst>
              <a:path w="11942" h="4884" extrusionOk="0">
                <a:moveTo>
                  <a:pt x="1545" y="0"/>
                </a:moveTo>
                <a:cubicBezTo>
                  <a:pt x="1041" y="0"/>
                  <a:pt x="599" y="347"/>
                  <a:pt x="505" y="851"/>
                </a:cubicBezTo>
                <a:lnTo>
                  <a:pt x="64" y="3655"/>
                </a:lnTo>
                <a:cubicBezTo>
                  <a:pt x="1" y="3970"/>
                  <a:pt x="95" y="4253"/>
                  <a:pt x="284" y="4474"/>
                </a:cubicBezTo>
                <a:cubicBezTo>
                  <a:pt x="410" y="4631"/>
                  <a:pt x="599" y="4757"/>
                  <a:pt x="788" y="4789"/>
                </a:cubicBezTo>
                <a:cubicBezTo>
                  <a:pt x="1009" y="4442"/>
                  <a:pt x="1324" y="4127"/>
                  <a:pt x="1639" y="3938"/>
                </a:cubicBezTo>
                <a:cubicBezTo>
                  <a:pt x="1513" y="3686"/>
                  <a:pt x="1419" y="3434"/>
                  <a:pt x="1419" y="3151"/>
                </a:cubicBezTo>
                <a:cubicBezTo>
                  <a:pt x="1419" y="2206"/>
                  <a:pt x="2206" y="1418"/>
                  <a:pt x="3151" y="1418"/>
                </a:cubicBezTo>
                <a:cubicBezTo>
                  <a:pt x="4097" y="1418"/>
                  <a:pt x="4884" y="2206"/>
                  <a:pt x="4884" y="3151"/>
                </a:cubicBezTo>
                <a:cubicBezTo>
                  <a:pt x="4884" y="3434"/>
                  <a:pt x="4821" y="3686"/>
                  <a:pt x="4695" y="3938"/>
                </a:cubicBezTo>
                <a:cubicBezTo>
                  <a:pt x="5042" y="4159"/>
                  <a:pt x="5325" y="4474"/>
                  <a:pt x="5577" y="4883"/>
                </a:cubicBezTo>
                <a:lnTo>
                  <a:pt x="6396" y="4883"/>
                </a:lnTo>
                <a:cubicBezTo>
                  <a:pt x="6585" y="4537"/>
                  <a:pt x="6900" y="4159"/>
                  <a:pt x="7247" y="3938"/>
                </a:cubicBezTo>
                <a:cubicBezTo>
                  <a:pt x="7152" y="3686"/>
                  <a:pt x="7058" y="3434"/>
                  <a:pt x="7058" y="3151"/>
                </a:cubicBezTo>
                <a:cubicBezTo>
                  <a:pt x="7058" y="2206"/>
                  <a:pt x="7846" y="1418"/>
                  <a:pt x="8791" y="1418"/>
                </a:cubicBezTo>
                <a:cubicBezTo>
                  <a:pt x="9736" y="1418"/>
                  <a:pt x="10524" y="2206"/>
                  <a:pt x="10524" y="3151"/>
                </a:cubicBezTo>
                <a:cubicBezTo>
                  <a:pt x="10524" y="3434"/>
                  <a:pt x="10461" y="3686"/>
                  <a:pt x="10334" y="3938"/>
                </a:cubicBezTo>
                <a:cubicBezTo>
                  <a:pt x="10681" y="4159"/>
                  <a:pt x="10965" y="4442"/>
                  <a:pt x="11154" y="4789"/>
                </a:cubicBezTo>
                <a:cubicBezTo>
                  <a:pt x="11343" y="4757"/>
                  <a:pt x="11563" y="4631"/>
                  <a:pt x="11658" y="4474"/>
                </a:cubicBezTo>
                <a:cubicBezTo>
                  <a:pt x="11878" y="4253"/>
                  <a:pt x="11941" y="3938"/>
                  <a:pt x="11910" y="3655"/>
                </a:cubicBezTo>
                <a:lnTo>
                  <a:pt x="11343" y="851"/>
                </a:lnTo>
                <a:cubicBezTo>
                  <a:pt x="11280" y="347"/>
                  <a:pt x="10839" y="0"/>
                  <a:pt x="103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1" name="Google Shape;9357;p73">
            <a:extLst>
              <a:ext uri="{FF2B5EF4-FFF2-40B4-BE49-F238E27FC236}">
                <a16:creationId xmlns:a16="http://schemas.microsoft.com/office/drawing/2014/main" id="{E99E8445-5735-15D2-C91E-B205505E946B}"/>
              </a:ext>
            </a:extLst>
          </p:cNvPr>
          <p:cNvSpPr/>
          <p:nvPr/>
        </p:nvSpPr>
        <p:spPr>
          <a:xfrm>
            <a:off x="5611626" y="5244582"/>
            <a:ext cx="140785" cy="84268"/>
          </a:xfrm>
          <a:custGeom>
            <a:avLst/>
            <a:gdLst/>
            <a:ahLst/>
            <a:cxnLst/>
            <a:rect l="l" t="t" r="r" b="b"/>
            <a:pathLst>
              <a:path w="4160" h="2490" extrusionOk="0">
                <a:moveTo>
                  <a:pt x="977" y="1"/>
                </a:moveTo>
                <a:cubicBezTo>
                  <a:pt x="536" y="284"/>
                  <a:pt x="189" y="694"/>
                  <a:pt x="63" y="1198"/>
                </a:cubicBezTo>
                <a:cubicBezTo>
                  <a:pt x="32" y="1387"/>
                  <a:pt x="0" y="1576"/>
                  <a:pt x="0" y="1797"/>
                </a:cubicBezTo>
                <a:lnTo>
                  <a:pt x="0" y="2143"/>
                </a:lnTo>
                <a:cubicBezTo>
                  <a:pt x="0" y="2332"/>
                  <a:pt x="158" y="2490"/>
                  <a:pt x="347" y="2490"/>
                </a:cubicBezTo>
                <a:lnTo>
                  <a:pt x="3813" y="2490"/>
                </a:lnTo>
                <a:cubicBezTo>
                  <a:pt x="4002" y="2490"/>
                  <a:pt x="4159" y="2332"/>
                  <a:pt x="4159" y="2143"/>
                </a:cubicBezTo>
                <a:lnTo>
                  <a:pt x="4159" y="1797"/>
                </a:lnTo>
                <a:cubicBezTo>
                  <a:pt x="4096" y="1576"/>
                  <a:pt x="4065" y="1356"/>
                  <a:pt x="4002" y="1198"/>
                </a:cubicBezTo>
                <a:cubicBezTo>
                  <a:pt x="3844" y="694"/>
                  <a:pt x="3529" y="284"/>
                  <a:pt x="3119" y="1"/>
                </a:cubicBezTo>
                <a:cubicBezTo>
                  <a:pt x="2804" y="253"/>
                  <a:pt x="2426" y="410"/>
                  <a:pt x="2048" y="410"/>
                </a:cubicBezTo>
                <a:cubicBezTo>
                  <a:pt x="1639" y="410"/>
                  <a:pt x="1261" y="253"/>
                  <a:pt x="97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2" name="Google Shape;9358;p73">
            <a:extLst>
              <a:ext uri="{FF2B5EF4-FFF2-40B4-BE49-F238E27FC236}">
                <a16:creationId xmlns:a16="http://schemas.microsoft.com/office/drawing/2014/main" id="{457E36B9-1E9E-D219-5CAC-FB82197C09E3}"/>
              </a:ext>
            </a:extLst>
          </p:cNvPr>
          <p:cNvSpPr/>
          <p:nvPr/>
        </p:nvSpPr>
        <p:spPr>
          <a:xfrm>
            <a:off x="5514597" y="5008969"/>
            <a:ext cx="141834" cy="59732"/>
          </a:xfrm>
          <a:custGeom>
            <a:avLst/>
            <a:gdLst/>
            <a:ahLst/>
            <a:cxnLst/>
            <a:rect l="l" t="t" r="r" b="b"/>
            <a:pathLst>
              <a:path w="4191" h="1765" extrusionOk="0">
                <a:moveTo>
                  <a:pt x="1009" y="0"/>
                </a:moveTo>
                <a:cubicBezTo>
                  <a:pt x="379" y="347"/>
                  <a:pt x="0" y="1040"/>
                  <a:pt x="0" y="1765"/>
                </a:cubicBezTo>
                <a:lnTo>
                  <a:pt x="4191" y="1765"/>
                </a:lnTo>
                <a:cubicBezTo>
                  <a:pt x="4191" y="1040"/>
                  <a:pt x="3813" y="347"/>
                  <a:pt x="3214" y="0"/>
                </a:cubicBezTo>
                <a:cubicBezTo>
                  <a:pt x="2899" y="252"/>
                  <a:pt x="2521" y="378"/>
                  <a:pt x="2111" y="378"/>
                </a:cubicBezTo>
                <a:cubicBezTo>
                  <a:pt x="1733" y="378"/>
                  <a:pt x="1324" y="252"/>
                  <a:pt x="1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73" name="Google Shape;9359;p73">
            <a:extLst>
              <a:ext uri="{FF2B5EF4-FFF2-40B4-BE49-F238E27FC236}">
                <a16:creationId xmlns:a16="http://schemas.microsoft.com/office/drawing/2014/main" id="{C7FA8B56-44D1-9D18-0A99-0D7CE09053AC}"/>
              </a:ext>
            </a:extLst>
          </p:cNvPr>
          <p:cNvSpPr/>
          <p:nvPr/>
        </p:nvSpPr>
        <p:spPr>
          <a:xfrm>
            <a:off x="5421837" y="5244582"/>
            <a:ext cx="138653" cy="84268"/>
          </a:xfrm>
          <a:custGeom>
            <a:avLst/>
            <a:gdLst/>
            <a:ahLst/>
            <a:cxnLst/>
            <a:rect l="l" t="t" r="r" b="b"/>
            <a:pathLst>
              <a:path w="4097" h="2490" extrusionOk="0">
                <a:moveTo>
                  <a:pt x="1009" y="1"/>
                </a:moveTo>
                <a:cubicBezTo>
                  <a:pt x="568" y="284"/>
                  <a:pt x="221" y="694"/>
                  <a:pt x="95" y="1198"/>
                </a:cubicBezTo>
                <a:cubicBezTo>
                  <a:pt x="64" y="1387"/>
                  <a:pt x="1" y="1576"/>
                  <a:pt x="1" y="1797"/>
                </a:cubicBezTo>
                <a:lnTo>
                  <a:pt x="1" y="2143"/>
                </a:lnTo>
                <a:cubicBezTo>
                  <a:pt x="1" y="2332"/>
                  <a:pt x="158" y="2490"/>
                  <a:pt x="379" y="2490"/>
                </a:cubicBezTo>
                <a:lnTo>
                  <a:pt x="3844" y="2490"/>
                </a:lnTo>
                <a:cubicBezTo>
                  <a:pt x="3939" y="2490"/>
                  <a:pt x="4096" y="2332"/>
                  <a:pt x="4096" y="2143"/>
                </a:cubicBezTo>
                <a:lnTo>
                  <a:pt x="4096" y="1797"/>
                </a:lnTo>
                <a:cubicBezTo>
                  <a:pt x="4096" y="1576"/>
                  <a:pt x="4065" y="1356"/>
                  <a:pt x="4033" y="1198"/>
                </a:cubicBezTo>
                <a:cubicBezTo>
                  <a:pt x="3876" y="694"/>
                  <a:pt x="3561" y="284"/>
                  <a:pt x="3120" y="1"/>
                </a:cubicBezTo>
                <a:cubicBezTo>
                  <a:pt x="2804" y="253"/>
                  <a:pt x="2458" y="410"/>
                  <a:pt x="2048" y="410"/>
                </a:cubicBezTo>
                <a:cubicBezTo>
                  <a:pt x="1670" y="410"/>
                  <a:pt x="1261" y="253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0" name="Google Shape;9361;p73">
            <a:extLst>
              <a:ext uri="{FF2B5EF4-FFF2-40B4-BE49-F238E27FC236}">
                <a16:creationId xmlns:a16="http://schemas.microsoft.com/office/drawing/2014/main" id="{20DD8ECB-5E39-7321-40D2-A921764A30A0}"/>
              </a:ext>
            </a:extLst>
          </p:cNvPr>
          <p:cNvSpPr/>
          <p:nvPr/>
        </p:nvSpPr>
        <p:spPr>
          <a:xfrm>
            <a:off x="8135642" y="4154378"/>
            <a:ext cx="92763" cy="114117"/>
          </a:xfrm>
          <a:custGeom>
            <a:avLst/>
            <a:gdLst/>
            <a:ahLst/>
            <a:cxnLst/>
            <a:rect l="l" t="t" r="r" b="b"/>
            <a:pathLst>
              <a:path w="2741" h="3372" extrusionOk="0">
                <a:moveTo>
                  <a:pt x="1670" y="1"/>
                </a:moveTo>
                <a:cubicBezTo>
                  <a:pt x="1166" y="316"/>
                  <a:pt x="599" y="505"/>
                  <a:pt x="0" y="568"/>
                </a:cubicBezTo>
                <a:lnTo>
                  <a:pt x="0" y="1482"/>
                </a:lnTo>
                <a:lnTo>
                  <a:pt x="1890" y="3372"/>
                </a:lnTo>
                <a:lnTo>
                  <a:pt x="2741" y="3372"/>
                </a:lnTo>
                <a:lnTo>
                  <a:pt x="2741" y="3340"/>
                </a:lnTo>
                <a:lnTo>
                  <a:pt x="2741" y="2301"/>
                </a:lnTo>
                <a:cubicBezTo>
                  <a:pt x="2741" y="1356"/>
                  <a:pt x="2300" y="536"/>
                  <a:pt x="167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1" name="Google Shape;9362;p73">
            <a:extLst>
              <a:ext uri="{FF2B5EF4-FFF2-40B4-BE49-F238E27FC236}">
                <a16:creationId xmlns:a16="http://schemas.microsoft.com/office/drawing/2014/main" id="{4517FC97-7826-1A58-12FD-878433AF04F2}"/>
              </a:ext>
            </a:extLst>
          </p:cNvPr>
          <p:cNvSpPr/>
          <p:nvPr/>
        </p:nvSpPr>
        <p:spPr>
          <a:xfrm>
            <a:off x="8080173" y="4225819"/>
            <a:ext cx="84269" cy="41627"/>
          </a:xfrm>
          <a:custGeom>
            <a:avLst/>
            <a:gdLst/>
            <a:ahLst/>
            <a:cxnLst/>
            <a:rect l="l" t="t" r="r" b="b"/>
            <a:pathLst>
              <a:path w="2490" h="1230" extrusionOk="0">
                <a:moveTo>
                  <a:pt x="1229" y="1"/>
                </a:moveTo>
                <a:lnTo>
                  <a:pt x="1" y="1229"/>
                </a:lnTo>
                <a:lnTo>
                  <a:pt x="2490" y="1229"/>
                </a:lnTo>
                <a:lnTo>
                  <a:pt x="122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2" name="Google Shape;9363;p73">
            <a:extLst>
              <a:ext uri="{FF2B5EF4-FFF2-40B4-BE49-F238E27FC236}">
                <a16:creationId xmlns:a16="http://schemas.microsoft.com/office/drawing/2014/main" id="{66362EE9-DB6D-DB92-757C-162B746BFC01}"/>
              </a:ext>
            </a:extLst>
          </p:cNvPr>
          <p:cNvSpPr/>
          <p:nvPr/>
        </p:nvSpPr>
        <p:spPr>
          <a:xfrm>
            <a:off x="8017260" y="4152244"/>
            <a:ext cx="93880" cy="115200"/>
          </a:xfrm>
          <a:custGeom>
            <a:avLst/>
            <a:gdLst/>
            <a:ahLst/>
            <a:cxnLst/>
            <a:rect l="l" t="t" r="r" b="b"/>
            <a:pathLst>
              <a:path w="2774" h="3404" extrusionOk="0">
                <a:moveTo>
                  <a:pt x="1072" y="1"/>
                </a:moveTo>
                <a:cubicBezTo>
                  <a:pt x="411" y="599"/>
                  <a:pt x="1" y="1419"/>
                  <a:pt x="1" y="2332"/>
                </a:cubicBezTo>
                <a:lnTo>
                  <a:pt x="1" y="3403"/>
                </a:lnTo>
                <a:lnTo>
                  <a:pt x="883" y="3403"/>
                </a:lnTo>
                <a:lnTo>
                  <a:pt x="2773" y="1513"/>
                </a:lnTo>
                <a:lnTo>
                  <a:pt x="2773" y="599"/>
                </a:lnTo>
                <a:cubicBezTo>
                  <a:pt x="2143" y="568"/>
                  <a:pt x="1576" y="316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3" name="Google Shape;9364;p73">
            <a:extLst>
              <a:ext uri="{FF2B5EF4-FFF2-40B4-BE49-F238E27FC236}">
                <a16:creationId xmlns:a16="http://schemas.microsoft.com/office/drawing/2014/main" id="{91C282B5-1EFA-62FF-7847-428AFA08EDA6}"/>
              </a:ext>
            </a:extLst>
          </p:cNvPr>
          <p:cNvSpPr/>
          <p:nvPr/>
        </p:nvSpPr>
        <p:spPr>
          <a:xfrm>
            <a:off x="7993808" y="4290864"/>
            <a:ext cx="259133" cy="48023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316"/>
                  <a:pt x="7278" y="1"/>
                  <a:pt x="693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4" name="Google Shape;9365;p73">
            <a:extLst>
              <a:ext uri="{FF2B5EF4-FFF2-40B4-BE49-F238E27FC236}">
                <a16:creationId xmlns:a16="http://schemas.microsoft.com/office/drawing/2014/main" id="{551CB42F-1C29-1026-5010-E27114BB87A9}"/>
              </a:ext>
            </a:extLst>
          </p:cNvPr>
          <p:cNvSpPr/>
          <p:nvPr/>
        </p:nvSpPr>
        <p:spPr>
          <a:xfrm>
            <a:off x="7993808" y="3937955"/>
            <a:ext cx="259133" cy="48023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0"/>
                </a:moveTo>
                <a:cubicBezTo>
                  <a:pt x="316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284"/>
                  <a:pt x="7278" y="0"/>
                  <a:pt x="69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5" name="Google Shape;9366;p73">
            <a:extLst>
              <a:ext uri="{FF2B5EF4-FFF2-40B4-BE49-F238E27FC236}">
                <a16:creationId xmlns:a16="http://schemas.microsoft.com/office/drawing/2014/main" id="{17CCA91B-2E14-7850-1CA7-1D4FB30CD9A0}"/>
              </a:ext>
            </a:extLst>
          </p:cNvPr>
          <p:cNvSpPr/>
          <p:nvPr/>
        </p:nvSpPr>
        <p:spPr>
          <a:xfrm>
            <a:off x="8018341" y="4007263"/>
            <a:ext cx="210062" cy="48260"/>
          </a:xfrm>
          <a:custGeom>
            <a:avLst/>
            <a:gdLst/>
            <a:ahLst/>
            <a:cxnLst/>
            <a:rect l="l" t="t" r="r" b="b"/>
            <a:pathLst>
              <a:path w="6207" h="1426" extrusionOk="0">
                <a:moveTo>
                  <a:pt x="0" y="0"/>
                </a:moveTo>
                <a:lnTo>
                  <a:pt x="0" y="441"/>
                </a:lnTo>
                <a:lnTo>
                  <a:pt x="568" y="788"/>
                </a:lnTo>
                <a:cubicBezTo>
                  <a:pt x="1355" y="1213"/>
                  <a:pt x="2237" y="1426"/>
                  <a:pt x="3112" y="1426"/>
                </a:cubicBezTo>
                <a:cubicBezTo>
                  <a:pt x="3986" y="1426"/>
                  <a:pt x="4852" y="1213"/>
                  <a:pt x="5608" y="788"/>
                </a:cubicBezTo>
                <a:lnTo>
                  <a:pt x="6207" y="441"/>
                </a:lnTo>
                <a:lnTo>
                  <a:pt x="62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6" name="Google Shape;9367;p73">
            <a:extLst>
              <a:ext uri="{FF2B5EF4-FFF2-40B4-BE49-F238E27FC236}">
                <a16:creationId xmlns:a16="http://schemas.microsoft.com/office/drawing/2014/main" id="{47CB6F6C-BCAA-66A8-598E-0CE7AA382B86}"/>
              </a:ext>
            </a:extLst>
          </p:cNvPr>
          <p:cNvSpPr/>
          <p:nvPr/>
        </p:nvSpPr>
        <p:spPr>
          <a:xfrm>
            <a:off x="8016211" y="4049907"/>
            <a:ext cx="211145" cy="100241"/>
          </a:xfrm>
          <a:custGeom>
            <a:avLst/>
            <a:gdLst/>
            <a:ahLst/>
            <a:cxnLst/>
            <a:rect l="l" t="t" r="r" b="b"/>
            <a:pathLst>
              <a:path w="6239" h="2962" extrusionOk="0">
                <a:moveTo>
                  <a:pt x="0" y="0"/>
                </a:moveTo>
                <a:cubicBezTo>
                  <a:pt x="126" y="1607"/>
                  <a:pt x="1481" y="2962"/>
                  <a:pt x="3119" y="2962"/>
                </a:cubicBezTo>
                <a:cubicBezTo>
                  <a:pt x="4758" y="2962"/>
                  <a:pt x="6112" y="1607"/>
                  <a:pt x="6238" y="0"/>
                </a:cubicBezTo>
                <a:lnTo>
                  <a:pt x="6238" y="0"/>
                </a:lnTo>
                <a:lnTo>
                  <a:pt x="5986" y="126"/>
                </a:lnTo>
                <a:cubicBezTo>
                  <a:pt x="5136" y="631"/>
                  <a:pt x="4096" y="883"/>
                  <a:pt x="3119" y="883"/>
                </a:cubicBezTo>
                <a:cubicBezTo>
                  <a:pt x="2143" y="883"/>
                  <a:pt x="1166" y="631"/>
                  <a:pt x="252" y="12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5" name="Google Shape;9369;p73">
            <a:extLst>
              <a:ext uri="{FF2B5EF4-FFF2-40B4-BE49-F238E27FC236}">
                <a16:creationId xmlns:a16="http://schemas.microsoft.com/office/drawing/2014/main" id="{F4E0BCA0-C3E8-3E41-AFF2-E262EC22201E}"/>
              </a:ext>
            </a:extLst>
          </p:cNvPr>
          <p:cNvSpPr/>
          <p:nvPr/>
        </p:nvSpPr>
        <p:spPr>
          <a:xfrm>
            <a:off x="811619" y="3937970"/>
            <a:ext cx="283669" cy="353994"/>
          </a:xfrm>
          <a:custGeom>
            <a:avLst/>
            <a:gdLst/>
            <a:ahLst/>
            <a:cxnLst/>
            <a:rect l="l" t="t" r="r" b="b"/>
            <a:pathLst>
              <a:path w="8382" h="10460" extrusionOk="0">
                <a:moveTo>
                  <a:pt x="348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113"/>
                </a:lnTo>
                <a:cubicBezTo>
                  <a:pt x="1" y="10302"/>
                  <a:pt x="158" y="10460"/>
                  <a:pt x="348" y="10460"/>
                </a:cubicBezTo>
                <a:lnTo>
                  <a:pt x="694" y="10460"/>
                </a:lnTo>
                <a:lnTo>
                  <a:pt x="694" y="3875"/>
                </a:lnTo>
                <a:cubicBezTo>
                  <a:pt x="694" y="3623"/>
                  <a:pt x="820" y="3340"/>
                  <a:pt x="1009" y="3151"/>
                </a:cubicBezTo>
                <a:lnTo>
                  <a:pt x="3151" y="1008"/>
                </a:lnTo>
                <a:cubicBezTo>
                  <a:pt x="3340" y="819"/>
                  <a:pt x="3624" y="693"/>
                  <a:pt x="3908" y="693"/>
                </a:cubicBezTo>
                <a:lnTo>
                  <a:pt x="8381" y="693"/>
                </a:lnTo>
                <a:lnTo>
                  <a:pt x="8381" y="347"/>
                </a:lnTo>
                <a:cubicBezTo>
                  <a:pt x="8381" y="158"/>
                  <a:pt x="8224" y="0"/>
                  <a:pt x="80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6" name="Google Shape;9370;p73">
            <a:extLst>
              <a:ext uri="{FF2B5EF4-FFF2-40B4-BE49-F238E27FC236}">
                <a16:creationId xmlns:a16="http://schemas.microsoft.com/office/drawing/2014/main" id="{6A13C664-7879-0A28-9F80-3F22EEB3C42A}"/>
              </a:ext>
            </a:extLst>
          </p:cNvPr>
          <p:cNvSpPr/>
          <p:nvPr/>
        </p:nvSpPr>
        <p:spPr>
          <a:xfrm>
            <a:off x="866003" y="3992321"/>
            <a:ext cx="64031" cy="65079"/>
          </a:xfrm>
          <a:custGeom>
            <a:avLst/>
            <a:gdLst/>
            <a:ahLst/>
            <a:cxnLst/>
            <a:rect l="l" t="t" r="r" b="b"/>
            <a:pathLst>
              <a:path w="1891" h="1923" extrusionOk="0">
                <a:moveTo>
                  <a:pt x="1891" y="1"/>
                </a:moveTo>
                <a:lnTo>
                  <a:pt x="1" y="1923"/>
                </a:lnTo>
                <a:lnTo>
                  <a:pt x="1891" y="1923"/>
                </a:lnTo>
                <a:lnTo>
                  <a:pt x="189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7" name="Google Shape;9371;p73">
            <a:extLst>
              <a:ext uri="{FF2B5EF4-FFF2-40B4-BE49-F238E27FC236}">
                <a16:creationId xmlns:a16="http://schemas.microsoft.com/office/drawing/2014/main" id="{8C2F138F-9F7C-2521-67CF-9CC8841016A4}"/>
              </a:ext>
            </a:extLst>
          </p:cNvPr>
          <p:cNvSpPr/>
          <p:nvPr/>
        </p:nvSpPr>
        <p:spPr>
          <a:xfrm>
            <a:off x="954502" y="4081903"/>
            <a:ext cx="165287" cy="164238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cubicBezTo>
                  <a:pt x="1" y="3749"/>
                  <a:pt x="1103" y="4852"/>
                  <a:pt x="2427" y="4852"/>
                </a:cubicBezTo>
                <a:cubicBezTo>
                  <a:pt x="3781" y="4852"/>
                  <a:pt x="4884" y="3749"/>
                  <a:pt x="4884" y="2426"/>
                </a:cubicBez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8" name="Google Shape;9372;p73">
            <a:extLst>
              <a:ext uri="{FF2B5EF4-FFF2-40B4-BE49-F238E27FC236}">
                <a16:creationId xmlns:a16="http://schemas.microsoft.com/office/drawing/2014/main" id="{DA9A142E-B914-DFDF-3942-4FF1A5DA1E40}"/>
              </a:ext>
            </a:extLst>
          </p:cNvPr>
          <p:cNvSpPr/>
          <p:nvPr/>
        </p:nvSpPr>
        <p:spPr>
          <a:xfrm>
            <a:off x="857475" y="3987010"/>
            <a:ext cx="260182" cy="328409"/>
          </a:xfrm>
          <a:custGeom>
            <a:avLst/>
            <a:gdLst/>
            <a:ahLst/>
            <a:cxnLst/>
            <a:rect l="l" t="t" r="r" b="b"/>
            <a:pathLst>
              <a:path w="7688" h="9704" extrusionOk="0">
                <a:moveTo>
                  <a:pt x="2868" y="0"/>
                </a:moveTo>
                <a:lnTo>
                  <a:pt x="2868" y="2426"/>
                </a:lnTo>
                <a:cubicBezTo>
                  <a:pt x="2868" y="2647"/>
                  <a:pt x="2679" y="2804"/>
                  <a:pt x="2490" y="2804"/>
                </a:cubicBezTo>
                <a:lnTo>
                  <a:pt x="1" y="2804"/>
                </a:lnTo>
                <a:lnTo>
                  <a:pt x="1" y="9357"/>
                </a:lnTo>
                <a:cubicBezTo>
                  <a:pt x="1" y="9578"/>
                  <a:pt x="190" y="9704"/>
                  <a:pt x="379" y="9704"/>
                </a:cubicBezTo>
                <a:lnTo>
                  <a:pt x="7341" y="9704"/>
                </a:lnTo>
                <a:cubicBezTo>
                  <a:pt x="7467" y="9704"/>
                  <a:pt x="7593" y="9641"/>
                  <a:pt x="7625" y="9578"/>
                </a:cubicBezTo>
                <a:lnTo>
                  <a:pt x="6239" y="8192"/>
                </a:lnTo>
                <a:cubicBezTo>
                  <a:pt x="5924" y="8318"/>
                  <a:pt x="5609" y="8349"/>
                  <a:pt x="5262" y="8349"/>
                </a:cubicBezTo>
                <a:cubicBezTo>
                  <a:pt x="3529" y="8349"/>
                  <a:pt x="2143" y="6931"/>
                  <a:pt x="2143" y="5230"/>
                </a:cubicBezTo>
                <a:cubicBezTo>
                  <a:pt x="2143" y="3529"/>
                  <a:pt x="3561" y="2111"/>
                  <a:pt x="5262" y="2111"/>
                </a:cubicBezTo>
                <a:cubicBezTo>
                  <a:pt x="6239" y="2111"/>
                  <a:pt x="7121" y="2584"/>
                  <a:pt x="7688" y="3308"/>
                </a:cubicBezTo>
                <a:lnTo>
                  <a:pt x="7688" y="347"/>
                </a:lnTo>
                <a:cubicBezTo>
                  <a:pt x="7688" y="158"/>
                  <a:pt x="7530" y="0"/>
                  <a:pt x="73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9" name="Google Shape;9373;p73">
            <a:extLst>
              <a:ext uri="{FF2B5EF4-FFF2-40B4-BE49-F238E27FC236}">
                <a16:creationId xmlns:a16="http://schemas.microsoft.com/office/drawing/2014/main" id="{89E40752-87FF-9969-617B-C11E8D111391}"/>
              </a:ext>
            </a:extLst>
          </p:cNvPr>
          <p:cNvSpPr/>
          <p:nvPr/>
        </p:nvSpPr>
        <p:spPr>
          <a:xfrm>
            <a:off x="1093122" y="4218357"/>
            <a:ext cx="122645" cy="120514"/>
          </a:xfrm>
          <a:custGeom>
            <a:avLst/>
            <a:gdLst/>
            <a:ahLst/>
            <a:cxnLst/>
            <a:rect l="l" t="t" r="r" b="b"/>
            <a:pathLst>
              <a:path w="3623" h="3560" extrusionOk="0">
                <a:moveTo>
                  <a:pt x="977" y="1"/>
                </a:moveTo>
                <a:cubicBezTo>
                  <a:pt x="693" y="410"/>
                  <a:pt x="378" y="757"/>
                  <a:pt x="0" y="1009"/>
                </a:cubicBezTo>
                <a:lnTo>
                  <a:pt x="2363" y="3372"/>
                </a:lnTo>
                <a:cubicBezTo>
                  <a:pt x="2489" y="3498"/>
                  <a:pt x="2662" y="3561"/>
                  <a:pt x="2840" y="3561"/>
                </a:cubicBezTo>
                <a:cubicBezTo>
                  <a:pt x="3017" y="3561"/>
                  <a:pt x="3198" y="3498"/>
                  <a:pt x="3340" y="3372"/>
                </a:cubicBezTo>
                <a:cubicBezTo>
                  <a:pt x="3623" y="3088"/>
                  <a:pt x="3623" y="2647"/>
                  <a:pt x="3340" y="2364"/>
                </a:cubicBezTo>
                <a:lnTo>
                  <a:pt x="97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9" name="Google Shape;9375;p73">
            <a:extLst>
              <a:ext uri="{FF2B5EF4-FFF2-40B4-BE49-F238E27FC236}">
                <a16:creationId xmlns:a16="http://schemas.microsoft.com/office/drawing/2014/main" id="{E70B2986-044D-1FFA-2C62-BD189E0934F7}"/>
              </a:ext>
            </a:extLst>
          </p:cNvPr>
          <p:cNvSpPr/>
          <p:nvPr/>
        </p:nvSpPr>
        <p:spPr>
          <a:xfrm>
            <a:off x="836171" y="4444139"/>
            <a:ext cx="281503" cy="397753"/>
          </a:xfrm>
          <a:custGeom>
            <a:avLst/>
            <a:gdLst/>
            <a:ahLst/>
            <a:cxnLst/>
            <a:rect l="l" t="t" r="r" b="b"/>
            <a:pathLst>
              <a:path w="8318" h="11753" extrusionOk="0">
                <a:moveTo>
                  <a:pt x="3828" y="2742"/>
                </a:moveTo>
                <a:cubicBezTo>
                  <a:pt x="3915" y="2742"/>
                  <a:pt x="4001" y="2773"/>
                  <a:pt x="4064" y="2836"/>
                </a:cubicBezTo>
                <a:cubicBezTo>
                  <a:pt x="4253" y="2994"/>
                  <a:pt x="4253" y="3183"/>
                  <a:pt x="4096" y="3340"/>
                </a:cubicBezTo>
                <a:lnTo>
                  <a:pt x="2678" y="4695"/>
                </a:lnTo>
                <a:cubicBezTo>
                  <a:pt x="2615" y="4790"/>
                  <a:pt x="2520" y="4821"/>
                  <a:pt x="2457" y="4821"/>
                </a:cubicBezTo>
                <a:cubicBezTo>
                  <a:pt x="2363" y="4821"/>
                  <a:pt x="2268" y="4790"/>
                  <a:pt x="2205" y="4695"/>
                </a:cubicBezTo>
                <a:lnTo>
                  <a:pt x="1512" y="4002"/>
                </a:lnTo>
                <a:cubicBezTo>
                  <a:pt x="1386" y="3876"/>
                  <a:pt x="1386" y="3655"/>
                  <a:pt x="1512" y="3529"/>
                </a:cubicBezTo>
                <a:cubicBezTo>
                  <a:pt x="1575" y="3466"/>
                  <a:pt x="1662" y="3435"/>
                  <a:pt x="1749" y="3435"/>
                </a:cubicBezTo>
                <a:cubicBezTo>
                  <a:pt x="1835" y="3435"/>
                  <a:pt x="1922" y="3466"/>
                  <a:pt x="1985" y="3529"/>
                </a:cubicBezTo>
                <a:lnTo>
                  <a:pt x="2426" y="3971"/>
                </a:lnTo>
                <a:lnTo>
                  <a:pt x="3592" y="2836"/>
                </a:lnTo>
                <a:cubicBezTo>
                  <a:pt x="3655" y="2773"/>
                  <a:pt x="3741" y="2742"/>
                  <a:pt x="3828" y="2742"/>
                </a:cubicBezTo>
                <a:close/>
                <a:moveTo>
                  <a:pt x="3828" y="4790"/>
                </a:moveTo>
                <a:cubicBezTo>
                  <a:pt x="3915" y="4790"/>
                  <a:pt x="4001" y="4821"/>
                  <a:pt x="4064" y="4884"/>
                </a:cubicBezTo>
                <a:cubicBezTo>
                  <a:pt x="4253" y="5042"/>
                  <a:pt x="4253" y="5262"/>
                  <a:pt x="4096" y="5388"/>
                </a:cubicBezTo>
                <a:lnTo>
                  <a:pt x="2678" y="6774"/>
                </a:lnTo>
                <a:cubicBezTo>
                  <a:pt x="2615" y="6837"/>
                  <a:pt x="2520" y="6869"/>
                  <a:pt x="2457" y="6869"/>
                </a:cubicBezTo>
                <a:cubicBezTo>
                  <a:pt x="2363" y="6869"/>
                  <a:pt x="2268" y="6837"/>
                  <a:pt x="2205" y="6774"/>
                </a:cubicBezTo>
                <a:lnTo>
                  <a:pt x="1512" y="6050"/>
                </a:lnTo>
                <a:cubicBezTo>
                  <a:pt x="1386" y="5924"/>
                  <a:pt x="1386" y="5703"/>
                  <a:pt x="1512" y="5577"/>
                </a:cubicBezTo>
                <a:cubicBezTo>
                  <a:pt x="1575" y="5514"/>
                  <a:pt x="1662" y="5483"/>
                  <a:pt x="1749" y="5483"/>
                </a:cubicBezTo>
                <a:cubicBezTo>
                  <a:pt x="1835" y="5483"/>
                  <a:pt x="1922" y="5514"/>
                  <a:pt x="1985" y="5577"/>
                </a:cubicBezTo>
                <a:lnTo>
                  <a:pt x="2426" y="6018"/>
                </a:lnTo>
                <a:lnTo>
                  <a:pt x="3592" y="4884"/>
                </a:lnTo>
                <a:cubicBezTo>
                  <a:pt x="3655" y="4821"/>
                  <a:pt x="3741" y="4790"/>
                  <a:pt x="3828" y="4790"/>
                </a:cubicBezTo>
                <a:close/>
                <a:moveTo>
                  <a:pt x="3828" y="6869"/>
                </a:moveTo>
                <a:cubicBezTo>
                  <a:pt x="3915" y="6869"/>
                  <a:pt x="4001" y="6900"/>
                  <a:pt x="4064" y="6963"/>
                </a:cubicBezTo>
                <a:cubicBezTo>
                  <a:pt x="4253" y="7121"/>
                  <a:pt x="4253" y="7342"/>
                  <a:pt x="4096" y="7468"/>
                </a:cubicBezTo>
                <a:lnTo>
                  <a:pt x="2678" y="8854"/>
                </a:lnTo>
                <a:cubicBezTo>
                  <a:pt x="2615" y="8917"/>
                  <a:pt x="2520" y="8980"/>
                  <a:pt x="2457" y="8980"/>
                </a:cubicBezTo>
                <a:cubicBezTo>
                  <a:pt x="2363" y="8980"/>
                  <a:pt x="2268" y="8917"/>
                  <a:pt x="2205" y="8854"/>
                </a:cubicBezTo>
                <a:lnTo>
                  <a:pt x="1512" y="8129"/>
                </a:lnTo>
                <a:cubicBezTo>
                  <a:pt x="1386" y="8003"/>
                  <a:pt x="1386" y="7783"/>
                  <a:pt x="1512" y="7657"/>
                </a:cubicBezTo>
                <a:cubicBezTo>
                  <a:pt x="1575" y="7594"/>
                  <a:pt x="1662" y="7562"/>
                  <a:pt x="1749" y="7562"/>
                </a:cubicBezTo>
                <a:cubicBezTo>
                  <a:pt x="1835" y="7562"/>
                  <a:pt x="1922" y="7594"/>
                  <a:pt x="1985" y="7657"/>
                </a:cubicBezTo>
                <a:lnTo>
                  <a:pt x="2426" y="8098"/>
                </a:lnTo>
                <a:lnTo>
                  <a:pt x="3592" y="6963"/>
                </a:lnTo>
                <a:cubicBezTo>
                  <a:pt x="3655" y="6900"/>
                  <a:pt x="3741" y="6869"/>
                  <a:pt x="3828" y="6869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9673"/>
                </a:lnTo>
                <a:lnTo>
                  <a:pt x="6301" y="9673"/>
                </a:lnTo>
                <a:lnTo>
                  <a:pt x="6301" y="10397"/>
                </a:lnTo>
                <a:lnTo>
                  <a:pt x="6301" y="10744"/>
                </a:lnTo>
                <a:lnTo>
                  <a:pt x="6270" y="10744"/>
                </a:lnTo>
                <a:cubicBezTo>
                  <a:pt x="6270" y="11343"/>
                  <a:pt x="6742" y="11752"/>
                  <a:pt x="7278" y="11752"/>
                </a:cubicBezTo>
                <a:cubicBezTo>
                  <a:pt x="7876" y="11752"/>
                  <a:pt x="8317" y="11280"/>
                  <a:pt x="8317" y="10744"/>
                </a:cubicBezTo>
                <a:lnTo>
                  <a:pt x="8317" y="7972"/>
                </a:lnTo>
                <a:lnTo>
                  <a:pt x="7498" y="8822"/>
                </a:lnTo>
                <a:lnTo>
                  <a:pt x="5608" y="9547"/>
                </a:lnTo>
                <a:cubicBezTo>
                  <a:pt x="5497" y="9576"/>
                  <a:pt x="5390" y="9590"/>
                  <a:pt x="5288" y="9590"/>
                </a:cubicBezTo>
                <a:cubicBezTo>
                  <a:pt x="4954" y="9590"/>
                  <a:pt x="4674" y="9441"/>
                  <a:pt x="4505" y="9200"/>
                </a:cubicBezTo>
                <a:cubicBezTo>
                  <a:pt x="4316" y="8980"/>
                  <a:pt x="4222" y="8665"/>
                  <a:pt x="4316" y="8255"/>
                </a:cubicBezTo>
                <a:lnTo>
                  <a:pt x="5041" y="6365"/>
                </a:lnTo>
                <a:lnTo>
                  <a:pt x="8317" y="3088"/>
                </a:lnTo>
                <a:lnTo>
                  <a:pt x="8317" y="2773"/>
                </a:lnTo>
                <a:lnTo>
                  <a:pt x="5891" y="2773"/>
                </a:lnTo>
                <a:cubicBezTo>
                  <a:pt x="5671" y="2773"/>
                  <a:pt x="5513" y="2616"/>
                  <a:pt x="5513" y="2427"/>
                </a:cubicBezTo>
                <a:lnTo>
                  <a:pt x="551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0" name="Google Shape;9376;p73">
            <a:extLst>
              <a:ext uri="{FF2B5EF4-FFF2-40B4-BE49-F238E27FC236}">
                <a16:creationId xmlns:a16="http://schemas.microsoft.com/office/drawing/2014/main" id="{AB7A33B5-CB24-872A-F820-0B3BFF51BD9F}"/>
              </a:ext>
            </a:extLst>
          </p:cNvPr>
          <p:cNvSpPr/>
          <p:nvPr/>
        </p:nvSpPr>
        <p:spPr>
          <a:xfrm>
            <a:off x="1136826" y="4536901"/>
            <a:ext cx="77872" cy="75740"/>
          </a:xfrm>
          <a:custGeom>
            <a:avLst/>
            <a:gdLst/>
            <a:ahLst/>
            <a:cxnLst/>
            <a:rect l="l" t="t" r="r" b="b"/>
            <a:pathLst>
              <a:path w="2301" h="2238" extrusionOk="0">
                <a:moveTo>
                  <a:pt x="1072" y="1"/>
                </a:moveTo>
                <a:cubicBezTo>
                  <a:pt x="890" y="1"/>
                  <a:pt x="709" y="64"/>
                  <a:pt x="568" y="190"/>
                </a:cubicBezTo>
                <a:lnTo>
                  <a:pt x="0" y="788"/>
                </a:lnTo>
                <a:lnTo>
                  <a:pt x="1450" y="2238"/>
                </a:lnTo>
                <a:lnTo>
                  <a:pt x="2048" y="1639"/>
                </a:lnTo>
                <a:cubicBezTo>
                  <a:pt x="2300" y="1387"/>
                  <a:pt x="2300" y="946"/>
                  <a:pt x="2048" y="662"/>
                </a:cubicBezTo>
                <a:lnTo>
                  <a:pt x="1576" y="190"/>
                </a:lnTo>
                <a:cubicBezTo>
                  <a:pt x="1434" y="64"/>
                  <a:pt x="1253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1" name="Google Shape;9377;p73">
            <a:extLst>
              <a:ext uri="{FF2B5EF4-FFF2-40B4-BE49-F238E27FC236}">
                <a16:creationId xmlns:a16="http://schemas.microsoft.com/office/drawing/2014/main" id="{BD982BA0-156B-B901-3CBE-568CEB476912}"/>
              </a:ext>
            </a:extLst>
          </p:cNvPr>
          <p:cNvSpPr/>
          <p:nvPr/>
        </p:nvSpPr>
        <p:spPr>
          <a:xfrm>
            <a:off x="1004772" y="4682966"/>
            <a:ext cx="62778" cy="60951"/>
          </a:xfrm>
          <a:custGeom>
            <a:avLst/>
            <a:gdLst/>
            <a:ahLst/>
            <a:cxnLst/>
            <a:rect l="l" t="t" r="r" b="b"/>
            <a:pathLst>
              <a:path w="1855" h="1801" extrusionOk="0">
                <a:moveTo>
                  <a:pt x="594" y="1"/>
                </a:moveTo>
                <a:lnTo>
                  <a:pt x="59" y="1387"/>
                </a:lnTo>
                <a:cubicBezTo>
                  <a:pt x="0" y="1621"/>
                  <a:pt x="186" y="1800"/>
                  <a:pt x="414" y="1800"/>
                </a:cubicBezTo>
                <a:cubicBezTo>
                  <a:pt x="432" y="1800"/>
                  <a:pt x="450" y="1799"/>
                  <a:pt x="468" y="1797"/>
                </a:cubicBezTo>
                <a:lnTo>
                  <a:pt x="1855" y="1261"/>
                </a:lnTo>
                <a:lnTo>
                  <a:pt x="59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2" name="Google Shape;9378;p73">
            <a:extLst>
              <a:ext uri="{FF2B5EF4-FFF2-40B4-BE49-F238E27FC236}">
                <a16:creationId xmlns:a16="http://schemas.microsoft.com/office/drawing/2014/main" id="{8A8B23C6-D1A2-9011-2179-586C5B866150}"/>
              </a:ext>
            </a:extLst>
          </p:cNvPr>
          <p:cNvSpPr/>
          <p:nvPr/>
        </p:nvSpPr>
        <p:spPr>
          <a:xfrm>
            <a:off x="1037669" y="4580626"/>
            <a:ext cx="132257" cy="132257"/>
          </a:xfrm>
          <a:custGeom>
            <a:avLst/>
            <a:gdLst/>
            <a:ahLst/>
            <a:cxnLst/>
            <a:rect l="l" t="t" r="r" b="b"/>
            <a:pathLst>
              <a:path w="3908" h="3908" extrusionOk="0">
                <a:moveTo>
                  <a:pt x="2426" y="1"/>
                </a:moveTo>
                <a:lnTo>
                  <a:pt x="1" y="2458"/>
                </a:lnTo>
                <a:lnTo>
                  <a:pt x="1450" y="3907"/>
                </a:lnTo>
                <a:lnTo>
                  <a:pt x="3907" y="1481"/>
                </a:lnTo>
                <a:lnTo>
                  <a:pt x="242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3" name="Google Shape;9379;p73">
            <a:extLst>
              <a:ext uri="{FF2B5EF4-FFF2-40B4-BE49-F238E27FC236}">
                <a16:creationId xmlns:a16="http://schemas.microsoft.com/office/drawing/2014/main" id="{D0725D8A-AEF6-61E1-50E4-666502FF717F}"/>
              </a:ext>
            </a:extLst>
          </p:cNvPr>
          <p:cNvSpPr/>
          <p:nvPr/>
        </p:nvSpPr>
        <p:spPr>
          <a:xfrm>
            <a:off x="1048328" y="4449486"/>
            <a:ext cx="63996" cy="63997"/>
          </a:xfrm>
          <a:custGeom>
            <a:avLst/>
            <a:gdLst/>
            <a:ahLst/>
            <a:cxnLst/>
            <a:rect l="l" t="t" r="r" b="b"/>
            <a:pathLst>
              <a:path w="1891" h="1891" extrusionOk="0">
                <a:moveTo>
                  <a:pt x="1" y="0"/>
                </a:moveTo>
                <a:lnTo>
                  <a:pt x="1" y="1891"/>
                </a:lnTo>
                <a:lnTo>
                  <a:pt x="1891" y="1891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54" name="Google Shape;9380;p73">
            <a:extLst>
              <a:ext uri="{FF2B5EF4-FFF2-40B4-BE49-F238E27FC236}">
                <a16:creationId xmlns:a16="http://schemas.microsoft.com/office/drawing/2014/main" id="{1F209A53-52A1-10AE-EB98-B72F6147D98E}"/>
              </a:ext>
            </a:extLst>
          </p:cNvPr>
          <p:cNvSpPr/>
          <p:nvPr/>
        </p:nvSpPr>
        <p:spPr>
          <a:xfrm>
            <a:off x="812683" y="4796000"/>
            <a:ext cx="225020" cy="45891"/>
          </a:xfrm>
          <a:custGeom>
            <a:avLst/>
            <a:gdLst/>
            <a:ahLst/>
            <a:cxnLst/>
            <a:rect l="l" t="t" r="r" b="b"/>
            <a:pathLst>
              <a:path w="6648" h="1356" extrusionOk="0">
                <a:moveTo>
                  <a:pt x="348" y="0"/>
                </a:moveTo>
                <a:cubicBezTo>
                  <a:pt x="158" y="0"/>
                  <a:pt x="1" y="190"/>
                  <a:pt x="1" y="347"/>
                </a:cubicBezTo>
                <a:lnTo>
                  <a:pt x="1" y="694"/>
                </a:lnTo>
                <a:cubicBezTo>
                  <a:pt x="1" y="1040"/>
                  <a:pt x="316" y="1355"/>
                  <a:pt x="694" y="1355"/>
                </a:cubicBezTo>
                <a:lnTo>
                  <a:pt x="6649" y="1355"/>
                </a:lnTo>
                <a:cubicBezTo>
                  <a:pt x="6428" y="1103"/>
                  <a:pt x="6302" y="725"/>
                  <a:pt x="6302" y="347"/>
                </a:cubicBezTo>
                <a:lnTo>
                  <a:pt x="630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5" name="Google Shape;9382;p73">
            <a:extLst>
              <a:ext uri="{FF2B5EF4-FFF2-40B4-BE49-F238E27FC236}">
                <a16:creationId xmlns:a16="http://schemas.microsoft.com/office/drawing/2014/main" id="{826ADB01-E3F5-49AF-3300-0181C6B90124}"/>
              </a:ext>
            </a:extLst>
          </p:cNvPr>
          <p:cNvSpPr/>
          <p:nvPr/>
        </p:nvSpPr>
        <p:spPr>
          <a:xfrm>
            <a:off x="812160" y="4927933"/>
            <a:ext cx="403066" cy="401982"/>
          </a:xfrm>
          <a:custGeom>
            <a:avLst/>
            <a:gdLst/>
            <a:ahLst/>
            <a:cxnLst/>
            <a:rect l="l" t="t" r="r" b="b"/>
            <a:pathLst>
              <a:path w="11910" h="11878" extrusionOk="0">
                <a:moveTo>
                  <a:pt x="6333" y="1418"/>
                </a:moveTo>
                <a:cubicBezTo>
                  <a:pt x="8539" y="1575"/>
                  <a:pt x="10303" y="3340"/>
                  <a:pt x="10461" y="5545"/>
                </a:cubicBezTo>
                <a:lnTo>
                  <a:pt x="10146" y="5545"/>
                </a:lnTo>
                <a:cubicBezTo>
                  <a:pt x="9957" y="5545"/>
                  <a:pt x="9799" y="5702"/>
                  <a:pt x="9799" y="5892"/>
                </a:cubicBezTo>
                <a:cubicBezTo>
                  <a:pt x="9799" y="6081"/>
                  <a:pt x="9957" y="6238"/>
                  <a:pt x="10146" y="6238"/>
                </a:cubicBezTo>
                <a:lnTo>
                  <a:pt x="10461" y="6238"/>
                </a:lnTo>
                <a:cubicBezTo>
                  <a:pt x="10303" y="8443"/>
                  <a:pt x="8539" y="10239"/>
                  <a:pt x="6333" y="10397"/>
                </a:cubicBezTo>
                <a:lnTo>
                  <a:pt x="6333" y="10082"/>
                </a:lnTo>
                <a:cubicBezTo>
                  <a:pt x="6333" y="9861"/>
                  <a:pt x="6176" y="9704"/>
                  <a:pt x="5955" y="9704"/>
                </a:cubicBezTo>
                <a:cubicBezTo>
                  <a:pt x="5766" y="9704"/>
                  <a:pt x="5609" y="9861"/>
                  <a:pt x="5609" y="10082"/>
                </a:cubicBezTo>
                <a:lnTo>
                  <a:pt x="5609" y="10397"/>
                </a:lnTo>
                <a:cubicBezTo>
                  <a:pt x="3403" y="10239"/>
                  <a:pt x="1639" y="8443"/>
                  <a:pt x="1482" y="6238"/>
                </a:cubicBezTo>
                <a:lnTo>
                  <a:pt x="1797" y="6238"/>
                </a:lnTo>
                <a:cubicBezTo>
                  <a:pt x="1986" y="6238"/>
                  <a:pt x="2143" y="6081"/>
                  <a:pt x="2143" y="5892"/>
                </a:cubicBezTo>
                <a:cubicBezTo>
                  <a:pt x="2143" y="5702"/>
                  <a:pt x="1986" y="5545"/>
                  <a:pt x="1797" y="5545"/>
                </a:cubicBezTo>
                <a:lnTo>
                  <a:pt x="1482" y="5545"/>
                </a:lnTo>
                <a:cubicBezTo>
                  <a:pt x="1639" y="3340"/>
                  <a:pt x="3403" y="1575"/>
                  <a:pt x="5609" y="1418"/>
                </a:cubicBezTo>
                <a:lnTo>
                  <a:pt x="5609" y="1733"/>
                </a:lnTo>
                <a:cubicBezTo>
                  <a:pt x="5609" y="1922"/>
                  <a:pt x="5766" y="2079"/>
                  <a:pt x="5955" y="2079"/>
                </a:cubicBezTo>
                <a:cubicBezTo>
                  <a:pt x="6176" y="2079"/>
                  <a:pt x="6333" y="1922"/>
                  <a:pt x="6333" y="1733"/>
                </a:cubicBezTo>
                <a:lnTo>
                  <a:pt x="6333" y="1418"/>
                </a:lnTo>
                <a:close/>
                <a:moveTo>
                  <a:pt x="5955" y="0"/>
                </a:moveTo>
                <a:cubicBezTo>
                  <a:pt x="5766" y="0"/>
                  <a:pt x="5609" y="126"/>
                  <a:pt x="5609" y="347"/>
                </a:cubicBezTo>
                <a:lnTo>
                  <a:pt x="5609" y="725"/>
                </a:lnTo>
                <a:cubicBezTo>
                  <a:pt x="2994" y="882"/>
                  <a:pt x="946" y="2962"/>
                  <a:pt x="757" y="5576"/>
                </a:cubicBezTo>
                <a:lnTo>
                  <a:pt x="379" y="5576"/>
                </a:lnTo>
                <a:cubicBezTo>
                  <a:pt x="158" y="5576"/>
                  <a:pt x="1" y="5734"/>
                  <a:pt x="1" y="5923"/>
                </a:cubicBezTo>
                <a:cubicBezTo>
                  <a:pt x="1" y="6112"/>
                  <a:pt x="158" y="6270"/>
                  <a:pt x="379" y="6270"/>
                </a:cubicBezTo>
                <a:lnTo>
                  <a:pt x="757" y="6270"/>
                </a:lnTo>
                <a:cubicBezTo>
                  <a:pt x="915" y="8884"/>
                  <a:pt x="2994" y="10932"/>
                  <a:pt x="5609" y="11121"/>
                </a:cubicBezTo>
                <a:lnTo>
                  <a:pt x="5609" y="11531"/>
                </a:lnTo>
                <a:cubicBezTo>
                  <a:pt x="5609" y="11720"/>
                  <a:pt x="5766" y="11877"/>
                  <a:pt x="5955" y="11877"/>
                </a:cubicBezTo>
                <a:cubicBezTo>
                  <a:pt x="6176" y="11877"/>
                  <a:pt x="6333" y="11720"/>
                  <a:pt x="6333" y="11531"/>
                </a:cubicBezTo>
                <a:lnTo>
                  <a:pt x="6333" y="11121"/>
                </a:lnTo>
                <a:cubicBezTo>
                  <a:pt x="8917" y="10964"/>
                  <a:pt x="10965" y="8884"/>
                  <a:pt x="11154" y="6270"/>
                </a:cubicBezTo>
                <a:lnTo>
                  <a:pt x="11563" y="6270"/>
                </a:lnTo>
                <a:cubicBezTo>
                  <a:pt x="11752" y="6270"/>
                  <a:pt x="11910" y="6112"/>
                  <a:pt x="11910" y="5923"/>
                </a:cubicBezTo>
                <a:cubicBezTo>
                  <a:pt x="11910" y="5734"/>
                  <a:pt x="11752" y="5576"/>
                  <a:pt x="11563" y="5576"/>
                </a:cubicBezTo>
                <a:lnTo>
                  <a:pt x="11154" y="5576"/>
                </a:lnTo>
                <a:cubicBezTo>
                  <a:pt x="10996" y="2962"/>
                  <a:pt x="8917" y="914"/>
                  <a:pt x="6333" y="725"/>
                </a:cubicBezTo>
                <a:lnTo>
                  <a:pt x="6333" y="347"/>
                </a:lnTo>
                <a:cubicBezTo>
                  <a:pt x="6333" y="126"/>
                  <a:pt x="6176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6" name="Google Shape;9383;p73">
            <a:extLst>
              <a:ext uri="{FF2B5EF4-FFF2-40B4-BE49-F238E27FC236}">
                <a16:creationId xmlns:a16="http://schemas.microsoft.com/office/drawing/2014/main" id="{5EDE2783-F69F-CA9E-F844-45AA7642F781}"/>
              </a:ext>
            </a:extLst>
          </p:cNvPr>
          <p:cNvSpPr/>
          <p:nvPr/>
        </p:nvSpPr>
        <p:spPr>
          <a:xfrm>
            <a:off x="965701" y="5163547"/>
            <a:ext cx="98144" cy="70393"/>
          </a:xfrm>
          <a:custGeom>
            <a:avLst/>
            <a:gdLst/>
            <a:ahLst/>
            <a:cxnLst/>
            <a:rect l="l" t="t" r="r" b="b"/>
            <a:pathLst>
              <a:path w="2900" h="2080" extrusionOk="0">
                <a:moveTo>
                  <a:pt x="1418" y="1"/>
                </a:moveTo>
                <a:cubicBezTo>
                  <a:pt x="851" y="1"/>
                  <a:pt x="316" y="347"/>
                  <a:pt x="127" y="914"/>
                </a:cubicBezTo>
                <a:cubicBezTo>
                  <a:pt x="1" y="1166"/>
                  <a:pt x="1" y="1450"/>
                  <a:pt x="95" y="1765"/>
                </a:cubicBezTo>
                <a:cubicBezTo>
                  <a:pt x="473" y="1954"/>
                  <a:pt x="946" y="2080"/>
                  <a:pt x="1418" y="2080"/>
                </a:cubicBezTo>
                <a:cubicBezTo>
                  <a:pt x="1891" y="2080"/>
                  <a:pt x="2332" y="1954"/>
                  <a:pt x="2773" y="1765"/>
                </a:cubicBezTo>
                <a:cubicBezTo>
                  <a:pt x="2899" y="1387"/>
                  <a:pt x="2805" y="946"/>
                  <a:pt x="2616" y="599"/>
                </a:cubicBezTo>
                <a:cubicBezTo>
                  <a:pt x="2332" y="221"/>
                  <a:pt x="1891" y="1"/>
                  <a:pt x="141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7" name="Google Shape;9384;p73">
            <a:extLst>
              <a:ext uri="{FF2B5EF4-FFF2-40B4-BE49-F238E27FC236}">
                <a16:creationId xmlns:a16="http://schemas.microsoft.com/office/drawing/2014/main" id="{1743700D-9138-C34C-39F0-EED2A7571CB7}"/>
              </a:ext>
            </a:extLst>
          </p:cNvPr>
          <p:cNvSpPr/>
          <p:nvPr/>
        </p:nvSpPr>
        <p:spPr>
          <a:xfrm>
            <a:off x="990240" y="5093188"/>
            <a:ext cx="48023" cy="48023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3" y="0"/>
                </a:moveTo>
                <a:cubicBezTo>
                  <a:pt x="315" y="0"/>
                  <a:pt x="0" y="315"/>
                  <a:pt x="0" y="693"/>
                </a:cubicBezTo>
                <a:cubicBezTo>
                  <a:pt x="0" y="1103"/>
                  <a:pt x="315" y="1418"/>
                  <a:pt x="693" y="1418"/>
                </a:cubicBezTo>
                <a:cubicBezTo>
                  <a:pt x="1103" y="1355"/>
                  <a:pt x="1418" y="1040"/>
                  <a:pt x="1418" y="693"/>
                </a:cubicBezTo>
                <a:cubicBezTo>
                  <a:pt x="1418" y="315"/>
                  <a:pt x="1103" y="0"/>
                  <a:pt x="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8" name="Google Shape;9385;p73">
            <a:extLst>
              <a:ext uri="{FF2B5EF4-FFF2-40B4-BE49-F238E27FC236}">
                <a16:creationId xmlns:a16="http://schemas.microsoft.com/office/drawing/2014/main" id="{759B24CF-0259-2D25-BA56-2104C9251078}"/>
              </a:ext>
            </a:extLst>
          </p:cNvPr>
          <p:cNvSpPr/>
          <p:nvPr/>
        </p:nvSpPr>
        <p:spPr>
          <a:xfrm>
            <a:off x="909186" y="5021744"/>
            <a:ext cx="211145" cy="185559"/>
          </a:xfrm>
          <a:custGeom>
            <a:avLst/>
            <a:gdLst/>
            <a:ahLst/>
            <a:cxnLst/>
            <a:rect l="l" t="t" r="r" b="b"/>
            <a:pathLst>
              <a:path w="6239" h="5483" extrusionOk="0">
                <a:moveTo>
                  <a:pt x="3088" y="1"/>
                </a:moveTo>
                <a:cubicBezTo>
                  <a:pt x="1356" y="1"/>
                  <a:pt x="1" y="1387"/>
                  <a:pt x="1" y="3120"/>
                </a:cubicBezTo>
                <a:cubicBezTo>
                  <a:pt x="1" y="4033"/>
                  <a:pt x="379" y="4852"/>
                  <a:pt x="1041" y="5451"/>
                </a:cubicBezTo>
                <a:cubicBezTo>
                  <a:pt x="1041" y="5262"/>
                  <a:pt x="1104" y="5041"/>
                  <a:pt x="1167" y="4852"/>
                </a:cubicBezTo>
                <a:cubicBezTo>
                  <a:pt x="1324" y="4380"/>
                  <a:pt x="1671" y="4002"/>
                  <a:pt x="2112" y="3750"/>
                </a:cubicBezTo>
                <a:cubicBezTo>
                  <a:pt x="1891" y="3498"/>
                  <a:pt x="1734" y="3151"/>
                  <a:pt x="1734" y="2804"/>
                </a:cubicBezTo>
                <a:cubicBezTo>
                  <a:pt x="1734" y="2048"/>
                  <a:pt x="2364" y="1418"/>
                  <a:pt x="3088" y="1418"/>
                </a:cubicBezTo>
                <a:cubicBezTo>
                  <a:pt x="3845" y="1418"/>
                  <a:pt x="4475" y="2048"/>
                  <a:pt x="4475" y="2804"/>
                </a:cubicBezTo>
                <a:cubicBezTo>
                  <a:pt x="4475" y="3151"/>
                  <a:pt x="4317" y="3529"/>
                  <a:pt x="4097" y="3750"/>
                </a:cubicBezTo>
                <a:cubicBezTo>
                  <a:pt x="4349" y="3907"/>
                  <a:pt x="4632" y="4128"/>
                  <a:pt x="4790" y="4411"/>
                </a:cubicBezTo>
                <a:cubicBezTo>
                  <a:pt x="4979" y="4726"/>
                  <a:pt x="5105" y="5073"/>
                  <a:pt x="5136" y="5482"/>
                </a:cubicBezTo>
                <a:cubicBezTo>
                  <a:pt x="5766" y="4884"/>
                  <a:pt x="6207" y="4096"/>
                  <a:pt x="6207" y="3151"/>
                </a:cubicBezTo>
                <a:cubicBezTo>
                  <a:pt x="6239" y="1418"/>
                  <a:pt x="4821" y="1"/>
                  <a:pt x="308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7" name="Google Shape;9387;p73">
            <a:extLst>
              <a:ext uri="{FF2B5EF4-FFF2-40B4-BE49-F238E27FC236}">
                <a16:creationId xmlns:a16="http://schemas.microsoft.com/office/drawing/2014/main" id="{5418DBE3-396B-8110-6620-356053152035}"/>
              </a:ext>
            </a:extLst>
          </p:cNvPr>
          <p:cNvSpPr/>
          <p:nvPr/>
        </p:nvSpPr>
        <p:spPr>
          <a:xfrm>
            <a:off x="3505727" y="3938496"/>
            <a:ext cx="92796" cy="93845"/>
          </a:xfrm>
          <a:custGeom>
            <a:avLst/>
            <a:gdLst/>
            <a:ahLst/>
            <a:cxnLst/>
            <a:rect l="l" t="t" r="r" b="b"/>
            <a:pathLst>
              <a:path w="2742" h="2773" extrusionOk="0">
                <a:moveTo>
                  <a:pt x="1355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55" y="2773"/>
                </a:cubicBezTo>
                <a:cubicBezTo>
                  <a:pt x="2111" y="2773"/>
                  <a:pt x="2742" y="2174"/>
                  <a:pt x="2742" y="1387"/>
                </a:cubicBezTo>
                <a:cubicBezTo>
                  <a:pt x="2742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8" name="Google Shape;9388;p73">
            <a:extLst>
              <a:ext uri="{FF2B5EF4-FFF2-40B4-BE49-F238E27FC236}">
                <a16:creationId xmlns:a16="http://schemas.microsoft.com/office/drawing/2014/main" id="{30D6A01D-B659-7F0D-E0CD-65E6B6AA2F78}"/>
              </a:ext>
            </a:extLst>
          </p:cNvPr>
          <p:cNvSpPr/>
          <p:nvPr/>
        </p:nvSpPr>
        <p:spPr>
          <a:xfrm>
            <a:off x="3469484" y="4221046"/>
            <a:ext cx="23487" cy="46940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4" y="1386"/>
                </a:ln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9" name="Google Shape;9389;p73">
            <a:extLst>
              <a:ext uri="{FF2B5EF4-FFF2-40B4-BE49-F238E27FC236}">
                <a16:creationId xmlns:a16="http://schemas.microsoft.com/office/drawing/2014/main" id="{10FD251C-226C-9C27-62B0-D9309E33F5C1}"/>
              </a:ext>
            </a:extLst>
          </p:cNvPr>
          <p:cNvSpPr/>
          <p:nvPr/>
        </p:nvSpPr>
        <p:spPr>
          <a:xfrm>
            <a:off x="3515338" y="4221046"/>
            <a:ext cx="24536" cy="46940"/>
          </a:xfrm>
          <a:custGeom>
            <a:avLst/>
            <a:gdLst/>
            <a:ahLst/>
            <a:cxnLst/>
            <a:rect l="l" t="t" r="r" b="b"/>
            <a:pathLst>
              <a:path w="725" h="1387" extrusionOk="0">
                <a:moveTo>
                  <a:pt x="0" y="0"/>
                </a:moveTo>
                <a:lnTo>
                  <a:pt x="0" y="1386"/>
                </a:lnTo>
                <a:lnTo>
                  <a:pt x="725" y="1386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0" name="Google Shape;9390;p73">
            <a:extLst>
              <a:ext uri="{FF2B5EF4-FFF2-40B4-BE49-F238E27FC236}">
                <a16:creationId xmlns:a16="http://schemas.microsoft.com/office/drawing/2014/main" id="{18C71793-BBA9-D665-1197-A32F91851044}"/>
              </a:ext>
            </a:extLst>
          </p:cNvPr>
          <p:cNvSpPr/>
          <p:nvPr/>
        </p:nvSpPr>
        <p:spPr>
          <a:xfrm>
            <a:off x="3422576" y="4221046"/>
            <a:ext cx="23487" cy="46940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3" y="1386"/>
                </a:lnTo>
                <a:lnTo>
                  <a:pt x="6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1" name="Google Shape;9391;p73">
            <a:extLst>
              <a:ext uri="{FF2B5EF4-FFF2-40B4-BE49-F238E27FC236}">
                <a16:creationId xmlns:a16="http://schemas.microsoft.com/office/drawing/2014/main" id="{46832C2B-C74A-BFBD-3CDB-149B07317D66}"/>
              </a:ext>
            </a:extLst>
          </p:cNvPr>
          <p:cNvSpPr/>
          <p:nvPr/>
        </p:nvSpPr>
        <p:spPr>
          <a:xfrm>
            <a:off x="3562246" y="4221046"/>
            <a:ext cx="46940" cy="46940"/>
          </a:xfrm>
          <a:custGeom>
            <a:avLst/>
            <a:gdLst/>
            <a:ahLst/>
            <a:cxnLst/>
            <a:rect l="l" t="t" r="r" b="b"/>
            <a:pathLst>
              <a:path w="1387" h="1387" extrusionOk="0">
                <a:moveTo>
                  <a:pt x="0" y="0"/>
                </a:moveTo>
                <a:lnTo>
                  <a:pt x="0" y="1386"/>
                </a:lnTo>
                <a:lnTo>
                  <a:pt x="1387" y="1386"/>
                </a:lnTo>
                <a:lnTo>
                  <a:pt x="1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2" name="Google Shape;9392;p73">
            <a:extLst>
              <a:ext uri="{FF2B5EF4-FFF2-40B4-BE49-F238E27FC236}">
                <a16:creationId xmlns:a16="http://schemas.microsoft.com/office/drawing/2014/main" id="{88AF27EE-E5AD-318E-8B59-95C4FE762731}"/>
              </a:ext>
            </a:extLst>
          </p:cNvPr>
          <p:cNvSpPr/>
          <p:nvPr/>
        </p:nvSpPr>
        <p:spPr>
          <a:xfrm>
            <a:off x="3351138" y="4151737"/>
            <a:ext cx="330539" cy="186608"/>
          </a:xfrm>
          <a:custGeom>
            <a:avLst/>
            <a:gdLst/>
            <a:ahLst/>
            <a:cxnLst/>
            <a:rect l="l" t="t" r="r" b="b"/>
            <a:pathLst>
              <a:path w="9767" h="5514" extrusionOk="0">
                <a:moveTo>
                  <a:pt x="7971" y="1387"/>
                </a:moveTo>
                <a:cubicBezTo>
                  <a:pt x="8192" y="1387"/>
                  <a:pt x="8349" y="1544"/>
                  <a:pt x="8349" y="1733"/>
                </a:cubicBezTo>
                <a:lnTo>
                  <a:pt x="8349" y="3813"/>
                </a:lnTo>
                <a:cubicBezTo>
                  <a:pt x="8349" y="4033"/>
                  <a:pt x="8192" y="4191"/>
                  <a:pt x="7971" y="4191"/>
                </a:cubicBezTo>
                <a:lnTo>
                  <a:pt x="1765" y="4191"/>
                </a:lnTo>
                <a:cubicBezTo>
                  <a:pt x="1576" y="4191"/>
                  <a:pt x="1418" y="4033"/>
                  <a:pt x="1418" y="3813"/>
                </a:cubicBezTo>
                <a:lnTo>
                  <a:pt x="1418" y="1733"/>
                </a:lnTo>
                <a:cubicBezTo>
                  <a:pt x="1418" y="1544"/>
                  <a:pt x="1576" y="1387"/>
                  <a:pt x="1765" y="1387"/>
                </a:cubicBezTo>
                <a:close/>
                <a:moveTo>
                  <a:pt x="1040" y="0"/>
                </a:moveTo>
                <a:cubicBezTo>
                  <a:pt x="473" y="0"/>
                  <a:pt x="32" y="473"/>
                  <a:pt x="32" y="1040"/>
                </a:cubicBezTo>
                <a:lnTo>
                  <a:pt x="32" y="4506"/>
                </a:lnTo>
                <a:cubicBezTo>
                  <a:pt x="0" y="5073"/>
                  <a:pt x="473" y="5514"/>
                  <a:pt x="1040" y="5514"/>
                </a:cubicBezTo>
                <a:lnTo>
                  <a:pt x="8727" y="5514"/>
                </a:lnTo>
                <a:cubicBezTo>
                  <a:pt x="9326" y="5514"/>
                  <a:pt x="9767" y="5041"/>
                  <a:pt x="9767" y="4506"/>
                </a:cubicBezTo>
                <a:lnTo>
                  <a:pt x="9767" y="1040"/>
                </a:lnTo>
                <a:cubicBezTo>
                  <a:pt x="9767" y="442"/>
                  <a:pt x="9294" y="0"/>
                  <a:pt x="87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3" name="Google Shape;9393;p73">
            <a:extLst>
              <a:ext uri="{FF2B5EF4-FFF2-40B4-BE49-F238E27FC236}">
                <a16:creationId xmlns:a16="http://schemas.microsoft.com/office/drawing/2014/main" id="{4D223E41-6FDA-B2E7-DFD1-EF5C670F60B9}"/>
              </a:ext>
            </a:extLst>
          </p:cNvPr>
          <p:cNvSpPr/>
          <p:nvPr/>
        </p:nvSpPr>
        <p:spPr>
          <a:xfrm>
            <a:off x="3705127" y="4198644"/>
            <a:ext cx="46940" cy="92797"/>
          </a:xfrm>
          <a:custGeom>
            <a:avLst/>
            <a:gdLst/>
            <a:ahLst/>
            <a:cxnLst/>
            <a:rect l="l" t="t" r="r" b="b"/>
            <a:pathLst>
              <a:path w="1387" h="2742" extrusionOk="0">
                <a:moveTo>
                  <a:pt x="0" y="1"/>
                </a:moveTo>
                <a:lnTo>
                  <a:pt x="0" y="2742"/>
                </a:lnTo>
                <a:lnTo>
                  <a:pt x="1040" y="2742"/>
                </a:lnTo>
                <a:cubicBezTo>
                  <a:pt x="1229" y="2742"/>
                  <a:pt x="1386" y="2584"/>
                  <a:pt x="1386" y="2395"/>
                </a:cubicBezTo>
                <a:lnTo>
                  <a:pt x="1386" y="347"/>
                </a:lnTo>
                <a:cubicBezTo>
                  <a:pt x="1386" y="158"/>
                  <a:pt x="1229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44" name="Google Shape;9394;p73">
            <a:extLst>
              <a:ext uri="{FF2B5EF4-FFF2-40B4-BE49-F238E27FC236}">
                <a16:creationId xmlns:a16="http://schemas.microsoft.com/office/drawing/2014/main" id="{8D95CCC9-311B-0024-1043-8C43D8502BD6}"/>
              </a:ext>
            </a:extLst>
          </p:cNvPr>
          <p:cNvSpPr/>
          <p:nvPr/>
        </p:nvSpPr>
        <p:spPr>
          <a:xfrm>
            <a:off x="3469484" y="4029127"/>
            <a:ext cx="165287" cy="99193"/>
          </a:xfrm>
          <a:custGeom>
            <a:avLst/>
            <a:gdLst/>
            <a:ahLst/>
            <a:cxnLst/>
            <a:rect l="l" t="t" r="r" b="b"/>
            <a:pathLst>
              <a:path w="4884" h="2931" extrusionOk="0">
                <a:moveTo>
                  <a:pt x="820" y="0"/>
                </a:moveTo>
                <a:cubicBezTo>
                  <a:pt x="316" y="473"/>
                  <a:pt x="0" y="1103"/>
                  <a:pt x="0" y="1828"/>
                </a:cubicBezTo>
                <a:lnTo>
                  <a:pt x="0" y="2552"/>
                </a:lnTo>
                <a:cubicBezTo>
                  <a:pt x="0" y="2773"/>
                  <a:pt x="158" y="2930"/>
                  <a:pt x="347" y="2930"/>
                </a:cubicBezTo>
                <a:lnTo>
                  <a:pt x="4506" y="2930"/>
                </a:lnTo>
                <a:cubicBezTo>
                  <a:pt x="4726" y="2930"/>
                  <a:pt x="4884" y="2773"/>
                  <a:pt x="4884" y="2552"/>
                </a:cubicBezTo>
                <a:lnTo>
                  <a:pt x="4884" y="1828"/>
                </a:lnTo>
                <a:cubicBezTo>
                  <a:pt x="4884" y="1103"/>
                  <a:pt x="4569" y="441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65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2" name="Google Shape;9396;p73">
            <a:extLst>
              <a:ext uri="{FF2B5EF4-FFF2-40B4-BE49-F238E27FC236}">
                <a16:creationId xmlns:a16="http://schemas.microsoft.com/office/drawing/2014/main" id="{59F8105E-48A8-96D8-4573-CF0C18EEB2E5}"/>
              </a:ext>
            </a:extLst>
          </p:cNvPr>
          <p:cNvSpPr/>
          <p:nvPr/>
        </p:nvSpPr>
        <p:spPr>
          <a:xfrm>
            <a:off x="3527591" y="4558746"/>
            <a:ext cx="48023" cy="48023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4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694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69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3" name="Google Shape;9397;p73">
            <a:extLst>
              <a:ext uri="{FF2B5EF4-FFF2-40B4-BE49-F238E27FC236}">
                <a16:creationId xmlns:a16="http://schemas.microsoft.com/office/drawing/2014/main" id="{93B40374-16FD-7AF0-101E-17CB887DD785}"/>
              </a:ext>
            </a:extLst>
          </p:cNvPr>
          <p:cNvSpPr/>
          <p:nvPr/>
        </p:nvSpPr>
        <p:spPr>
          <a:xfrm>
            <a:off x="3507354" y="4630186"/>
            <a:ext cx="90665" cy="45890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1323" y="1"/>
                </a:moveTo>
                <a:cubicBezTo>
                  <a:pt x="693" y="1"/>
                  <a:pt x="189" y="379"/>
                  <a:pt x="0" y="977"/>
                </a:cubicBezTo>
                <a:cubicBezTo>
                  <a:pt x="378" y="1198"/>
                  <a:pt x="819" y="1355"/>
                  <a:pt x="1323" y="1355"/>
                </a:cubicBezTo>
                <a:cubicBezTo>
                  <a:pt x="1796" y="1355"/>
                  <a:pt x="2269" y="1198"/>
                  <a:pt x="2678" y="977"/>
                </a:cubicBezTo>
                <a:cubicBezTo>
                  <a:pt x="2489" y="410"/>
                  <a:pt x="1922" y="1"/>
                  <a:pt x="13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4" name="Google Shape;9398;p73">
            <a:extLst>
              <a:ext uri="{FF2B5EF4-FFF2-40B4-BE49-F238E27FC236}">
                <a16:creationId xmlns:a16="http://schemas.microsoft.com/office/drawing/2014/main" id="{0E57A1EB-1B29-9752-1675-1760B9011525}"/>
              </a:ext>
            </a:extLst>
          </p:cNvPr>
          <p:cNvSpPr/>
          <p:nvPr/>
        </p:nvSpPr>
        <p:spPr>
          <a:xfrm>
            <a:off x="3468941" y="4512921"/>
            <a:ext cx="165321" cy="133306"/>
          </a:xfrm>
          <a:custGeom>
            <a:avLst/>
            <a:gdLst/>
            <a:ahLst/>
            <a:cxnLst/>
            <a:rect l="l" t="t" r="r" b="b"/>
            <a:pathLst>
              <a:path w="4885" h="3939" extrusionOk="0">
                <a:moveTo>
                  <a:pt x="2458" y="0"/>
                </a:moveTo>
                <a:cubicBezTo>
                  <a:pt x="1198" y="0"/>
                  <a:pt x="222" y="977"/>
                  <a:pt x="64" y="2079"/>
                </a:cubicBezTo>
                <a:cubicBezTo>
                  <a:pt x="1" y="2741"/>
                  <a:pt x="159" y="3371"/>
                  <a:pt x="600" y="3938"/>
                </a:cubicBezTo>
                <a:cubicBezTo>
                  <a:pt x="820" y="3529"/>
                  <a:pt x="1135" y="3214"/>
                  <a:pt x="1482" y="3025"/>
                </a:cubicBezTo>
                <a:cubicBezTo>
                  <a:pt x="1230" y="2772"/>
                  <a:pt x="1072" y="2426"/>
                  <a:pt x="1072" y="2079"/>
                </a:cubicBezTo>
                <a:cubicBezTo>
                  <a:pt x="1072" y="1323"/>
                  <a:pt x="1734" y="693"/>
                  <a:pt x="2458" y="693"/>
                </a:cubicBezTo>
                <a:cubicBezTo>
                  <a:pt x="3214" y="693"/>
                  <a:pt x="3845" y="1323"/>
                  <a:pt x="3845" y="2079"/>
                </a:cubicBezTo>
                <a:cubicBezTo>
                  <a:pt x="3845" y="2426"/>
                  <a:pt x="3687" y="2772"/>
                  <a:pt x="3435" y="3025"/>
                </a:cubicBezTo>
                <a:cubicBezTo>
                  <a:pt x="3845" y="3214"/>
                  <a:pt x="4128" y="3529"/>
                  <a:pt x="4317" y="3938"/>
                </a:cubicBezTo>
                <a:cubicBezTo>
                  <a:pt x="4695" y="3466"/>
                  <a:pt x="4853" y="2930"/>
                  <a:pt x="4853" y="2394"/>
                </a:cubicBezTo>
                <a:cubicBezTo>
                  <a:pt x="4884" y="1103"/>
                  <a:pt x="3813" y="0"/>
                  <a:pt x="24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5" name="Google Shape;9399;p73">
            <a:extLst>
              <a:ext uri="{FF2B5EF4-FFF2-40B4-BE49-F238E27FC236}">
                <a16:creationId xmlns:a16="http://schemas.microsoft.com/office/drawing/2014/main" id="{1549BDC5-042E-3A33-2D2B-73D29E025AC5}"/>
              </a:ext>
            </a:extLst>
          </p:cNvPr>
          <p:cNvSpPr/>
          <p:nvPr/>
        </p:nvSpPr>
        <p:spPr>
          <a:xfrm>
            <a:off x="3395402" y="4443408"/>
            <a:ext cx="310303" cy="349932"/>
          </a:xfrm>
          <a:custGeom>
            <a:avLst/>
            <a:gdLst/>
            <a:ahLst/>
            <a:cxnLst/>
            <a:rect l="l" t="t" r="r" b="b"/>
            <a:pathLst>
              <a:path w="9169" h="10340" extrusionOk="0">
                <a:moveTo>
                  <a:pt x="4679" y="1327"/>
                </a:moveTo>
                <a:cubicBezTo>
                  <a:pt x="6369" y="1327"/>
                  <a:pt x="7750" y="2741"/>
                  <a:pt x="7750" y="4448"/>
                </a:cubicBezTo>
                <a:cubicBezTo>
                  <a:pt x="7750" y="6244"/>
                  <a:pt x="6301" y="7599"/>
                  <a:pt x="4631" y="7599"/>
                </a:cubicBezTo>
                <a:cubicBezTo>
                  <a:pt x="2836" y="7599"/>
                  <a:pt x="1292" y="5961"/>
                  <a:pt x="1575" y="4039"/>
                </a:cubicBezTo>
                <a:cubicBezTo>
                  <a:pt x="1764" y="2716"/>
                  <a:pt x="2867" y="1550"/>
                  <a:pt x="4222" y="1361"/>
                </a:cubicBezTo>
                <a:cubicBezTo>
                  <a:pt x="4376" y="1338"/>
                  <a:pt x="4529" y="1327"/>
                  <a:pt x="4679" y="1327"/>
                </a:cubicBezTo>
                <a:close/>
                <a:moveTo>
                  <a:pt x="4597" y="0"/>
                </a:moveTo>
                <a:cubicBezTo>
                  <a:pt x="4401" y="0"/>
                  <a:pt x="4202" y="13"/>
                  <a:pt x="4001" y="38"/>
                </a:cubicBezTo>
                <a:cubicBezTo>
                  <a:pt x="1985" y="290"/>
                  <a:pt x="378" y="1928"/>
                  <a:pt x="158" y="3913"/>
                </a:cubicBezTo>
                <a:cubicBezTo>
                  <a:pt x="0" y="5110"/>
                  <a:pt x="315" y="6244"/>
                  <a:pt x="1008" y="7189"/>
                </a:cubicBezTo>
                <a:cubicBezTo>
                  <a:pt x="1197" y="7473"/>
                  <a:pt x="1449" y="7756"/>
                  <a:pt x="1670" y="7945"/>
                </a:cubicBezTo>
                <a:lnTo>
                  <a:pt x="4411" y="10277"/>
                </a:lnTo>
                <a:cubicBezTo>
                  <a:pt x="4474" y="10308"/>
                  <a:pt x="4568" y="10340"/>
                  <a:pt x="4631" y="10340"/>
                </a:cubicBezTo>
                <a:cubicBezTo>
                  <a:pt x="4726" y="10340"/>
                  <a:pt x="4789" y="10308"/>
                  <a:pt x="4883" y="10277"/>
                </a:cubicBezTo>
                <a:lnTo>
                  <a:pt x="7593" y="7945"/>
                </a:lnTo>
                <a:cubicBezTo>
                  <a:pt x="7845" y="7756"/>
                  <a:pt x="8065" y="7473"/>
                  <a:pt x="8254" y="7189"/>
                </a:cubicBezTo>
                <a:cubicBezTo>
                  <a:pt x="8853" y="6402"/>
                  <a:pt x="9168" y="5457"/>
                  <a:pt x="9168" y="4480"/>
                </a:cubicBezTo>
                <a:cubicBezTo>
                  <a:pt x="9139" y="1996"/>
                  <a:pt x="7104" y="0"/>
                  <a:pt x="45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6" name="Google Shape;9400;p73">
            <a:extLst>
              <a:ext uri="{FF2B5EF4-FFF2-40B4-BE49-F238E27FC236}">
                <a16:creationId xmlns:a16="http://schemas.microsoft.com/office/drawing/2014/main" id="{2807BF1A-3294-1C9D-6196-1790689A93EE}"/>
              </a:ext>
            </a:extLst>
          </p:cNvPr>
          <p:cNvSpPr/>
          <p:nvPr/>
        </p:nvSpPr>
        <p:spPr>
          <a:xfrm>
            <a:off x="3375131" y="4726164"/>
            <a:ext cx="352945" cy="116453"/>
          </a:xfrm>
          <a:custGeom>
            <a:avLst/>
            <a:gdLst/>
            <a:ahLst/>
            <a:cxnLst/>
            <a:rect l="l" t="t" r="r" b="b"/>
            <a:pathLst>
              <a:path w="10429" h="3441" extrusionOk="0">
                <a:moveTo>
                  <a:pt x="1702" y="0"/>
                </a:moveTo>
                <a:cubicBezTo>
                  <a:pt x="1576" y="0"/>
                  <a:pt x="1513" y="63"/>
                  <a:pt x="1418" y="189"/>
                </a:cubicBezTo>
                <a:lnTo>
                  <a:pt x="32" y="2930"/>
                </a:lnTo>
                <a:cubicBezTo>
                  <a:pt x="1" y="3056"/>
                  <a:pt x="1" y="3213"/>
                  <a:pt x="32" y="3308"/>
                </a:cubicBezTo>
                <a:cubicBezTo>
                  <a:pt x="95" y="3371"/>
                  <a:pt x="190" y="3434"/>
                  <a:pt x="316" y="3434"/>
                </a:cubicBezTo>
                <a:lnTo>
                  <a:pt x="10019" y="3434"/>
                </a:lnTo>
                <a:cubicBezTo>
                  <a:pt x="10045" y="3438"/>
                  <a:pt x="10070" y="3440"/>
                  <a:pt x="10093" y="3440"/>
                </a:cubicBezTo>
                <a:cubicBezTo>
                  <a:pt x="10241" y="3440"/>
                  <a:pt x="10338" y="3362"/>
                  <a:pt x="10366" y="3308"/>
                </a:cubicBezTo>
                <a:cubicBezTo>
                  <a:pt x="10429" y="3182"/>
                  <a:pt x="10429" y="3056"/>
                  <a:pt x="10366" y="2930"/>
                </a:cubicBezTo>
                <a:lnTo>
                  <a:pt x="8979" y="189"/>
                </a:lnTo>
                <a:cubicBezTo>
                  <a:pt x="8948" y="63"/>
                  <a:pt x="8822" y="32"/>
                  <a:pt x="8696" y="0"/>
                </a:cubicBezTo>
                <a:lnTo>
                  <a:pt x="8601" y="95"/>
                </a:lnTo>
                <a:lnTo>
                  <a:pt x="5860" y="2426"/>
                </a:lnTo>
                <a:cubicBezTo>
                  <a:pt x="5671" y="2583"/>
                  <a:pt x="5451" y="2678"/>
                  <a:pt x="5199" y="2678"/>
                </a:cubicBezTo>
                <a:cubicBezTo>
                  <a:pt x="4978" y="2678"/>
                  <a:pt x="4726" y="2583"/>
                  <a:pt x="4537" y="2426"/>
                </a:cubicBezTo>
                <a:lnTo>
                  <a:pt x="1828" y="95"/>
                </a:lnTo>
                <a:lnTo>
                  <a:pt x="170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8" name="Google Shape;9402;p73">
            <a:extLst>
              <a:ext uri="{FF2B5EF4-FFF2-40B4-BE49-F238E27FC236}">
                <a16:creationId xmlns:a16="http://schemas.microsoft.com/office/drawing/2014/main" id="{7A56A650-172A-02A7-4BD4-0FB0405C93A9}"/>
              </a:ext>
            </a:extLst>
          </p:cNvPr>
          <p:cNvSpPr/>
          <p:nvPr/>
        </p:nvSpPr>
        <p:spPr>
          <a:xfrm>
            <a:off x="3471634" y="4998853"/>
            <a:ext cx="165287" cy="94928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1324" y="0"/>
                </a:moveTo>
                <a:cubicBezTo>
                  <a:pt x="631" y="0"/>
                  <a:pt x="127" y="725"/>
                  <a:pt x="347" y="1386"/>
                </a:cubicBezTo>
                <a:lnTo>
                  <a:pt x="599" y="2080"/>
                </a:lnTo>
                <a:lnTo>
                  <a:pt x="379" y="2080"/>
                </a:lnTo>
                <a:cubicBezTo>
                  <a:pt x="158" y="2080"/>
                  <a:pt x="0" y="2237"/>
                  <a:pt x="0" y="2458"/>
                </a:cubicBezTo>
                <a:cubicBezTo>
                  <a:pt x="0" y="2647"/>
                  <a:pt x="158" y="2804"/>
                  <a:pt x="347" y="2804"/>
                </a:cubicBezTo>
                <a:lnTo>
                  <a:pt x="4506" y="2804"/>
                </a:lnTo>
                <a:cubicBezTo>
                  <a:pt x="4726" y="2804"/>
                  <a:pt x="4884" y="2647"/>
                  <a:pt x="4884" y="2458"/>
                </a:cubicBezTo>
                <a:cubicBezTo>
                  <a:pt x="4884" y="2237"/>
                  <a:pt x="4726" y="2080"/>
                  <a:pt x="4506" y="2080"/>
                </a:cubicBezTo>
                <a:lnTo>
                  <a:pt x="4317" y="2080"/>
                </a:lnTo>
                <a:lnTo>
                  <a:pt x="4569" y="1386"/>
                </a:lnTo>
                <a:cubicBezTo>
                  <a:pt x="4789" y="725"/>
                  <a:pt x="4285" y="0"/>
                  <a:pt x="35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9" name="Google Shape;9403;p73">
            <a:extLst>
              <a:ext uri="{FF2B5EF4-FFF2-40B4-BE49-F238E27FC236}">
                <a16:creationId xmlns:a16="http://schemas.microsoft.com/office/drawing/2014/main" id="{5145A78A-176D-DD0A-A7CF-87D58323FCAD}"/>
              </a:ext>
            </a:extLst>
          </p:cNvPr>
          <p:cNvSpPr/>
          <p:nvPr/>
        </p:nvSpPr>
        <p:spPr>
          <a:xfrm>
            <a:off x="3421512" y="5233414"/>
            <a:ext cx="260182" cy="95978"/>
          </a:xfrm>
          <a:custGeom>
            <a:avLst/>
            <a:gdLst/>
            <a:ahLst/>
            <a:cxnLst/>
            <a:rect l="l" t="t" r="r" b="b"/>
            <a:pathLst>
              <a:path w="7688" h="2836" extrusionOk="0">
                <a:moveTo>
                  <a:pt x="1418" y="0"/>
                </a:moveTo>
                <a:cubicBezTo>
                  <a:pt x="1040" y="0"/>
                  <a:pt x="725" y="315"/>
                  <a:pt x="725" y="725"/>
                </a:cubicBezTo>
                <a:lnTo>
                  <a:pt x="725" y="1418"/>
                </a:lnTo>
                <a:cubicBezTo>
                  <a:pt x="316" y="1418"/>
                  <a:pt x="1" y="1733"/>
                  <a:pt x="1" y="2143"/>
                </a:cubicBezTo>
                <a:lnTo>
                  <a:pt x="1" y="2489"/>
                </a:lnTo>
                <a:cubicBezTo>
                  <a:pt x="1" y="2678"/>
                  <a:pt x="158" y="2836"/>
                  <a:pt x="379" y="2836"/>
                </a:cubicBezTo>
                <a:lnTo>
                  <a:pt x="7310" y="2836"/>
                </a:lnTo>
                <a:cubicBezTo>
                  <a:pt x="7530" y="2804"/>
                  <a:pt x="7688" y="2678"/>
                  <a:pt x="7688" y="2489"/>
                </a:cubicBezTo>
                <a:lnTo>
                  <a:pt x="7688" y="2143"/>
                </a:lnTo>
                <a:cubicBezTo>
                  <a:pt x="7688" y="1733"/>
                  <a:pt x="7373" y="1418"/>
                  <a:pt x="6995" y="1418"/>
                </a:cubicBezTo>
                <a:lnTo>
                  <a:pt x="6995" y="725"/>
                </a:lnTo>
                <a:cubicBezTo>
                  <a:pt x="6995" y="315"/>
                  <a:pt x="6680" y="0"/>
                  <a:pt x="62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0" name="Google Shape;9404;p73">
            <a:extLst>
              <a:ext uri="{FF2B5EF4-FFF2-40B4-BE49-F238E27FC236}">
                <a16:creationId xmlns:a16="http://schemas.microsoft.com/office/drawing/2014/main" id="{51999E93-7DE2-A96E-DA4C-9A491D2F6D59}"/>
              </a:ext>
            </a:extLst>
          </p:cNvPr>
          <p:cNvSpPr/>
          <p:nvPr/>
        </p:nvSpPr>
        <p:spPr>
          <a:xfrm>
            <a:off x="3507877" y="4928460"/>
            <a:ext cx="92796" cy="48023"/>
          </a:xfrm>
          <a:custGeom>
            <a:avLst/>
            <a:gdLst/>
            <a:ahLst/>
            <a:cxnLst/>
            <a:rect l="l" t="t" r="r" b="b"/>
            <a:pathLst>
              <a:path w="2742" h="1419" extrusionOk="0">
                <a:moveTo>
                  <a:pt x="1355" y="1"/>
                </a:moveTo>
                <a:cubicBezTo>
                  <a:pt x="1166" y="1"/>
                  <a:pt x="1009" y="158"/>
                  <a:pt x="1009" y="348"/>
                </a:cubicBezTo>
                <a:lnTo>
                  <a:pt x="1009" y="726"/>
                </a:lnTo>
                <a:cubicBezTo>
                  <a:pt x="568" y="820"/>
                  <a:pt x="221" y="1072"/>
                  <a:pt x="1" y="1419"/>
                </a:cubicBezTo>
                <a:lnTo>
                  <a:pt x="2742" y="1419"/>
                </a:lnTo>
                <a:cubicBezTo>
                  <a:pt x="2521" y="1104"/>
                  <a:pt x="2111" y="852"/>
                  <a:pt x="1733" y="726"/>
                </a:cubicBezTo>
                <a:lnTo>
                  <a:pt x="1733" y="348"/>
                </a:lnTo>
                <a:cubicBezTo>
                  <a:pt x="1670" y="158"/>
                  <a:pt x="1513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31" name="Google Shape;9405;p73">
            <a:extLst>
              <a:ext uri="{FF2B5EF4-FFF2-40B4-BE49-F238E27FC236}">
                <a16:creationId xmlns:a16="http://schemas.microsoft.com/office/drawing/2014/main" id="{91492F30-BE50-44D7-780D-E57E3895AE7D}"/>
              </a:ext>
            </a:extLst>
          </p:cNvPr>
          <p:cNvSpPr/>
          <p:nvPr/>
        </p:nvSpPr>
        <p:spPr>
          <a:xfrm>
            <a:off x="3472717" y="5116117"/>
            <a:ext cx="161023" cy="94928"/>
          </a:xfrm>
          <a:custGeom>
            <a:avLst/>
            <a:gdLst/>
            <a:ahLst/>
            <a:cxnLst/>
            <a:rect l="l" t="t" r="r" b="b"/>
            <a:pathLst>
              <a:path w="4758" h="2805" extrusionOk="0">
                <a:moveTo>
                  <a:pt x="473" y="1"/>
                </a:moveTo>
                <a:lnTo>
                  <a:pt x="0" y="2805"/>
                </a:lnTo>
                <a:lnTo>
                  <a:pt x="4757" y="2805"/>
                </a:lnTo>
                <a:lnTo>
                  <a:pt x="428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3" name="Google Shape;9407;p73">
            <a:extLst>
              <a:ext uri="{FF2B5EF4-FFF2-40B4-BE49-F238E27FC236}">
                <a16:creationId xmlns:a16="http://schemas.microsoft.com/office/drawing/2014/main" id="{E23B34EB-8E1B-9B13-6C58-9D5C88B5E6B1}"/>
              </a:ext>
            </a:extLst>
          </p:cNvPr>
          <p:cNvSpPr/>
          <p:nvPr/>
        </p:nvSpPr>
        <p:spPr>
          <a:xfrm>
            <a:off x="5983546" y="4150131"/>
            <a:ext cx="48023" cy="48023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64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4" name="Google Shape;9408;p73">
            <a:extLst>
              <a:ext uri="{FF2B5EF4-FFF2-40B4-BE49-F238E27FC236}">
                <a16:creationId xmlns:a16="http://schemas.microsoft.com/office/drawing/2014/main" id="{C1B5264C-BF10-29C5-671E-DE8F056A32C6}"/>
              </a:ext>
            </a:extLst>
          </p:cNvPr>
          <p:cNvSpPr/>
          <p:nvPr/>
        </p:nvSpPr>
        <p:spPr>
          <a:xfrm>
            <a:off x="5961141" y="4221571"/>
            <a:ext cx="93880" cy="46940"/>
          </a:xfrm>
          <a:custGeom>
            <a:avLst/>
            <a:gdLst/>
            <a:ahLst/>
            <a:cxnLst/>
            <a:rect l="l" t="t" r="r" b="b"/>
            <a:pathLst>
              <a:path w="2774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773" y="1387"/>
                </a:lnTo>
                <a:cubicBezTo>
                  <a:pt x="2773" y="630"/>
                  <a:pt x="2175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5" name="Google Shape;9409;p73">
            <a:extLst>
              <a:ext uri="{FF2B5EF4-FFF2-40B4-BE49-F238E27FC236}">
                <a16:creationId xmlns:a16="http://schemas.microsoft.com/office/drawing/2014/main" id="{35DF3296-3076-E34B-1830-3EADF10AD1E1}"/>
              </a:ext>
            </a:extLst>
          </p:cNvPr>
          <p:cNvSpPr/>
          <p:nvPr/>
        </p:nvSpPr>
        <p:spPr>
          <a:xfrm>
            <a:off x="5891866" y="4080821"/>
            <a:ext cx="399851" cy="257001"/>
          </a:xfrm>
          <a:custGeom>
            <a:avLst/>
            <a:gdLst/>
            <a:ahLst/>
            <a:cxnLst/>
            <a:rect l="l" t="t" r="r" b="b"/>
            <a:pathLst>
              <a:path w="11815" h="7594" extrusionOk="0">
                <a:moveTo>
                  <a:pt x="10050" y="2080"/>
                </a:moveTo>
                <a:cubicBezTo>
                  <a:pt x="10239" y="2080"/>
                  <a:pt x="10397" y="2238"/>
                  <a:pt x="10397" y="2427"/>
                </a:cubicBezTo>
                <a:cubicBezTo>
                  <a:pt x="10397" y="2616"/>
                  <a:pt x="10239" y="2773"/>
                  <a:pt x="10050" y="2773"/>
                </a:cubicBezTo>
                <a:lnTo>
                  <a:pt x="6553" y="2773"/>
                </a:lnTo>
                <a:cubicBezTo>
                  <a:pt x="6333" y="2773"/>
                  <a:pt x="6175" y="2616"/>
                  <a:pt x="6175" y="2427"/>
                </a:cubicBezTo>
                <a:cubicBezTo>
                  <a:pt x="6175" y="2238"/>
                  <a:pt x="6333" y="2080"/>
                  <a:pt x="6553" y="2080"/>
                </a:cubicBezTo>
                <a:close/>
                <a:moveTo>
                  <a:pt x="10050" y="3466"/>
                </a:moveTo>
                <a:cubicBezTo>
                  <a:pt x="10239" y="3466"/>
                  <a:pt x="10397" y="3624"/>
                  <a:pt x="10397" y="3813"/>
                </a:cubicBezTo>
                <a:cubicBezTo>
                  <a:pt x="10397" y="4002"/>
                  <a:pt x="10239" y="4159"/>
                  <a:pt x="10050" y="4159"/>
                </a:cubicBezTo>
                <a:lnTo>
                  <a:pt x="6553" y="4159"/>
                </a:lnTo>
                <a:cubicBezTo>
                  <a:pt x="6333" y="4159"/>
                  <a:pt x="6175" y="4002"/>
                  <a:pt x="6175" y="3813"/>
                </a:cubicBezTo>
                <a:cubicBezTo>
                  <a:pt x="6175" y="3624"/>
                  <a:pt x="6333" y="3466"/>
                  <a:pt x="6553" y="3466"/>
                </a:cubicBezTo>
                <a:close/>
                <a:moveTo>
                  <a:pt x="10050" y="4821"/>
                </a:moveTo>
                <a:cubicBezTo>
                  <a:pt x="10239" y="4821"/>
                  <a:pt x="10397" y="4978"/>
                  <a:pt x="10397" y="5199"/>
                </a:cubicBezTo>
                <a:cubicBezTo>
                  <a:pt x="10397" y="5388"/>
                  <a:pt x="10239" y="5546"/>
                  <a:pt x="10050" y="5546"/>
                </a:cubicBezTo>
                <a:lnTo>
                  <a:pt x="6553" y="5546"/>
                </a:lnTo>
                <a:cubicBezTo>
                  <a:pt x="6333" y="5546"/>
                  <a:pt x="6175" y="5388"/>
                  <a:pt x="6175" y="5199"/>
                </a:cubicBezTo>
                <a:cubicBezTo>
                  <a:pt x="6175" y="4978"/>
                  <a:pt x="6333" y="4821"/>
                  <a:pt x="6553" y="4821"/>
                </a:cubicBezTo>
                <a:close/>
                <a:moveTo>
                  <a:pt x="3403" y="1418"/>
                </a:moveTo>
                <a:cubicBezTo>
                  <a:pt x="4127" y="1418"/>
                  <a:pt x="4757" y="2049"/>
                  <a:pt x="4757" y="2773"/>
                </a:cubicBezTo>
                <a:cubicBezTo>
                  <a:pt x="4757" y="3151"/>
                  <a:pt x="4600" y="3498"/>
                  <a:pt x="4379" y="3718"/>
                </a:cubicBezTo>
                <a:cubicBezTo>
                  <a:pt x="5009" y="4065"/>
                  <a:pt x="5451" y="4758"/>
                  <a:pt x="5451" y="5546"/>
                </a:cubicBezTo>
                <a:lnTo>
                  <a:pt x="5451" y="5892"/>
                </a:lnTo>
                <a:lnTo>
                  <a:pt x="5514" y="5892"/>
                </a:lnTo>
                <a:cubicBezTo>
                  <a:pt x="5514" y="6081"/>
                  <a:pt x="5356" y="6239"/>
                  <a:pt x="5167" y="6239"/>
                </a:cubicBezTo>
                <a:lnTo>
                  <a:pt x="1701" y="6239"/>
                </a:lnTo>
                <a:cubicBezTo>
                  <a:pt x="1512" y="6239"/>
                  <a:pt x="1355" y="6081"/>
                  <a:pt x="1355" y="5892"/>
                </a:cubicBezTo>
                <a:lnTo>
                  <a:pt x="1355" y="5546"/>
                </a:lnTo>
                <a:cubicBezTo>
                  <a:pt x="1355" y="4758"/>
                  <a:pt x="1764" y="4096"/>
                  <a:pt x="2395" y="3718"/>
                </a:cubicBezTo>
                <a:cubicBezTo>
                  <a:pt x="2174" y="3498"/>
                  <a:pt x="2016" y="3151"/>
                  <a:pt x="2016" y="2773"/>
                </a:cubicBezTo>
                <a:cubicBezTo>
                  <a:pt x="2016" y="2049"/>
                  <a:pt x="2647" y="1418"/>
                  <a:pt x="3403" y="1418"/>
                </a:cubicBezTo>
                <a:close/>
                <a:moveTo>
                  <a:pt x="1040" y="1"/>
                </a:moveTo>
                <a:cubicBezTo>
                  <a:pt x="441" y="1"/>
                  <a:pt x="0" y="473"/>
                  <a:pt x="0" y="1009"/>
                </a:cubicBezTo>
                <a:lnTo>
                  <a:pt x="0" y="6554"/>
                </a:lnTo>
                <a:cubicBezTo>
                  <a:pt x="0" y="7152"/>
                  <a:pt x="473" y="7593"/>
                  <a:pt x="1040" y="7593"/>
                </a:cubicBezTo>
                <a:lnTo>
                  <a:pt x="10806" y="7593"/>
                </a:lnTo>
                <a:cubicBezTo>
                  <a:pt x="11373" y="7593"/>
                  <a:pt x="11815" y="7121"/>
                  <a:pt x="11815" y="6554"/>
                </a:cubicBezTo>
                <a:lnTo>
                  <a:pt x="11815" y="1009"/>
                </a:lnTo>
                <a:cubicBezTo>
                  <a:pt x="11783" y="473"/>
                  <a:pt x="11310" y="1"/>
                  <a:pt x="10743" y="1"/>
                </a:cubicBezTo>
                <a:lnTo>
                  <a:pt x="7593" y="1"/>
                </a:lnTo>
                <a:lnTo>
                  <a:pt x="7593" y="347"/>
                </a:lnTo>
                <a:cubicBezTo>
                  <a:pt x="7593" y="946"/>
                  <a:pt x="7120" y="1355"/>
                  <a:pt x="6585" y="1355"/>
                </a:cubicBezTo>
                <a:lnTo>
                  <a:pt x="5198" y="1355"/>
                </a:lnTo>
                <a:cubicBezTo>
                  <a:pt x="4600" y="1355"/>
                  <a:pt x="4190" y="883"/>
                  <a:pt x="4190" y="347"/>
                </a:cubicBezTo>
                <a:lnTo>
                  <a:pt x="419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6" name="Google Shape;9410;p73">
            <a:extLst>
              <a:ext uri="{FF2B5EF4-FFF2-40B4-BE49-F238E27FC236}">
                <a16:creationId xmlns:a16="http://schemas.microsoft.com/office/drawing/2014/main" id="{662F8802-BBD8-1875-F1EF-E232F5C67A52}"/>
              </a:ext>
            </a:extLst>
          </p:cNvPr>
          <p:cNvSpPr/>
          <p:nvPr/>
        </p:nvSpPr>
        <p:spPr>
          <a:xfrm>
            <a:off x="6008082" y="4009378"/>
            <a:ext cx="165287" cy="94928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693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4"/>
                  <a:pt x="315" y="1419"/>
                  <a:pt x="693" y="1419"/>
                </a:cubicBezTo>
                <a:lnTo>
                  <a:pt x="1418" y="1419"/>
                </a:lnTo>
                <a:lnTo>
                  <a:pt x="1418" y="2458"/>
                </a:lnTo>
                <a:cubicBezTo>
                  <a:pt x="1386" y="2647"/>
                  <a:pt x="1544" y="2805"/>
                  <a:pt x="1733" y="2805"/>
                </a:cubicBezTo>
                <a:lnTo>
                  <a:pt x="3119" y="2805"/>
                </a:lnTo>
                <a:cubicBezTo>
                  <a:pt x="3308" y="2805"/>
                  <a:pt x="3466" y="2647"/>
                  <a:pt x="3466" y="2458"/>
                </a:cubicBezTo>
                <a:lnTo>
                  <a:pt x="3466" y="1419"/>
                </a:lnTo>
                <a:lnTo>
                  <a:pt x="4159" y="1419"/>
                </a:lnTo>
                <a:cubicBezTo>
                  <a:pt x="4568" y="1419"/>
                  <a:pt x="4883" y="1104"/>
                  <a:pt x="4883" y="725"/>
                </a:cubicBezTo>
                <a:cubicBezTo>
                  <a:pt x="4883" y="316"/>
                  <a:pt x="4568" y="1"/>
                  <a:pt x="415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7" name="Google Shape;9411;p73">
            <a:extLst>
              <a:ext uri="{FF2B5EF4-FFF2-40B4-BE49-F238E27FC236}">
                <a16:creationId xmlns:a16="http://schemas.microsoft.com/office/drawing/2014/main" id="{3C304A50-9268-1BA6-36BF-73D80A73BF57}"/>
              </a:ext>
            </a:extLst>
          </p:cNvPr>
          <p:cNvSpPr/>
          <p:nvPr/>
        </p:nvSpPr>
        <p:spPr>
          <a:xfrm>
            <a:off x="6031535" y="3939021"/>
            <a:ext cx="117299" cy="48023"/>
          </a:xfrm>
          <a:custGeom>
            <a:avLst/>
            <a:gdLst/>
            <a:ahLst/>
            <a:cxnLst/>
            <a:rect l="l" t="t" r="r" b="b"/>
            <a:pathLst>
              <a:path w="3466" h="1419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lnTo>
                  <a:pt x="3466" y="1418"/>
                </a:lnTo>
                <a:lnTo>
                  <a:pt x="3466" y="347"/>
                </a:lnTo>
                <a:cubicBezTo>
                  <a:pt x="3466" y="158"/>
                  <a:pt x="3308" y="1"/>
                  <a:pt x="31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1" name="Google Shape;9413;p73">
            <a:extLst>
              <a:ext uri="{FF2B5EF4-FFF2-40B4-BE49-F238E27FC236}">
                <a16:creationId xmlns:a16="http://schemas.microsoft.com/office/drawing/2014/main" id="{27F1AD99-B260-127C-4882-76B70780C558}"/>
              </a:ext>
            </a:extLst>
          </p:cNvPr>
          <p:cNvSpPr/>
          <p:nvPr/>
        </p:nvSpPr>
        <p:spPr>
          <a:xfrm>
            <a:off x="5961158" y="4560352"/>
            <a:ext cx="23487" cy="117332"/>
          </a:xfrm>
          <a:custGeom>
            <a:avLst/>
            <a:gdLst/>
            <a:ahLst/>
            <a:cxnLst/>
            <a:rect l="l" t="t" r="r" b="b"/>
            <a:pathLst>
              <a:path w="694" h="3467" extrusionOk="0">
                <a:moveTo>
                  <a:pt x="0" y="1"/>
                </a:moveTo>
                <a:lnTo>
                  <a:pt x="0" y="3466"/>
                </a:lnTo>
                <a:lnTo>
                  <a:pt x="694" y="3466"/>
                </a:lnTo>
                <a:lnTo>
                  <a:pt x="69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2" name="Google Shape;9414;p73">
            <a:extLst>
              <a:ext uri="{FF2B5EF4-FFF2-40B4-BE49-F238E27FC236}">
                <a16:creationId xmlns:a16="http://schemas.microsoft.com/office/drawing/2014/main" id="{71E90CB8-B2E2-32AD-95C6-0AB533B4E179}"/>
              </a:ext>
            </a:extLst>
          </p:cNvPr>
          <p:cNvSpPr/>
          <p:nvPr/>
        </p:nvSpPr>
        <p:spPr>
          <a:xfrm>
            <a:off x="6197852" y="4560352"/>
            <a:ext cx="24570" cy="117332"/>
          </a:xfrm>
          <a:custGeom>
            <a:avLst/>
            <a:gdLst/>
            <a:ahLst/>
            <a:cxnLst/>
            <a:rect l="l" t="t" r="r" b="b"/>
            <a:pathLst>
              <a:path w="726" h="3467" extrusionOk="0">
                <a:moveTo>
                  <a:pt x="1" y="1"/>
                </a:moveTo>
                <a:lnTo>
                  <a:pt x="1" y="3466"/>
                </a:lnTo>
                <a:lnTo>
                  <a:pt x="725" y="3466"/>
                </a:lnTo>
                <a:lnTo>
                  <a:pt x="72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3" name="Google Shape;9415;p73">
            <a:extLst>
              <a:ext uri="{FF2B5EF4-FFF2-40B4-BE49-F238E27FC236}">
                <a16:creationId xmlns:a16="http://schemas.microsoft.com/office/drawing/2014/main" id="{7A10CDED-BD83-6F24-4653-AF482A4102CE}"/>
              </a:ext>
            </a:extLst>
          </p:cNvPr>
          <p:cNvSpPr/>
          <p:nvPr/>
        </p:nvSpPr>
        <p:spPr>
          <a:xfrm>
            <a:off x="5961158" y="4701103"/>
            <a:ext cx="23487" cy="140786"/>
          </a:xfrm>
          <a:custGeom>
            <a:avLst/>
            <a:gdLst/>
            <a:ahLst/>
            <a:cxnLst/>
            <a:rect l="l" t="t" r="r" b="b"/>
            <a:pathLst>
              <a:path w="694" h="4160" extrusionOk="0">
                <a:moveTo>
                  <a:pt x="0" y="0"/>
                </a:moveTo>
                <a:lnTo>
                  <a:pt x="0" y="4159"/>
                </a:lnTo>
                <a:lnTo>
                  <a:pt x="694" y="4159"/>
                </a:ln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4" name="Google Shape;9416;p73">
            <a:extLst>
              <a:ext uri="{FF2B5EF4-FFF2-40B4-BE49-F238E27FC236}">
                <a16:creationId xmlns:a16="http://schemas.microsoft.com/office/drawing/2014/main" id="{3F3940ED-4656-5904-9B5B-AFE2734419AE}"/>
              </a:ext>
            </a:extLst>
          </p:cNvPr>
          <p:cNvSpPr/>
          <p:nvPr/>
        </p:nvSpPr>
        <p:spPr>
          <a:xfrm>
            <a:off x="6197852" y="4701103"/>
            <a:ext cx="24570" cy="140786"/>
          </a:xfrm>
          <a:custGeom>
            <a:avLst/>
            <a:gdLst/>
            <a:ahLst/>
            <a:cxnLst/>
            <a:rect l="l" t="t" r="r" b="b"/>
            <a:pathLst>
              <a:path w="726" h="4160" extrusionOk="0">
                <a:moveTo>
                  <a:pt x="1" y="0"/>
                </a:moveTo>
                <a:lnTo>
                  <a:pt x="1" y="4159"/>
                </a:lnTo>
                <a:lnTo>
                  <a:pt x="725" y="4159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5" name="Google Shape;9417;p73">
            <a:extLst>
              <a:ext uri="{FF2B5EF4-FFF2-40B4-BE49-F238E27FC236}">
                <a16:creationId xmlns:a16="http://schemas.microsoft.com/office/drawing/2014/main" id="{2B1C6040-76A7-BBCE-DCB2-844ED7F1614D}"/>
              </a:ext>
            </a:extLst>
          </p:cNvPr>
          <p:cNvSpPr/>
          <p:nvPr/>
        </p:nvSpPr>
        <p:spPr>
          <a:xfrm>
            <a:off x="5891848" y="4560352"/>
            <a:ext cx="46940" cy="117332"/>
          </a:xfrm>
          <a:custGeom>
            <a:avLst/>
            <a:gdLst/>
            <a:ahLst/>
            <a:cxnLst/>
            <a:rect l="l" t="t" r="r" b="b"/>
            <a:pathLst>
              <a:path w="1387" h="3467" extrusionOk="0">
                <a:moveTo>
                  <a:pt x="1009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2049"/>
                </a:lnTo>
                <a:cubicBezTo>
                  <a:pt x="1" y="2427"/>
                  <a:pt x="158" y="2773"/>
                  <a:pt x="442" y="3025"/>
                </a:cubicBezTo>
                <a:cubicBezTo>
                  <a:pt x="662" y="3340"/>
                  <a:pt x="1009" y="3466"/>
                  <a:pt x="1387" y="3466"/>
                </a:cubicBezTo>
                <a:lnTo>
                  <a:pt x="138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6" name="Google Shape;9418;p73">
            <a:extLst>
              <a:ext uri="{FF2B5EF4-FFF2-40B4-BE49-F238E27FC236}">
                <a16:creationId xmlns:a16="http://schemas.microsoft.com/office/drawing/2014/main" id="{8C444FB0-6ACD-CB63-7015-9732DD26E7D1}"/>
              </a:ext>
            </a:extLst>
          </p:cNvPr>
          <p:cNvSpPr/>
          <p:nvPr/>
        </p:nvSpPr>
        <p:spPr>
          <a:xfrm>
            <a:off x="6009149" y="4560352"/>
            <a:ext cx="165287" cy="117332"/>
          </a:xfrm>
          <a:custGeom>
            <a:avLst/>
            <a:gdLst/>
            <a:ahLst/>
            <a:cxnLst/>
            <a:rect l="l" t="t" r="r" b="b"/>
            <a:pathLst>
              <a:path w="4884" h="3467" extrusionOk="0">
                <a:moveTo>
                  <a:pt x="0" y="1"/>
                </a:moveTo>
                <a:lnTo>
                  <a:pt x="0" y="3466"/>
                </a:lnTo>
                <a:lnTo>
                  <a:pt x="4883" y="3466"/>
                </a:lnTo>
                <a:lnTo>
                  <a:pt x="488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7" name="Google Shape;9419;p73">
            <a:extLst>
              <a:ext uri="{FF2B5EF4-FFF2-40B4-BE49-F238E27FC236}">
                <a16:creationId xmlns:a16="http://schemas.microsoft.com/office/drawing/2014/main" id="{B54D0D87-9D6E-6C41-1597-B36062E7FE26}"/>
              </a:ext>
            </a:extLst>
          </p:cNvPr>
          <p:cNvSpPr/>
          <p:nvPr/>
        </p:nvSpPr>
        <p:spPr>
          <a:xfrm>
            <a:off x="6244761" y="4684049"/>
            <a:ext cx="46973" cy="158891"/>
          </a:xfrm>
          <a:custGeom>
            <a:avLst/>
            <a:gdLst/>
            <a:ahLst/>
            <a:cxnLst/>
            <a:rect l="l" t="t" r="r" b="b"/>
            <a:pathLst>
              <a:path w="1388" h="4695" extrusionOk="0">
                <a:moveTo>
                  <a:pt x="1387" y="0"/>
                </a:moveTo>
                <a:cubicBezTo>
                  <a:pt x="977" y="315"/>
                  <a:pt x="505" y="504"/>
                  <a:pt x="1" y="504"/>
                </a:cubicBezTo>
                <a:lnTo>
                  <a:pt x="1" y="4695"/>
                </a:lnTo>
                <a:lnTo>
                  <a:pt x="347" y="4695"/>
                </a:lnTo>
                <a:cubicBezTo>
                  <a:pt x="946" y="4695"/>
                  <a:pt x="1387" y="4222"/>
                  <a:pt x="1387" y="3655"/>
                </a:cubicBezTo>
                <a:lnTo>
                  <a:pt x="1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8" name="Google Shape;9420;p73">
            <a:extLst>
              <a:ext uri="{FF2B5EF4-FFF2-40B4-BE49-F238E27FC236}">
                <a16:creationId xmlns:a16="http://schemas.microsoft.com/office/drawing/2014/main" id="{01056165-D54C-14AA-EE88-C8201DAD6369}"/>
              </a:ext>
            </a:extLst>
          </p:cNvPr>
          <p:cNvSpPr/>
          <p:nvPr/>
        </p:nvSpPr>
        <p:spPr>
          <a:xfrm>
            <a:off x="5891848" y="4684046"/>
            <a:ext cx="46940" cy="157842"/>
          </a:xfrm>
          <a:custGeom>
            <a:avLst/>
            <a:gdLst/>
            <a:ahLst/>
            <a:cxnLst/>
            <a:rect l="l" t="t" r="r" b="b"/>
            <a:pathLst>
              <a:path w="1387" h="4664" extrusionOk="0">
                <a:moveTo>
                  <a:pt x="1" y="0"/>
                </a:moveTo>
                <a:lnTo>
                  <a:pt x="1" y="3655"/>
                </a:lnTo>
                <a:cubicBezTo>
                  <a:pt x="1" y="4222"/>
                  <a:pt x="442" y="4663"/>
                  <a:pt x="1009" y="4663"/>
                </a:cubicBezTo>
                <a:lnTo>
                  <a:pt x="1387" y="4663"/>
                </a:lnTo>
                <a:lnTo>
                  <a:pt x="1387" y="504"/>
                </a:lnTo>
                <a:cubicBezTo>
                  <a:pt x="851" y="504"/>
                  <a:pt x="379" y="315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9" name="Google Shape;9421;p73">
            <a:extLst>
              <a:ext uri="{FF2B5EF4-FFF2-40B4-BE49-F238E27FC236}">
                <a16:creationId xmlns:a16="http://schemas.microsoft.com/office/drawing/2014/main" id="{29A666EA-4F93-4894-33C1-AF9237201A95}"/>
              </a:ext>
            </a:extLst>
          </p:cNvPr>
          <p:cNvSpPr/>
          <p:nvPr/>
        </p:nvSpPr>
        <p:spPr>
          <a:xfrm>
            <a:off x="6079505" y="4701103"/>
            <a:ext cx="23487" cy="24570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1" y="0"/>
                </a:moveTo>
                <a:lnTo>
                  <a:pt x="1" y="347"/>
                </a:lnTo>
                <a:cubicBezTo>
                  <a:pt x="1" y="568"/>
                  <a:pt x="158" y="725"/>
                  <a:pt x="347" y="725"/>
                </a:cubicBezTo>
                <a:cubicBezTo>
                  <a:pt x="568" y="725"/>
                  <a:pt x="694" y="568"/>
                  <a:pt x="694" y="347"/>
                </a:cubicBez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0" name="Google Shape;9422;p73">
            <a:extLst>
              <a:ext uri="{FF2B5EF4-FFF2-40B4-BE49-F238E27FC236}">
                <a16:creationId xmlns:a16="http://schemas.microsoft.com/office/drawing/2014/main" id="{A803873E-2D70-6987-9592-F94923783ADA}"/>
              </a:ext>
            </a:extLst>
          </p:cNvPr>
          <p:cNvSpPr/>
          <p:nvPr/>
        </p:nvSpPr>
        <p:spPr>
          <a:xfrm>
            <a:off x="6244761" y="4560352"/>
            <a:ext cx="46973" cy="117332"/>
          </a:xfrm>
          <a:custGeom>
            <a:avLst/>
            <a:gdLst/>
            <a:ahLst/>
            <a:cxnLst/>
            <a:rect l="l" t="t" r="r" b="b"/>
            <a:pathLst>
              <a:path w="1388" h="3467" extrusionOk="0">
                <a:moveTo>
                  <a:pt x="1" y="1"/>
                </a:moveTo>
                <a:lnTo>
                  <a:pt x="1" y="3466"/>
                </a:lnTo>
                <a:cubicBezTo>
                  <a:pt x="347" y="3466"/>
                  <a:pt x="662" y="3340"/>
                  <a:pt x="946" y="3088"/>
                </a:cubicBezTo>
                <a:cubicBezTo>
                  <a:pt x="1229" y="2836"/>
                  <a:pt x="1387" y="2458"/>
                  <a:pt x="1387" y="2080"/>
                </a:cubicBezTo>
                <a:lnTo>
                  <a:pt x="1387" y="1040"/>
                </a:lnTo>
                <a:cubicBezTo>
                  <a:pt x="1387" y="442"/>
                  <a:pt x="914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1" name="Google Shape;9423;p73">
            <a:extLst>
              <a:ext uri="{FF2B5EF4-FFF2-40B4-BE49-F238E27FC236}">
                <a16:creationId xmlns:a16="http://schemas.microsoft.com/office/drawing/2014/main" id="{B30C01A5-E772-661D-7503-30B85E97B388}"/>
              </a:ext>
            </a:extLst>
          </p:cNvPr>
          <p:cNvSpPr/>
          <p:nvPr/>
        </p:nvSpPr>
        <p:spPr>
          <a:xfrm>
            <a:off x="6009149" y="4701103"/>
            <a:ext cx="165287" cy="140786"/>
          </a:xfrm>
          <a:custGeom>
            <a:avLst/>
            <a:gdLst/>
            <a:ahLst/>
            <a:cxnLst/>
            <a:rect l="l" t="t" r="r" b="b"/>
            <a:pathLst>
              <a:path w="4884" h="4160" extrusionOk="0">
                <a:moveTo>
                  <a:pt x="0" y="0"/>
                </a:moveTo>
                <a:lnTo>
                  <a:pt x="0" y="4159"/>
                </a:lnTo>
                <a:lnTo>
                  <a:pt x="4883" y="4159"/>
                </a:lnTo>
                <a:lnTo>
                  <a:pt x="4883" y="0"/>
                </a:lnTo>
                <a:lnTo>
                  <a:pt x="3466" y="0"/>
                </a:lnTo>
                <a:lnTo>
                  <a:pt x="3466" y="347"/>
                </a:lnTo>
                <a:cubicBezTo>
                  <a:pt x="3466" y="946"/>
                  <a:pt x="2993" y="1387"/>
                  <a:pt x="2426" y="1387"/>
                </a:cubicBezTo>
                <a:cubicBezTo>
                  <a:pt x="1827" y="1387"/>
                  <a:pt x="1418" y="914"/>
                  <a:pt x="1418" y="347"/>
                </a:cubicBezTo>
                <a:lnTo>
                  <a:pt x="141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22" name="Google Shape;9424;p73">
            <a:extLst>
              <a:ext uri="{FF2B5EF4-FFF2-40B4-BE49-F238E27FC236}">
                <a16:creationId xmlns:a16="http://schemas.microsoft.com/office/drawing/2014/main" id="{3E2360DB-4E45-5E09-8CA8-4DC9DDF6BFB4}"/>
              </a:ext>
            </a:extLst>
          </p:cNvPr>
          <p:cNvSpPr/>
          <p:nvPr/>
        </p:nvSpPr>
        <p:spPr>
          <a:xfrm>
            <a:off x="6008066" y="4443090"/>
            <a:ext cx="165287" cy="93845"/>
          </a:xfrm>
          <a:custGeom>
            <a:avLst/>
            <a:gdLst/>
            <a:ahLst/>
            <a:cxnLst/>
            <a:rect l="l" t="t" r="r" b="b"/>
            <a:pathLst>
              <a:path w="4884" h="277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lnTo>
                  <a:pt x="1" y="2773"/>
                </a:lnTo>
                <a:lnTo>
                  <a:pt x="1355" y="2773"/>
                </a:lnTo>
                <a:lnTo>
                  <a:pt x="1355" y="2426"/>
                </a:lnTo>
                <a:cubicBezTo>
                  <a:pt x="1355" y="1828"/>
                  <a:pt x="1828" y="1418"/>
                  <a:pt x="2395" y="1418"/>
                </a:cubicBezTo>
                <a:cubicBezTo>
                  <a:pt x="2994" y="1418"/>
                  <a:pt x="3403" y="1891"/>
                  <a:pt x="3403" y="2426"/>
                </a:cubicBezTo>
                <a:lnTo>
                  <a:pt x="3403" y="2773"/>
                </a:lnTo>
                <a:lnTo>
                  <a:pt x="4884" y="2773"/>
                </a:lnTo>
                <a:lnTo>
                  <a:pt x="4884" y="2426"/>
                </a:ln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5" name="Google Shape;9426;p73">
            <a:extLst>
              <a:ext uri="{FF2B5EF4-FFF2-40B4-BE49-F238E27FC236}">
                <a16:creationId xmlns:a16="http://schemas.microsoft.com/office/drawing/2014/main" id="{51AC9D75-CA95-F668-2BF4-21B8D44A3839}"/>
              </a:ext>
            </a:extLst>
          </p:cNvPr>
          <p:cNvSpPr/>
          <p:nvPr/>
        </p:nvSpPr>
        <p:spPr>
          <a:xfrm>
            <a:off x="6197347" y="5188640"/>
            <a:ext cx="70393" cy="140751"/>
          </a:xfrm>
          <a:custGeom>
            <a:avLst/>
            <a:gdLst/>
            <a:ahLst/>
            <a:cxnLst/>
            <a:rect l="l" t="t" r="r" b="b"/>
            <a:pathLst>
              <a:path w="2080" h="4159" extrusionOk="0">
                <a:moveTo>
                  <a:pt x="0" y="0"/>
                </a:moveTo>
                <a:lnTo>
                  <a:pt x="0" y="4159"/>
                </a:lnTo>
                <a:lnTo>
                  <a:pt x="1733" y="4159"/>
                </a:lnTo>
                <a:cubicBezTo>
                  <a:pt x="1922" y="4159"/>
                  <a:pt x="2079" y="4001"/>
                  <a:pt x="2079" y="3812"/>
                </a:cubicBezTo>
                <a:lnTo>
                  <a:pt x="2079" y="1733"/>
                </a:lnTo>
                <a:cubicBezTo>
                  <a:pt x="2079" y="788"/>
                  <a:pt x="1292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6" name="Google Shape;9427;p73">
            <a:extLst>
              <a:ext uri="{FF2B5EF4-FFF2-40B4-BE49-F238E27FC236}">
                <a16:creationId xmlns:a16="http://schemas.microsoft.com/office/drawing/2014/main" id="{AE559402-4E52-7690-5F39-4226F05902B0}"/>
              </a:ext>
            </a:extLst>
          </p:cNvPr>
          <p:cNvSpPr/>
          <p:nvPr/>
        </p:nvSpPr>
        <p:spPr>
          <a:xfrm>
            <a:off x="6009688" y="5188641"/>
            <a:ext cx="164204" cy="68531"/>
          </a:xfrm>
          <a:custGeom>
            <a:avLst/>
            <a:gdLst/>
            <a:ahLst/>
            <a:cxnLst/>
            <a:rect l="l" t="t" r="r" b="b"/>
            <a:pathLst>
              <a:path w="4852" h="2025" extrusionOk="0">
                <a:moveTo>
                  <a:pt x="0" y="0"/>
                </a:moveTo>
                <a:lnTo>
                  <a:pt x="0" y="1481"/>
                </a:lnTo>
                <a:cubicBezTo>
                  <a:pt x="772" y="1843"/>
                  <a:pt x="1599" y="2024"/>
                  <a:pt x="2426" y="2024"/>
                </a:cubicBezTo>
                <a:cubicBezTo>
                  <a:pt x="3253" y="2024"/>
                  <a:pt x="4080" y="1843"/>
                  <a:pt x="4852" y="1481"/>
                </a:cubicBezTo>
                <a:lnTo>
                  <a:pt x="4852" y="0"/>
                </a:lnTo>
                <a:lnTo>
                  <a:pt x="4789" y="0"/>
                </a:lnTo>
                <a:cubicBezTo>
                  <a:pt x="4348" y="410"/>
                  <a:pt x="3781" y="693"/>
                  <a:pt x="3119" y="693"/>
                </a:cubicBezTo>
                <a:lnTo>
                  <a:pt x="1733" y="693"/>
                </a:lnTo>
                <a:cubicBezTo>
                  <a:pt x="1071" y="693"/>
                  <a:pt x="473" y="410"/>
                  <a:pt x="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7" name="Google Shape;9428;p73">
            <a:extLst>
              <a:ext uri="{FF2B5EF4-FFF2-40B4-BE49-F238E27FC236}">
                <a16:creationId xmlns:a16="http://schemas.microsoft.com/office/drawing/2014/main" id="{F2B9F0BC-7BC6-8710-217B-AA7781D4D3AD}"/>
              </a:ext>
            </a:extLst>
          </p:cNvPr>
          <p:cNvSpPr/>
          <p:nvPr/>
        </p:nvSpPr>
        <p:spPr>
          <a:xfrm>
            <a:off x="6009688" y="5264347"/>
            <a:ext cx="164204" cy="65045"/>
          </a:xfrm>
          <a:custGeom>
            <a:avLst/>
            <a:gdLst/>
            <a:ahLst/>
            <a:cxnLst/>
            <a:rect l="l" t="t" r="r" b="b"/>
            <a:pathLst>
              <a:path w="4852" h="1922" extrusionOk="0">
                <a:moveTo>
                  <a:pt x="0" y="0"/>
                </a:moveTo>
                <a:lnTo>
                  <a:pt x="0" y="1922"/>
                </a:lnTo>
                <a:lnTo>
                  <a:pt x="4852" y="1922"/>
                </a:lnTo>
                <a:lnTo>
                  <a:pt x="4852" y="0"/>
                </a:lnTo>
                <a:cubicBezTo>
                  <a:pt x="4080" y="315"/>
                  <a:pt x="3253" y="473"/>
                  <a:pt x="2426" y="473"/>
                </a:cubicBezTo>
                <a:cubicBezTo>
                  <a:pt x="1599" y="473"/>
                  <a:pt x="772" y="31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8" name="Google Shape;9429;p73">
            <a:extLst>
              <a:ext uri="{FF2B5EF4-FFF2-40B4-BE49-F238E27FC236}">
                <a16:creationId xmlns:a16="http://schemas.microsoft.com/office/drawing/2014/main" id="{1D5CFEC1-65B4-B3AE-6609-118B4081229A}"/>
              </a:ext>
            </a:extLst>
          </p:cNvPr>
          <p:cNvSpPr/>
          <p:nvPr/>
        </p:nvSpPr>
        <p:spPr>
          <a:xfrm>
            <a:off x="5915844" y="5187556"/>
            <a:ext cx="70427" cy="141834"/>
          </a:xfrm>
          <a:custGeom>
            <a:avLst/>
            <a:gdLst/>
            <a:ahLst/>
            <a:cxnLst/>
            <a:rect l="l" t="t" r="r" b="b"/>
            <a:pathLst>
              <a:path w="2081" h="4191" extrusionOk="0">
                <a:moveTo>
                  <a:pt x="1734" y="1"/>
                </a:moveTo>
                <a:cubicBezTo>
                  <a:pt x="757" y="32"/>
                  <a:pt x="1" y="757"/>
                  <a:pt x="1" y="1765"/>
                </a:cubicBezTo>
                <a:lnTo>
                  <a:pt x="1" y="3844"/>
                </a:lnTo>
                <a:cubicBezTo>
                  <a:pt x="1" y="4033"/>
                  <a:pt x="158" y="4191"/>
                  <a:pt x="379" y="4191"/>
                </a:cubicBezTo>
                <a:lnTo>
                  <a:pt x="2080" y="4191"/>
                </a:lnTo>
                <a:lnTo>
                  <a:pt x="208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9" name="Google Shape;9430;p73">
            <a:extLst>
              <a:ext uri="{FF2B5EF4-FFF2-40B4-BE49-F238E27FC236}">
                <a16:creationId xmlns:a16="http://schemas.microsoft.com/office/drawing/2014/main" id="{960BFBE9-CF71-B161-5436-84CBD0441DEF}"/>
              </a:ext>
            </a:extLst>
          </p:cNvPr>
          <p:cNvSpPr/>
          <p:nvPr/>
        </p:nvSpPr>
        <p:spPr>
          <a:xfrm>
            <a:off x="6020348" y="5045756"/>
            <a:ext cx="140751" cy="142917"/>
          </a:xfrm>
          <a:custGeom>
            <a:avLst/>
            <a:gdLst/>
            <a:ahLst/>
            <a:cxnLst/>
            <a:rect l="l" t="t" r="r" b="b"/>
            <a:pathLst>
              <a:path w="4159" h="4223" extrusionOk="0">
                <a:moveTo>
                  <a:pt x="2080" y="1"/>
                </a:moveTo>
                <a:cubicBezTo>
                  <a:pt x="1765" y="442"/>
                  <a:pt x="1260" y="694"/>
                  <a:pt x="693" y="694"/>
                </a:cubicBezTo>
                <a:lnTo>
                  <a:pt x="0" y="694"/>
                </a:lnTo>
                <a:lnTo>
                  <a:pt x="0" y="3498"/>
                </a:lnTo>
                <a:cubicBezTo>
                  <a:pt x="347" y="3939"/>
                  <a:pt x="851" y="4222"/>
                  <a:pt x="1418" y="4222"/>
                </a:cubicBezTo>
                <a:lnTo>
                  <a:pt x="2804" y="4222"/>
                </a:lnTo>
                <a:cubicBezTo>
                  <a:pt x="3340" y="4222"/>
                  <a:pt x="3844" y="3939"/>
                  <a:pt x="4159" y="3498"/>
                </a:cubicBezTo>
                <a:lnTo>
                  <a:pt x="4159" y="694"/>
                </a:lnTo>
                <a:lnTo>
                  <a:pt x="3466" y="694"/>
                </a:lnTo>
                <a:cubicBezTo>
                  <a:pt x="2899" y="694"/>
                  <a:pt x="2395" y="442"/>
                  <a:pt x="208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10" name="Google Shape;9431;p73">
            <a:extLst>
              <a:ext uri="{FF2B5EF4-FFF2-40B4-BE49-F238E27FC236}">
                <a16:creationId xmlns:a16="http://schemas.microsoft.com/office/drawing/2014/main" id="{A15702B5-2212-BADC-CB54-9496143087B1}"/>
              </a:ext>
            </a:extLst>
          </p:cNvPr>
          <p:cNvSpPr/>
          <p:nvPr/>
        </p:nvSpPr>
        <p:spPr>
          <a:xfrm>
            <a:off x="5960619" y="4928460"/>
            <a:ext cx="258083" cy="235679"/>
          </a:xfrm>
          <a:custGeom>
            <a:avLst/>
            <a:gdLst/>
            <a:ahLst/>
            <a:cxnLst/>
            <a:rect l="l" t="t" r="r" b="b"/>
            <a:pathLst>
              <a:path w="7625" h="6964" extrusionOk="0">
                <a:moveTo>
                  <a:pt x="3813" y="1"/>
                </a:moveTo>
                <a:cubicBezTo>
                  <a:pt x="1734" y="1"/>
                  <a:pt x="1" y="1702"/>
                  <a:pt x="1" y="3813"/>
                </a:cubicBezTo>
                <a:lnTo>
                  <a:pt x="1" y="5955"/>
                </a:lnTo>
                <a:lnTo>
                  <a:pt x="64" y="5955"/>
                </a:lnTo>
                <a:cubicBezTo>
                  <a:pt x="64" y="6522"/>
                  <a:pt x="537" y="6964"/>
                  <a:pt x="1104" y="6964"/>
                </a:cubicBezTo>
                <a:lnTo>
                  <a:pt x="1104" y="3813"/>
                </a:lnTo>
                <a:cubicBezTo>
                  <a:pt x="1104" y="3624"/>
                  <a:pt x="1261" y="3467"/>
                  <a:pt x="1450" y="3467"/>
                </a:cubicBezTo>
                <a:lnTo>
                  <a:pt x="2458" y="3467"/>
                </a:lnTo>
                <a:cubicBezTo>
                  <a:pt x="3057" y="3467"/>
                  <a:pt x="3498" y="2994"/>
                  <a:pt x="3498" y="2427"/>
                </a:cubicBezTo>
                <a:lnTo>
                  <a:pt x="3498" y="1734"/>
                </a:lnTo>
                <a:cubicBezTo>
                  <a:pt x="3498" y="1545"/>
                  <a:pt x="3656" y="1387"/>
                  <a:pt x="3845" y="1387"/>
                </a:cubicBezTo>
                <a:cubicBezTo>
                  <a:pt x="4034" y="1387"/>
                  <a:pt x="4191" y="1545"/>
                  <a:pt x="4191" y="1734"/>
                </a:cubicBezTo>
                <a:lnTo>
                  <a:pt x="4191" y="2427"/>
                </a:lnTo>
                <a:cubicBezTo>
                  <a:pt x="4191" y="3025"/>
                  <a:pt x="4664" y="3467"/>
                  <a:pt x="5231" y="3467"/>
                </a:cubicBezTo>
                <a:lnTo>
                  <a:pt x="6239" y="3467"/>
                </a:lnTo>
                <a:cubicBezTo>
                  <a:pt x="6459" y="3467"/>
                  <a:pt x="6617" y="3624"/>
                  <a:pt x="6617" y="3813"/>
                </a:cubicBezTo>
                <a:lnTo>
                  <a:pt x="6617" y="6964"/>
                </a:lnTo>
                <a:cubicBezTo>
                  <a:pt x="7184" y="6964"/>
                  <a:pt x="7625" y="6491"/>
                  <a:pt x="7625" y="5955"/>
                </a:cubicBezTo>
                <a:lnTo>
                  <a:pt x="7625" y="3813"/>
                </a:lnTo>
                <a:cubicBezTo>
                  <a:pt x="7625" y="1734"/>
                  <a:pt x="5924" y="1"/>
                  <a:pt x="381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8" name="Google Shape;9433;p73">
            <a:extLst>
              <a:ext uri="{FF2B5EF4-FFF2-40B4-BE49-F238E27FC236}">
                <a16:creationId xmlns:a16="http://schemas.microsoft.com/office/drawing/2014/main" id="{CBB9C942-CA9A-8F7C-3DEA-D14A4C65B399}"/>
              </a:ext>
            </a:extLst>
          </p:cNvPr>
          <p:cNvSpPr/>
          <p:nvPr/>
        </p:nvSpPr>
        <p:spPr>
          <a:xfrm>
            <a:off x="7923449" y="4630202"/>
            <a:ext cx="399851" cy="212193"/>
          </a:xfrm>
          <a:custGeom>
            <a:avLst/>
            <a:gdLst/>
            <a:ahLst/>
            <a:cxnLst/>
            <a:rect l="l" t="t" r="r" b="b"/>
            <a:pathLst>
              <a:path w="11815" h="6270" extrusionOk="0">
                <a:moveTo>
                  <a:pt x="7309" y="1418"/>
                </a:moveTo>
                <a:cubicBezTo>
                  <a:pt x="7908" y="1418"/>
                  <a:pt x="8349" y="1891"/>
                  <a:pt x="8349" y="2458"/>
                </a:cubicBezTo>
                <a:cubicBezTo>
                  <a:pt x="8349" y="2993"/>
                  <a:pt x="7845" y="3466"/>
                  <a:pt x="7309" y="3466"/>
                </a:cubicBezTo>
                <a:lnTo>
                  <a:pt x="4474" y="3466"/>
                </a:lnTo>
                <a:cubicBezTo>
                  <a:pt x="3875" y="3466"/>
                  <a:pt x="3434" y="2993"/>
                  <a:pt x="3434" y="2458"/>
                </a:cubicBezTo>
                <a:cubicBezTo>
                  <a:pt x="3434" y="1859"/>
                  <a:pt x="3907" y="1418"/>
                  <a:pt x="4474" y="1418"/>
                </a:cubicBezTo>
                <a:close/>
                <a:moveTo>
                  <a:pt x="1008" y="1"/>
                </a:moveTo>
                <a:cubicBezTo>
                  <a:pt x="410" y="1"/>
                  <a:pt x="0" y="473"/>
                  <a:pt x="0" y="1040"/>
                </a:cubicBezTo>
                <a:lnTo>
                  <a:pt x="0" y="5262"/>
                </a:lnTo>
                <a:cubicBezTo>
                  <a:pt x="0" y="5829"/>
                  <a:pt x="473" y="6270"/>
                  <a:pt x="1008" y="6270"/>
                </a:cubicBezTo>
                <a:lnTo>
                  <a:pt x="10775" y="6270"/>
                </a:lnTo>
                <a:cubicBezTo>
                  <a:pt x="11373" y="6270"/>
                  <a:pt x="11815" y="5797"/>
                  <a:pt x="11815" y="5262"/>
                </a:cubicBezTo>
                <a:lnTo>
                  <a:pt x="11815" y="1040"/>
                </a:lnTo>
                <a:cubicBezTo>
                  <a:pt x="11783" y="473"/>
                  <a:pt x="11342" y="1"/>
                  <a:pt x="1077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9" name="Google Shape;9434;p73">
            <a:extLst>
              <a:ext uri="{FF2B5EF4-FFF2-40B4-BE49-F238E27FC236}">
                <a16:creationId xmlns:a16="http://schemas.microsoft.com/office/drawing/2014/main" id="{EC784C60-D79B-AEC4-1B40-B50E6DBF0A28}"/>
              </a:ext>
            </a:extLst>
          </p:cNvPr>
          <p:cNvSpPr/>
          <p:nvPr/>
        </p:nvSpPr>
        <p:spPr>
          <a:xfrm>
            <a:off x="8063118" y="4701644"/>
            <a:ext cx="119431" cy="23487"/>
          </a:xfrm>
          <a:custGeom>
            <a:avLst/>
            <a:gdLst/>
            <a:ahLst/>
            <a:cxnLst/>
            <a:rect l="l" t="t" r="r" b="b"/>
            <a:pathLst>
              <a:path w="3529" h="694" extrusionOk="0">
                <a:moveTo>
                  <a:pt x="347" y="0"/>
                </a:moveTo>
                <a:cubicBezTo>
                  <a:pt x="158" y="0"/>
                  <a:pt x="0" y="126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82" y="693"/>
                </a:lnTo>
                <a:cubicBezTo>
                  <a:pt x="3371" y="693"/>
                  <a:pt x="3529" y="536"/>
                  <a:pt x="3529" y="347"/>
                </a:cubicBezTo>
                <a:cubicBezTo>
                  <a:pt x="3529" y="126"/>
                  <a:pt x="3371" y="0"/>
                  <a:pt x="31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0" name="Google Shape;9435;p73">
            <a:extLst>
              <a:ext uri="{FF2B5EF4-FFF2-40B4-BE49-F238E27FC236}">
                <a16:creationId xmlns:a16="http://schemas.microsoft.com/office/drawing/2014/main" id="{B69DD15D-2EDD-3D23-4715-D2002F33E2C7}"/>
              </a:ext>
            </a:extLst>
          </p:cNvPr>
          <p:cNvSpPr/>
          <p:nvPr/>
        </p:nvSpPr>
        <p:spPr>
          <a:xfrm>
            <a:off x="7946902" y="4443628"/>
            <a:ext cx="117299" cy="46940"/>
          </a:xfrm>
          <a:custGeom>
            <a:avLst/>
            <a:gdLst/>
            <a:ahLst/>
            <a:cxnLst/>
            <a:rect l="l" t="t" r="r" b="b"/>
            <a:pathLst>
              <a:path w="3466" h="1387" extrusionOk="0">
                <a:moveTo>
                  <a:pt x="1008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3466" y="1386"/>
                </a:lnTo>
                <a:lnTo>
                  <a:pt x="3466" y="1040"/>
                </a:lnTo>
                <a:lnTo>
                  <a:pt x="3434" y="1040"/>
                </a:lnTo>
                <a:cubicBezTo>
                  <a:pt x="3434" y="441"/>
                  <a:pt x="2962" y="0"/>
                  <a:pt x="2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1" name="Google Shape;9436;p73">
            <a:extLst>
              <a:ext uri="{FF2B5EF4-FFF2-40B4-BE49-F238E27FC236}">
                <a16:creationId xmlns:a16="http://schemas.microsoft.com/office/drawing/2014/main" id="{E1E67427-B219-DEBC-06C6-06065178C20C}"/>
              </a:ext>
            </a:extLst>
          </p:cNvPr>
          <p:cNvSpPr/>
          <p:nvPr/>
        </p:nvSpPr>
        <p:spPr>
          <a:xfrm>
            <a:off x="7945819" y="4512905"/>
            <a:ext cx="117332" cy="93879"/>
          </a:xfrm>
          <a:custGeom>
            <a:avLst/>
            <a:gdLst/>
            <a:ahLst/>
            <a:cxnLst/>
            <a:rect l="l" t="t" r="r" b="b"/>
            <a:pathLst>
              <a:path w="3467" h="2774" extrusionOk="0">
                <a:moveTo>
                  <a:pt x="2112" y="726"/>
                </a:moveTo>
                <a:cubicBezTo>
                  <a:pt x="2332" y="726"/>
                  <a:pt x="2458" y="883"/>
                  <a:pt x="2458" y="1072"/>
                </a:cubicBezTo>
                <a:cubicBezTo>
                  <a:pt x="2458" y="1261"/>
                  <a:pt x="2332" y="1419"/>
                  <a:pt x="2112" y="1419"/>
                </a:cubicBezTo>
                <a:lnTo>
                  <a:pt x="1419" y="1419"/>
                </a:lnTo>
                <a:cubicBezTo>
                  <a:pt x="1230" y="1419"/>
                  <a:pt x="1072" y="1261"/>
                  <a:pt x="1072" y="1072"/>
                </a:cubicBezTo>
                <a:cubicBezTo>
                  <a:pt x="1072" y="883"/>
                  <a:pt x="1230" y="726"/>
                  <a:pt x="1419" y="726"/>
                </a:cubicBezTo>
                <a:close/>
                <a:moveTo>
                  <a:pt x="1" y="1"/>
                </a:moveTo>
                <a:lnTo>
                  <a:pt x="1" y="2773"/>
                </a:lnTo>
                <a:lnTo>
                  <a:pt x="3466" y="2773"/>
                </a:lnTo>
                <a:lnTo>
                  <a:pt x="346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2" name="Google Shape;9437;p73">
            <a:extLst>
              <a:ext uri="{FF2B5EF4-FFF2-40B4-BE49-F238E27FC236}">
                <a16:creationId xmlns:a16="http://schemas.microsoft.com/office/drawing/2014/main" id="{EDCF1824-5878-AED9-44C4-B1683E322233}"/>
              </a:ext>
            </a:extLst>
          </p:cNvPr>
          <p:cNvSpPr/>
          <p:nvPr/>
        </p:nvSpPr>
        <p:spPr>
          <a:xfrm>
            <a:off x="8184647" y="4466000"/>
            <a:ext cx="116249" cy="93879"/>
          </a:xfrm>
          <a:custGeom>
            <a:avLst/>
            <a:gdLst/>
            <a:ahLst/>
            <a:cxnLst/>
            <a:rect l="l" t="t" r="r" b="b"/>
            <a:pathLst>
              <a:path w="3435" h="2774" extrusionOk="0">
                <a:moveTo>
                  <a:pt x="1986" y="1387"/>
                </a:moveTo>
                <a:cubicBezTo>
                  <a:pt x="2206" y="1387"/>
                  <a:pt x="2364" y="1545"/>
                  <a:pt x="2364" y="1765"/>
                </a:cubicBezTo>
                <a:cubicBezTo>
                  <a:pt x="2364" y="1954"/>
                  <a:pt x="2206" y="2112"/>
                  <a:pt x="1986" y="2112"/>
                </a:cubicBezTo>
                <a:lnTo>
                  <a:pt x="1293" y="2112"/>
                </a:lnTo>
                <a:cubicBezTo>
                  <a:pt x="1104" y="2112"/>
                  <a:pt x="946" y="1954"/>
                  <a:pt x="946" y="1765"/>
                </a:cubicBezTo>
                <a:cubicBezTo>
                  <a:pt x="946" y="1545"/>
                  <a:pt x="1104" y="1387"/>
                  <a:pt x="1293" y="1387"/>
                </a:cubicBezTo>
                <a:close/>
                <a:moveTo>
                  <a:pt x="1009" y="1"/>
                </a:moveTo>
                <a:cubicBezTo>
                  <a:pt x="410" y="1"/>
                  <a:pt x="1" y="473"/>
                  <a:pt x="1" y="1040"/>
                </a:cubicBezTo>
                <a:lnTo>
                  <a:pt x="1" y="2773"/>
                </a:lnTo>
                <a:lnTo>
                  <a:pt x="3435" y="2773"/>
                </a:lnTo>
                <a:lnTo>
                  <a:pt x="3435" y="1040"/>
                </a:lnTo>
                <a:lnTo>
                  <a:pt x="3403" y="1040"/>
                </a:lnTo>
                <a:cubicBezTo>
                  <a:pt x="3403" y="442"/>
                  <a:pt x="2931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3" name="Google Shape;9438;p73">
            <a:extLst>
              <a:ext uri="{FF2B5EF4-FFF2-40B4-BE49-F238E27FC236}">
                <a16:creationId xmlns:a16="http://schemas.microsoft.com/office/drawing/2014/main" id="{F032F5D4-7FEE-F726-094C-2731689CE871}"/>
              </a:ext>
            </a:extLst>
          </p:cNvPr>
          <p:cNvSpPr/>
          <p:nvPr/>
        </p:nvSpPr>
        <p:spPr>
          <a:xfrm>
            <a:off x="8182513" y="4584347"/>
            <a:ext cx="117332" cy="23487"/>
          </a:xfrm>
          <a:custGeom>
            <a:avLst/>
            <a:gdLst/>
            <a:ahLst/>
            <a:cxnLst/>
            <a:rect l="l" t="t" r="r" b="b"/>
            <a:pathLst>
              <a:path w="3467" h="694" extrusionOk="0">
                <a:moveTo>
                  <a:pt x="1" y="1"/>
                </a:moveTo>
                <a:lnTo>
                  <a:pt x="1" y="694"/>
                </a:lnTo>
                <a:lnTo>
                  <a:pt x="3466" y="694"/>
                </a:lnTo>
                <a:lnTo>
                  <a:pt x="346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04" name="Google Shape;9439;p73">
            <a:extLst>
              <a:ext uri="{FF2B5EF4-FFF2-40B4-BE49-F238E27FC236}">
                <a16:creationId xmlns:a16="http://schemas.microsoft.com/office/drawing/2014/main" id="{FECDBB9E-B857-2238-47EA-06CFAF2879AB}"/>
              </a:ext>
            </a:extLst>
          </p:cNvPr>
          <p:cNvSpPr/>
          <p:nvPr/>
        </p:nvSpPr>
        <p:spPr>
          <a:xfrm>
            <a:off x="8086568" y="4490536"/>
            <a:ext cx="72525" cy="117299"/>
          </a:xfrm>
          <a:custGeom>
            <a:avLst/>
            <a:gdLst/>
            <a:ahLst/>
            <a:cxnLst/>
            <a:rect l="l" t="t" r="r" b="b"/>
            <a:pathLst>
              <a:path w="2143" h="3466" extrusionOk="0">
                <a:moveTo>
                  <a:pt x="1072" y="0"/>
                </a:moveTo>
                <a:cubicBezTo>
                  <a:pt x="473" y="0"/>
                  <a:pt x="0" y="441"/>
                  <a:pt x="0" y="1040"/>
                </a:cubicBezTo>
                <a:lnTo>
                  <a:pt x="0" y="3466"/>
                </a:lnTo>
                <a:lnTo>
                  <a:pt x="2143" y="3466"/>
                </a:lnTo>
                <a:lnTo>
                  <a:pt x="2143" y="1040"/>
                </a:lnTo>
                <a:cubicBezTo>
                  <a:pt x="2143" y="441"/>
                  <a:pt x="1670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5" name="Google Shape;9441;p73">
            <a:extLst>
              <a:ext uri="{FF2B5EF4-FFF2-40B4-BE49-F238E27FC236}">
                <a16:creationId xmlns:a16="http://schemas.microsoft.com/office/drawing/2014/main" id="{FFF8A1E1-60A9-5B33-D810-28A95CF3530D}"/>
              </a:ext>
            </a:extLst>
          </p:cNvPr>
          <p:cNvSpPr/>
          <p:nvPr/>
        </p:nvSpPr>
        <p:spPr>
          <a:xfrm>
            <a:off x="1475174" y="4081905"/>
            <a:ext cx="93879" cy="92797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6" name="Google Shape;9442;p73">
            <a:extLst>
              <a:ext uri="{FF2B5EF4-FFF2-40B4-BE49-F238E27FC236}">
                <a16:creationId xmlns:a16="http://schemas.microsoft.com/office/drawing/2014/main" id="{F59BAAD0-FA65-8C54-B03E-74AE12F15FCD}"/>
              </a:ext>
            </a:extLst>
          </p:cNvPr>
          <p:cNvSpPr/>
          <p:nvPr/>
        </p:nvSpPr>
        <p:spPr>
          <a:xfrm>
            <a:off x="1321664" y="3937971"/>
            <a:ext cx="401982" cy="400900"/>
          </a:xfrm>
          <a:custGeom>
            <a:avLst/>
            <a:gdLst/>
            <a:ahLst/>
            <a:cxnLst/>
            <a:rect l="l" t="t" r="r" b="b"/>
            <a:pathLst>
              <a:path w="11878" h="11846" extrusionOk="0">
                <a:moveTo>
                  <a:pt x="5923" y="2111"/>
                </a:moveTo>
                <a:cubicBezTo>
                  <a:pt x="8003" y="2111"/>
                  <a:pt x="9735" y="3812"/>
                  <a:pt x="9735" y="5923"/>
                </a:cubicBezTo>
                <a:cubicBezTo>
                  <a:pt x="9735" y="8034"/>
                  <a:pt x="8034" y="9767"/>
                  <a:pt x="5923" y="9767"/>
                </a:cubicBezTo>
                <a:cubicBezTo>
                  <a:pt x="3844" y="9767"/>
                  <a:pt x="2080" y="8065"/>
                  <a:pt x="2080" y="5923"/>
                </a:cubicBezTo>
                <a:cubicBezTo>
                  <a:pt x="2111" y="3844"/>
                  <a:pt x="3844" y="2111"/>
                  <a:pt x="5923" y="2111"/>
                </a:cubicBezTo>
                <a:close/>
                <a:moveTo>
                  <a:pt x="5262" y="0"/>
                </a:moveTo>
                <a:cubicBezTo>
                  <a:pt x="5104" y="0"/>
                  <a:pt x="4947" y="95"/>
                  <a:pt x="4884" y="252"/>
                </a:cubicBezTo>
                <a:lnTo>
                  <a:pt x="4726" y="1166"/>
                </a:lnTo>
                <a:cubicBezTo>
                  <a:pt x="4253" y="1292"/>
                  <a:pt x="3844" y="1481"/>
                  <a:pt x="3434" y="1733"/>
                </a:cubicBezTo>
                <a:lnTo>
                  <a:pt x="2678" y="1197"/>
                </a:lnTo>
                <a:cubicBezTo>
                  <a:pt x="2641" y="1160"/>
                  <a:pt x="2584" y="1142"/>
                  <a:pt x="2523" y="1142"/>
                </a:cubicBezTo>
                <a:cubicBezTo>
                  <a:pt x="2429" y="1142"/>
                  <a:pt x="2326" y="1184"/>
                  <a:pt x="2269" y="1260"/>
                </a:cubicBezTo>
                <a:lnTo>
                  <a:pt x="1260" y="2237"/>
                </a:lnTo>
                <a:cubicBezTo>
                  <a:pt x="1166" y="2363"/>
                  <a:pt x="1166" y="2552"/>
                  <a:pt x="1229" y="2678"/>
                </a:cubicBezTo>
                <a:lnTo>
                  <a:pt x="1733" y="3403"/>
                </a:lnTo>
                <a:cubicBezTo>
                  <a:pt x="1512" y="3812"/>
                  <a:pt x="1323" y="4253"/>
                  <a:pt x="1197" y="4726"/>
                </a:cubicBezTo>
                <a:lnTo>
                  <a:pt x="284" y="4883"/>
                </a:lnTo>
                <a:cubicBezTo>
                  <a:pt x="126" y="4915"/>
                  <a:pt x="0" y="5041"/>
                  <a:pt x="0" y="5230"/>
                </a:cubicBezTo>
                <a:lnTo>
                  <a:pt x="0" y="6616"/>
                </a:lnTo>
                <a:cubicBezTo>
                  <a:pt x="0" y="6805"/>
                  <a:pt x="126" y="6963"/>
                  <a:pt x="284" y="6963"/>
                </a:cubicBezTo>
                <a:lnTo>
                  <a:pt x="1197" y="7120"/>
                </a:lnTo>
                <a:cubicBezTo>
                  <a:pt x="1292" y="7593"/>
                  <a:pt x="1512" y="8002"/>
                  <a:pt x="1733" y="8412"/>
                </a:cubicBezTo>
                <a:lnTo>
                  <a:pt x="1229" y="9168"/>
                </a:lnTo>
                <a:cubicBezTo>
                  <a:pt x="1103" y="9263"/>
                  <a:pt x="1166" y="9483"/>
                  <a:pt x="1260" y="9578"/>
                </a:cubicBezTo>
                <a:lnTo>
                  <a:pt x="2269" y="10586"/>
                </a:lnTo>
                <a:cubicBezTo>
                  <a:pt x="2321" y="10638"/>
                  <a:pt x="2411" y="10661"/>
                  <a:pt x="2497" y="10661"/>
                </a:cubicBezTo>
                <a:cubicBezTo>
                  <a:pt x="2568" y="10661"/>
                  <a:pt x="2636" y="10646"/>
                  <a:pt x="2678" y="10617"/>
                </a:cubicBezTo>
                <a:lnTo>
                  <a:pt x="3434" y="10113"/>
                </a:lnTo>
                <a:cubicBezTo>
                  <a:pt x="3844" y="10334"/>
                  <a:pt x="4253" y="10554"/>
                  <a:pt x="4726" y="10649"/>
                </a:cubicBezTo>
                <a:lnTo>
                  <a:pt x="4884" y="11562"/>
                </a:lnTo>
                <a:cubicBezTo>
                  <a:pt x="4947" y="11720"/>
                  <a:pt x="5041" y="11846"/>
                  <a:pt x="5262" y="11846"/>
                </a:cubicBezTo>
                <a:lnTo>
                  <a:pt x="6616" y="11846"/>
                </a:lnTo>
                <a:cubicBezTo>
                  <a:pt x="6774" y="11846"/>
                  <a:pt x="6931" y="11720"/>
                  <a:pt x="6994" y="11562"/>
                </a:cubicBezTo>
                <a:lnTo>
                  <a:pt x="7152" y="10649"/>
                </a:lnTo>
                <a:cubicBezTo>
                  <a:pt x="7624" y="10523"/>
                  <a:pt x="8034" y="10334"/>
                  <a:pt x="8444" y="10113"/>
                </a:cubicBezTo>
                <a:lnTo>
                  <a:pt x="9200" y="10617"/>
                </a:lnTo>
                <a:cubicBezTo>
                  <a:pt x="9242" y="10646"/>
                  <a:pt x="9310" y="10661"/>
                  <a:pt x="9381" y="10661"/>
                </a:cubicBezTo>
                <a:cubicBezTo>
                  <a:pt x="9467" y="10661"/>
                  <a:pt x="9557" y="10638"/>
                  <a:pt x="9609" y="10586"/>
                </a:cubicBezTo>
                <a:lnTo>
                  <a:pt x="10617" y="9578"/>
                </a:lnTo>
                <a:cubicBezTo>
                  <a:pt x="10712" y="9483"/>
                  <a:pt x="10712" y="9263"/>
                  <a:pt x="10649" y="9168"/>
                </a:cubicBezTo>
                <a:lnTo>
                  <a:pt x="10145" y="8412"/>
                </a:lnTo>
                <a:cubicBezTo>
                  <a:pt x="10365" y="8002"/>
                  <a:pt x="10554" y="7593"/>
                  <a:pt x="10680" y="7120"/>
                </a:cubicBezTo>
                <a:lnTo>
                  <a:pt x="11594" y="6963"/>
                </a:lnTo>
                <a:cubicBezTo>
                  <a:pt x="11752" y="6900"/>
                  <a:pt x="11878" y="6805"/>
                  <a:pt x="11878" y="6616"/>
                </a:cubicBezTo>
                <a:lnTo>
                  <a:pt x="11878" y="5230"/>
                </a:lnTo>
                <a:cubicBezTo>
                  <a:pt x="11878" y="5072"/>
                  <a:pt x="11752" y="4915"/>
                  <a:pt x="11594" y="4883"/>
                </a:cubicBezTo>
                <a:lnTo>
                  <a:pt x="10680" y="4726"/>
                </a:lnTo>
                <a:cubicBezTo>
                  <a:pt x="10554" y="4253"/>
                  <a:pt x="10365" y="3812"/>
                  <a:pt x="10145" y="3403"/>
                </a:cubicBezTo>
                <a:lnTo>
                  <a:pt x="10649" y="2678"/>
                </a:lnTo>
                <a:cubicBezTo>
                  <a:pt x="10775" y="2552"/>
                  <a:pt x="10712" y="2363"/>
                  <a:pt x="10617" y="2237"/>
                </a:cubicBezTo>
                <a:lnTo>
                  <a:pt x="9609" y="1260"/>
                </a:lnTo>
                <a:cubicBezTo>
                  <a:pt x="9554" y="1187"/>
                  <a:pt x="9455" y="1156"/>
                  <a:pt x="9364" y="1156"/>
                </a:cubicBezTo>
                <a:cubicBezTo>
                  <a:pt x="9300" y="1156"/>
                  <a:pt x="9239" y="1171"/>
                  <a:pt x="9200" y="1197"/>
                </a:cubicBezTo>
                <a:lnTo>
                  <a:pt x="8444" y="1733"/>
                </a:lnTo>
                <a:cubicBezTo>
                  <a:pt x="8034" y="1481"/>
                  <a:pt x="7624" y="1292"/>
                  <a:pt x="7152" y="1166"/>
                </a:cubicBezTo>
                <a:lnTo>
                  <a:pt x="6994" y="252"/>
                </a:lnTo>
                <a:cubicBezTo>
                  <a:pt x="6931" y="95"/>
                  <a:pt x="6837" y="0"/>
                  <a:pt x="66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7" name="Google Shape;9443;p73">
            <a:extLst>
              <a:ext uri="{FF2B5EF4-FFF2-40B4-BE49-F238E27FC236}">
                <a16:creationId xmlns:a16="http://schemas.microsoft.com/office/drawing/2014/main" id="{F72450D0-4A30-8DD8-4677-04C6E19C86B1}"/>
              </a:ext>
            </a:extLst>
          </p:cNvPr>
          <p:cNvSpPr/>
          <p:nvPr/>
        </p:nvSpPr>
        <p:spPr>
          <a:xfrm>
            <a:off x="1443192" y="4172535"/>
            <a:ext cx="157842" cy="71476"/>
          </a:xfrm>
          <a:custGeom>
            <a:avLst/>
            <a:gdLst/>
            <a:ahLst/>
            <a:cxnLst/>
            <a:rect l="l" t="t" r="r" b="b"/>
            <a:pathLst>
              <a:path w="4664" h="2112" extrusionOk="0">
                <a:moveTo>
                  <a:pt x="725" y="0"/>
                </a:moveTo>
                <a:cubicBezTo>
                  <a:pt x="410" y="252"/>
                  <a:pt x="127" y="662"/>
                  <a:pt x="1" y="1103"/>
                </a:cubicBezTo>
                <a:cubicBezTo>
                  <a:pt x="599" y="1733"/>
                  <a:pt x="1387" y="2111"/>
                  <a:pt x="2332" y="2111"/>
                </a:cubicBezTo>
                <a:cubicBezTo>
                  <a:pt x="3246" y="2111"/>
                  <a:pt x="4065" y="1733"/>
                  <a:pt x="4664" y="1103"/>
                </a:cubicBezTo>
                <a:cubicBezTo>
                  <a:pt x="4538" y="662"/>
                  <a:pt x="4254" y="252"/>
                  <a:pt x="3939" y="0"/>
                </a:cubicBezTo>
                <a:cubicBezTo>
                  <a:pt x="3561" y="473"/>
                  <a:pt x="2994" y="788"/>
                  <a:pt x="2332" y="788"/>
                </a:cubicBezTo>
                <a:cubicBezTo>
                  <a:pt x="1702" y="788"/>
                  <a:pt x="1103" y="473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6" name="Google Shape;9444;p73">
            <a:extLst>
              <a:ext uri="{FF2B5EF4-FFF2-40B4-BE49-F238E27FC236}">
                <a16:creationId xmlns:a16="http://schemas.microsoft.com/office/drawing/2014/main" id="{78E17CE6-25AE-91A3-88D8-42809AB0CA99}"/>
              </a:ext>
            </a:extLst>
          </p:cNvPr>
          <p:cNvSpPr/>
          <p:nvPr/>
        </p:nvSpPr>
        <p:spPr>
          <a:xfrm>
            <a:off x="1323243" y="4444147"/>
            <a:ext cx="398801" cy="397718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1" name="Google Shape;9446;p73">
            <a:extLst>
              <a:ext uri="{FF2B5EF4-FFF2-40B4-BE49-F238E27FC236}">
                <a16:creationId xmlns:a16="http://schemas.microsoft.com/office/drawing/2014/main" id="{ACA85B86-C24D-99C4-8AAF-822141E3D0E7}"/>
              </a:ext>
            </a:extLst>
          </p:cNvPr>
          <p:cNvSpPr/>
          <p:nvPr/>
        </p:nvSpPr>
        <p:spPr>
          <a:xfrm>
            <a:off x="1321125" y="4927545"/>
            <a:ext cx="403066" cy="402760"/>
          </a:xfrm>
          <a:custGeom>
            <a:avLst/>
            <a:gdLst/>
            <a:ahLst/>
            <a:cxnLst/>
            <a:rect l="l" t="t" r="r" b="b"/>
            <a:pathLst>
              <a:path w="11910" h="11901" extrusionOk="0">
                <a:moveTo>
                  <a:pt x="3844" y="4946"/>
                </a:moveTo>
                <a:cubicBezTo>
                  <a:pt x="4033" y="4946"/>
                  <a:pt x="4190" y="5104"/>
                  <a:pt x="4190" y="5293"/>
                </a:cubicBezTo>
                <a:lnTo>
                  <a:pt x="4190" y="6679"/>
                </a:lnTo>
                <a:cubicBezTo>
                  <a:pt x="4190" y="6868"/>
                  <a:pt x="4033" y="7026"/>
                  <a:pt x="3844" y="7026"/>
                </a:cubicBezTo>
                <a:lnTo>
                  <a:pt x="2458" y="7026"/>
                </a:lnTo>
                <a:cubicBezTo>
                  <a:pt x="2269" y="7026"/>
                  <a:pt x="2111" y="6868"/>
                  <a:pt x="2111" y="6679"/>
                </a:cubicBezTo>
                <a:lnTo>
                  <a:pt x="2111" y="5293"/>
                </a:lnTo>
                <a:cubicBezTo>
                  <a:pt x="2111" y="5104"/>
                  <a:pt x="2269" y="4946"/>
                  <a:pt x="2458" y="4946"/>
                </a:cubicBezTo>
                <a:close/>
                <a:moveTo>
                  <a:pt x="6616" y="3560"/>
                </a:moveTo>
                <a:cubicBezTo>
                  <a:pt x="6837" y="3560"/>
                  <a:pt x="6994" y="3718"/>
                  <a:pt x="6994" y="3907"/>
                </a:cubicBezTo>
                <a:lnTo>
                  <a:pt x="6994" y="6679"/>
                </a:lnTo>
                <a:cubicBezTo>
                  <a:pt x="6994" y="6868"/>
                  <a:pt x="6837" y="7026"/>
                  <a:pt x="6616" y="7026"/>
                </a:cubicBezTo>
                <a:lnTo>
                  <a:pt x="5262" y="7026"/>
                </a:lnTo>
                <a:cubicBezTo>
                  <a:pt x="5041" y="7026"/>
                  <a:pt x="4884" y="6868"/>
                  <a:pt x="4884" y="6679"/>
                </a:cubicBezTo>
                <a:lnTo>
                  <a:pt x="4884" y="3907"/>
                </a:lnTo>
                <a:cubicBezTo>
                  <a:pt x="4884" y="3718"/>
                  <a:pt x="5041" y="3560"/>
                  <a:pt x="5262" y="3560"/>
                </a:cubicBezTo>
                <a:close/>
                <a:moveTo>
                  <a:pt x="9389" y="2174"/>
                </a:moveTo>
                <a:cubicBezTo>
                  <a:pt x="9578" y="2174"/>
                  <a:pt x="9735" y="2331"/>
                  <a:pt x="9735" y="2520"/>
                </a:cubicBezTo>
                <a:lnTo>
                  <a:pt x="9735" y="6679"/>
                </a:lnTo>
                <a:cubicBezTo>
                  <a:pt x="9735" y="6868"/>
                  <a:pt x="9578" y="7026"/>
                  <a:pt x="9389" y="7026"/>
                </a:cubicBezTo>
                <a:lnTo>
                  <a:pt x="8003" y="7026"/>
                </a:lnTo>
                <a:cubicBezTo>
                  <a:pt x="7813" y="7026"/>
                  <a:pt x="7656" y="6868"/>
                  <a:pt x="7656" y="6679"/>
                </a:cubicBezTo>
                <a:lnTo>
                  <a:pt x="7656" y="2520"/>
                </a:lnTo>
                <a:cubicBezTo>
                  <a:pt x="7656" y="2331"/>
                  <a:pt x="7813" y="2174"/>
                  <a:pt x="8003" y="2174"/>
                </a:cubicBezTo>
                <a:close/>
                <a:moveTo>
                  <a:pt x="5577" y="8412"/>
                </a:moveTo>
                <a:lnTo>
                  <a:pt x="5577" y="9105"/>
                </a:lnTo>
                <a:lnTo>
                  <a:pt x="5167" y="9105"/>
                </a:lnTo>
                <a:lnTo>
                  <a:pt x="5451" y="8412"/>
                </a:lnTo>
                <a:close/>
                <a:moveTo>
                  <a:pt x="6396" y="8412"/>
                </a:moveTo>
                <a:lnTo>
                  <a:pt x="6679" y="9105"/>
                </a:lnTo>
                <a:lnTo>
                  <a:pt x="6270" y="9105"/>
                </a:lnTo>
                <a:lnTo>
                  <a:pt x="6270" y="8412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78"/>
                </a:cubicBezTo>
                <a:lnTo>
                  <a:pt x="5608" y="725"/>
                </a:lnTo>
                <a:lnTo>
                  <a:pt x="347" y="725"/>
                </a:lnTo>
                <a:cubicBezTo>
                  <a:pt x="158" y="725"/>
                  <a:pt x="0" y="882"/>
                  <a:pt x="0" y="1071"/>
                </a:cubicBezTo>
                <a:cubicBezTo>
                  <a:pt x="0" y="1260"/>
                  <a:pt x="158" y="1418"/>
                  <a:pt x="347" y="1418"/>
                </a:cubicBezTo>
                <a:lnTo>
                  <a:pt x="725" y="1418"/>
                </a:lnTo>
                <a:lnTo>
                  <a:pt x="725" y="7719"/>
                </a:lnTo>
                <a:lnTo>
                  <a:pt x="378" y="7719"/>
                </a:lnTo>
                <a:cubicBezTo>
                  <a:pt x="158" y="7719"/>
                  <a:pt x="0" y="7876"/>
                  <a:pt x="0" y="8097"/>
                </a:cubicBezTo>
                <a:cubicBezTo>
                  <a:pt x="0" y="8286"/>
                  <a:pt x="158" y="8443"/>
                  <a:pt x="378" y="8443"/>
                </a:cubicBezTo>
                <a:lnTo>
                  <a:pt x="4726" y="8443"/>
                </a:lnTo>
                <a:lnTo>
                  <a:pt x="3560" y="11436"/>
                </a:lnTo>
                <a:cubicBezTo>
                  <a:pt x="3466" y="11625"/>
                  <a:pt x="3560" y="11814"/>
                  <a:pt x="3749" y="11877"/>
                </a:cubicBezTo>
                <a:cubicBezTo>
                  <a:pt x="3788" y="11893"/>
                  <a:pt x="3831" y="11901"/>
                  <a:pt x="3876" y="11901"/>
                </a:cubicBezTo>
                <a:cubicBezTo>
                  <a:pt x="4016" y="11901"/>
                  <a:pt x="4167" y="11824"/>
                  <a:pt x="4190" y="11657"/>
                </a:cubicBezTo>
                <a:lnTo>
                  <a:pt x="4947" y="9830"/>
                </a:lnTo>
                <a:lnTo>
                  <a:pt x="5608" y="9830"/>
                </a:lnTo>
                <a:lnTo>
                  <a:pt x="5608" y="10838"/>
                </a:lnTo>
                <a:cubicBezTo>
                  <a:pt x="5608" y="11027"/>
                  <a:pt x="5766" y="11184"/>
                  <a:pt x="5955" y="11184"/>
                </a:cubicBezTo>
                <a:cubicBezTo>
                  <a:pt x="6144" y="11184"/>
                  <a:pt x="6301" y="11027"/>
                  <a:pt x="6301" y="10838"/>
                </a:cubicBezTo>
                <a:lnTo>
                  <a:pt x="6301" y="9830"/>
                </a:lnTo>
                <a:lnTo>
                  <a:pt x="6994" y="9830"/>
                </a:lnTo>
                <a:lnTo>
                  <a:pt x="7719" y="11657"/>
                </a:lnTo>
                <a:cubicBezTo>
                  <a:pt x="7791" y="11824"/>
                  <a:pt x="7916" y="11901"/>
                  <a:pt x="8042" y="11901"/>
                </a:cubicBezTo>
                <a:cubicBezTo>
                  <a:pt x="8082" y="11901"/>
                  <a:pt x="8122" y="11893"/>
                  <a:pt x="8160" y="11877"/>
                </a:cubicBezTo>
                <a:cubicBezTo>
                  <a:pt x="8349" y="11783"/>
                  <a:pt x="8444" y="11594"/>
                  <a:pt x="8349" y="11436"/>
                </a:cubicBezTo>
                <a:lnTo>
                  <a:pt x="7183" y="8443"/>
                </a:lnTo>
                <a:lnTo>
                  <a:pt x="11531" y="8443"/>
                </a:lnTo>
                <a:cubicBezTo>
                  <a:pt x="11752" y="8443"/>
                  <a:pt x="11909" y="8286"/>
                  <a:pt x="11909" y="8097"/>
                </a:cubicBezTo>
                <a:cubicBezTo>
                  <a:pt x="11909" y="7876"/>
                  <a:pt x="11752" y="7719"/>
                  <a:pt x="11531" y="7719"/>
                </a:cubicBezTo>
                <a:lnTo>
                  <a:pt x="11185" y="7719"/>
                </a:lnTo>
                <a:lnTo>
                  <a:pt x="11185" y="1418"/>
                </a:lnTo>
                <a:lnTo>
                  <a:pt x="11531" y="1418"/>
                </a:lnTo>
                <a:cubicBezTo>
                  <a:pt x="11752" y="1418"/>
                  <a:pt x="11909" y="1260"/>
                  <a:pt x="11909" y="1071"/>
                </a:cubicBezTo>
                <a:cubicBezTo>
                  <a:pt x="11909" y="882"/>
                  <a:pt x="11752" y="725"/>
                  <a:pt x="11531" y="725"/>
                </a:cubicBezTo>
                <a:lnTo>
                  <a:pt x="6301" y="725"/>
                </a:lnTo>
                <a:lnTo>
                  <a:pt x="6301" y="378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2" name="Google Shape;9447;p73">
            <a:extLst>
              <a:ext uri="{FF2B5EF4-FFF2-40B4-BE49-F238E27FC236}">
                <a16:creationId xmlns:a16="http://schemas.microsoft.com/office/drawing/2014/main" id="{666FEB8C-F167-EA07-AD6A-BCAFA7E7129A}"/>
              </a:ext>
            </a:extLst>
          </p:cNvPr>
          <p:cNvSpPr/>
          <p:nvPr/>
        </p:nvSpPr>
        <p:spPr>
          <a:xfrm>
            <a:off x="1509830" y="5071479"/>
            <a:ext cx="23487" cy="70393"/>
          </a:xfrm>
          <a:custGeom>
            <a:avLst/>
            <a:gdLst/>
            <a:ahLst/>
            <a:cxnLst/>
            <a:rect l="l" t="t" r="r" b="b"/>
            <a:pathLst>
              <a:path w="694" h="2080" extrusionOk="0">
                <a:moveTo>
                  <a:pt x="1" y="0"/>
                </a:moveTo>
                <a:lnTo>
                  <a:pt x="1" y="2080"/>
                </a:lnTo>
                <a:lnTo>
                  <a:pt x="694" y="2080"/>
                </a:ln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3" name="Google Shape;9448;p73">
            <a:extLst>
              <a:ext uri="{FF2B5EF4-FFF2-40B4-BE49-F238E27FC236}">
                <a16:creationId xmlns:a16="http://schemas.microsoft.com/office/drawing/2014/main" id="{E7EF96F1-DA77-81F6-967F-E3469A3737B4}"/>
              </a:ext>
            </a:extLst>
          </p:cNvPr>
          <p:cNvSpPr/>
          <p:nvPr/>
        </p:nvSpPr>
        <p:spPr>
          <a:xfrm>
            <a:off x="1416020" y="5118383"/>
            <a:ext cx="23487" cy="23487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0" y="0"/>
                </a:moveTo>
                <a:lnTo>
                  <a:pt x="0" y="694"/>
                </a:lnTo>
                <a:lnTo>
                  <a:pt x="693" y="694"/>
                </a:lnTo>
                <a:lnTo>
                  <a:pt x="6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4" name="Google Shape;9449;p73">
            <a:extLst>
              <a:ext uri="{FF2B5EF4-FFF2-40B4-BE49-F238E27FC236}">
                <a16:creationId xmlns:a16="http://schemas.microsoft.com/office/drawing/2014/main" id="{97B88223-5624-AD56-6FAA-A803D48B0513}"/>
              </a:ext>
            </a:extLst>
          </p:cNvPr>
          <p:cNvSpPr/>
          <p:nvPr/>
        </p:nvSpPr>
        <p:spPr>
          <a:xfrm>
            <a:off x="1603678" y="5024573"/>
            <a:ext cx="24536" cy="117299"/>
          </a:xfrm>
          <a:custGeom>
            <a:avLst/>
            <a:gdLst/>
            <a:ahLst/>
            <a:cxnLst/>
            <a:rect l="l" t="t" r="r" b="b"/>
            <a:pathLst>
              <a:path w="725" h="3466" extrusionOk="0">
                <a:moveTo>
                  <a:pt x="0" y="0"/>
                </a:moveTo>
                <a:lnTo>
                  <a:pt x="0" y="3466"/>
                </a:lnTo>
                <a:lnTo>
                  <a:pt x="725" y="3466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6" name="Google Shape;9451;p73">
            <a:extLst>
              <a:ext uri="{FF2B5EF4-FFF2-40B4-BE49-F238E27FC236}">
                <a16:creationId xmlns:a16="http://schemas.microsoft.com/office/drawing/2014/main" id="{81FBA6C7-390D-1B2E-749A-D9914754C5C4}"/>
              </a:ext>
            </a:extLst>
          </p:cNvPr>
          <p:cNvSpPr/>
          <p:nvPr/>
        </p:nvSpPr>
        <p:spPr>
          <a:xfrm>
            <a:off x="3914904" y="3938496"/>
            <a:ext cx="304990" cy="281503"/>
          </a:xfrm>
          <a:custGeom>
            <a:avLst/>
            <a:gdLst/>
            <a:ahLst/>
            <a:cxnLst/>
            <a:rect l="l" t="t" r="r" b="b"/>
            <a:pathLst>
              <a:path w="9012" h="8318" extrusionOk="0">
                <a:moveTo>
                  <a:pt x="4538" y="1"/>
                </a:moveTo>
                <a:cubicBezTo>
                  <a:pt x="2112" y="1"/>
                  <a:pt x="1" y="1985"/>
                  <a:pt x="32" y="4537"/>
                </a:cubicBezTo>
                <a:cubicBezTo>
                  <a:pt x="32" y="5860"/>
                  <a:pt x="631" y="7184"/>
                  <a:pt x="1797" y="8066"/>
                </a:cubicBezTo>
                <a:cubicBezTo>
                  <a:pt x="1923" y="8192"/>
                  <a:pt x="2017" y="8223"/>
                  <a:pt x="2049" y="8318"/>
                </a:cubicBezTo>
                <a:lnTo>
                  <a:pt x="4160" y="8318"/>
                </a:lnTo>
                <a:lnTo>
                  <a:pt x="4160" y="6900"/>
                </a:lnTo>
                <a:lnTo>
                  <a:pt x="2427" y="6900"/>
                </a:lnTo>
                <a:cubicBezTo>
                  <a:pt x="2238" y="6900"/>
                  <a:pt x="2080" y="6743"/>
                  <a:pt x="2080" y="6554"/>
                </a:cubicBezTo>
                <a:lnTo>
                  <a:pt x="2080" y="5829"/>
                </a:lnTo>
                <a:cubicBezTo>
                  <a:pt x="2080" y="4852"/>
                  <a:pt x="2679" y="4033"/>
                  <a:pt x="3498" y="3624"/>
                </a:cubicBezTo>
                <a:cubicBezTo>
                  <a:pt x="3277" y="3403"/>
                  <a:pt x="3151" y="3088"/>
                  <a:pt x="3151" y="2678"/>
                </a:cubicBezTo>
                <a:cubicBezTo>
                  <a:pt x="3151" y="1922"/>
                  <a:pt x="3782" y="1292"/>
                  <a:pt x="4538" y="1292"/>
                </a:cubicBezTo>
                <a:cubicBezTo>
                  <a:pt x="5262" y="1292"/>
                  <a:pt x="5892" y="1922"/>
                  <a:pt x="5892" y="2678"/>
                </a:cubicBezTo>
                <a:cubicBezTo>
                  <a:pt x="5892" y="3025"/>
                  <a:pt x="5735" y="3340"/>
                  <a:pt x="5546" y="3624"/>
                </a:cubicBezTo>
                <a:cubicBezTo>
                  <a:pt x="6365" y="4033"/>
                  <a:pt x="6964" y="4852"/>
                  <a:pt x="6964" y="5829"/>
                </a:cubicBezTo>
                <a:lnTo>
                  <a:pt x="6964" y="6554"/>
                </a:lnTo>
                <a:cubicBezTo>
                  <a:pt x="6964" y="6743"/>
                  <a:pt x="6806" y="6900"/>
                  <a:pt x="6617" y="6900"/>
                </a:cubicBezTo>
                <a:lnTo>
                  <a:pt x="4884" y="6900"/>
                </a:lnTo>
                <a:lnTo>
                  <a:pt x="4884" y="8318"/>
                </a:lnTo>
                <a:lnTo>
                  <a:pt x="6995" y="8318"/>
                </a:lnTo>
                <a:cubicBezTo>
                  <a:pt x="7027" y="8286"/>
                  <a:pt x="7121" y="8192"/>
                  <a:pt x="7247" y="8129"/>
                </a:cubicBezTo>
                <a:cubicBezTo>
                  <a:pt x="8413" y="7184"/>
                  <a:pt x="9011" y="5829"/>
                  <a:pt x="9011" y="4506"/>
                </a:cubicBezTo>
                <a:cubicBezTo>
                  <a:pt x="9011" y="2017"/>
                  <a:pt x="6995" y="1"/>
                  <a:pt x="453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7" name="Google Shape;9452;p73">
            <a:extLst>
              <a:ext uri="{FF2B5EF4-FFF2-40B4-BE49-F238E27FC236}">
                <a16:creationId xmlns:a16="http://schemas.microsoft.com/office/drawing/2014/main" id="{5BBFB380-000C-3293-E10A-E27B138078CA}"/>
              </a:ext>
            </a:extLst>
          </p:cNvPr>
          <p:cNvSpPr/>
          <p:nvPr/>
        </p:nvSpPr>
        <p:spPr>
          <a:xfrm>
            <a:off x="4043948" y="4007805"/>
            <a:ext cx="47989" cy="48023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8" name="Google Shape;9453;p73">
            <a:extLst>
              <a:ext uri="{FF2B5EF4-FFF2-40B4-BE49-F238E27FC236}">
                <a16:creationId xmlns:a16="http://schemas.microsoft.com/office/drawing/2014/main" id="{2242574D-82B4-35AD-BC4D-18F1654CDA9C}"/>
              </a:ext>
            </a:extLst>
          </p:cNvPr>
          <p:cNvSpPr/>
          <p:nvPr/>
        </p:nvSpPr>
        <p:spPr>
          <a:xfrm>
            <a:off x="3986345" y="4243418"/>
            <a:ext cx="164238" cy="48023"/>
          </a:xfrm>
          <a:custGeom>
            <a:avLst/>
            <a:gdLst/>
            <a:ahLst/>
            <a:cxnLst/>
            <a:rect l="l" t="t" r="r" b="b"/>
            <a:pathLst>
              <a:path w="4853" h="1419" extrusionOk="0">
                <a:moveTo>
                  <a:pt x="1" y="1"/>
                </a:moveTo>
                <a:lnTo>
                  <a:pt x="1" y="347"/>
                </a:lnTo>
                <a:cubicBezTo>
                  <a:pt x="1" y="946"/>
                  <a:pt x="473" y="1419"/>
                  <a:pt x="1040" y="1419"/>
                </a:cubicBezTo>
                <a:lnTo>
                  <a:pt x="3781" y="1419"/>
                </a:lnTo>
                <a:cubicBezTo>
                  <a:pt x="4380" y="1419"/>
                  <a:pt x="4853" y="946"/>
                  <a:pt x="4853" y="347"/>
                </a:cubicBezTo>
                <a:lnTo>
                  <a:pt x="485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9" name="Google Shape;9454;p73">
            <a:extLst>
              <a:ext uri="{FF2B5EF4-FFF2-40B4-BE49-F238E27FC236}">
                <a16:creationId xmlns:a16="http://schemas.microsoft.com/office/drawing/2014/main" id="{F91FA429-7B47-A19B-C9D4-3AA383266763}"/>
              </a:ext>
            </a:extLst>
          </p:cNvPr>
          <p:cNvSpPr/>
          <p:nvPr/>
        </p:nvSpPr>
        <p:spPr>
          <a:xfrm>
            <a:off x="4009798" y="4080296"/>
            <a:ext cx="117332" cy="70393"/>
          </a:xfrm>
          <a:custGeom>
            <a:avLst/>
            <a:gdLst/>
            <a:ahLst/>
            <a:cxnLst/>
            <a:rect l="l" t="t" r="r" b="b"/>
            <a:pathLst>
              <a:path w="3467" h="2080" extrusionOk="0">
                <a:moveTo>
                  <a:pt x="1734" y="1"/>
                </a:moveTo>
                <a:cubicBezTo>
                  <a:pt x="789" y="1"/>
                  <a:pt x="1" y="725"/>
                  <a:pt x="1" y="1733"/>
                </a:cubicBezTo>
                <a:lnTo>
                  <a:pt x="1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9" y="1"/>
                  <a:pt x="173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90" name="Google Shape;9455;p73">
            <a:extLst>
              <a:ext uri="{FF2B5EF4-FFF2-40B4-BE49-F238E27FC236}">
                <a16:creationId xmlns:a16="http://schemas.microsoft.com/office/drawing/2014/main" id="{47C47F53-CB39-7CE8-C1D5-8C3DCE97AFB4}"/>
              </a:ext>
            </a:extLst>
          </p:cNvPr>
          <p:cNvSpPr/>
          <p:nvPr/>
        </p:nvSpPr>
        <p:spPr>
          <a:xfrm>
            <a:off x="4009798" y="4314857"/>
            <a:ext cx="118382" cy="23487"/>
          </a:xfrm>
          <a:custGeom>
            <a:avLst/>
            <a:gdLst/>
            <a:ahLst/>
            <a:cxnLst/>
            <a:rect l="l" t="t" r="r" b="b"/>
            <a:pathLst>
              <a:path w="3498" h="694" extrusionOk="0">
                <a:moveTo>
                  <a:pt x="32" y="1"/>
                </a:moveTo>
                <a:cubicBezTo>
                  <a:pt x="1" y="379"/>
                  <a:pt x="284" y="694"/>
                  <a:pt x="694" y="694"/>
                </a:cubicBezTo>
                <a:lnTo>
                  <a:pt x="2773" y="694"/>
                </a:lnTo>
                <a:cubicBezTo>
                  <a:pt x="3183" y="694"/>
                  <a:pt x="3498" y="379"/>
                  <a:pt x="349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29" name="Google Shape;9456;p73">
            <a:extLst>
              <a:ext uri="{FF2B5EF4-FFF2-40B4-BE49-F238E27FC236}">
                <a16:creationId xmlns:a16="http://schemas.microsoft.com/office/drawing/2014/main" id="{0E6EECC1-8E17-8421-471C-C7236AEF1478}"/>
              </a:ext>
            </a:extLst>
          </p:cNvPr>
          <p:cNvSpPr/>
          <p:nvPr/>
        </p:nvSpPr>
        <p:spPr>
          <a:xfrm>
            <a:off x="3856764" y="4442151"/>
            <a:ext cx="421205" cy="401711"/>
          </a:xfrm>
          <a:custGeom>
            <a:avLst/>
            <a:gdLst/>
            <a:ahLst/>
            <a:cxnLst/>
            <a:rect l="l" t="t" r="r" b="b"/>
            <a:pathLst>
              <a:path w="12446" h="11870" extrusionOk="0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3" name="Google Shape;9458;p73">
            <a:extLst>
              <a:ext uri="{FF2B5EF4-FFF2-40B4-BE49-F238E27FC236}">
                <a16:creationId xmlns:a16="http://schemas.microsoft.com/office/drawing/2014/main" id="{0EEFEE30-7B0A-3008-5C12-874B67C99890}"/>
              </a:ext>
            </a:extLst>
          </p:cNvPr>
          <p:cNvSpPr/>
          <p:nvPr/>
        </p:nvSpPr>
        <p:spPr>
          <a:xfrm>
            <a:off x="3865866" y="5068683"/>
            <a:ext cx="403066" cy="260182"/>
          </a:xfrm>
          <a:custGeom>
            <a:avLst/>
            <a:gdLst/>
            <a:ahLst/>
            <a:cxnLst/>
            <a:rect l="l" t="t" r="r" b="b"/>
            <a:pathLst>
              <a:path w="11910" h="7688" extrusionOk="0">
                <a:moveTo>
                  <a:pt x="5923" y="0"/>
                </a:moveTo>
                <a:cubicBezTo>
                  <a:pt x="5325" y="0"/>
                  <a:pt x="4821" y="347"/>
                  <a:pt x="4631" y="914"/>
                </a:cubicBezTo>
                <a:cubicBezTo>
                  <a:pt x="4505" y="1166"/>
                  <a:pt x="4505" y="1449"/>
                  <a:pt x="4568" y="1764"/>
                </a:cubicBezTo>
                <a:cubicBezTo>
                  <a:pt x="4884" y="1922"/>
                  <a:pt x="5199" y="2016"/>
                  <a:pt x="5577" y="2048"/>
                </a:cubicBezTo>
                <a:lnTo>
                  <a:pt x="5577" y="2741"/>
                </a:lnTo>
                <a:lnTo>
                  <a:pt x="2458" y="2741"/>
                </a:lnTo>
                <a:cubicBezTo>
                  <a:pt x="1859" y="2741"/>
                  <a:pt x="1418" y="3214"/>
                  <a:pt x="1418" y="3781"/>
                </a:cubicBezTo>
                <a:lnTo>
                  <a:pt x="1418" y="4190"/>
                </a:lnTo>
                <a:cubicBezTo>
                  <a:pt x="630" y="4316"/>
                  <a:pt x="0" y="5041"/>
                  <a:pt x="0" y="5891"/>
                </a:cubicBezTo>
                <a:cubicBezTo>
                  <a:pt x="0" y="6837"/>
                  <a:pt x="788" y="7687"/>
                  <a:pt x="1765" y="7687"/>
                </a:cubicBezTo>
                <a:cubicBezTo>
                  <a:pt x="2710" y="7687"/>
                  <a:pt x="3497" y="6900"/>
                  <a:pt x="3497" y="5891"/>
                </a:cubicBezTo>
                <a:cubicBezTo>
                  <a:pt x="3497" y="5072"/>
                  <a:pt x="2930" y="4316"/>
                  <a:pt x="2143" y="4190"/>
                </a:cubicBezTo>
                <a:lnTo>
                  <a:pt x="2143" y="3781"/>
                </a:lnTo>
                <a:cubicBezTo>
                  <a:pt x="2143" y="3592"/>
                  <a:pt x="2300" y="3434"/>
                  <a:pt x="2489" y="3434"/>
                </a:cubicBezTo>
                <a:lnTo>
                  <a:pt x="5608" y="3434"/>
                </a:lnTo>
                <a:lnTo>
                  <a:pt x="5608" y="4127"/>
                </a:lnTo>
                <a:cubicBezTo>
                  <a:pt x="4821" y="4285"/>
                  <a:pt x="4222" y="5009"/>
                  <a:pt x="4222" y="5860"/>
                </a:cubicBezTo>
                <a:cubicBezTo>
                  <a:pt x="4222" y="6805"/>
                  <a:pt x="5010" y="7656"/>
                  <a:pt x="5955" y="7656"/>
                </a:cubicBezTo>
                <a:cubicBezTo>
                  <a:pt x="6900" y="7656"/>
                  <a:pt x="7687" y="6868"/>
                  <a:pt x="7687" y="5860"/>
                </a:cubicBezTo>
                <a:cubicBezTo>
                  <a:pt x="7687" y="5041"/>
                  <a:pt x="7089" y="4285"/>
                  <a:pt x="6301" y="4127"/>
                </a:cubicBezTo>
                <a:lnTo>
                  <a:pt x="6301" y="3434"/>
                </a:lnTo>
                <a:lnTo>
                  <a:pt x="9452" y="3434"/>
                </a:lnTo>
                <a:cubicBezTo>
                  <a:pt x="9641" y="3434"/>
                  <a:pt x="9798" y="3592"/>
                  <a:pt x="9798" y="3781"/>
                </a:cubicBezTo>
                <a:lnTo>
                  <a:pt x="9798" y="4190"/>
                </a:lnTo>
                <a:cubicBezTo>
                  <a:pt x="9011" y="4316"/>
                  <a:pt x="8444" y="5041"/>
                  <a:pt x="8444" y="5891"/>
                </a:cubicBezTo>
                <a:cubicBezTo>
                  <a:pt x="8444" y="6837"/>
                  <a:pt x="9231" y="7687"/>
                  <a:pt x="10176" y="7687"/>
                </a:cubicBezTo>
                <a:cubicBezTo>
                  <a:pt x="11121" y="7687"/>
                  <a:pt x="11909" y="6900"/>
                  <a:pt x="11909" y="5891"/>
                </a:cubicBezTo>
                <a:cubicBezTo>
                  <a:pt x="11783" y="5135"/>
                  <a:pt x="11185" y="4379"/>
                  <a:pt x="10397" y="4222"/>
                </a:cubicBezTo>
                <a:lnTo>
                  <a:pt x="10397" y="3812"/>
                </a:lnTo>
                <a:cubicBezTo>
                  <a:pt x="10397" y="3245"/>
                  <a:pt x="9924" y="2804"/>
                  <a:pt x="9389" y="2804"/>
                </a:cubicBezTo>
                <a:lnTo>
                  <a:pt x="6238" y="2804"/>
                </a:lnTo>
                <a:lnTo>
                  <a:pt x="6238" y="2079"/>
                </a:lnTo>
                <a:cubicBezTo>
                  <a:pt x="6585" y="2048"/>
                  <a:pt x="6900" y="1922"/>
                  <a:pt x="7215" y="1827"/>
                </a:cubicBezTo>
                <a:cubicBezTo>
                  <a:pt x="7341" y="1418"/>
                  <a:pt x="7246" y="977"/>
                  <a:pt x="7057" y="630"/>
                </a:cubicBezTo>
                <a:cubicBezTo>
                  <a:pt x="6774" y="221"/>
                  <a:pt x="6396" y="0"/>
                  <a:pt x="59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4" name="Google Shape;9459;p73">
            <a:extLst>
              <a:ext uri="{FF2B5EF4-FFF2-40B4-BE49-F238E27FC236}">
                <a16:creationId xmlns:a16="http://schemas.microsoft.com/office/drawing/2014/main" id="{2CB18999-2EA5-2C3D-0DC0-F7002CAF7682}"/>
              </a:ext>
            </a:extLst>
          </p:cNvPr>
          <p:cNvSpPr/>
          <p:nvPr/>
        </p:nvSpPr>
        <p:spPr>
          <a:xfrm>
            <a:off x="4041780" y="4999376"/>
            <a:ext cx="48023" cy="47989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284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5" name="Google Shape;9460;p73">
            <a:extLst>
              <a:ext uri="{FF2B5EF4-FFF2-40B4-BE49-F238E27FC236}">
                <a16:creationId xmlns:a16="http://schemas.microsoft.com/office/drawing/2014/main" id="{65547359-0A40-B480-8B51-CB8AA0D7235A}"/>
              </a:ext>
            </a:extLst>
          </p:cNvPr>
          <p:cNvSpPr/>
          <p:nvPr/>
        </p:nvSpPr>
        <p:spPr>
          <a:xfrm>
            <a:off x="3960760" y="4928984"/>
            <a:ext cx="210062" cy="183427"/>
          </a:xfrm>
          <a:custGeom>
            <a:avLst/>
            <a:gdLst/>
            <a:ahLst/>
            <a:cxnLst/>
            <a:rect l="l" t="t" r="r" b="b"/>
            <a:pathLst>
              <a:path w="6207" h="5420" extrusionOk="0">
                <a:moveTo>
                  <a:pt x="3119" y="1"/>
                </a:moveTo>
                <a:cubicBezTo>
                  <a:pt x="1386" y="1"/>
                  <a:pt x="0" y="1387"/>
                  <a:pt x="0" y="3120"/>
                </a:cubicBezTo>
                <a:cubicBezTo>
                  <a:pt x="0" y="4002"/>
                  <a:pt x="410" y="4853"/>
                  <a:pt x="1071" y="5420"/>
                </a:cubicBezTo>
                <a:cubicBezTo>
                  <a:pt x="1071" y="5231"/>
                  <a:pt x="1103" y="5042"/>
                  <a:pt x="1197" y="4853"/>
                </a:cubicBezTo>
                <a:cubicBezTo>
                  <a:pt x="1323" y="4380"/>
                  <a:pt x="1701" y="3971"/>
                  <a:pt x="2111" y="3750"/>
                </a:cubicBezTo>
                <a:cubicBezTo>
                  <a:pt x="1890" y="3498"/>
                  <a:pt x="1733" y="3151"/>
                  <a:pt x="1733" y="2805"/>
                </a:cubicBezTo>
                <a:cubicBezTo>
                  <a:pt x="1733" y="2049"/>
                  <a:pt x="2363" y="1419"/>
                  <a:pt x="3119" y="1419"/>
                </a:cubicBezTo>
                <a:cubicBezTo>
                  <a:pt x="3844" y="1419"/>
                  <a:pt x="4474" y="2049"/>
                  <a:pt x="4474" y="2805"/>
                </a:cubicBezTo>
                <a:cubicBezTo>
                  <a:pt x="4474" y="3151"/>
                  <a:pt x="4348" y="3498"/>
                  <a:pt x="4096" y="3750"/>
                </a:cubicBezTo>
                <a:cubicBezTo>
                  <a:pt x="4379" y="3876"/>
                  <a:pt x="4600" y="4097"/>
                  <a:pt x="4789" y="4380"/>
                </a:cubicBezTo>
                <a:cubicBezTo>
                  <a:pt x="5009" y="4695"/>
                  <a:pt x="5135" y="5042"/>
                  <a:pt x="5167" y="5420"/>
                </a:cubicBezTo>
                <a:cubicBezTo>
                  <a:pt x="5797" y="4853"/>
                  <a:pt x="6207" y="4065"/>
                  <a:pt x="6207" y="3120"/>
                </a:cubicBezTo>
                <a:cubicBezTo>
                  <a:pt x="6207" y="1387"/>
                  <a:pt x="4852" y="1"/>
                  <a:pt x="31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7" name="Google Shape;9462;p73">
            <a:extLst>
              <a:ext uri="{FF2B5EF4-FFF2-40B4-BE49-F238E27FC236}">
                <a16:creationId xmlns:a16="http://schemas.microsoft.com/office/drawing/2014/main" id="{1EE8D242-12B8-E925-5918-FEE493438294}"/>
              </a:ext>
            </a:extLst>
          </p:cNvPr>
          <p:cNvSpPr/>
          <p:nvPr/>
        </p:nvSpPr>
        <p:spPr>
          <a:xfrm>
            <a:off x="6517030" y="4031597"/>
            <a:ext cx="165287" cy="134389"/>
          </a:xfrm>
          <a:custGeom>
            <a:avLst/>
            <a:gdLst/>
            <a:ahLst/>
            <a:cxnLst/>
            <a:rect l="l" t="t" r="r" b="b"/>
            <a:pathLst>
              <a:path w="4884" h="3971" extrusionOk="0">
                <a:moveTo>
                  <a:pt x="2426" y="1"/>
                </a:moveTo>
                <a:cubicBezTo>
                  <a:pt x="1103" y="1"/>
                  <a:pt x="0" y="1104"/>
                  <a:pt x="0" y="2427"/>
                </a:cubicBezTo>
                <a:cubicBezTo>
                  <a:pt x="0" y="3025"/>
                  <a:pt x="190" y="3530"/>
                  <a:pt x="536" y="3971"/>
                </a:cubicBezTo>
                <a:cubicBezTo>
                  <a:pt x="820" y="3624"/>
                  <a:pt x="1103" y="3309"/>
                  <a:pt x="1481" y="3057"/>
                </a:cubicBezTo>
                <a:cubicBezTo>
                  <a:pt x="1261" y="2805"/>
                  <a:pt x="1103" y="2458"/>
                  <a:pt x="1103" y="2112"/>
                </a:cubicBezTo>
                <a:cubicBezTo>
                  <a:pt x="1103" y="1356"/>
                  <a:pt x="1733" y="726"/>
                  <a:pt x="2489" y="726"/>
                </a:cubicBezTo>
                <a:cubicBezTo>
                  <a:pt x="3214" y="726"/>
                  <a:pt x="3844" y="1356"/>
                  <a:pt x="3844" y="2112"/>
                </a:cubicBezTo>
                <a:cubicBezTo>
                  <a:pt x="3844" y="2458"/>
                  <a:pt x="3687" y="2805"/>
                  <a:pt x="3466" y="3057"/>
                </a:cubicBezTo>
                <a:cubicBezTo>
                  <a:pt x="3844" y="3246"/>
                  <a:pt x="4128" y="3561"/>
                  <a:pt x="4317" y="3971"/>
                </a:cubicBezTo>
                <a:cubicBezTo>
                  <a:pt x="4695" y="3530"/>
                  <a:pt x="4884" y="3025"/>
                  <a:pt x="4884" y="2427"/>
                </a:cubicBezTo>
                <a:cubicBezTo>
                  <a:pt x="4884" y="1104"/>
                  <a:pt x="3781" y="1"/>
                  <a:pt x="242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8" name="Google Shape;9463;p73">
            <a:extLst>
              <a:ext uri="{FF2B5EF4-FFF2-40B4-BE49-F238E27FC236}">
                <a16:creationId xmlns:a16="http://schemas.microsoft.com/office/drawing/2014/main" id="{844C50A3-1366-AAAF-8CC8-38D776E1B21A}"/>
              </a:ext>
            </a:extLst>
          </p:cNvPr>
          <p:cNvSpPr/>
          <p:nvPr/>
        </p:nvSpPr>
        <p:spPr>
          <a:xfrm>
            <a:off x="6576729" y="4079585"/>
            <a:ext cx="48023" cy="48023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9" name="Google Shape;9464;p73">
            <a:extLst>
              <a:ext uri="{FF2B5EF4-FFF2-40B4-BE49-F238E27FC236}">
                <a16:creationId xmlns:a16="http://schemas.microsoft.com/office/drawing/2014/main" id="{B04A9479-C1C3-A756-FDC4-2D6D83AEF63F}"/>
              </a:ext>
            </a:extLst>
          </p:cNvPr>
          <p:cNvSpPr/>
          <p:nvPr/>
        </p:nvSpPr>
        <p:spPr>
          <a:xfrm>
            <a:off x="6425351" y="3937243"/>
            <a:ext cx="350811" cy="353486"/>
          </a:xfrm>
          <a:custGeom>
            <a:avLst/>
            <a:gdLst/>
            <a:ahLst/>
            <a:cxnLst/>
            <a:rect l="l" t="t" r="r" b="b"/>
            <a:pathLst>
              <a:path w="10366" h="10445" extrusionOk="0">
                <a:moveTo>
                  <a:pt x="5198" y="2159"/>
                </a:moveTo>
                <a:cubicBezTo>
                  <a:pt x="6931" y="2159"/>
                  <a:pt x="8286" y="3514"/>
                  <a:pt x="8286" y="5246"/>
                </a:cubicBezTo>
                <a:cubicBezTo>
                  <a:pt x="8286" y="6916"/>
                  <a:pt x="6931" y="8365"/>
                  <a:pt x="5198" y="8365"/>
                </a:cubicBezTo>
                <a:cubicBezTo>
                  <a:pt x="3340" y="8365"/>
                  <a:pt x="2079" y="6822"/>
                  <a:pt x="2079" y="5246"/>
                </a:cubicBezTo>
                <a:cubicBezTo>
                  <a:pt x="2079" y="3514"/>
                  <a:pt x="3497" y="2159"/>
                  <a:pt x="5198" y="2159"/>
                </a:cubicBezTo>
                <a:close/>
                <a:moveTo>
                  <a:pt x="5167" y="1"/>
                </a:moveTo>
                <a:cubicBezTo>
                  <a:pt x="5088" y="1"/>
                  <a:pt x="5009" y="17"/>
                  <a:pt x="4946" y="48"/>
                </a:cubicBezTo>
                <a:lnTo>
                  <a:pt x="4001" y="836"/>
                </a:lnTo>
                <a:lnTo>
                  <a:pt x="2773" y="678"/>
                </a:lnTo>
                <a:cubicBezTo>
                  <a:pt x="2756" y="675"/>
                  <a:pt x="2739" y="673"/>
                  <a:pt x="2723" y="673"/>
                </a:cubicBezTo>
                <a:cubicBezTo>
                  <a:pt x="2583" y="673"/>
                  <a:pt x="2454" y="786"/>
                  <a:pt x="2426" y="899"/>
                </a:cubicBezTo>
                <a:lnTo>
                  <a:pt x="1953" y="2033"/>
                </a:lnTo>
                <a:lnTo>
                  <a:pt x="819" y="2505"/>
                </a:lnTo>
                <a:cubicBezTo>
                  <a:pt x="662" y="2568"/>
                  <a:pt x="567" y="2694"/>
                  <a:pt x="630" y="2852"/>
                </a:cubicBezTo>
                <a:lnTo>
                  <a:pt x="788" y="4081"/>
                </a:lnTo>
                <a:lnTo>
                  <a:pt x="32" y="5026"/>
                </a:lnTo>
                <a:cubicBezTo>
                  <a:pt x="0" y="5183"/>
                  <a:pt x="0" y="5341"/>
                  <a:pt x="63" y="5467"/>
                </a:cubicBezTo>
                <a:lnTo>
                  <a:pt x="819" y="6381"/>
                </a:lnTo>
                <a:lnTo>
                  <a:pt x="662" y="7609"/>
                </a:lnTo>
                <a:cubicBezTo>
                  <a:pt x="630" y="7767"/>
                  <a:pt x="725" y="7924"/>
                  <a:pt x="851" y="7956"/>
                </a:cubicBezTo>
                <a:lnTo>
                  <a:pt x="1985" y="8428"/>
                </a:lnTo>
                <a:lnTo>
                  <a:pt x="2457" y="9594"/>
                </a:lnTo>
                <a:cubicBezTo>
                  <a:pt x="2536" y="9725"/>
                  <a:pt x="2637" y="9791"/>
                  <a:pt x="2741" y="9791"/>
                </a:cubicBezTo>
                <a:cubicBezTo>
                  <a:pt x="2762" y="9791"/>
                  <a:pt x="2783" y="9788"/>
                  <a:pt x="2804" y="9783"/>
                </a:cubicBezTo>
                <a:lnTo>
                  <a:pt x="4033" y="9626"/>
                </a:lnTo>
                <a:lnTo>
                  <a:pt x="4978" y="10382"/>
                </a:lnTo>
                <a:cubicBezTo>
                  <a:pt x="5072" y="10413"/>
                  <a:pt x="5104" y="10445"/>
                  <a:pt x="5167" y="10445"/>
                </a:cubicBezTo>
                <a:cubicBezTo>
                  <a:pt x="5261" y="10445"/>
                  <a:pt x="5324" y="10413"/>
                  <a:pt x="5387" y="10382"/>
                </a:cubicBezTo>
                <a:lnTo>
                  <a:pt x="6333" y="9626"/>
                </a:lnTo>
                <a:lnTo>
                  <a:pt x="7530" y="9783"/>
                </a:lnTo>
                <a:cubicBezTo>
                  <a:pt x="7687" y="9783"/>
                  <a:pt x="7876" y="9689"/>
                  <a:pt x="7908" y="9594"/>
                </a:cubicBezTo>
                <a:lnTo>
                  <a:pt x="8380" y="8428"/>
                </a:lnTo>
                <a:lnTo>
                  <a:pt x="9515" y="7956"/>
                </a:lnTo>
                <a:cubicBezTo>
                  <a:pt x="9672" y="7893"/>
                  <a:pt x="9735" y="7767"/>
                  <a:pt x="9704" y="7609"/>
                </a:cubicBezTo>
                <a:lnTo>
                  <a:pt x="9546" y="6381"/>
                </a:lnTo>
                <a:lnTo>
                  <a:pt x="10302" y="5467"/>
                </a:lnTo>
                <a:cubicBezTo>
                  <a:pt x="10365" y="5341"/>
                  <a:pt x="10365" y="5120"/>
                  <a:pt x="10302" y="5026"/>
                </a:cubicBezTo>
                <a:lnTo>
                  <a:pt x="9546" y="4081"/>
                </a:lnTo>
                <a:lnTo>
                  <a:pt x="9704" y="2852"/>
                </a:lnTo>
                <a:cubicBezTo>
                  <a:pt x="9735" y="2694"/>
                  <a:pt x="9641" y="2537"/>
                  <a:pt x="9515" y="2505"/>
                </a:cubicBezTo>
                <a:lnTo>
                  <a:pt x="8380" y="2033"/>
                </a:lnTo>
                <a:lnTo>
                  <a:pt x="7908" y="899"/>
                </a:lnTo>
                <a:cubicBezTo>
                  <a:pt x="7826" y="762"/>
                  <a:pt x="7719" y="672"/>
                  <a:pt x="7589" y="672"/>
                </a:cubicBezTo>
                <a:cubicBezTo>
                  <a:pt x="7570" y="672"/>
                  <a:pt x="7550" y="674"/>
                  <a:pt x="7530" y="678"/>
                </a:cubicBezTo>
                <a:lnTo>
                  <a:pt x="6333" y="836"/>
                </a:lnTo>
                <a:lnTo>
                  <a:pt x="5387" y="48"/>
                </a:lnTo>
                <a:cubicBezTo>
                  <a:pt x="5324" y="17"/>
                  <a:pt x="5246" y="1"/>
                  <a:pt x="516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0" name="Google Shape;9465;p73">
            <a:extLst>
              <a:ext uri="{FF2B5EF4-FFF2-40B4-BE49-F238E27FC236}">
                <a16:creationId xmlns:a16="http://schemas.microsoft.com/office/drawing/2014/main" id="{8B3D3674-C133-B11C-735A-B719F7B9E7A1}"/>
              </a:ext>
            </a:extLst>
          </p:cNvPr>
          <p:cNvSpPr/>
          <p:nvPr/>
        </p:nvSpPr>
        <p:spPr>
          <a:xfrm>
            <a:off x="6555408" y="4149976"/>
            <a:ext cx="90664" cy="46940"/>
          </a:xfrm>
          <a:custGeom>
            <a:avLst/>
            <a:gdLst/>
            <a:ahLst/>
            <a:cxnLst/>
            <a:rect l="l" t="t" r="r" b="b"/>
            <a:pathLst>
              <a:path w="2679" h="1387" extrusionOk="0">
                <a:moveTo>
                  <a:pt x="1355" y="0"/>
                </a:moveTo>
                <a:cubicBezTo>
                  <a:pt x="725" y="0"/>
                  <a:pt x="190" y="441"/>
                  <a:pt x="1" y="977"/>
                </a:cubicBezTo>
                <a:cubicBezTo>
                  <a:pt x="410" y="1229"/>
                  <a:pt x="820" y="1386"/>
                  <a:pt x="1355" y="1386"/>
                </a:cubicBezTo>
                <a:cubicBezTo>
                  <a:pt x="1859" y="1386"/>
                  <a:pt x="2301" y="1229"/>
                  <a:pt x="2679" y="977"/>
                </a:cubicBezTo>
                <a:cubicBezTo>
                  <a:pt x="2521" y="410"/>
                  <a:pt x="1985" y="0"/>
                  <a:pt x="13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1" name="Google Shape;9466;p73">
            <a:extLst>
              <a:ext uri="{FF2B5EF4-FFF2-40B4-BE49-F238E27FC236}">
                <a16:creationId xmlns:a16="http://schemas.microsoft.com/office/drawing/2014/main" id="{6B554B10-5AD4-7D52-7A3C-6AFDE843D2DB}"/>
              </a:ext>
            </a:extLst>
          </p:cNvPr>
          <p:cNvSpPr/>
          <p:nvPr/>
        </p:nvSpPr>
        <p:spPr>
          <a:xfrm>
            <a:off x="6672707" y="4219251"/>
            <a:ext cx="129041" cy="117738"/>
          </a:xfrm>
          <a:custGeom>
            <a:avLst/>
            <a:gdLst/>
            <a:ahLst/>
            <a:cxnLst/>
            <a:rect l="l" t="t" r="r" b="b"/>
            <a:pathLst>
              <a:path w="3812" h="3479" extrusionOk="0">
                <a:moveTo>
                  <a:pt x="2867" y="1"/>
                </a:moveTo>
                <a:cubicBezTo>
                  <a:pt x="2741" y="127"/>
                  <a:pt x="2647" y="221"/>
                  <a:pt x="2489" y="284"/>
                </a:cubicBezTo>
                <a:lnTo>
                  <a:pt x="1607" y="631"/>
                </a:lnTo>
                <a:lnTo>
                  <a:pt x="1260" y="1482"/>
                </a:lnTo>
                <a:cubicBezTo>
                  <a:pt x="1103" y="1891"/>
                  <a:pt x="693" y="2112"/>
                  <a:pt x="284" y="2112"/>
                </a:cubicBezTo>
                <a:lnTo>
                  <a:pt x="158" y="2112"/>
                </a:lnTo>
                <a:lnTo>
                  <a:pt x="0" y="2080"/>
                </a:lnTo>
                <a:lnTo>
                  <a:pt x="1166" y="3372"/>
                </a:lnTo>
                <a:cubicBezTo>
                  <a:pt x="1237" y="3443"/>
                  <a:pt x="1343" y="3478"/>
                  <a:pt x="1445" y="3478"/>
                </a:cubicBezTo>
                <a:cubicBezTo>
                  <a:pt x="1479" y="3478"/>
                  <a:pt x="1512" y="3474"/>
                  <a:pt x="1544" y="3466"/>
                </a:cubicBezTo>
                <a:cubicBezTo>
                  <a:pt x="1638" y="3403"/>
                  <a:pt x="1764" y="3340"/>
                  <a:pt x="1764" y="3183"/>
                </a:cubicBezTo>
                <a:lnTo>
                  <a:pt x="2080" y="1639"/>
                </a:lnTo>
                <a:lnTo>
                  <a:pt x="3497" y="1324"/>
                </a:lnTo>
                <a:cubicBezTo>
                  <a:pt x="3532" y="1338"/>
                  <a:pt x="3563" y="1344"/>
                  <a:pt x="3592" y="1344"/>
                </a:cubicBezTo>
                <a:cubicBezTo>
                  <a:pt x="3693" y="1344"/>
                  <a:pt x="3756" y="1265"/>
                  <a:pt x="3781" y="1167"/>
                </a:cubicBezTo>
                <a:cubicBezTo>
                  <a:pt x="3812" y="1072"/>
                  <a:pt x="3781" y="946"/>
                  <a:pt x="3686" y="820"/>
                </a:cubicBezTo>
                <a:lnTo>
                  <a:pt x="286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82" name="Google Shape;9467;p73">
            <a:extLst>
              <a:ext uri="{FF2B5EF4-FFF2-40B4-BE49-F238E27FC236}">
                <a16:creationId xmlns:a16="http://schemas.microsoft.com/office/drawing/2014/main" id="{48B430D6-7A00-9425-7ED4-9E157B85FF9C}"/>
              </a:ext>
            </a:extLst>
          </p:cNvPr>
          <p:cNvSpPr/>
          <p:nvPr/>
        </p:nvSpPr>
        <p:spPr>
          <a:xfrm>
            <a:off x="6400816" y="4221383"/>
            <a:ext cx="129041" cy="118212"/>
          </a:xfrm>
          <a:custGeom>
            <a:avLst/>
            <a:gdLst/>
            <a:ahLst/>
            <a:cxnLst/>
            <a:rect l="l" t="t" r="r" b="b"/>
            <a:pathLst>
              <a:path w="3812" h="3492" extrusionOk="0">
                <a:moveTo>
                  <a:pt x="946" y="1"/>
                </a:moveTo>
                <a:lnTo>
                  <a:pt x="126" y="851"/>
                </a:lnTo>
                <a:cubicBezTo>
                  <a:pt x="0" y="851"/>
                  <a:pt x="0" y="1009"/>
                  <a:pt x="32" y="1104"/>
                </a:cubicBezTo>
                <a:cubicBezTo>
                  <a:pt x="95" y="1230"/>
                  <a:pt x="158" y="1324"/>
                  <a:pt x="315" y="1356"/>
                </a:cubicBezTo>
                <a:lnTo>
                  <a:pt x="1733" y="1671"/>
                </a:lnTo>
                <a:lnTo>
                  <a:pt x="2048" y="3214"/>
                </a:lnTo>
                <a:cubicBezTo>
                  <a:pt x="2080" y="3309"/>
                  <a:pt x="2174" y="3435"/>
                  <a:pt x="2300" y="3466"/>
                </a:cubicBezTo>
                <a:cubicBezTo>
                  <a:pt x="2328" y="3485"/>
                  <a:pt x="2361" y="3492"/>
                  <a:pt x="2396" y="3492"/>
                </a:cubicBezTo>
                <a:cubicBezTo>
                  <a:pt x="2482" y="3492"/>
                  <a:pt x="2580" y="3448"/>
                  <a:pt x="2647" y="3403"/>
                </a:cubicBezTo>
                <a:lnTo>
                  <a:pt x="3813" y="2112"/>
                </a:lnTo>
                <a:lnTo>
                  <a:pt x="3813" y="2112"/>
                </a:lnTo>
                <a:lnTo>
                  <a:pt x="3624" y="2143"/>
                </a:lnTo>
                <a:lnTo>
                  <a:pt x="3561" y="2143"/>
                </a:lnTo>
                <a:cubicBezTo>
                  <a:pt x="3119" y="2143"/>
                  <a:pt x="2773" y="1891"/>
                  <a:pt x="2552" y="1513"/>
                </a:cubicBezTo>
                <a:lnTo>
                  <a:pt x="2206" y="631"/>
                </a:lnTo>
                <a:lnTo>
                  <a:pt x="1355" y="284"/>
                </a:lnTo>
                <a:cubicBezTo>
                  <a:pt x="1198" y="221"/>
                  <a:pt x="1072" y="127"/>
                  <a:pt x="94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0" name="Google Shape;9469;p73">
            <a:extLst>
              <a:ext uri="{FF2B5EF4-FFF2-40B4-BE49-F238E27FC236}">
                <a16:creationId xmlns:a16="http://schemas.microsoft.com/office/drawing/2014/main" id="{CD9E99AE-88B8-AFE3-9111-86574DD877FF}"/>
              </a:ext>
            </a:extLst>
          </p:cNvPr>
          <p:cNvSpPr/>
          <p:nvPr/>
        </p:nvSpPr>
        <p:spPr>
          <a:xfrm>
            <a:off x="6506370" y="4630746"/>
            <a:ext cx="188740" cy="188741"/>
          </a:xfrm>
          <a:custGeom>
            <a:avLst/>
            <a:gdLst/>
            <a:ahLst/>
            <a:cxnLst/>
            <a:rect l="l" t="t" r="r" b="b"/>
            <a:pathLst>
              <a:path w="5577" h="5577" extrusionOk="0">
                <a:moveTo>
                  <a:pt x="2804" y="0"/>
                </a:moveTo>
                <a:cubicBezTo>
                  <a:pt x="1607" y="0"/>
                  <a:pt x="1450" y="725"/>
                  <a:pt x="1009" y="3308"/>
                </a:cubicBezTo>
                <a:cubicBezTo>
                  <a:pt x="946" y="3749"/>
                  <a:pt x="851" y="4285"/>
                  <a:pt x="757" y="4883"/>
                </a:cubicBezTo>
                <a:lnTo>
                  <a:pt x="347" y="4883"/>
                </a:lnTo>
                <a:cubicBezTo>
                  <a:pt x="158" y="4883"/>
                  <a:pt x="0" y="5041"/>
                  <a:pt x="0" y="5230"/>
                </a:cubicBezTo>
                <a:cubicBezTo>
                  <a:pt x="0" y="5419"/>
                  <a:pt x="158" y="5576"/>
                  <a:pt x="347" y="5576"/>
                </a:cubicBezTo>
                <a:lnTo>
                  <a:pt x="5230" y="5576"/>
                </a:lnTo>
                <a:cubicBezTo>
                  <a:pt x="5419" y="5545"/>
                  <a:pt x="5577" y="5387"/>
                  <a:pt x="5577" y="5198"/>
                </a:cubicBezTo>
                <a:cubicBezTo>
                  <a:pt x="5577" y="5009"/>
                  <a:pt x="5419" y="4852"/>
                  <a:pt x="5230" y="4852"/>
                </a:cubicBezTo>
                <a:lnTo>
                  <a:pt x="4852" y="4852"/>
                </a:lnTo>
                <a:cubicBezTo>
                  <a:pt x="4726" y="4253"/>
                  <a:pt x="4632" y="3749"/>
                  <a:pt x="4569" y="3277"/>
                </a:cubicBezTo>
                <a:cubicBezTo>
                  <a:pt x="4128" y="756"/>
                  <a:pt x="3970" y="0"/>
                  <a:pt x="28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1" name="Google Shape;9470;p73">
            <a:extLst>
              <a:ext uri="{FF2B5EF4-FFF2-40B4-BE49-F238E27FC236}">
                <a16:creationId xmlns:a16="http://schemas.microsoft.com/office/drawing/2014/main" id="{5E23A2E4-378B-4FFA-3FCA-107F8CD32B17}"/>
              </a:ext>
            </a:extLst>
          </p:cNvPr>
          <p:cNvSpPr/>
          <p:nvPr/>
        </p:nvSpPr>
        <p:spPr>
          <a:xfrm>
            <a:off x="6683367" y="4466542"/>
            <a:ext cx="93845" cy="93845"/>
          </a:xfrm>
          <a:custGeom>
            <a:avLst/>
            <a:gdLst/>
            <a:ahLst/>
            <a:cxnLst/>
            <a:rect l="l" t="t" r="r" b="b"/>
            <a:pathLst>
              <a:path w="2773" h="2773" extrusionOk="0">
                <a:moveTo>
                  <a:pt x="1386" y="0"/>
                </a:moveTo>
                <a:cubicBezTo>
                  <a:pt x="630" y="0"/>
                  <a:pt x="0" y="630"/>
                  <a:pt x="0" y="1387"/>
                </a:cubicBezTo>
                <a:cubicBezTo>
                  <a:pt x="0" y="2111"/>
                  <a:pt x="630" y="2773"/>
                  <a:pt x="1386" y="2773"/>
                </a:cubicBezTo>
                <a:cubicBezTo>
                  <a:pt x="2143" y="2773"/>
                  <a:pt x="2773" y="2111"/>
                  <a:pt x="2773" y="1387"/>
                </a:cubicBezTo>
                <a:cubicBezTo>
                  <a:pt x="2773" y="630"/>
                  <a:pt x="2143" y="0"/>
                  <a:pt x="13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2" name="Google Shape;9471;p73">
            <a:extLst>
              <a:ext uri="{FF2B5EF4-FFF2-40B4-BE49-F238E27FC236}">
                <a16:creationId xmlns:a16="http://schemas.microsoft.com/office/drawing/2014/main" id="{B784EE7C-882D-DDBC-7B69-902B976987ED}"/>
              </a:ext>
            </a:extLst>
          </p:cNvPr>
          <p:cNvSpPr/>
          <p:nvPr/>
        </p:nvSpPr>
        <p:spPr>
          <a:xfrm>
            <a:off x="6425350" y="4466542"/>
            <a:ext cx="92762" cy="93845"/>
          </a:xfrm>
          <a:custGeom>
            <a:avLst/>
            <a:gdLst/>
            <a:ahLst/>
            <a:cxnLst/>
            <a:rect l="l" t="t" r="r" b="b"/>
            <a:pathLst>
              <a:path w="2741" h="2773" extrusionOk="0">
                <a:moveTo>
                  <a:pt x="1355" y="0"/>
                </a:moveTo>
                <a:cubicBezTo>
                  <a:pt x="599" y="0"/>
                  <a:pt x="0" y="630"/>
                  <a:pt x="0" y="1387"/>
                </a:cubicBezTo>
                <a:cubicBezTo>
                  <a:pt x="0" y="2143"/>
                  <a:pt x="599" y="2773"/>
                  <a:pt x="1355" y="2773"/>
                </a:cubicBezTo>
                <a:cubicBezTo>
                  <a:pt x="2111" y="2773"/>
                  <a:pt x="2741" y="2143"/>
                  <a:pt x="2741" y="1387"/>
                </a:cubicBezTo>
                <a:cubicBezTo>
                  <a:pt x="2741" y="630"/>
                  <a:pt x="2111" y="0"/>
                  <a:pt x="13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3" name="Google Shape;9472;p73">
            <a:extLst>
              <a:ext uri="{FF2B5EF4-FFF2-40B4-BE49-F238E27FC236}">
                <a16:creationId xmlns:a16="http://schemas.microsoft.com/office/drawing/2014/main" id="{5C5016E6-DF40-BE48-4712-164A9A09DDA1}"/>
              </a:ext>
            </a:extLst>
          </p:cNvPr>
          <p:cNvSpPr/>
          <p:nvPr/>
        </p:nvSpPr>
        <p:spPr>
          <a:xfrm>
            <a:off x="6400814" y="4560353"/>
            <a:ext cx="141834" cy="70427"/>
          </a:xfrm>
          <a:custGeom>
            <a:avLst/>
            <a:gdLst/>
            <a:ahLst/>
            <a:cxnLst/>
            <a:rect l="l" t="t" r="r" b="b"/>
            <a:pathLst>
              <a:path w="4191" h="2081" extrusionOk="0">
                <a:moveTo>
                  <a:pt x="568" y="1"/>
                </a:moveTo>
                <a:cubicBezTo>
                  <a:pt x="252" y="347"/>
                  <a:pt x="0" y="851"/>
                  <a:pt x="0" y="1356"/>
                </a:cubicBezTo>
                <a:lnTo>
                  <a:pt x="0" y="1734"/>
                </a:lnTo>
                <a:cubicBezTo>
                  <a:pt x="0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33" y="2080"/>
                  <a:pt x="4191" y="1923"/>
                  <a:pt x="4191" y="1734"/>
                </a:cubicBezTo>
                <a:lnTo>
                  <a:pt x="4191" y="1356"/>
                </a:lnTo>
                <a:cubicBezTo>
                  <a:pt x="4191" y="820"/>
                  <a:pt x="3970" y="347"/>
                  <a:pt x="3624" y="1"/>
                </a:cubicBezTo>
                <a:cubicBezTo>
                  <a:pt x="3245" y="410"/>
                  <a:pt x="2678" y="694"/>
                  <a:pt x="2080" y="694"/>
                </a:cubicBezTo>
                <a:cubicBezTo>
                  <a:pt x="1513" y="694"/>
                  <a:pt x="946" y="410"/>
                  <a:pt x="56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4" name="Google Shape;9473;p73">
            <a:extLst>
              <a:ext uri="{FF2B5EF4-FFF2-40B4-BE49-F238E27FC236}">
                <a16:creationId xmlns:a16="http://schemas.microsoft.com/office/drawing/2014/main" id="{19960595-D604-4EBA-7E0C-635A73AF7158}"/>
              </a:ext>
            </a:extLst>
          </p:cNvPr>
          <p:cNvSpPr/>
          <p:nvPr/>
        </p:nvSpPr>
        <p:spPr>
          <a:xfrm>
            <a:off x="6660963" y="4560353"/>
            <a:ext cx="140785" cy="70427"/>
          </a:xfrm>
          <a:custGeom>
            <a:avLst/>
            <a:gdLst/>
            <a:ahLst/>
            <a:cxnLst/>
            <a:rect l="l" t="t" r="r" b="b"/>
            <a:pathLst>
              <a:path w="4160" h="2081" extrusionOk="0">
                <a:moveTo>
                  <a:pt x="536" y="1"/>
                </a:moveTo>
                <a:cubicBezTo>
                  <a:pt x="221" y="347"/>
                  <a:pt x="1" y="851"/>
                  <a:pt x="1" y="1356"/>
                </a:cubicBezTo>
                <a:lnTo>
                  <a:pt x="1" y="1702"/>
                </a:lnTo>
                <a:cubicBezTo>
                  <a:pt x="1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02" y="2080"/>
                  <a:pt x="4159" y="1923"/>
                  <a:pt x="4159" y="1702"/>
                </a:cubicBezTo>
                <a:lnTo>
                  <a:pt x="4159" y="1356"/>
                </a:lnTo>
                <a:cubicBezTo>
                  <a:pt x="4159" y="820"/>
                  <a:pt x="3970" y="347"/>
                  <a:pt x="3624" y="1"/>
                </a:cubicBezTo>
                <a:cubicBezTo>
                  <a:pt x="3214" y="410"/>
                  <a:pt x="2679" y="694"/>
                  <a:pt x="2080" y="694"/>
                </a:cubicBezTo>
                <a:cubicBezTo>
                  <a:pt x="1450" y="694"/>
                  <a:pt x="946" y="410"/>
                  <a:pt x="53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5" name="Google Shape;9474;p73">
            <a:extLst>
              <a:ext uri="{FF2B5EF4-FFF2-40B4-BE49-F238E27FC236}">
                <a16:creationId xmlns:a16="http://schemas.microsoft.com/office/drawing/2014/main" id="{62C21A1D-688F-ABA9-31C6-5B6CACEA1B4B}"/>
              </a:ext>
            </a:extLst>
          </p:cNvPr>
          <p:cNvSpPr/>
          <p:nvPr/>
        </p:nvSpPr>
        <p:spPr>
          <a:xfrm>
            <a:off x="6666308" y="4654197"/>
            <a:ext cx="135438" cy="71476"/>
          </a:xfrm>
          <a:custGeom>
            <a:avLst/>
            <a:gdLst/>
            <a:ahLst/>
            <a:cxnLst/>
            <a:rect l="l" t="t" r="r" b="b"/>
            <a:pathLst>
              <a:path w="4002" h="2112" extrusionOk="0">
                <a:moveTo>
                  <a:pt x="0" y="0"/>
                </a:moveTo>
                <a:cubicBezTo>
                  <a:pt x="189" y="567"/>
                  <a:pt x="315" y="1229"/>
                  <a:pt x="473" y="2111"/>
                </a:cubicBezTo>
                <a:lnTo>
                  <a:pt x="3655" y="2111"/>
                </a:lnTo>
                <a:cubicBezTo>
                  <a:pt x="3844" y="2111"/>
                  <a:pt x="4001" y="1954"/>
                  <a:pt x="4001" y="1733"/>
                </a:cubicBezTo>
                <a:lnTo>
                  <a:pt x="4001" y="378"/>
                </a:lnTo>
                <a:cubicBezTo>
                  <a:pt x="3970" y="158"/>
                  <a:pt x="3844" y="0"/>
                  <a:pt x="36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76" name="Google Shape;9475;p73">
            <a:extLst>
              <a:ext uri="{FF2B5EF4-FFF2-40B4-BE49-F238E27FC236}">
                <a16:creationId xmlns:a16="http://schemas.microsoft.com/office/drawing/2014/main" id="{DBD6836E-D069-86A4-9E39-B2843FABEDBB}"/>
              </a:ext>
            </a:extLst>
          </p:cNvPr>
          <p:cNvSpPr/>
          <p:nvPr/>
        </p:nvSpPr>
        <p:spPr>
          <a:xfrm>
            <a:off x="6400816" y="4654199"/>
            <a:ext cx="136520" cy="70393"/>
          </a:xfrm>
          <a:custGeom>
            <a:avLst/>
            <a:gdLst/>
            <a:ahLst/>
            <a:cxnLst/>
            <a:rect l="l" t="t" r="r" b="b"/>
            <a:pathLst>
              <a:path w="4034" h="2080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54"/>
                  <a:pt x="158" y="2080"/>
                  <a:pt x="347" y="2080"/>
                </a:cubicBezTo>
                <a:lnTo>
                  <a:pt x="3561" y="2080"/>
                </a:lnTo>
                <a:cubicBezTo>
                  <a:pt x="3718" y="1229"/>
                  <a:pt x="3813" y="567"/>
                  <a:pt x="40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7" name="Google Shape;9477;p73">
            <a:extLst>
              <a:ext uri="{FF2B5EF4-FFF2-40B4-BE49-F238E27FC236}">
                <a16:creationId xmlns:a16="http://schemas.microsoft.com/office/drawing/2014/main" id="{C31131F3-7322-CC66-9448-6A401F0E0D5C}"/>
              </a:ext>
            </a:extLst>
          </p:cNvPr>
          <p:cNvSpPr/>
          <p:nvPr/>
        </p:nvSpPr>
        <p:spPr>
          <a:xfrm>
            <a:off x="6622586" y="5036670"/>
            <a:ext cx="90665" cy="141868"/>
          </a:xfrm>
          <a:custGeom>
            <a:avLst/>
            <a:gdLst/>
            <a:ahLst/>
            <a:cxnLst/>
            <a:rect l="l" t="t" r="r" b="b"/>
            <a:pathLst>
              <a:path w="2679" h="4192" extrusionOk="0">
                <a:moveTo>
                  <a:pt x="0" y="1"/>
                </a:moveTo>
                <a:lnTo>
                  <a:pt x="505" y="3467"/>
                </a:lnTo>
                <a:lnTo>
                  <a:pt x="1103" y="4065"/>
                </a:lnTo>
                <a:cubicBezTo>
                  <a:pt x="1166" y="4128"/>
                  <a:pt x="1261" y="4191"/>
                  <a:pt x="1324" y="4191"/>
                </a:cubicBezTo>
                <a:lnTo>
                  <a:pt x="2300" y="4191"/>
                </a:lnTo>
                <a:cubicBezTo>
                  <a:pt x="2521" y="4191"/>
                  <a:pt x="2678" y="4034"/>
                  <a:pt x="2678" y="3813"/>
                </a:cubicBezTo>
                <a:lnTo>
                  <a:pt x="2678" y="2805"/>
                </a:lnTo>
                <a:cubicBezTo>
                  <a:pt x="2678" y="2710"/>
                  <a:pt x="2615" y="2616"/>
                  <a:pt x="2552" y="2553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8" name="Google Shape;9478;p73">
            <a:extLst>
              <a:ext uri="{FF2B5EF4-FFF2-40B4-BE49-F238E27FC236}">
                <a16:creationId xmlns:a16="http://schemas.microsoft.com/office/drawing/2014/main" id="{213E9C92-62CB-8A89-BE23-1B37145B1EC3}"/>
              </a:ext>
            </a:extLst>
          </p:cNvPr>
          <p:cNvSpPr/>
          <p:nvPr/>
        </p:nvSpPr>
        <p:spPr>
          <a:xfrm>
            <a:off x="6501024" y="4928983"/>
            <a:ext cx="119465" cy="70427"/>
          </a:xfrm>
          <a:custGeom>
            <a:avLst/>
            <a:gdLst/>
            <a:ahLst/>
            <a:cxnLst/>
            <a:rect l="l" t="t" r="r" b="b"/>
            <a:pathLst>
              <a:path w="3530" h="2081" extrusionOk="0">
                <a:moveTo>
                  <a:pt x="347" y="1"/>
                </a:moveTo>
                <a:cubicBezTo>
                  <a:pt x="221" y="1"/>
                  <a:pt x="158" y="33"/>
                  <a:pt x="64" y="159"/>
                </a:cubicBezTo>
                <a:cubicBezTo>
                  <a:pt x="1" y="222"/>
                  <a:pt x="1" y="348"/>
                  <a:pt x="32" y="474"/>
                </a:cubicBezTo>
                <a:lnTo>
                  <a:pt x="568" y="2080"/>
                </a:lnTo>
                <a:lnTo>
                  <a:pt x="2931" y="2080"/>
                </a:lnTo>
                <a:lnTo>
                  <a:pt x="3498" y="474"/>
                </a:lnTo>
                <a:cubicBezTo>
                  <a:pt x="3529" y="348"/>
                  <a:pt x="3498" y="222"/>
                  <a:pt x="3466" y="159"/>
                </a:cubicBezTo>
                <a:cubicBezTo>
                  <a:pt x="3340" y="64"/>
                  <a:pt x="3214" y="1"/>
                  <a:pt x="312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9" name="Google Shape;9479;p73">
            <a:extLst>
              <a:ext uri="{FF2B5EF4-FFF2-40B4-BE49-F238E27FC236}">
                <a16:creationId xmlns:a16="http://schemas.microsoft.com/office/drawing/2014/main" id="{551A45D1-3540-754B-02A5-2D101031998D}"/>
              </a:ext>
            </a:extLst>
          </p:cNvPr>
          <p:cNvSpPr/>
          <p:nvPr/>
        </p:nvSpPr>
        <p:spPr>
          <a:xfrm>
            <a:off x="6489313" y="5022829"/>
            <a:ext cx="140786" cy="306038"/>
          </a:xfrm>
          <a:custGeom>
            <a:avLst/>
            <a:gdLst/>
            <a:ahLst/>
            <a:cxnLst/>
            <a:rect l="l" t="t" r="r" b="b"/>
            <a:pathLst>
              <a:path w="4160" h="9043" extrusionOk="0">
                <a:moveTo>
                  <a:pt x="977" y="0"/>
                </a:moveTo>
                <a:lnTo>
                  <a:pt x="0" y="6553"/>
                </a:lnTo>
                <a:cubicBezTo>
                  <a:pt x="0" y="6648"/>
                  <a:pt x="0" y="6742"/>
                  <a:pt x="63" y="6837"/>
                </a:cubicBezTo>
                <a:lnTo>
                  <a:pt x="1796" y="8916"/>
                </a:lnTo>
                <a:cubicBezTo>
                  <a:pt x="1859" y="9011"/>
                  <a:pt x="1954" y="9042"/>
                  <a:pt x="2080" y="9042"/>
                </a:cubicBezTo>
                <a:cubicBezTo>
                  <a:pt x="2174" y="9042"/>
                  <a:pt x="2269" y="9011"/>
                  <a:pt x="2332" y="8916"/>
                </a:cubicBezTo>
                <a:lnTo>
                  <a:pt x="4065" y="6837"/>
                </a:lnTo>
                <a:cubicBezTo>
                  <a:pt x="4159" y="6742"/>
                  <a:pt x="4159" y="6679"/>
                  <a:pt x="4159" y="6553"/>
                </a:cubicBezTo>
                <a:lnTo>
                  <a:pt x="318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1" name="Google Shape;9481;p73">
            <a:extLst>
              <a:ext uri="{FF2B5EF4-FFF2-40B4-BE49-F238E27FC236}">
                <a16:creationId xmlns:a16="http://schemas.microsoft.com/office/drawing/2014/main" id="{A753FDAB-0AD1-34A2-5611-553737989C69}"/>
              </a:ext>
            </a:extLst>
          </p:cNvPr>
          <p:cNvSpPr/>
          <p:nvPr/>
        </p:nvSpPr>
        <p:spPr>
          <a:xfrm>
            <a:off x="7992740" y="5237137"/>
            <a:ext cx="24570" cy="24536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79" y="725"/>
                </a:cubicBezTo>
                <a:cubicBezTo>
                  <a:pt x="568" y="725"/>
                  <a:pt x="725" y="567"/>
                  <a:pt x="725" y="347"/>
                </a:cubicBez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2" name="Google Shape;9482;p73">
            <a:extLst>
              <a:ext uri="{FF2B5EF4-FFF2-40B4-BE49-F238E27FC236}">
                <a16:creationId xmlns:a16="http://schemas.microsoft.com/office/drawing/2014/main" id="{87F5DB1C-7B10-8513-AD01-93E9FCFB7F08}"/>
              </a:ext>
            </a:extLst>
          </p:cNvPr>
          <p:cNvSpPr/>
          <p:nvPr/>
        </p:nvSpPr>
        <p:spPr>
          <a:xfrm>
            <a:off x="7922382" y="4976988"/>
            <a:ext cx="308171" cy="351862"/>
          </a:xfrm>
          <a:custGeom>
            <a:avLst/>
            <a:gdLst/>
            <a:ahLst/>
            <a:cxnLst/>
            <a:rect l="l" t="t" r="r" b="b"/>
            <a:pathLst>
              <a:path w="9106" h="10397" extrusionOk="0">
                <a:moveTo>
                  <a:pt x="3115" y="2135"/>
                </a:moveTo>
                <a:cubicBezTo>
                  <a:pt x="3206" y="2135"/>
                  <a:pt x="3293" y="2158"/>
                  <a:pt x="3340" y="2205"/>
                </a:cubicBezTo>
                <a:cubicBezTo>
                  <a:pt x="3466" y="2331"/>
                  <a:pt x="3466" y="2583"/>
                  <a:pt x="3340" y="2678"/>
                </a:cubicBezTo>
                <a:lnTo>
                  <a:pt x="2930" y="3119"/>
                </a:lnTo>
                <a:lnTo>
                  <a:pt x="3340" y="3560"/>
                </a:lnTo>
                <a:cubicBezTo>
                  <a:pt x="3466" y="3686"/>
                  <a:pt x="3466" y="3907"/>
                  <a:pt x="3340" y="4033"/>
                </a:cubicBezTo>
                <a:cubicBezTo>
                  <a:pt x="3293" y="4096"/>
                  <a:pt x="3206" y="4127"/>
                  <a:pt x="3115" y="4127"/>
                </a:cubicBezTo>
                <a:cubicBezTo>
                  <a:pt x="3025" y="4127"/>
                  <a:pt x="2930" y="4096"/>
                  <a:pt x="2867" y="4033"/>
                </a:cubicBezTo>
                <a:lnTo>
                  <a:pt x="2458" y="3592"/>
                </a:lnTo>
                <a:lnTo>
                  <a:pt x="2017" y="4033"/>
                </a:lnTo>
                <a:cubicBezTo>
                  <a:pt x="1954" y="4096"/>
                  <a:pt x="1867" y="4127"/>
                  <a:pt x="1780" y="4127"/>
                </a:cubicBezTo>
                <a:cubicBezTo>
                  <a:pt x="1694" y="4127"/>
                  <a:pt x="1607" y="4096"/>
                  <a:pt x="1544" y="4033"/>
                </a:cubicBezTo>
                <a:cubicBezTo>
                  <a:pt x="1418" y="3907"/>
                  <a:pt x="1418" y="3686"/>
                  <a:pt x="1544" y="3560"/>
                </a:cubicBezTo>
                <a:lnTo>
                  <a:pt x="1985" y="3119"/>
                </a:lnTo>
                <a:lnTo>
                  <a:pt x="1544" y="2678"/>
                </a:lnTo>
                <a:cubicBezTo>
                  <a:pt x="1418" y="2583"/>
                  <a:pt x="1418" y="2331"/>
                  <a:pt x="1544" y="2205"/>
                </a:cubicBezTo>
                <a:cubicBezTo>
                  <a:pt x="1591" y="2158"/>
                  <a:pt x="1678" y="2135"/>
                  <a:pt x="1769" y="2135"/>
                </a:cubicBezTo>
                <a:cubicBezTo>
                  <a:pt x="1859" y="2135"/>
                  <a:pt x="1954" y="2158"/>
                  <a:pt x="2017" y="2205"/>
                </a:cubicBezTo>
                <a:lnTo>
                  <a:pt x="2458" y="2646"/>
                </a:lnTo>
                <a:lnTo>
                  <a:pt x="2867" y="2205"/>
                </a:lnTo>
                <a:cubicBezTo>
                  <a:pt x="2930" y="2158"/>
                  <a:pt x="3025" y="2135"/>
                  <a:pt x="3115" y="2135"/>
                </a:cubicBezTo>
                <a:close/>
                <a:moveTo>
                  <a:pt x="6727" y="2079"/>
                </a:moveTo>
                <a:cubicBezTo>
                  <a:pt x="6813" y="2079"/>
                  <a:pt x="6900" y="2111"/>
                  <a:pt x="6963" y="2174"/>
                </a:cubicBezTo>
                <a:lnTo>
                  <a:pt x="7688" y="2898"/>
                </a:lnTo>
                <a:cubicBezTo>
                  <a:pt x="7719" y="2993"/>
                  <a:pt x="7719" y="3245"/>
                  <a:pt x="7593" y="3371"/>
                </a:cubicBezTo>
                <a:cubicBezTo>
                  <a:pt x="7546" y="3418"/>
                  <a:pt x="7459" y="3442"/>
                  <a:pt x="7369" y="3442"/>
                </a:cubicBezTo>
                <a:cubicBezTo>
                  <a:pt x="7278" y="3442"/>
                  <a:pt x="7183" y="3418"/>
                  <a:pt x="7120" y="3371"/>
                </a:cubicBezTo>
                <a:lnTo>
                  <a:pt x="7026" y="3245"/>
                </a:lnTo>
                <a:lnTo>
                  <a:pt x="7026" y="4505"/>
                </a:lnTo>
                <a:cubicBezTo>
                  <a:pt x="7026" y="5104"/>
                  <a:pt x="6553" y="5513"/>
                  <a:pt x="5986" y="5513"/>
                </a:cubicBezTo>
                <a:lnTo>
                  <a:pt x="3151" y="5513"/>
                </a:lnTo>
                <a:cubicBezTo>
                  <a:pt x="2962" y="5513"/>
                  <a:pt x="2804" y="5671"/>
                  <a:pt x="2804" y="5891"/>
                </a:cubicBezTo>
                <a:lnTo>
                  <a:pt x="2804" y="7026"/>
                </a:lnTo>
                <a:cubicBezTo>
                  <a:pt x="3182" y="7183"/>
                  <a:pt x="3497" y="7530"/>
                  <a:pt x="3497" y="8002"/>
                </a:cubicBezTo>
                <a:cubicBezTo>
                  <a:pt x="3497" y="8601"/>
                  <a:pt x="3025" y="9042"/>
                  <a:pt x="2489" y="9042"/>
                </a:cubicBezTo>
                <a:cubicBezTo>
                  <a:pt x="1922" y="9042"/>
                  <a:pt x="1450" y="8569"/>
                  <a:pt x="1450" y="8002"/>
                </a:cubicBezTo>
                <a:cubicBezTo>
                  <a:pt x="1450" y="7561"/>
                  <a:pt x="1733" y="7183"/>
                  <a:pt x="2174" y="7026"/>
                </a:cubicBezTo>
                <a:lnTo>
                  <a:pt x="2174" y="5891"/>
                </a:lnTo>
                <a:cubicBezTo>
                  <a:pt x="2174" y="5293"/>
                  <a:pt x="2647" y="4852"/>
                  <a:pt x="3182" y="4852"/>
                </a:cubicBezTo>
                <a:lnTo>
                  <a:pt x="6018" y="4852"/>
                </a:lnTo>
                <a:cubicBezTo>
                  <a:pt x="6207" y="4852"/>
                  <a:pt x="6364" y="4694"/>
                  <a:pt x="6364" y="4505"/>
                </a:cubicBezTo>
                <a:lnTo>
                  <a:pt x="6364" y="3245"/>
                </a:lnTo>
                <a:lnTo>
                  <a:pt x="6270" y="3371"/>
                </a:lnTo>
                <a:cubicBezTo>
                  <a:pt x="6207" y="3418"/>
                  <a:pt x="6120" y="3442"/>
                  <a:pt x="6034" y="3442"/>
                </a:cubicBezTo>
                <a:cubicBezTo>
                  <a:pt x="5947" y="3442"/>
                  <a:pt x="5860" y="3418"/>
                  <a:pt x="5797" y="3371"/>
                </a:cubicBezTo>
                <a:cubicBezTo>
                  <a:pt x="5671" y="3245"/>
                  <a:pt x="5671" y="2993"/>
                  <a:pt x="5797" y="2898"/>
                </a:cubicBezTo>
                <a:lnTo>
                  <a:pt x="6490" y="2174"/>
                </a:lnTo>
                <a:cubicBezTo>
                  <a:pt x="6553" y="2111"/>
                  <a:pt x="6640" y="2079"/>
                  <a:pt x="6727" y="2079"/>
                </a:cubicBezTo>
                <a:close/>
                <a:moveTo>
                  <a:pt x="7369" y="7057"/>
                </a:moveTo>
                <a:cubicBezTo>
                  <a:pt x="7459" y="7057"/>
                  <a:pt x="7546" y="7089"/>
                  <a:pt x="7593" y="7152"/>
                </a:cubicBezTo>
                <a:cubicBezTo>
                  <a:pt x="7719" y="7246"/>
                  <a:pt x="7719" y="7498"/>
                  <a:pt x="7593" y="7624"/>
                </a:cubicBezTo>
                <a:lnTo>
                  <a:pt x="7183" y="8034"/>
                </a:lnTo>
                <a:lnTo>
                  <a:pt x="7593" y="8475"/>
                </a:lnTo>
                <a:cubicBezTo>
                  <a:pt x="7719" y="8601"/>
                  <a:pt x="7719" y="8821"/>
                  <a:pt x="7593" y="8947"/>
                </a:cubicBezTo>
                <a:cubicBezTo>
                  <a:pt x="7546" y="9010"/>
                  <a:pt x="7459" y="9042"/>
                  <a:pt x="7369" y="9042"/>
                </a:cubicBezTo>
                <a:cubicBezTo>
                  <a:pt x="7278" y="9042"/>
                  <a:pt x="7183" y="9010"/>
                  <a:pt x="7120" y="8947"/>
                </a:cubicBezTo>
                <a:lnTo>
                  <a:pt x="6711" y="8506"/>
                </a:lnTo>
                <a:lnTo>
                  <a:pt x="6270" y="8947"/>
                </a:lnTo>
                <a:cubicBezTo>
                  <a:pt x="6207" y="9010"/>
                  <a:pt x="6120" y="9042"/>
                  <a:pt x="6034" y="9042"/>
                </a:cubicBezTo>
                <a:cubicBezTo>
                  <a:pt x="5947" y="9042"/>
                  <a:pt x="5860" y="9010"/>
                  <a:pt x="5797" y="8947"/>
                </a:cubicBezTo>
                <a:cubicBezTo>
                  <a:pt x="5671" y="8821"/>
                  <a:pt x="5671" y="8601"/>
                  <a:pt x="5797" y="8475"/>
                </a:cubicBezTo>
                <a:lnTo>
                  <a:pt x="6207" y="8034"/>
                </a:lnTo>
                <a:lnTo>
                  <a:pt x="5797" y="7624"/>
                </a:lnTo>
                <a:cubicBezTo>
                  <a:pt x="5671" y="7498"/>
                  <a:pt x="5671" y="7246"/>
                  <a:pt x="5797" y="7152"/>
                </a:cubicBezTo>
                <a:cubicBezTo>
                  <a:pt x="5845" y="7089"/>
                  <a:pt x="5931" y="7057"/>
                  <a:pt x="6022" y="7057"/>
                </a:cubicBezTo>
                <a:cubicBezTo>
                  <a:pt x="6112" y="7057"/>
                  <a:pt x="6207" y="7089"/>
                  <a:pt x="6270" y="7152"/>
                </a:cubicBezTo>
                <a:lnTo>
                  <a:pt x="6711" y="7561"/>
                </a:lnTo>
                <a:lnTo>
                  <a:pt x="7120" y="7152"/>
                </a:lnTo>
                <a:cubicBezTo>
                  <a:pt x="7183" y="7089"/>
                  <a:pt x="7278" y="7057"/>
                  <a:pt x="7369" y="7057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9388"/>
                </a:lnTo>
                <a:cubicBezTo>
                  <a:pt x="0" y="9987"/>
                  <a:pt x="473" y="10397"/>
                  <a:pt x="1040" y="10397"/>
                </a:cubicBezTo>
                <a:lnTo>
                  <a:pt x="8003" y="10397"/>
                </a:lnTo>
                <a:cubicBezTo>
                  <a:pt x="8601" y="10397"/>
                  <a:pt x="9011" y="9924"/>
                  <a:pt x="9011" y="9388"/>
                </a:cubicBezTo>
                <a:lnTo>
                  <a:pt x="9011" y="1040"/>
                </a:lnTo>
                <a:cubicBezTo>
                  <a:pt x="9105" y="473"/>
                  <a:pt x="8633" y="0"/>
                  <a:pt x="8034" y="0"/>
                </a:cubicBezTo>
                <a:lnTo>
                  <a:pt x="7341" y="0"/>
                </a:lnTo>
                <a:cubicBezTo>
                  <a:pt x="7341" y="756"/>
                  <a:pt x="6711" y="1386"/>
                  <a:pt x="5955" y="1386"/>
                </a:cubicBezTo>
                <a:lnTo>
                  <a:pt x="3119" y="1386"/>
                </a:lnTo>
                <a:cubicBezTo>
                  <a:pt x="2363" y="1386"/>
                  <a:pt x="1733" y="756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3" name="Google Shape;9483;p73">
            <a:extLst>
              <a:ext uri="{FF2B5EF4-FFF2-40B4-BE49-F238E27FC236}">
                <a16:creationId xmlns:a16="http://schemas.microsoft.com/office/drawing/2014/main" id="{D62D4401-8C25-0365-18EA-A25B78DEFE56}"/>
              </a:ext>
            </a:extLst>
          </p:cNvPr>
          <p:cNvSpPr/>
          <p:nvPr/>
        </p:nvSpPr>
        <p:spPr>
          <a:xfrm>
            <a:off x="8003401" y="4928999"/>
            <a:ext cx="143966" cy="72525"/>
          </a:xfrm>
          <a:custGeom>
            <a:avLst/>
            <a:gdLst/>
            <a:ahLst/>
            <a:cxnLst/>
            <a:rect l="l" t="t" r="r" b="b"/>
            <a:pathLst>
              <a:path w="4254" h="2143" extrusionOk="0">
                <a:moveTo>
                  <a:pt x="2143" y="0"/>
                </a:moveTo>
                <a:cubicBezTo>
                  <a:pt x="1860" y="0"/>
                  <a:pt x="1576" y="221"/>
                  <a:pt x="1450" y="473"/>
                </a:cubicBezTo>
                <a:lnTo>
                  <a:pt x="1387" y="725"/>
                </a:lnTo>
                <a:lnTo>
                  <a:pt x="725" y="725"/>
                </a:lnTo>
                <a:cubicBezTo>
                  <a:pt x="316" y="725"/>
                  <a:pt x="1" y="1040"/>
                  <a:pt x="1" y="1418"/>
                </a:cubicBezTo>
                <a:cubicBezTo>
                  <a:pt x="1" y="1828"/>
                  <a:pt x="316" y="2143"/>
                  <a:pt x="725" y="2143"/>
                </a:cubicBezTo>
                <a:lnTo>
                  <a:pt x="3561" y="2143"/>
                </a:lnTo>
                <a:cubicBezTo>
                  <a:pt x="3939" y="2143"/>
                  <a:pt x="4254" y="1828"/>
                  <a:pt x="4254" y="1418"/>
                </a:cubicBezTo>
                <a:cubicBezTo>
                  <a:pt x="4254" y="1040"/>
                  <a:pt x="3939" y="725"/>
                  <a:pt x="3561" y="725"/>
                </a:cubicBezTo>
                <a:lnTo>
                  <a:pt x="2868" y="725"/>
                </a:lnTo>
                <a:lnTo>
                  <a:pt x="2805" y="473"/>
                </a:lnTo>
                <a:cubicBezTo>
                  <a:pt x="2710" y="221"/>
                  <a:pt x="2458" y="0"/>
                  <a:pt x="21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4" name="Google Shape;9484;p73">
            <a:extLst>
              <a:ext uri="{FF2B5EF4-FFF2-40B4-BE49-F238E27FC236}">
                <a16:creationId xmlns:a16="http://schemas.microsoft.com/office/drawing/2014/main" id="{05B0E693-CA1A-A5CD-0FA2-EC44283A602A}"/>
              </a:ext>
            </a:extLst>
          </p:cNvPr>
          <p:cNvSpPr/>
          <p:nvPr/>
        </p:nvSpPr>
        <p:spPr>
          <a:xfrm>
            <a:off x="8251841" y="5094254"/>
            <a:ext cx="70393" cy="142917"/>
          </a:xfrm>
          <a:custGeom>
            <a:avLst/>
            <a:gdLst/>
            <a:ahLst/>
            <a:cxnLst/>
            <a:rect l="l" t="t" r="r" b="b"/>
            <a:pathLst>
              <a:path w="2080" h="4223" extrusionOk="0">
                <a:moveTo>
                  <a:pt x="0" y="1"/>
                </a:moveTo>
                <a:lnTo>
                  <a:pt x="0" y="4222"/>
                </a:lnTo>
                <a:lnTo>
                  <a:pt x="32" y="4222"/>
                </a:lnTo>
                <a:cubicBezTo>
                  <a:pt x="315" y="4002"/>
                  <a:pt x="662" y="3876"/>
                  <a:pt x="1072" y="3876"/>
                </a:cubicBezTo>
                <a:cubicBezTo>
                  <a:pt x="1450" y="3876"/>
                  <a:pt x="1796" y="4002"/>
                  <a:pt x="2080" y="4222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5" name="Google Shape;9485;p73">
            <a:extLst>
              <a:ext uri="{FF2B5EF4-FFF2-40B4-BE49-F238E27FC236}">
                <a16:creationId xmlns:a16="http://schemas.microsoft.com/office/drawing/2014/main" id="{28721734-32C2-DE74-477F-677D92578C0E}"/>
              </a:ext>
            </a:extLst>
          </p:cNvPr>
          <p:cNvSpPr/>
          <p:nvPr/>
        </p:nvSpPr>
        <p:spPr>
          <a:xfrm>
            <a:off x="8253972" y="5023894"/>
            <a:ext cx="70393" cy="46940"/>
          </a:xfrm>
          <a:custGeom>
            <a:avLst/>
            <a:gdLst/>
            <a:ahLst/>
            <a:cxnLst/>
            <a:rect l="l" t="t" r="r" b="b"/>
            <a:pathLst>
              <a:path w="2080" h="1387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2080" y="1386"/>
                </a:lnTo>
                <a:lnTo>
                  <a:pt x="2080" y="1040"/>
                </a:lnTo>
                <a:cubicBezTo>
                  <a:pt x="2048" y="473"/>
                  <a:pt x="1576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6" name="Google Shape;9486;p73">
            <a:extLst>
              <a:ext uri="{FF2B5EF4-FFF2-40B4-BE49-F238E27FC236}">
                <a16:creationId xmlns:a16="http://schemas.microsoft.com/office/drawing/2014/main" id="{A96A72CB-A757-8AA4-2197-976F1E55DF6E}"/>
              </a:ext>
            </a:extLst>
          </p:cNvPr>
          <p:cNvSpPr/>
          <p:nvPr/>
        </p:nvSpPr>
        <p:spPr>
          <a:xfrm>
            <a:off x="8259284" y="5248847"/>
            <a:ext cx="58683" cy="58683"/>
          </a:xfrm>
          <a:custGeom>
            <a:avLst/>
            <a:gdLst/>
            <a:ahLst/>
            <a:cxnLst/>
            <a:rect l="l" t="t" r="r" b="b"/>
            <a:pathLst>
              <a:path w="1733" h="1733" extrusionOk="0">
                <a:moveTo>
                  <a:pt x="883" y="1"/>
                </a:moveTo>
                <a:cubicBezTo>
                  <a:pt x="537" y="1"/>
                  <a:pt x="190" y="221"/>
                  <a:pt x="1" y="442"/>
                </a:cubicBezTo>
                <a:lnTo>
                  <a:pt x="568" y="1545"/>
                </a:lnTo>
                <a:cubicBezTo>
                  <a:pt x="600" y="1671"/>
                  <a:pt x="757" y="1734"/>
                  <a:pt x="883" y="1734"/>
                </a:cubicBezTo>
                <a:cubicBezTo>
                  <a:pt x="978" y="1734"/>
                  <a:pt x="1104" y="1671"/>
                  <a:pt x="1198" y="1545"/>
                </a:cubicBezTo>
                <a:lnTo>
                  <a:pt x="1734" y="442"/>
                </a:lnTo>
                <a:cubicBezTo>
                  <a:pt x="1545" y="158"/>
                  <a:pt x="1230" y="1"/>
                  <a:pt x="88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8" name="Google Shape;9488;p73">
            <a:extLst>
              <a:ext uri="{FF2B5EF4-FFF2-40B4-BE49-F238E27FC236}">
                <a16:creationId xmlns:a16="http://schemas.microsoft.com/office/drawing/2014/main" id="{4EFBCF6E-1465-3F9C-B3FD-DFB71B01BFE9}"/>
              </a:ext>
            </a:extLst>
          </p:cNvPr>
          <p:cNvSpPr/>
          <p:nvPr/>
        </p:nvSpPr>
        <p:spPr>
          <a:xfrm>
            <a:off x="1852460" y="4070683"/>
            <a:ext cx="376397" cy="267662"/>
          </a:xfrm>
          <a:custGeom>
            <a:avLst/>
            <a:gdLst/>
            <a:ahLst/>
            <a:cxnLst/>
            <a:rect l="l" t="t" r="r" b="b"/>
            <a:pathLst>
              <a:path w="11122" h="7909" extrusionOk="0">
                <a:moveTo>
                  <a:pt x="10535" y="0"/>
                </a:moveTo>
                <a:cubicBezTo>
                  <a:pt x="10489" y="0"/>
                  <a:pt x="10442" y="10"/>
                  <a:pt x="10397" y="33"/>
                </a:cubicBezTo>
                <a:cubicBezTo>
                  <a:pt x="10208" y="64"/>
                  <a:pt x="10114" y="253"/>
                  <a:pt x="10177" y="474"/>
                </a:cubicBezTo>
                <a:cubicBezTo>
                  <a:pt x="10334" y="978"/>
                  <a:pt x="10429" y="1482"/>
                  <a:pt x="10429" y="1986"/>
                </a:cubicBezTo>
                <a:cubicBezTo>
                  <a:pt x="10429" y="4885"/>
                  <a:pt x="8066" y="7247"/>
                  <a:pt x="5199" y="7247"/>
                </a:cubicBezTo>
                <a:cubicBezTo>
                  <a:pt x="3561" y="7247"/>
                  <a:pt x="2017" y="6397"/>
                  <a:pt x="1072" y="5137"/>
                </a:cubicBezTo>
                <a:lnTo>
                  <a:pt x="1733" y="5137"/>
                </a:lnTo>
                <a:cubicBezTo>
                  <a:pt x="1922" y="5137"/>
                  <a:pt x="2080" y="4979"/>
                  <a:pt x="2080" y="4790"/>
                </a:cubicBezTo>
                <a:cubicBezTo>
                  <a:pt x="2080" y="4601"/>
                  <a:pt x="1922" y="4443"/>
                  <a:pt x="1733" y="4443"/>
                </a:cubicBezTo>
                <a:lnTo>
                  <a:pt x="347" y="4443"/>
                </a:lnTo>
                <a:cubicBezTo>
                  <a:pt x="158" y="4443"/>
                  <a:pt x="1" y="4601"/>
                  <a:pt x="1" y="4790"/>
                </a:cubicBezTo>
                <a:lnTo>
                  <a:pt x="1" y="6176"/>
                </a:lnTo>
                <a:cubicBezTo>
                  <a:pt x="1" y="6365"/>
                  <a:pt x="158" y="6523"/>
                  <a:pt x="347" y="6523"/>
                </a:cubicBezTo>
                <a:cubicBezTo>
                  <a:pt x="536" y="6523"/>
                  <a:pt x="694" y="6365"/>
                  <a:pt x="694" y="6176"/>
                </a:cubicBezTo>
                <a:lnTo>
                  <a:pt x="694" y="5767"/>
                </a:lnTo>
                <a:cubicBezTo>
                  <a:pt x="1796" y="7090"/>
                  <a:pt x="3466" y="7909"/>
                  <a:pt x="5199" y="7909"/>
                </a:cubicBezTo>
                <a:cubicBezTo>
                  <a:pt x="8412" y="7909"/>
                  <a:pt x="11122" y="5231"/>
                  <a:pt x="11122" y="1986"/>
                </a:cubicBezTo>
                <a:cubicBezTo>
                  <a:pt x="11122" y="1419"/>
                  <a:pt x="10996" y="820"/>
                  <a:pt x="10838" y="222"/>
                </a:cubicBezTo>
                <a:cubicBezTo>
                  <a:pt x="10814" y="102"/>
                  <a:pt x="10681" y="0"/>
                  <a:pt x="105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9" name="Google Shape;9489;p73">
            <a:extLst>
              <a:ext uri="{FF2B5EF4-FFF2-40B4-BE49-F238E27FC236}">
                <a16:creationId xmlns:a16="http://schemas.microsoft.com/office/drawing/2014/main" id="{7DC370B1-4ACB-28F4-96FA-EF516AECA6B3}"/>
              </a:ext>
            </a:extLst>
          </p:cNvPr>
          <p:cNvSpPr/>
          <p:nvPr/>
        </p:nvSpPr>
        <p:spPr>
          <a:xfrm>
            <a:off x="1830088" y="3938496"/>
            <a:ext cx="375314" cy="267899"/>
          </a:xfrm>
          <a:custGeom>
            <a:avLst/>
            <a:gdLst/>
            <a:ahLst/>
            <a:cxnLst/>
            <a:rect l="l" t="t" r="r" b="b"/>
            <a:pathLst>
              <a:path w="11090" h="7916" extrusionOk="0">
                <a:moveTo>
                  <a:pt x="5891" y="1"/>
                </a:moveTo>
                <a:cubicBezTo>
                  <a:pt x="2678" y="1"/>
                  <a:pt x="0" y="2679"/>
                  <a:pt x="0" y="5892"/>
                </a:cubicBezTo>
                <a:cubicBezTo>
                  <a:pt x="0" y="6491"/>
                  <a:pt x="126" y="7089"/>
                  <a:pt x="284" y="7656"/>
                </a:cubicBezTo>
                <a:cubicBezTo>
                  <a:pt x="310" y="7842"/>
                  <a:pt x="448" y="7916"/>
                  <a:pt x="604" y="7916"/>
                </a:cubicBezTo>
                <a:cubicBezTo>
                  <a:pt x="633" y="7916"/>
                  <a:pt x="663" y="7913"/>
                  <a:pt x="693" y="7908"/>
                </a:cubicBezTo>
                <a:cubicBezTo>
                  <a:pt x="882" y="7877"/>
                  <a:pt x="977" y="7656"/>
                  <a:pt x="945" y="7467"/>
                </a:cubicBezTo>
                <a:cubicBezTo>
                  <a:pt x="788" y="6963"/>
                  <a:pt x="662" y="6459"/>
                  <a:pt x="662" y="5892"/>
                </a:cubicBezTo>
                <a:cubicBezTo>
                  <a:pt x="662" y="3025"/>
                  <a:pt x="3025" y="662"/>
                  <a:pt x="5891" y="662"/>
                </a:cubicBezTo>
                <a:cubicBezTo>
                  <a:pt x="7561" y="662"/>
                  <a:pt x="9105" y="1481"/>
                  <a:pt x="10050" y="2742"/>
                </a:cubicBezTo>
                <a:lnTo>
                  <a:pt x="9357" y="2742"/>
                </a:lnTo>
                <a:cubicBezTo>
                  <a:pt x="9168" y="2742"/>
                  <a:pt x="9010" y="2899"/>
                  <a:pt x="9010" y="3088"/>
                </a:cubicBezTo>
                <a:cubicBezTo>
                  <a:pt x="9010" y="3309"/>
                  <a:pt x="9168" y="3466"/>
                  <a:pt x="9357" y="3466"/>
                </a:cubicBezTo>
                <a:lnTo>
                  <a:pt x="10743" y="3466"/>
                </a:lnTo>
                <a:cubicBezTo>
                  <a:pt x="10932" y="3466"/>
                  <a:pt x="11090" y="3309"/>
                  <a:pt x="11090" y="3088"/>
                </a:cubicBezTo>
                <a:lnTo>
                  <a:pt x="11090" y="1733"/>
                </a:lnTo>
                <a:cubicBezTo>
                  <a:pt x="11090" y="1513"/>
                  <a:pt x="10932" y="1355"/>
                  <a:pt x="10743" y="1355"/>
                </a:cubicBezTo>
                <a:cubicBezTo>
                  <a:pt x="10554" y="1355"/>
                  <a:pt x="10397" y="1513"/>
                  <a:pt x="10397" y="1733"/>
                </a:cubicBezTo>
                <a:lnTo>
                  <a:pt x="10397" y="2111"/>
                </a:lnTo>
                <a:cubicBezTo>
                  <a:pt x="9294" y="820"/>
                  <a:pt x="7624" y="1"/>
                  <a:pt x="58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60" name="Google Shape;9490;p73">
            <a:extLst>
              <a:ext uri="{FF2B5EF4-FFF2-40B4-BE49-F238E27FC236}">
                <a16:creationId xmlns:a16="http://schemas.microsoft.com/office/drawing/2014/main" id="{E23D8152-A27D-2BF8-D4CB-943444E3234E}"/>
              </a:ext>
            </a:extLst>
          </p:cNvPr>
          <p:cNvSpPr/>
          <p:nvPr/>
        </p:nvSpPr>
        <p:spPr>
          <a:xfrm>
            <a:off x="1901495" y="4009937"/>
            <a:ext cx="255951" cy="255918"/>
          </a:xfrm>
          <a:custGeom>
            <a:avLst/>
            <a:gdLst/>
            <a:ahLst/>
            <a:cxnLst/>
            <a:rect l="l" t="t" r="r" b="b"/>
            <a:pathLst>
              <a:path w="7563" h="7562" extrusionOk="0">
                <a:moveTo>
                  <a:pt x="3750" y="2048"/>
                </a:moveTo>
                <a:cubicBezTo>
                  <a:pt x="3939" y="2048"/>
                  <a:pt x="4097" y="2206"/>
                  <a:pt x="4097" y="2426"/>
                </a:cubicBezTo>
                <a:lnTo>
                  <a:pt x="4097" y="3435"/>
                </a:lnTo>
                <a:lnTo>
                  <a:pt x="4475" y="3435"/>
                </a:lnTo>
                <a:cubicBezTo>
                  <a:pt x="4664" y="3435"/>
                  <a:pt x="4821" y="3592"/>
                  <a:pt x="4821" y="3781"/>
                </a:cubicBezTo>
                <a:cubicBezTo>
                  <a:pt x="4821" y="4002"/>
                  <a:pt x="4664" y="4159"/>
                  <a:pt x="4475" y="4159"/>
                </a:cubicBezTo>
                <a:lnTo>
                  <a:pt x="3750" y="4159"/>
                </a:lnTo>
                <a:cubicBezTo>
                  <a:pt x="3561" y="4159"/>
                  <a:pt x="3403" y="4002"/>
                  <a:pt x="3403" y="3781"/>
                </a:cubicBezTo>
                <a:lnTo>
                  <a:pt x="3403" y="2426"/>
                </a:lnTo>
                <a:cubicBezTo>
                  <a:pt x="3403" y="2206"/>
                  <a:pt x="3561" y="2048"/>
                  <a:pt x="3750" y="2048"/>
                </a:cubicBezTo>
                <a:close/>
                <a:moveTo>
                  <a:pt x="3435" y="0"/>
                </a:moveTo>
                <a:cubicBezTo>
                  <a:pt x="2647" y="95"/>
                  <a:pt x="1923" y="410"/>
                  <a:pt x="1356" y="883"/>
                </a:cubicBezTo>
                <a:lnTo>
                  <a:pt x="2049" y="1576"/>
                </a:lnTo>
                <a:cubicBezTo>
                  <a:pt x="2175" y="1702"/>
                  <a:pt x="2175" y="1954"/>
                  <a:pt x="2049" y="2048"/>
                </a:cubicBezTo>
                <a:cubicBezTo>
                  <a:pt x="1986" y="2111"/>
                  <a:pt x="1899" y="2143"/>
                  <a:pt x="1812" y="2143"/>
                </a:cubicBezTo>
                <a:cubicBezTo>
                  <a:pt x="1726" y="2143"/>
                  <a:pt x="1639" y="2111"/>
                  <a:pt x="1576" y="2048"/>
                </a:cubicBezTo>
                <a:lnTo>
                  <a:pt x="883" y="1355"/>
                </a:lnTo>
                <a:cubicBezTo>
                  <a:pt x="410" y="1922"/>
                  <a:pt x="95" y="2647"/>
                  <a:pt x="1" y="3435"/>
                </a:cubicBezTo>
                <a:lnTo>
                  <a:pt x="1041" y="3435"/>
                </a:lnTo>
                <a:cubicBezTo>
                  <a:pt x="1230" y="3435"/>
                  <a:pt x="1387" y="3592"/>
                  <a:pt x="1387" y="3781"/>
                </a:cubicBezTo>
                <a:cubicBezTo>
                  <a:pt x="1387" y="3970"/>
                  <a:pt x="1230" y="4128"/>
                  <a:pt x="1041" y="4128"/>
                </a:cubicBezTo>
                <a:lnTo>
                  <a:pt x="1" y="4128"/>
                </a:lnTo>
                <a:cubicBezTo>
                  <a:pt x="95" y="4915"/>
                  <a:pt x="410" y="5640"/>
                  <a:pt x="883" y="6238"/>
                </a:cubicBezTo>
                <a:lnTo>
                  <a:pt x="1576" y="5514"/>
                </a:lnTo>
                <a:cubicBezTo>
                  <a:pt x="1639" y="5451"/>
                  <a:pt x="1734" y="5419"/>
                  <a:pt x="1824" y="5419"/>
                </a:cubicBezTo>
                <a:cubicBezTo>
                  <a:pt x="1915" y="5419"/>
                  <a:pt x="2001" y="5451"/>
                  <a:pt x="2049" y="5514"/>
                </a:cubicBezTo>
                <a:cubicBezTo>
                  <a:pt x="2175" y="5640"/>
                  <a:pt x="2175" y="5860"/>
                  <a:pt x="2049" y="5986"/>
                </a:cubicBezTo>
                <a:lnTo>
                  <a:pt x="1356" y="6711"/>
                </a:lnTo>
                <a:cubicBezTo>
                  <a:pt x="1923" y="7184"/>
                  <a:pt x="2647" y="7499"/>
                  <a:pt x="3435" y="7562"/>
                </a:cubicBezTo>
                <a:lnTo>
                  <a:pt x="3435" y="6553"/>
                </a:lnTo>
                <a:cubicBezTo>
                  <a:pt x="3435" y="6333"/>
                  <a:pt x="3592" y="6175"/>
                  <a:pt x="3781" y="6175"/>
                </a:cubicBezTo>
                <a:cubicBezTo>
                  <a:pt x="4002" y="6175"/>
                  <a:pt x="4160" y="6333"/>
                  <a:pt x="4160" y="6553"/>
                </a:cubicBezTo>
                <a:lnTo>
                  <a:pt x="4160" y="7562"/>
                </a:lnTo>
                <a:cubicBezTo>
                  <a:pt x="4947" y="7499"/>
                  <a:pt x="5640" y="7184"/>
                  <a:pt x="6239" y="6711"/>
                </a:cubicBezTo>
                <a:lnTo>
                  <a:pt x="5514" y="5986"/>
                </a:lnTo>
                <a:cubicBezTo>
                  <a:pt x="5420" y="5860"/>
                  <a:pt x="5420" y="5640"/>
                  <a:pt x="5514" y="5514"/>
                </a:cubicBezTo>
                <a:cubicBezTo>
                  <a:pt x="5577" y="5451"/>
                  <a:pt x="5672" y="5419"/>
                  <a:pt x="5762" y="5419"/>
                </a:cubicBezTo>
                <a:cubicBezTo>
                  <a:pt x="5853" y="5419"/>
                  <a:pt x="5940" y="5451"/>
                  <a:pt x="5987" y="5514"/>
                </a:cubicBezTo>
                <a:lnTo>
                  <a:pt x="6711" y="6238"/>
                </a:lnTo>
                <a:cubicBezTo>
                  <a:pt x="7184" y="5640"/>
                  <a:pt x="7499" y="4915"/>
                  <a:pt x="7562" y="4128"/>
                </a:cubicBezTo>
                <a:lnTo>
                  <a:pt x="6554" y="4128"/>
                </a:lnTo>
                <a:cubicBezTo>
                  <a:pt x="6365" y="4128"/>
                  <a:pt x="6207" y="3970"/>
                  <a:pt x="6207" y="3781"/>
                </a:cubicBezTo>
                <a:cubicBezTo>
                  <a:pt x="6207" y="3592"/>
                  <a:pt x="6365" y="3435"/>
                  <a:pt x="6554" y="3435"/>
                </a:cubicBezTo>
                <a:lnTo>
                  <a:pt x="7562" y="3435"/>
                </a:lnTo>
                <a:cubicBezTo>
                  <a:pt x="7499" y="2647"/>
                  <a:pt x="7184" y="1922"/>
                  <a:pt x="6711" y="1355"/>
                </a:cubicBezTo>
                <a:lnTo>
                  <a:pt x="5987" y="2048"/>
                </a:lnTo>
                <a:cubicBezTo>
                  <a:pt x="5940" y="2111"/>
                  <a:pt x="5853" y="2143"/>
                  <a:pt x="5762" y="2143"/>
                </a:cubicBezTo>
                <a:cubicBezTo>
                  <a:pt x="5672" y="2143"/>
                  <a:pt x="5577" y="2111"/>
                  <a:pt x="5514" y="2048"/>
                </a:cubicBezTo>
                <a:cubicBezTo>
                  <a:pt x="5420" y="1922"/>
                  <a:pt x="5420" y="1702"/>
                  <a:pt x="5514" y="1576"/>
                </a:cubicBezTo>
                <a:lnTo>
                  <a:pt x="6239" y="883"/>
                </a:lnTo>
                <a:cubicBezTo>
                  <a:pt x="5640" y="410"/>
                  <a:pt x="4947" y="95"/>
                  <a:pt x="4160" y="0"/>
                </a:cubicBezTo>
                <a:lnTo>
                  <a:pt x="4160" y="1040"/>
                </a:lnTo>
                <a:cubicBezTo>
                  <a:pt x="4160" y="1229"/>
                  <a:pt x="4002" y="1387"/>
                  <a:pt x="3781" y="1387"/>
                </a:cubicBezTo>
                <a:cubicBezTo>
                  <a:pt x="3592" y="1387"/>
                  <a:pt x="3435" y="1229"/>
                  <a:pt x="3435" y="1040"/>
                </a:cubicBezTo>
                <a:lnTo>
                  <a:pt x="343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5" name="Google Shape;9492;p73">
            <a:extLst>
              <a:ext uri="{FF2B5EF4-FFF2-40B4-BE49-F238E27FC236}">
                <a16:creationId xmlns:a16="http://schemas.microsoft.com/office/drawing/2014/main" id="{0B173561-A94D-B778-9CAC-27085E79AFC3}"/>
              </a:ext>
            </a:extLst>
          </p:cNvPr>
          <p:cNvSpPr/>
          <p:nvPr/>
        </p:nvSpPr>
        <p:spPr>
          <a:xfrm>
            <a:off x="2039574" y="4700057"/>
            <a:ext cx="24570" cy="47989"/>
          </a:xfrm>
          <a:custGeom>
            <a:avLst/>
            <a:gdLst/>
            <a:ahLst/>
            <a:cxnLst/>
            <a:rect l="l" t="t" r="r" b="b"/>
            <a:pathLst>
              <a:path w="726" h="1418" extrusionOk="0">
                <a:moveTo>
                  <a:pt x="1" y="0"/>
                </a:moveTo>
                <a:lnTo>
                  <a:pt x="1" y="1418"/>
                </a:lnTo>
                <a:lnTo>
                  <a:pt x="379" y="1418"/>
                </a:lnTo>
                <a:cubicBezTo>
                  <a:pt x="568" y="1418"/>
                  <a:pt x="725" y="1260"/>
                  <a:pt x="725" y="1040"/>
                </a:cubicBezTo>
                <a:lnTo>
                  <a:pt x="725" y="347"/>
                </a:ln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6" name="Google Shape;9493;p73">
            <a:extLst>
              <a:ext uri="{FF2B5EF4-FFF2-40B4-BE49-F238E27FC236}">
                <a16:creationId xmlns:a16="http://schemas.microsoft.com/office/drawing/2014/main" id="{CECB9150-B354-BC79-4DC6-99134C12CF6A}"/>
              </a:ext>
            </a:extLst>
          </p:cNvPr>
          <p:cNvSpPr/>
          <p:nvPr/>
        </p:nvSpPr>
        <p:spPr>
          <a:xfrm>
            <a:off x="1992670" y="4628615"/>
            <a:ext cx="24536" cy="47989"/>
          </a:xfrm>
          <a:custGeom>
            <a:avLst/>
            <a:gdLst/>
            <a:ahLst/>
            <a:cxnLst/>
            <a:rect l="l" t="t" r="r" b="b"/>
            <a:pathLst>
              <a:path w="725" h="1418" extrusionOk="0">
                <a:moveTo>
                  <a:pt x="378" y="0"/>
                </a:moveTo>
                <a:cubicBezTo>
                  <a:pt x="189" y="0"/>
                  <a:pt x="0" y="158"/>
                  <a:pt x="0" y="378"/>
                </a:cubicBezTo>
                <a:lnTo>
                  <a:pt x="0" y="1071"/>
                </a:lnTo>
                <a:cubicBezTo>
                  <a:pt x="0" y="1260"/>
                  <a:pt x="189" y="1418"/>
                  <a:pt x="378" y="1418"/>
                </a:cubicBezTo>
                <a:lnTo>
                  <a:pt x="725" y="1418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7" name="Google Shape;9494;p73">
            <a:extLst>
              <a:ext uri="{FF2B5EF4-FFF2-40B4-BE49-F238E27FC236}">
                <a16:creationId xmlns:a16="http://schemas.microsoft.com/office/drawing/2014/main" id="{22D98A4D-5A5B-ABB1-9D05-AD0D690CB261}"/>
              </a:ext>
            </a:extLst>
          </p:cNvPr>
          <p:cNvSpPr/>
          <p:nvPr/>
        </p:nvSpPr>
        <p:spPr>
          <a:xfrm>
            <a:off x="1846606" y="4443089"/>
            <a:ext cx="365737" cy="399851"/>
          </a:xfrm>
          <a:custGeom>
            <a:avLst/>
            <a:gdLst/>
            <a:ahLst/>
            <a:cxnLst/>
            <a:rect l="l" t="t" r="r" b="b"/>
            <a:pathLst>
              <a:path w="10807" h="11815" extrusionOk="0">
                <a:moveTo>
                  <a:pt x="6459" y="662"/>
                </a:moveTo>
                <a:cubicBezTo>
                  <a:pt x="6868" y="662"/>
                  <a:pt x="7183" y="977"/>
                  <a:pt x="7183" y="1355"/>
                </a:cubicBezTo>
                <a:cubicBezTo>
                  <a:pt x="7183" y="1765"/>
                  <a:pt x="6868" y="2080"/>
                  <a:pt x="6459" y="2080"/>
                </a:cubicBezTo>
                <a:lnTo>
                  <a:pt x="6459" y="1702"/>
                </a:lnTo>
                <a:cubicBezTo>
                  <a:pt x="6459" y="1513"/>
                  <a:pt x="6301" y="1355"/>
                  <a:pt x="6112" y="1355"/>
                </a:cubicBezTo>
                <a:lnTo>
                  <a:pt x="4726" y="1355"/>
                </a:lnTo>
                <a:cubicBezTo>
                  <a:pt x="4537" y="1355"/>
                  <a:pt x="4379" y="1513"/>
                  <a:pt x="4379" y="1702"/>
                </a:cubicBezTo>
                <a:lnTo>
                  <a:pt x="4379" y="2080"/>
                </a:lnTo>
                <a:cubicBezTo>
                  <a:pt x="3970" y="2017"/>
                  <a:pt x="3655" y="1702"/>
                  <a:pt x="3655" y="1355"/>
                </a:cubicBezTo>
                <a:cubicBezTo>
                  <a:pt x="3655" y="977"/>
                  <a:pt x="3970" y="662"/>
                  <a:pt x="4379" y="662"/>
                </a:cubicBezTo>
                <a:close/>
                <a:moveTo>
                  <a:pt x="5387" y="4128"/>
                </a:moveTo>
                <a:cubicBezTo>
                  <a:pt x="5608" y="4128"/>
                  <a:pt x="5766" y="4285"/>
                  <a:pt x="5766" y="4474"/>
                </a:cubicBezTo>
                <a:lnTo>
                  <a:pt x="5766" y="4821"/>
                </a:lnTo>
                <a:lnTo>
                  <a:pt x="6112" y="4821"/>
                </a:lnTo>
                <a:cubicBezTo>
                  <a:pt x="6711" y="4821"/>
                  <a:pt x="7120" y="5293"/>
                  <a:pt x="7120" y="5860"/>
                </a:cubicBezTo>
                <a:cubicBezTo>
                  <a:pt x="7120" y="6049"/>
                  <a:pt x="6963" y="6207"/>
                  <a:pt x="6774" y="6207"/>
                </a:cubicBezTo>
                <a:cubicBezTo>
                  <a:pt x="6585" y="6207"/>
                  <a:pt x="6427" y="6049"/>
                  <a:pt x="6427" y="5860"/>
                </a:cubicBezTo>
                <a:cubicBezTo>
                  <a:pt x="6427" y="5640"/>
                  <a:pt x="6270" y="5482"/>
                  <a:pt x="6081" y="5482"/>
                </a:cubicBezTo>
                <a:lnTo>
                  <a:pt x="5703" y="5482"/>
                </a:lnTo>
                <a:lnTo>
                  <a:pt x="5703" y="6868"/>
                </a:lnTo>
                <a:lnTo>
                  <a:pt x="6081" y="6868"/>
                </a:lnTo>
                <a:cubicBezTo>
                  <a:pt x="6648" y="6868"/>
                  <a:pt x="7089" y="7341"/>
                  <a:pt x="7089" y="7908"/>
                </a:cubicBezTo>
                <a:lnTo>
                  <a:pt x="7089" y="8601"/>
                </a:lnTo>
                <a:cubicBezTo>
                  <a:pt x="7089" y="9200"/>
                  <a:pt x="6616" y="9641"/>
                  <a:pt x="6081" y="9641"/>
                </a:cubicBezTo>
                <a:lnTo>
                  <a:pt x="5703" y="9641"/>
                </a:lnTo>
                <a:lnTo>
                  <a:pt x="5703" y="9987"/>
                </a:lnTo>
                <a:cubicBezTo>
                  <a:pt x="5703" y="10176"/>
                  <a:pt x="5545" y="10334"/>
                  <a:pt x="5356" y="10334"/>
                </a:cubicBezTo>
                <a:cubicBezTo>
                  <a:pt x="5167" y="10334"/>
                  <a:pt x="5009" y="10176"/>
                  <a:pt x="5009" y="9987"/>
                </a:cubicBezTo>
                <a:lnTo>
                  <a:pt x="5009" y="9704"/>
                </a:lnTo>
                <a:lnTo>
                  <a:pt x="4631" y="9704"/>
                </a:lnTo>
                <a:cubicBezTo>
                  <a:pt x="4064" y="9704"/>
                  <a:pt x="3623" y="9231"/>
                  <a:pt x="3623" y="8664"/>
                </a:cubicBezTo>
                <a:cubicBezTo>
                  <a:pt x="3623" y="8475"/>
                  <a:pt x="3781" y="8318"/>
                  <a:pt x="3970" y="8318"/>
                </a:cubicBezTo>
                <a:cubicBezTo>
                  <a:pt x="4159" y="8318"/>
                  <a:pt x="4316" y="8475"/>
                  <a:pt x="4316" y="8664"/>
                </a:cubicBezTo>
                <a:cubicBezTo>
                  <a:pt x="4316" y="8885"/>
                  <a:pt x="4505" y="9042"/>
                  <a:pt x="4694" y="9042"/>
                </a:cubicBezTo>
                <a:lnTo>
                  <a:pt x="5041" y="9042"/>
                </a:lnTo>
                <a:lnTo>
                  <a:pt x="5041" y="7625"/>
                </a:lnTo>
                <a:lnTo>
                  <a:pt x="4694" y="7625"/>
                </a:lnTo>
                <a:lnTo>
                  <a:pt x="4694" y="7593"/>
                </a:lnTo>
                <a:cubicBezTo>
                  <a:pt x="4096" y="7593"/>
                  <a:pt x="3655" y="7120"/>
                  <a:pt x="3655" y="6553"/>
                </a:cubicBezTo>
                <a:lnTo>
                  <a:pt x="3655" y="5860"/>
                </a:lnTo>
                <a:cubicBezTo>
                  <a:pt x="3655" y="5262"/>
                  <a:pt x="4127" y="4821"/>
                  <a:pt x="4694" y="4821"/>
                </a:cubicBezTo>
                <a:lnTo>
                  <a:pt x="5041" y="4821"/>
                </a:lnTo>
                <a:lnTo>
                  <a:pt x="5041" y="4474"/>
                </a:lnTo>
                <a:cubicBezTo>
                  <a:pt x="5041" y="4285"/>
                  <a:pt x="5198" y="4128"/>
                  <a:pt x="5387" y="4128"/>
                </a:cubicBezTo>
                <a:close/>
                <a:moveTo>
                  <a:pt x="4379" y="0"/>
                </a:moveTo>
                <a:cubicBezTo>
                  <a:pt x="3623" y="0"/>
                  <a:pt x="2993" y="662"/>
                  <a:pt x="2993" y="1387"/>
                </a:cubicBezTo>
                <a:cubicBezTo>
                  <a:pt x="2993" y="2143"/>
                  <a:pt x="3623" y="2773"/>
                  <a:pt x="4379" y="2773"/>
                </a:cubicBezTo>
                <a:lnTo>
                  <a:pt x="4379" y="2899"/>
                </a:lnTo>
                <a:cubicBezTo>
                  <a:pt x="3781" y="3025"/>
                  <a:pt x="3277" y="3277"/>
                  <a:pt x="2804" y="3592"/>
                </a:cubicBezTo>
                <a:lnTo>
                  <a:pt x="2332" y="3056"/>
                </a:lnTo>
                <a:lnTo>
                  <a:pt x="2584" y="2804"/>
                </a:lnTo>
                <a:cubicBezTo>
                  <a:pt x="2710" y="2710"/>
                  <a:pt x="2710" y="2458"/>
                  <a:pt x="2615" y="2332"/>
                </a:cubicBezTo>
                <a:lnTo>
                  <a:pt x="1701" y="1292"/>
                </a:lnTo>
                <a:cubicBezTo>
                  <a:pt x="1630" y="1203"/>
                  <a:pt x="1529" y="1165"/>
                  <a:pt x="1432" y="1165"/>
                </a:cubicBezTo>
                <a:cubicBezTo>
                  <a:pt x="1357" y="1165"/>
                  <a:pt x="1284" y="1188"/>
                  <a:pt x="1229" y="1229"/>
                </a:cubicBezTo>
                <a:lnTo>
                  <a:pt x="158" y="2143"/>
                </a:lnTo>
                <a:cubicBezTo>
                  <a:pt x="0" y="2269"/>
                  <a:pt x="0" y="2489"/>
                  <a:pt x="126" y="2615"/>
                </a:cubicBezTo>
                <a:lnTo>
                  <a:pt x="1040" y="3686"/>
                </a:lnTo>
                <a:cubicBezTo>
                  <a:pt x="1090" y="3770"/>
                  <a:pt x="1183" y="3809"/>
                  <a:pt x="1279" y="3809"/>
                </a:cubicBezTo>
                <a:cubicBezTo>
                  <a:pt x="1365" y="3809"/>
                  <a:pt x="1453" y="3777"/>
                  <a:pt x="1512" y="3718"/>
                </a:cubicBezTo>
                <a:lnTo>
                  <a:pt x="1764" y="3497"/>
                </a:lnTo>
                <a:lnTo>
                  <a:pt x="2237" y="4033"/>
                </a:lnTo>
                <a:cubicBezTo>
                  <a:pt x="1418" y="4852"/>
                  <a:pt x="914" y="5986"/>
                  <a:pt x="914" y="7247"/>
                </a:cubicBezTo>
                <a:cubicBezTo>
                  <a:pt x="914" y="9735"/>
                  <a:pt x="2930" y="11815"/>
                  <a:pt x="5387" y="11815"/>
                </a:cubicBezTo>
                <a:cubicBezTo>
                  <a:pt x="7876" y="11815"/>
                  <a:pt x="9893" y="9798"/>
                  <a:pt x="9893" y="7247"/>
                </a:cubicBezTo>
                <a:cubicBezTo>
                  <a:pt x="9893" y="5986"/>
                  <a:pt x="9389" y="4852"/>
                  <a:pt x="8538" y="4033"/>
                </a:cubicBezTo>
                <a:lnTo>
                  <a:pt x="9011" y="3497"/>
                </a:lnTo>
                <a:lnTo>
                  <a:pt x="9294" y="3718"/>
                </a:lnTo>
                <a:cubicBezTo>
                  <a:pt x="9368" y="3777"/>
                  <a:pt x="9450" y="3809"/>
                  <a:pt x="9528" y="3809"/>
                </a:cubicBezTo>
                <a:cubicBezTo>
                  <a:pt x="9616" y="3809"/>
                  <a:pt x="9700" y="3770"/>
                  <a:pt x="9767" y="3686"/>
                </a:cubicBezTo>
                <a:lnTo>
                  <a:pt x="10680" y="2615"/>
                </a:lnTo>
                <a:cubicBezTo>
                  <a:pt x="10806" y="2458"/>
                  <a:pt x="10806" y="2269"/>
                  <a:pt x="10649" y="2143"/>
                </a:cubicBezTo>
                <a:lnTo>
                  <a:pt x="9578" y="1229"/>
                </a:lnTo>
                <a:cubicBezTo>
                  <a:pt x="9509" y="1188"/>
                  <a:pt x="9434" y="1165"/>
                  <a:pt x="9361" y="1165"/>
                </a:cubicBezTo>
                <a:cubicBezTo>
                  <a:pt x="9267" y="1165"/>
                  <a:pt x="9176" y="1203"/>
                  <a:pt x="9105" y="1292"/>
                </a:cubicBezTo>
                <a:lnTo>
                  <a:pt x="8191" y="2332"/>
                </a:lnTo>
                <a:cubicBezTo>
                  <a:pt x="8065" y="2489"/>
                  <a:pt x="8065" y="2710"/>
                  <a:pt x="8223" y="2804"/>
                </a:cubicBezTo>
                <a:lnTo>
                  <a:pt x="8506" y="3056"/>
                </a:lnTo>
                <a:lnTo>
                  <a:pt x="8034" y="3592"/>
                </a:lnTo>
                <a:cubicBezTo>
                  <a:pt x="7561" y="3245"/>
                  <a:pt x="7057" y="3025"/>
                  <a:pt x="6459" y="2899"/>
                </a:cubicBezTo>
                <a:lnTo>
                  <a:pt x="6459" y="2773"/>
                </a:lnTo>
                <a:cubicBezTo>
                  <a:pt x="7215" y="2773"/>
                  <a:pt x="7845" y="2143"/>
                  <a:pt x="7845" y="1387"/>
                </a:cubicBezTo>
                <a:cubicBezTo>
                  <a:pt x="7845" y="662"/>
                  <a:pt x="7215" y="0"/>
                  <a:pt x="64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2" name="Google Shape;9496;p73">
            <a:extLst>
              <a:ext uri="{FF2B5EF4-FFF2-40B4-BE49-F238E27FC236}">
                <a16:creationId xmlns:a16="http://schemas.microsoft.com/office/drawing/2014/main" id="{62B39A2C-7C5C-68DB-327D-D2DB17BE2F53}"/>
              </a:ext>
            </a:extLst>
          </p:cNvPr>
          <p:cNvSpPr/>
          <p:nvPr/>
        </p:nvSpPr>
        <p:spPr>
          <a:xfrm>
            <a:off x="1996408" y="4928998"/>
            <a:ext cx="69344" cy="69344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8" y="1"/>
                </a:moveTo>
                <a:cubicBezTo>
                  <a:pt x="441" y="1"/>
                  <a:pt x="0" y="442"/>
                  <a:pt x="0" y="1009"/>
                </a:cubicBezTo>
                <a:cubicBezTo>
                  <a:pt x="0" y="1576"/>
                  <a:pt x="441" y="2048"/>
                  <a:pt x="1008" y="2048"/>
                </a:cubicBezTo>
                <a:cubicBezTo>
                  <a:pt x="1576" y="2048"/>
                  <a:pt x="2048" y="1576"/>
                  <a:pt x="2048" y="1009"/>
                </a:cubicBezTo>
                <a:cubicBezTo>
                  <a:pt x="2048" y="442"/>
                  <a:pt x="1576" y="1"/>
                  <a:pt x="10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3" name="Google Shape;9497;p73">
            <a:extLst>
              <a:ext uri="{FF2B5EF4-FFF2-40B4-BE49-F238E27FC236}">
                <a16:creationId xmlns:a16="http://schemas.microsoft.com/office/drawing/2014/main" id="{415CC4FF-8ED9-DD28-F753-601F2B991567}"/>
              </a:ext>
            </a:extLst>
          </p:cNvPr>
          <p:cNvSpPr/>
          <p:nvPr/>
        </p:nvSpPr>
        <p:spPr>
          <a:xfrm>
            <a:off x="1827939" y="5077195"/>
            <a:ext cx="403066" cy="251654"/>
          </a:xfrm>
          <a:custGeom>
            <a:avLst/>
            <a:gdLst/>
            <a:ahLst/>
            <a:cxnLst/>
            <a:rect l="l" t="t" r="r" b="b"/>
            <a:pathLst>
              <a:path w="11910" h="7436" extrusionOk="0">
                <a:moveTo>
                  <a:pt x="3498" y="1"/>
                </a:moveTo>
                <a:cubicBezTo>
                  <a:pt x="2174" y="316"/>
                  <a:pt x="1418" y="820"/>
                  <a:pt x="1418" y="1482"/>
                </a:cubicBezTo>
                <a:cubicBezTo>
                  <a:pt x="1418" y="2112"/>
                  <a:pt x="2080" y="2553"/>
                  <a:pt x="3088" y="2868"/>
                </a:cubicBezTo>
                <a:lnTo>
                  <a:pt x="1891" y="5357"/>
                </a:lnTo>
                <a:lnTo>
                  <a:pt x="1765" y="5357"/>
                </a:lnTo>
                <a:cubicBezTo>
                  <a:pt x="788" y="5357"/>
                  <a:pt x="1" y="5766"/>
                  <a:pt x="1" y="6365"/>
                </a:cubicBezTo>
                <a:cubicBezTo>
                  <a:pt x="1" y="6963"/>
                  <a:pt x="757" y="7404"/>
                  <a:pt x="1765" y="7404"/>
                </a:cubicBezTo>
                <a:cubicBezTo>
                  <a:pt x="2804" y="7404"/>
                  <a:pt x="3498" y="6963"/>
                  <a:pt x="3498" y="6365"/>
                </a:cubicBezTo>
                <a:cubicBezTo>
                  <a:pt x="3498" y="5987"/>
                  <a:pt x="3151" y="5609"/>
                  <a:pt x="2615" y="5451"/>
                </a:cubicBezTo>
                <a:lnTo>
                  <a:pt x="3781" y="3025"/>
                </a:lnTo>
                <a:cubicBezTo>
                  <a:pt x="4348" y="3151"/>
                  <a:pt x="4978" y="3183"/>
                  <a:pt x="5608" y="3214"/>
                </a:cubicBezTo>
                <a:lnTo>
                  <a:pt x="5608" y="5388"/>
                </a:lnTo>
                <a:cubicBezTo>
                  <a:pt x="4758" y="5451"/>
                  <a:pt x="4222" y="5892"/>
                  <a:pt x="4222" y="6396"/>
                </a:cubicBezTo>
                <a:cubicBezTo>
                  <a:pt x="4222" y="6995"/>
                  <a:pt x="4978" y="7436"/>
                  <a:pt x="5955" y="7436"/>
                </a:cubicBezTo>
                <a:cubicBezTo>
                  <a:pt x="6932" y="7436"/>
                  <a:pt x="7688" y="6995"/>
                  <a:pt x="7688" y="6396"/>
                </a:cubicBezTo>
                <a:cubicBezTo>
                  <a:pt x="7688" y="5892"/>
                  <a:pt x="7089" y="5451"/>
                  <a:pt x="6302" y="5388"/>
                </a:cubicBezTo>
                <a:lnTo>
                  <a:pt x="6302" y="3214"/>
                </a:lnTo>
                <a:cubicBezTo>
                  <a:pt x="6932" y="3214"/>
                  <a:pt x="7562" y="3151"/>
                  <a:pt x="8129" y="3025"/>
                </a:cubicBezTo>
                <a:lnTo>
                  <a:pt x="9295" y="5451"/>
                </a:lnTo>
                <a:cubicBezTo>
                  <a:pt x="8759" y="5609"/>
                  <a:pt x="8381" y="5987"/>
                  <a:pt x="8381" y="6365"/>
                </a:cubicBezTo>
                <a:cubicBezTo>
                  <a:pt x="8381" y="6963"/>
                  <a:pt x="9137" y="7404"/>
                  <a:pt x="10114" y="7404"/>
                </a:cubicBezTo>
                <a:cubicBezTo>
                  <a:pt x="11122" y="7404"/>
                  <a:pt x="11909" y="6963"/>
                  <a:pt x="11909" y="6365"/>
                </a:cubicBezTo>
                <a:cubicBezTo>
                  <a:pt x="11909" y="5766"/>
                  <a:pt x="11122" y="5357"/>
                  <a:pt x="10145" y="5357"/>
                </a:cubicBezTo>
                <a:lnTo>
                  <a:pt x="10019" y="5357"/>
                </a:lnTo>
                <a:lnTo>
                  <a:pt x="8822" y="2868"/>
                </a:lnTo>
                <a:cubicBezTo>
                  <a:pt x="9830" y="2584"/>
                  <a:pt x="10492" y="2112"/>
                  <a:pt x="10492" y="1482"/>
                </a:cubicBezTo>
                <a:cubicBezTo>
                  <a:pt x="10492" y="820"/>
                  <a:pt x="9736" y="316"/>
                  <a:pt x="8381" y="1"/>
                </a:cubicBezTo>
                <a:lnTo>
                  <a:pt x="8381" y="64"/>
                </a:lnTo>
                <a:lnTo>
                  <a:pt x="8381" y="1450"/>
                </a:lnTo>
                <a:cubicBezTo>
                  <a:pt x="8381" y="1639"/>
                  <a:pt x="8223" y="1797"/>
                  <a:pt x="8034" y="1797"/>
                </a:cubicBezTo>
                <a:lnTo>
                  <a:pt x="3876" y="1797"/>
                </a:lnTo>
                <a:cubicBezTo>
                  <a:pt x="3655" y="1797"/>
                  <a:pt x="3498" y="1639"/>
                  <a:pt x="3498" y="1450"/>
                </a:cubicBezTo>
                <a:lnTo>
                  <a:pt x="3498" y="64"/>
                </a:lnTo>
                <a:lnTo>
                  <a:pt x="349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4" name="Google Shape;9498;p73">
            <a:extLst>
              <a:ext uri="{FF2B5EF4-FFF2-40B4-BE49-F238E27FC236}">
                <a16:creationId xmlns:a16="http://schemas.microsoft.com/office/drawing/2014/main" id="{3FDE5366-EB67-5F6C-D0DA-B2CFA49BCF37}"/>
              </a:ext>
            </a:extLst>
          </p:cNvPr>
          <p:cNvSpPr/>
          <p:nvPr/>
        </p:nvSpPr>
        <p:spPr>
          <a:xfrm>
            <a:off x="1971874" y="5021763"/>
            <a:ext cx="117332" cy="93845"/>
          </a:xfrm>
          <a:custGeom>
            <a:avLst/>
            <a:gdLst/>
            <a:ahLst/>
            <a:cxnLst/>
            <a:rect l="l" t="t" r="r" b="b"/>
            <a:pathLst>
              <a:path w="3467" h="2773" extrusionOk="0">
                <a:moveTo>
                  <a:pt x="1733" y="1"/>
                </a:moveTo>
                <a:cubicBezTo>
                  <a:pt x="788" y="1"/>
                  <a:pt x="1" y="757"/>
                  <a:pt x="1" y="1733"/>
                </a:cubicBezTo>
                <a:lnTo>
                  <a:pt x="1" y="2773"/>
                </a:lnTo>
                <a:lnTo>
                  <a:pt x="3466" y="2773"/>
                </a:lnTo>
                <a:lnTo>
                  <a:pt x="3466" y="1733"/>
                </a:ln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4" name="Google Shape;9500;p73">
            <a:extLst>
              <a:ext uri="{FF2B5EF4-FFF2-40B4-BE49-F238E27FC236}">
                <a16:creationId xmlns:a16="http://schemas.microsoft.com/office/drawing/2014/main" id="{8E2AAC87-6E2D-DC77-6B2C-E857DCC14298}"/>
              </a:ext>
            </a:extLst>
          </p:cNvPr>
          <p:cNvSpPr/>
          <p:nvPr/>
        </p:nvSpPr>
        <p:spPr>
          <a:xfrm>
            <a:off x="4528883" y="4090414"/>
            <a:ext cx="93879" cy="92796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cubicBezTo>
                  <a:pt x="1" y="2112"/>
                  <a:pt x="631" y="2742"/>
                  <a:pt x="1387" y="2742"/>
                </a:cubicBezTo>
                <a:cubicBezTo>
                  <a:pt x="2143" y="2742"/>
                  <a:pt x="2773" y="2112"/>
                  <a:pt x="2773" y="1355"/>
                </a:cubicBezTo>
                <a:cubicBezTo>
                  <a:pt x="2773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5" name="Google Shape;9501;p73">
            <a:extLst>
              <a:ext uri="{FF2B5EF4-FFF2-40B4-BE49-F238E27FC236}">
                <a16:creationId xmlns:a16="http://schemas.microsoft.com/office/drawing/2014/main" id="{7C3E541E-BD54-7E7F-5331-624602639154}"/>
              </a:ext>
            </a:extLst>
          </p:cNvPr>
          <p:cNvSpPr/>
          <p:nvPr/>
        </p:nvSpPr>
        <p:spPr>
          <a:xfrm>
            <a:off x="4422279" y="3937954"/>
            <a:ext cx="117298" cy="117332"/>
          </a:xfrm>
          <a:custGeom>
            <a:avLst/>
            <a:gdLst/>
            <a:ahLst/>
            <a:cxnLst/>
            <a:rect l="l" t="t" r="r" b="b"/>
            <a:pathLst>
              <a:path w="3466" h="3467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741" y="3466"/>
                  <a:pt x="3466" y="2678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6" name="Google Shape;9502;p73">
            <a:extLst>
              <a:ext uri="{FF2B5EF4-FFF2-40B4-BE49-F238E27FC236}">
                <a16:creationId xmlns:a16="http://schemas.microsoft.com/office/drawing/2014/main" id="{1D06525E-2D43-7A14-9BFC-596B85881FB1}"/>
              </a:ext>
            </a:extLst>
          </p:cNvPr>
          <p:cNvSpPr/>
          <p:nvPr/>
        </p:nvSpPr>
        <p:spPr>
          <a:xfrm>
            <a:off x="4610986" y="3937954"/>
            <a:ext cx="117332" cy="117332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8"/>
                  <a:pt x="788" y="3466"/>
                  <a:pt x="1733" y="3466"/>
                </a:cubicBezTo>
                <a:cubicBezTo>
                  <a:pt x="2679" y="3466"/>
                  <a:pt x="3466" y="2678"/>
                  <a:pt x="3466" y="1733"/>
                </a:cubicBez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7" name="Google Shape;9503;p73">
            <a:extLst>
              <a:ext uri="{FF2B5EF4-FFF2-40B4-BE49-F238E27FC236}">
                <a16:creationId xmlns:a16="http://schemas.microsoft.com/office/drawing/2014/main" id="{C1E959EE-1D15-F20D-06A5-C65ACBA9AE31}"/>
              </a:ext>
            </a:extLst>
          </p:cNvPr>
          <p:cNvSpPr/>
          <p:nvPr/>
        </p:nvSpPr>
        <p:spPr>
          <a:xfrm>
            <a:off x="4545941" y="4201318"/>
            <a:ext cx="56551" cy="34147"/>
          </a:xfrm>
          <a:custGeom>
            <a:avLst/>
            <a:gdLst/>
            <a:ahLst/>
            <a:cxnLst/>
            <a:rect l="l" t="t" r="r" b="b"/>
            <a:pathLst>
              <a:path w="1670" h="1009" extrusionOk="0">
                <a:moveTo>
                  <a:pt x="1" y="0"/>
                </a:moveTo>
                <a:lnTo>
                  <a:pt x="851" y="1008"/>
                </a:lnTo>
                <a:lnTo>
                  <a:pt x="1671" y="0"/>
                </a:lnTo>
                <a:lnTo>
                  <a:pt x="1671" y="0"/>
                </a:lnTo>
                <a:cubicBezTo>
                  <a:pt x="1450" y="126"/>
                  <a:pt x="1167" y="158"/>
                  <a:pt x="851" y="158"/>
                </a:cubicBezTo>
                <a:cubicBezTo>
                  <a:pt x="568" y="158"/>
                  <a:pt x="284" y="95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8" name="Google Shape;9504;p73">
            <a:extLst>
              <a:ext uri="{FF2B5EF4-FFF2-40B4-BE49-F238E27FC236}">
                <a16:creationId xmlns:a16="http://schemas.microsoft.com/office/drawing/2014/main" id="{E0E86CF3-77F2-832B-D93F-D8ED3425D154}"/>
              </a:ext>
            </a:extLst>
          </p:cNvPr>
          <p:cNvSpPr/>
          <p:nvPr/>
        </p:nvSpPr>
        <p:spPr>
          <a:xfrm>
            <a:off x="4470235" y="4193836"/>
            <a:ext cx="94928" cy="143966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261" y="1"/>
                </a:moveTo>
                <a:cubicBezTo>
                  <a:pt x="474" y="599"/>
                  <a:pt x="1" y="1513"/>
                  <a:pt x="1" y="2490"/>
                </a:cubicBezTo>
                <a:lnTo>
                  <a:pt x="1" y="3907"/>
                </a:lnTo>
                <a:cubicBezTo>
                  <a:pt x="1" y="4096"/>
                  <a:pt x="158" y="4254"/>
                  <a:pt x="379" y="4254"/>
                </a:cubicBezTo>
                <a:lnTo>
                  <a:pt x="2805" y="4254"/>
                </a:lnTo>
                <a:lnTo>
                  <a:pt x="2805" y="1891"/>
                </a:lnTo>
                <a:lnTo>
                  <a:pt x="126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9" name="Google Shape;9505;p73">
            <a:extLst>
              <a:ext uri="{FF2B5EF4-FFF2-40B4-BE49-F238E27FC236}">
                <a16:creationId xmlns:a16="http://schemas.microsoft.com/office/drawing/2014/main" id="{AABA7C05-B510-56C5-50C6-599243876508}"/>
              </a:ext>
            </a:extLst>
          </p:cNvPr>
          <p:cNvSpPr/>
          <p:nvPr/>
        </p:nvSpPr>
        <p:spPr>
          <a:xfrm>
            <a:off x="4587532" y="4194919"/>
            <a:ext cx="94928" cy="143966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544" y="0"/>
                </a:moveTo>
                <a:lnTo>
                  <a:pt x="1" y="1890"/>
                </a:lnTo>
                <a:lnTo>
                  <a:pt x="1" y="4253"/>
                </a:lnTo>
                <a:lnTo>
                  <a:pt x="2458" y="4253"/>
                </a:lnTo>
                <a:cubicBezTo>
                  <a:pt x="2647" y="4253"/>
                  <a:pt x="2804" y="4096"/>
                  <a:pt x="2804" y="3907"/>
                </a:cubicBezTo>
                <a:lnTo>
                  <a:pt x="2804" y="2489"/>
                </a:lnTo>
                <a:cubicBezTo>
                  <a:pt x="2773" y="1481"/>
                  <a:pt x="2300" y="567"/>
                  <a:pt x="15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0" name="Google Shape;9506;p73">
            <a:extLst>
              <a:ext uri="{FF2B5EF4-FFF2-40B4-BE49-F238E27FC236}">
                <a16:creationId xmlns:a16="http://schemas.microsoft.com/office/drawing/2014/main" id="{422ADA6E-34F8-C08E-C0BE-1CAF192A3782}"/>
              </a:ext>
            </a:extLst>
          </p:cNvPr>
          <p:cNvSpPr/>
          <p:nvPr/>
        </p:nvSpPr>
        <p:spPr>
          <a:xfrm>
            <a:off x="4590745" y="4050989"/>
            <a:ext cx="186608" cy="147147"/>
          </a:xfrm>
          <a:custGeom>
            <a:avLst/>
            <a:gdLst/>
            <a:ahLst/>
            <a:cxnLst/>
            <a:rect l="l" t="t" r="r" b="b"/>
            <a:pathLst>
              <a:path w="5514" h="4348" extrusionOk="0">
                <a:moveTo>
                  <a:pt x="3686" y="1512"/>
                </a:moveTo>
                <a:cubicBezTo>
                  <a:pt x="3907" y="1512"/>
                  <a:pt x="4064" y="1670"/>
                  <a:pt x="4064" y="1859"/>
                </a:cubicBezTo>
                <a:cubicBezTo>
                  <a:pt x="4064" y="2048"/>
                  <a:pt x="3907" y="2205"/>
                  <a:pt x="3686" y="2205"/>
                </a:cubicBezTo>
                <a:lnTo>
                  <a:pt x="2993" y="2205"/>
                </a:lnTo>
                <a:cubicBezTo>
                  <a:pt x="2804" y="2205"/>
                  <a:pt x="2646" y="2048"/>
                  <a:pt x="2646" y="1859"/>
                </a:cubicBezTo>
                <a:cubicBezTo>
                  <a:pt x="2646" y="1670"/>
                  <a:pt x="2804" y="1512"/>
                  <a:pt x="2993" y="1512"/>
                </a:cubicBezTo>
                <a:close/>
                <a:moveTo>
                  <a:pt x="4127" y="0"/>
                </a:moveTo>
                <a:cubicBezTo>
                  <a:pt x="3686" y="536"/>
                  <a:pt x="3056" y="851"/>
                  <a:pt x="2331" y="851"/>
                </a:cubicBezTo>
                <a:cubicBezTo>
                  <a:pt x="1607" y="851"/>
                  <a:pt x="977" y="504"/>
                  <a:pt x="536" y="63"/>
                </a:cubicBezTo>
                <a:cubicBezTo>
                  <a:pt x="347" y="221"/>
                  <a:pt x="158" y="378"/>
                  <a:pt x="0" y="567"/>
                </a:cubicBezTo>
                <a:cubicBezTo>
                  <a:pt x="945" y="756"/>
                  <a:pt x="1638" y="1575"/>
                  <a:pt x="1638" y="2615"/>
                </a:cubicBezTo>
                <a:cubicBezTo>
                  <a:pt x="1638" y="2930"/>
                  <a:pt x="1575" y="3214"/>
                  <a:pt x="1449" y="3466"/>
                </a:cubicBezTo>
                <a:cubicBezTo>
                  <a:pt x="1859" y="3718"/>
                  <a:pt x="2205" y="4001"/>
                  <a:pt x="2520" y="4348"/>
                </a:cubicBezTo>
                <a:lnTo>
                  <a:pt x="5167" y="4348"/>
                </a:lnTo>
                <a:cubicBezTo>
                  <a:pt x="5356" y="4348"/>
                  <a:pt x="5513" y="4190"/>
                  <a:pt x="5513" y="4001"/>
                </a:cubicBezTo>
                <a:lnTo>
                  <a:pt x="5513" y="2615"/>
                </a:lnTo>
                <a:cubicBezTo>
                  <a:pt x="5482" y="1512"/>
                  <a:pt x="4915" y="567"/>
                  <a:pt x="41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51" name="Google Shape;9507;p73">
            <a:extLst>
              <a:ext uri="{FF2B5EF4-FFF2-40B4-BE49-F238E27FC236}">
                <a16:creationId xmlns:a16="http://schemas.microsoft.com/office/drawing/2014/main" id="{ACCD3F78-6F9A-1A6A-0277-60FF924EF0E5}"/>
              </a:ext>
            </a:extLst>
          </p:cNvPr>
          <p:cNvSpPr/>
          <p:nvPr/>
        </p:nvSpPr>
        <p:spPr>
          <a:xfrm>
            <a:off x="4376424" y="4049906"/>
            <a:ext cx="184475" cy="147181"/>
          </a:xfrm>
          <a:custGeom>
            <a:avLst/>
            <a:gdLst/>
            <a:ahLst/>
            <a:cxnLst/>
            <a:rect l="l" t="t" r="r" b="b"/>
            <a:pathLst>
              <a:path w="5451" h="4349" extrusionOk="0">
                <a:moveTo>
                  <a:pt x="2426" y="1544"/>
                </a:moveTo>
                <a:cubicBezTo>
                  <a:pt x="2615" y="1544"/>
                  <a:pt x="2773" y="1702"/>
                  <a:pt x="2773" y="1891"/>
                </a:cubicBezTo>
                <a:cubicBezTo>
                  <a:pt x="2773" y="2080"/>
                  <a:pt x="2615" y="2237"/>
                  <a:pt x="2426" y="2237"/>
                </a:cubicBezTo>
                <a:lnTo>
                  <a:pt x="1733" y="2237"/>
                </a:lnTo>
                <a:cubicBezTo>
                  <a:pt x="1513" y="2237"/>
                  <a:pt x="1355" y="2080"/>
                  <a:pt x="1355" y="1891"/>
                </a:cubicBezTo>
                <a:cubicBezTo>
                  <a:pt x="1355" y="1702"/>
                  <a:pt x="1513" y="1544"/>
                  <a:pt x="1733" y="1544"/>
                </a:cubicBezTo>
                <a:close/>
                <a:moveTo>
                  <a:pt x="1324" y="1"/>
                </a:moveTo>
                <a:cubicBezTo>
                  <a:pt x="536" y="568"/>
                  <a:pt x="1" y="1513"/>
                  <a:pt x="1" y="2552"/>
                </a:cubicBezTo>
                <a:lnTo>
                  <a:pt x="1" y="3939"/>
                </a:lnTo>
                <a:cubicBezTo>
                  <a:pt x="1" y="4191"/>
                  <a:pt x="95" y="4348"/>
                  <a:pt x="316" y="4348"/>
                </a:cubicBezTo>
                <a:lnTo>
                  <a:pt x="2930" y="4348"/>
                </a:lnTo>
                <a:cubicBezTo>
                  <a:pt x="3214" y="3970"/>
                  <a:pt x="3561" y="3655"/>
                  <a:pt x="4002" y="3466"/>
                </a:cubicBezTo>
                <a:cubicBezTo>
                  <a:pt x="3876" y="3183"/>
                  <a:pt x="3813" y="2930"/>
                  <a:pt x="3813" y="2615"/>
                </a:cubicBezTo>
                <a:cubicBezTo>
                  <a:pt x="3813" y="1607"/>
                  <a:pt x="4506" y="757"/>
                  <a:pt x="5451" y="568"/>
                </a:cubicBezTo>
                <a:cubicBezTo>
                  <a:pt x="5293" y="347"/>
                  <a:pt x="5104" y="190"/>
                  <a:pt x="4915" y="32"/>
                </a:cubicBezTo>
                <a:cubicBezTo>
                  <a:pt x="4474" y="505"/>
                  <a:pt x="3844" y="820"/>
                  <a:pt x="3151" y="820"/>
                </a:cubicBezTo>
                <a:cubicBezTo>
                  <a:pt x="2426" y="820"/>
                  <a:pt x="1796" y="505"/>
                  <a:pt x="132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6" name="Google Shape;9509;p73">
            <a:extLst>
              <a:ext uri="{FF2B5EF4-FFF2-40B4-BE49-F238E27FC236}">
                <a16:creationId xmlns:a16="http://schemas.microsoft.com/office/drawing/2014/main" id="{B40E9FC0-1B11-0EAA-99C9-D390C007F88B}"/>
              </a:ext>
            </a:extLst>
          </p:cNvPr>
          <p:cNvSpPr/>
          <p:nvPr/>
        </p:nvSpPr>
        <p:spPr>
          <a:xfrm>
            <a:off x="4555008" y="4623282"/>
            <a:ext cx="24570" cy="22404"/>
          </a:xfrm>
          <a:custGeom>
            <a:avLst/>
            <a:gdLst/>
            <a:ahLst/>
            <a:cxnLst/>
            <a:rect l="l" t="t" r="r" b="b"/>
            <a:pathLst>
              <a:path w="726" h="662" extrusionOk="0">
                <a:moveTo>
                  <a:pt x="375" y="0"/>
                </a:moveTo>
                <a:cubicBezTo>
                  <a:pt x="292" y="0"/>
                  <a:pt x="206" y="32"/>
                  <a:pt x="127" y="95"/>
                </a:cubicBezTo>
                <a:cubicBezTo>
                  <a:pt x="1" y="221"/>
                  <a:pt x="1" y="441"/>
                  <a:pt x="127" y="567"/>
                </a:cubicBezTo>
                <a:cubicBezTo>
                  <a:pt x="190" y="630"/>
                  <a:pt x="277" y="662"/>
                  <a:pt x="363" y="662"/>
                </a:cubicBezTo>
                <a:cubicBezTo>
                  <a:pt x="450" y="662"/>
                  <a:pt x="536" y="630"/>
                  <a:pt x="599" y="567"/>
                </a:cubicBezTo>
                <a:cubicBezTo>
                  <a:pt x="725" y="441"/>
                  <a:pt x="725" y="221"/>
                  <a:pt x="599" y="95"/>
                </a:cubicBezTo>
                <a:cubicBezTo>
                  <a:pt x="536" y="32"/>
                  <a:pt x="458" y="0"/>
                  <a:pt x="3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7" name="Google Shape;9510;p73">
            <a:extLst>
              <a:ext uri="{FF2B5EF4-FFF2-40B4-BE49-F238E27FC236}">
                <a16:creationId xmlns:a16="http://schemas.microsoft.com/office/drawing/2014/main" id="{FD5FC771-AA1E-7593-B570-B7FB423D9E1F}"/>
              </a:ext>
            </a:extLst>
          </p:cNvPr>
          <p:cNvSpPr/>
          <p:nvPr/>
        </p:nvSpPr>
        <p:spPr>
          <a:xfrm>
            <a:off x="4502789" y="4576072"/>
            <a:ext cx="127959" cy="117332"/>
          </a:xfrm>
          <a:custGeom>
            <a:avLst/>
            <a:gdLst/>
            <a:ahLst/>
            <a:cxnLst/>
            <a:rect l="l" t="t" r="r" b="b"/>
            <a:pathLst>
              <a:path w="3781" h="3467" extrusionOk="0">
                <a:moveTo>
                  <a:pt x="1922" y="710"/>
                </a:moveTo>
                <a:cubicBezTo>
                  <a:pt x="2190" y="710"/>
                  <a:pt x="2458" y="812"/>
                  <a:pt x="2647" y="1017"/>
                </a:cubicBezTo>
                <a:cubicBezTo>
                  <a:pt x="3088" y="1395"/>
                  <a:pt x="3088" y="2088"/>
                  <a:pt x="2647" y="2466"/>
                </a:cubicBezTo>
                <a:cubicBezTo>
                  <a:pt x="2458" y="2671"/>
                  <a:pt x="2190" y="2773"/>
                  <a:pt x="1922" y="2773"/>
                </a:cubicBezTo>
                <a:cubicBezTo>
                  <a:pt x="1654" y="2773"/>
                  <a:pt x="1386" y="2671"/>
                  <a:pt x="1197" y="2466"/>
                </a:cubicBezTo>
                <a:cubicBezTo>
                  <a:pt x="788" y="2088"/>
                  <a:pt x="788" y="1395"/>
                  <a:pt x="1197" y="1017"/>
                </a:cubicBezTo>
                <a:cubicBezTo>
                  <a:pt x="1386" y="812"/>
                  <a:pt x="1654" y="710"/>
                  <a:pt x="1922" y="710"/>
                </a:cubicBezTo>
                <a:close/>
                <a:moveTo>
                  <a:pt x="1930" y="1"/>
                </a:moveTo>
                <a:cubicBezTo>
                  <a:pt x="1489" y="1"/>
                  <a:pt x="1040" y="182"/>
                  <a:pt x="693" y="544"/>
                </a:cubicBezTo>
                <a:cubicBezTo>
                  <a:pt x="0" y="1206"/>
                  <a:pt x="0" y="2309"/>
                  <a:pt x="693" y="2970"/>
                </a:cubicBezTo>
                <a:cubicBezTo>
                  <a:pt x="1024" y="3301"/>
                  <a:pt x="1473" y="3466"/>
                  <a:pt x="1918" y="3466"/>
                </a:cubicBezTo>
                <a:cubicBezTo>
                  <a:pt x="2363" y="3466"/>
                  <a:pt x="2804" y="3301"/>
                  <a:pt x="3119" y="2970"/>
                </a:cubicBezTo>
                <a:cubicBezTo>
                  <a:pt x="3781" y="2309"/>
                  <a:pt x="3781" y="1206"/>
                  <a:pt x="3119" y="544"/>
                </a:cubicBezTo>
                <a:cubicBezTo>
                  <a:pt x="2804" y="182"/>
                  <a:pt x="2371" y="1"/>
                  <a:pt x="193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8" name="Google Shape;9511;p73">
            <a:extLst>
              <a:ext uri="{FF2B5EF4-FFF2-40B4-BE49-F238E27FC236}">
                <a16:creationId xmlns:a16="http://schemas.microsoft.com/office/drawing/2014/main" id="{F1B2C042-D6A2-B3A0-B2B4-0DBCBBCD24D9}"/>
              </a:ext>
            </a:extLst>
          </p:cNvPr>
          <p:cNvSpPr/>
          <p:nvPr/>
        </p:nvSpPr>
        <p:spPr>
          <a:xfrm>
            <a:off x="4616874" y="4456948"/>
            <a:ext cx="159941" cy="161023"/>
          </a:xfrm>
          <a:custGeom>
            <a:avLst/>
            <a:gdLst/>
            <a:ahLst/>
            <a:cxnLst/>
            <a:rect l="l" t="t" r="r" b="b"/>
            <a:pathLst>
              <a:path w="4726" h="4758" extrusionOk="0">
                <a:moveTo>
                  <a:pt x="3533" y="0"/>
                </a:moveTo>
                <a:cubicBezTo>
                  <a:pt x="3442" y="0"/>
                  <a:pt x="3355" y="32"/>
                  <a:pt x="3308" y="95"/>
                </a:cubicBezTo>
                <a:lnTo>
                  <a:pt x="0" y="3308"/>
                </a:lnTo>
                <a:cubicBezTo>
                  <a:pt x="410" y="3623"/>
                  <a:pt x="788" y="4127"/>
                  <a:pt x="1953" y="4758"/>
                </a:cubicBezTo>
                <a:lnTo>
                  <a:pt x="4600" y="2678"/>
                </a:lnTo>
                <a:cubicBezTo>
                  <a:pt x="4663" y="2615"/>
                  <a:pt x="4726" y="2521"/>
                  <a:pt x="4726" y="2395"/>
                </a:cubicBezTo>
                <a:cubicBezTo>
                  <a:pt x="4726" y="1544"/>
                  <a:pt x="4348" y="693"/>
                  <a:pt x="3781" y="95"/>
                </a:cubicBezTo>
                <a:cubicBezTo>
                  <a:pt x="3718" y="32"/>
                  <a:pt x="3623" y="0"/>
                  <a:pt x="35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9" name="Google Shape;9512;p73">
            <a:extLst>
              <a:ext uri="{FF2B5EF4-FFF2-40B4-BE49-F238E27FC236}">
                <a16:creationId xmlns:a16="http://schemas.microsoft.com/office/drawing/2014/main" id="{6EFA689D-FF25-DFE3-DAFF-F2561C7291EA}"/>
              </a:ext>
            </a:extLst>
          </p:cNvPr>
          <p:cNvSpPr/>
          <p:nvPr/>
        </p:nvSpPr>
        <p:spPr>
          <a:xfrm>
            <a:off x="4558224" y="4691509"/>
            <a:ext cx="139703" cy="138620"/>
          </a:xfrm>
          <a:custGeom>
            <a:avLst/>
            <a:gdLst/>
            <a:ahLst/>
            <a:cxnLst/>
            <a:rect l="l" t="t" r="r" b="b"/>
            <a:pathLst>
              <a:path w="4128" h="4096" extrusionOk="0">
                <a:moveTo>
                  <a:pt x="2048" y="0"/>
                </a:moveTo>
                <a:cubicBezTo>
                  <a:pt x="1985" y="32"/>
                  <a:pt x="1985" y="63"/>
                  <a:pt x="1954" y="126"/>
                </a:cubicBezTo>
                <a:cubicBezTo>
                  <a:pt x="1506" y="546"/>
                  <a:pt x="859" y="767"/>
                  <a:pt x="235" y="767"/>
                </a:cubicBezTo>
                <a:cubicBezTo>
                  <a:pt x="156" y="767"/>
                  <a:pt x="78" y="764"/>
                  <a:pt x="0" y="756"/>
                </a:cubicBezTo>
                <a:lnTo>
                  <a:pt x="0" y="756"/>
                </a:lnTo>
                <a:cubicBezTo>
                  <a:pt x="567" y="1670"/>
                  <a:pt x="1355" y="3749"/>
                  <a:pt x="1418" y="3875"/>
                </a:cubicBezTo>
                <a:cubicBezTo>
                  <a:pt x="1450" y="4001"/>
                  <a:pt x="1607" y="4096"/>
                  <a:pt x="1733" y="4096"/>
                </a:cubicBezTo>
                <a:cubicBezTo>
                  <a:pt x="1891" y="4096"/>
                  <a:pt x="1985" y="4033"/>
                  <a:pt x="2048" y="3875"/>
                </a:cubicBezTo>
                <a:lnTo>
                  <a:pt x="2426" y="2647"/>
                </a:lnTo>
                <a:lnTo>
                  <a:pt x="3182" y="2647"/>
                </a:lnTo>
                <a:cubicBezTo>
                  <a:pt x="4128" y="2647"/>
                  <a:pt x="2710" y="630"/>
                  <a:pt x="20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0" name="Google Shape;9513;p73">
            <a:extLst>
              <a:ext uri="{FF2B5EF4-FFF2-40B4-BE49-F238E27FC236}">
                <a16:creationId xmlns:a16="http://schemas.microsoft.com/office/drawing/2014/main" id="{221C7E2F-E3B9-67EC-BA4E-2BC7FA134E1A}"/>
              </a:ext>
            </a:extLst>
          </p:cNvPr>
          <p:cNvSpPr/>
          <p:nvPr/>
        </p:nvSpPr>
        <p:spPr>
          <a:xfrm>
            <a:off x="4640327" y="4626463"/>
            <a:ext cx="121563" cy="120548"/>
          </a:xfrm>
          <a:custGeom>
            <a:avLst/>
            <a:gdLst/>
            <a:ahLst/>
            <a:cxnLst/>
            <a:rect l="l" t="t" r="r" b="b"/>
            <a:pathLst>
              <a:path w="3592" h="3562" extrusionOk="0">
                <a:moveTo>
                  <a:pt x="252" y="1"/>
                </a:moveTo>
                <a:cubicBezTo>
                  <a:pt x="284" y="410"/>
                  <a:pt x="189" y="883"/>
                  <a:pt x="0" y="1292"/>
                </a:cubicBezTo>
                <a:cubicBezTo>
                  <a:pt x="630" y="1922"/>
                  <a:pt x="1134" y="2615"/>
                  <a:pt x="1544" y="3466"/>
                </a:cubicBezTo>
                <a:cubicBezTo>
                  <a:pt x="1565" y="3530"/>
                  <a:pt x="1634" y="3562"/>
                  <a:pt x="1715" y="3562"/>
                </a:cubicBezTo>
                <a:cubicBezTo>
                  <a:pt x="1874" y="3562"/>
                  <a:pt x="2080" y="3443"/>
                  <a:pt x="2080" y="3214"/>
                </a:cubicBezTo>
                <a:lnTo>
                  <a:pt x="2080" y="2458"/>
                </a:lnTo>
                <a:lnTo>
                  <a:pt x="3308" y="2080"/>
                </a:lnTo>
                <a:cubicBezTo>
                  <a:pt x="3497" y="1985"/>
                  <a:pt x="3592" y="1891"/>
                  <a:pt x="3592" y="1733"/>
                </a:cubicBezTo>
                <a:cubicBezTo>
                  <a:pt x="3592" y="1576"/>
                  <a:pt x="3497" y="1450"/>
                  <a:pt x="3340" y="1418"/>
                </a:cubicBezTo>
                <a:cubicBezTo>
                  <a:pt x="3182" y="1355"/>
                  <a:pt x="1134" y="568"/>
                  <a:pt x="25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1" name="Google Shape;9514;p73">
            <a:extLst>
              <a:ext uri="{FF2B5EF4-FFF2-40B4-BE49-F238E27FC236}">
                <a16:creationId xmlns:a16="http://schemas.microsoft.com/office/drawing/2014/main" id="{4E37DAB9-4169-4D4C-35FB-754ED24D0CD1}"/>
              </a:ext>
            </a:extLst>
          </p:cNvPr>
          <p:cNvSpPr/>
          <p:nvPr/>
        </p:nvSpPr>
        <p:spPr>
          <a:xfrm>
            <a:off x="4387622" y="4681897"/>
            <a:ext cx="163155" cy="159974"/>
          </a:xfrm>
          <a:custGeom>
            <a:avLst/>
            <a:gdLst/>
            <a:ahLst/>
            <a:cxnLst/>
            <a:rect l="l" t="t" r="r" b="b"/>
            <a:pathLst>
              <a:path w="4821" h="4727" extrusionOk="0">
                <a:moveTo>
                  <a:pt x="3372" y="1"/>
                </a:moveTo>
                <a:lnTo>
                  <a:pt x="95" y="3277"/>
                </a:lnTo>
                <a:cubicBezTo>
                  <a:pt x="1" y="3435"/>
                  <a:pt x="1" y="3687"/>
                  <a:pt x="158" y="3781"/>
                </a:cubicBezTo>
                <a:cubicBezTo>
                  <a:pt x="788" y="4411"/>
                  <a:pt x="1607" y="4727"/>
                  <a:pt x="2458" y="4727"/>
                </a:cubicBezTo>
                <a:cubicBezTo>
                  <a:pt x="2584" y="4727"/>
                  <a:pt x="2679" y="4695"/>
                  <a:pt x="2742" y="4632"/>
                </a:cubicBezTo>
                <a:lnTo>
                  <a:pt x="4821" y="1986"/>
                </a:lnTo>
                <a:cubicBezTo>
                  <a:pt x="4254" y="851"/>
                  <a:pt x="3718" y="442"/>
                  <a:pt x="33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2" name="Google Shape;9515;p73">
            <a:extLst>
              <a:ext uri="{FF2B5EF4-FFF2-40B4-BE49-F238E27FC236}">
                <a16:creationId xmlns:a16="http://schemas.microsoft.com/office/drawing/2014/main" id="{79DB82BE-73C8-1F79-DEA5-B0574A3F6424}"/>
              </a:ext>
            </a:extLst>
          </p:cNvPr>
          <p:cNvSpPr/>
          <p:nvPr/>
        </p:nvSpPr>
        <p:spPr>
          <a:xfrm>
            <a:off x="4558222" y="4444154"/>
            <a:ext cx="140786" cy="114117"/>
          </a:xfrm>
          <a:custGeom>
            <a:avLst/>
            <a:gdLst/>
            <a:ahLst/>
            <a:cxnLst/>
            <a:rect l="l" t="t" r="r" b="b"/>
            <a:pathLst>
              <a:path w="4160" h="3372" extrusionOk="0">
                <a:moveTo>
                  <a:pt x="2836" y="0"/>
                </a:moveTo>
                <a:cubicBezTo>
                  <a:pt x="2678" y="0"/>
                  <a:pt x="2584" y="32"/>
                  <a:pt x="2521" y="95"/>
                </a:cubicBezTo>
                <a:lnTo>
                  <a:pt x="0" y="3245"/>
                </a:lnTo>
                <a:cubicBezTo>
                  <a:pt x="90" y="3238"/>
                  <a:pt x="181" y="3234"/>
                  <a:pt x="272" y="3234"/>
                </a:cubicBezTo>
                <a:cubicBezTo>
                  <a:pt x="568" y="3234"/>
                  <a:pt x="870" y="3275"/>
                  <a:pt x="1135" y="3371"/>
                </a:cubicBezTo>
                <a:cubicBezTo>
                  <a:pt x="1324" y="3119"/>
                  <a:pt x="3939" y="567"/>
                  <a:pt x="4159" y="347"/>
                </a:cubicBezTo>
                <a:cubicBezTo>
                  <a:pt x="3718" y="158"/>
                  <a:pt x="3308" y="0"/>
                  <a:pt x="28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43" name="Google Shape;9516;p73">
            <a:extLst>
              <a:ext uri="{FF2B5EF4-FFF2-40B4-BE49-F238E27FC236}">
                <a16:creationId xmlns:a16="http://schemas.microsoft.com/office/drawing/2014/main" id="{8A78F82A-78B3-AA83-B84C-5A2F67E8C8BD}"/>
              </a:ext>
            </a:extLst>
          </p:cNvPr>
          <p:cNvSpPr/>
          <p:nvPr/>
        </p:nvSpPr>
        <p:spPr>
          <a:xfrm>
            <a:off x="4376963" y="4620069"/>
            <a:ext cx="114117" cy="145049"/>
          </a:xfrm>
          <a:custGeom>
            <a:avLst/>
            <a:gdLst/>
            <a:ahLst/>
            <a:cxnLst/>
            <a:rect l="l" t="t" r="r" b="b"/>
            <a:pathLst>
              <a:path w="3372" h="4286" extrusionOk="0">
                <a:moveTo>
                  <a:pt x="3246" y="1"/>
                </a:moveTo>
                <a:lnTo>
                  <a:pt x="95" y="2552"/>
                </a:lnTo>
                <a:cubicBezTo>
                  <a:pt x="32" y="2615"/>
                  <a:pt x="1" y="2710"/>
                  <a:pt x="1" y="2836"/>
                </a:cubicBezTo>
                <a:cubicBezTo>
                  <a:pt x="1" y="3340"/>
                  <a:pt x="95" y="3844"/>
                  <a:pt x="347" y="4285"/>
                </a:cubicBezTo>
                <a:lnTo>
                  <a:pt x="3372" y="1261"/>
                </a:lnTo>
                <a:cubicBezTo>
                  <a:pt x="3214" y="851"/>
                  <a:pt x="3183" y="410"/>
                  <a:pt x="324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3" name="Google Shape;9518;p73">
            <a:extLst>
              <a:ext uri="{FF2B5EF4-FFF2-40B4-BE49-F238E27FC236}">
                <a16:creationId xmlns:a16="http://schemas.microsoft.com/office/drawing/2014/main" id="{18F1F470-6D57-AB8C-D244-C8AD4794E143}"/>
              </a:ext>
            </a:extLst>
          </p:cNvPr>
          <p:cNvSpPr/>
          <p:nvPr/>
        </p:nvSpPr>
        <p:spPr>
          <a:xfrm>
            <a:off x="4597686" y="5037754"/>
            <a:ext cx="179129" cy="210061"/>
          </a:xfrm>
          <a:custGeom>
            <a:avLst/>
            <a:gdLst/>
            <a:ahLst/>
            <a:cxnLst/>
            <a:rect l="l" t="t" r="r" b="b"/>
            <a:pathLst>
              <a:path w="5293" h="6207" extrusionOk="0">
                <a:moveTo>
                  <a:pt x="4663" y="0"/>
                </a:moveTo>
                <a:lnTo>
                  <a:pt x="0" y="2773"/>
                </a:lnTo>
                <a:lnTo>
                  <a:pt x="4127" y="6207"/>
                </a:lnTo>
                <a:cubicBezTo>
                  <a:pt x="4852" y="5199"/>
                  <a:pt x="5293" y="4033"/>
                  <a:pt x="5293" y="2678"/>
                </a:cubicBezTo>
                <a:cubicBezTo>
                  <a:pt x="5293" y="1733"/>
                  <a:pt x="5041" y="851"/>
                  <a:pt x="46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4" name="Google Shape;9519;p73">
            <a:extLst>
              <a:ext uri="{FF2B5EF4-FFF2-40B4-BE49-F238E27FC236}">
                <a16:creationId xmlns:a16="http://schemas.microsoft.com/office/drawing/2014/main" id="{403B9BF3-004F-88B4-62B7-FFB0FD847CBC}"/>
              </a:ext>
            </a:extLst>
          </p:cNvPr>
          <p:cNvSpPr/>
          <p:nvPr/>
        </p:nvSpPr>
        <p:spPr>
          <a:xfrm>
            <a:off x="4588074" y="4928984"/>
            <a:ext cx="154627" cy="180245"/>
          </a:xfrm>
          <a:custGeom>
            <a:avLst/>
            <a:gdLst/>
            <a:ahLst/>
            <a:cxnLst/>
            <a:rect l="l" t="t" r="r" b="b"/>
            <a:pathLst>
              <a:path w="4569" h="5326" extrusionOk="0">
                <a:moveTo>
                  <a:pt x="1" y="1"/>
                </a:moveTo>
                <a:lnTo>
                  <a:pt x="1" y="5325"/>
                </a:lnTo>
                <a:lnTo>
                  <a:pt x="4569" y="2679"/>
                </a:lnTo>
                <a:cubicBezTo>
                  <a:pt x="3561" y="1167"/>
                  <a:pt x="1891" y="127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5" name="Google Shape;9520;p73">
            <a:extLst>
              <a:ext uri="{FF2B5EF4-FFF2-40B4-BE49-F238E27FC236}">
                <a16:creationId xmlns:a16="http://schemas.microsoft.com/office/drawing/2014/main" id="{375DB7A8-79FB-260A-CC45-E79B21B8F80B}"/>
              </a:ext>
            </a:extLst>
          </p:cNvPr>
          <p:cNvSpPr/>
          <p:nvPr/>
        </p:nvSpPr>
        <p:spPr>
          <a:xfrm>
            <a:off x="4376964" y="4928983"/>
            <a:ext cx="346549" cy="399884"/>
          </a:xfrm>
          <a:custGeom>
            <a:avLst/>
            <a:gdLst/>
            <a:ahLst/>
            <a:cxnLst/>
            <a:rect l="l" t="t" r="r" b="b"/>
            <a:pathLst>
              <a:path w="10240" h="11816" extrusionOk="0">
                <a:moveTo>
                  <a:pt x="5577" y="1"/>
                </a:moveTo>
                <a:cubicBezTo>
                  <a:pt x="2521" y="190"/>
                  <a:pt x="1" y="2805"/>
                  <a:pt x="1" y="5892"/>
                </a:cubicBezTo>
                <a:cubicBezTo>
                  <a:pt x="1" y="9137"/>
                  <a:pt x="2678" y="11815"/>
                  <a:pt x="5923" y="11815"/>
                </a:cubicBezTo>
                <a:cubicBezTo>
                  <a:pt x="7625" y="11815"/>
                  <a:pt x="9168" y="11059"/>
                  <a:pt x="10240" y="9925"/>
                </a:cubicBezTo>
                <a:lnTo>
                  <a:pt x="5703" y="6176"/>
                </a:lnTo>
                <a:cubicBezTo>
                  <a:pt x="5608" y="6144"/>
                  <a:pt x="5577" y="5987"/>
                  <a:pt x="5577" y="5892"/>
                </a:cubicBezTo>
                <a:lnTo>
                  <a:pt x="557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5" name="Google Shape;9522;p73">
            <a:extLst>
              <a:ext uri="{FF2B5EF4-FFF2-40B4-BE49-F238E27FC236}">
                <a16:creationId xmlns:a16="http://schemas.microsoft.com/office/drawing/2014/main" id="{399A0058-FA8C-39BD-6DCE-F722453CBA3F}"/>
              </a:ext>
            </a:extLst>
          </p:cNvPr>
          <p:cNvSpPr/>
          <p:nvPr/>
        </p:nvSpPr>
        <p:spPr>
          <a:xfrm>
            <a:off x="7111295" y="3938785"/>
            <a:ext cx="23487" cy="59732"/>
          </a:xfrm>
          <a:custGeom>
            <a:avLst/>
            <a:gdLst/>
            <a:ahLst/>
            <a:cxnLst/>
            <a:rect l="l" t="t" r="r" b="b"/>
            <a:pathLst>
              <a:path w="694" h="1765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cubicBezTo>
                  <a:pt x="0" y="1607"/>
                  <a:pt x="158" y="1765"/>
                  <a:pt x="347" y="1765"/>
                </a:cubicBezTo>
                <a:cubicBezTo>
                  <a:pt x="536" y="1765"/>
                  <a:pt x="693" y="1607"/>
                  <a:pt x="693" y="1418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6" name="Google Shape;9523;p73">
            <a:extLst>
              <a:ext uri="{FF2B5EF4-FFF2-40B4-BE49-F238E27FC236}">
                <a16:creationId xmlns:a16="http://schemas.microsoft.com/office/drawing/2014/main" id="{712DB44C-A1FB-57D0-A4FF-97ED104537F1}"/>
              </a:ext>
            </a:extLst>
          </p:cNvPr>
          <p:cNvSpPr/>
          <p:nvPr/>
        </p:nvSpPr>
        <p:spPr>
          <a:xfrm>
            <a:off x="7182737" y="3964097"/>
            <a:ext cx="47989" cy="46161"/>
          </a:xfrm>
          <a:custGeom>
            <a:avLst/>
            <a:gdLst/>
            <a:ahLst/>
            <a:cxnLst/>
            <a:rect l="l" t="t" r="r" b="b"/>
            <a:pathLst>
              <a:path w="1418" h="1364" extrusionOk="0">
                <a:moveTo>
                  <a:pt x="1071" y="1"/>
                </a:moveTo>
                <a:cubicBezTo>
                  <a:pt x="977" y="1"/>
                  <a:pt x="882" y="24"/>
                  <a:pt x="819" y="72"/>
                </a:cubicBezTo>
                <a:lnTo>
                  <a:pt x="126" y="796"/>
                </a:lnTo>
                <a:cubicBezTo>
                  <a:pt x="0" y="922"/>
                  <a:pt x="0" y="1143"/>
                  <a:pt x="126" y="1269"/>
                </a:cubicBezTo>
                <a:cubicBezTo>
                  <a:pt x="189" y="1332"/>
                  <a:pt x="268" y="1363"/>
                  <a:pt x="350" y="1363"/>
                </a:cubicBezTo>
                <a:cubicBezTo>
                  <a:pt x="433" y="1363"/>
                  <a:pt x="520" y="1332"/>
                  <a:pt x="599" y="1269"/>
                </a:cubicBezTo>
                <a:lnTo>
                  <a:pt x="1323" y="544"/>
                </a:lnTo>
                <a:cubicBezTo>
                  <a:pt x="1418" y="418"/>
                  <a:pt x="1418" y="198"/>
                  <a:pt x="1323" y="72"/>
                </a:cubicBezTo>
                <a:cubicBezTo>
                  <a:pt x="1260" y="24"/>
                  <a:pt x="1166" y="1"/>
                  <a:pt x="10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7" name="Google Shape;9524;p73">
            <a:extLst>
              <a:ext uri="{FF2B5EF4-FFF2-40B4-BE49-F238E27FC236}">
                <a16:creationId xmlns:a16="http://schemas.microsoft.com/office/drawing/2014/main" id="{1CF6F0A8-E078-D9DF-DB01-FDFE67954D97}"/>
              </a:ext>
            </a:extLst>
          </p:cNvPr>
          <p:cNvSpPr/>
          <p:nvPr/>
        </p:nvSpPr>
        <p:spPr>
          <a:xfrm>
            <a:off x="7252013" y="4104036"/>
            <a:ext cx="48023" cy="24570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79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79" y="725"/>
                </a:cubicBezTo>
                <a:lnTo>
                  <a:pt x="1072" y="725"/>
                </a:lnTo>
                <a:cubicBezTo>
                  <a:pt x="1261" y="725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8" name="Google Shape;9525;p73">
            <a:extLst>
              <a:ext uri="{FF2B5EF4-FFF2-40B4-BE49-F238E27FC236}">
                <a16:creationId xmlns:a16="http://schemas.microsoft.com/office/drawing/2014/main" id="{C570EF36-B3FA-C282-C088-59DAB5A9FCA2}"/>
              </a:ext>
            </a:extLst>
          </p:cNvPr>
          <p:cNvSpPr/>
          <p:nvPr/>
        </p:nvSpPr>
        <p:spPr>
          <a:xfrm>
            <a:off x="6924687" y="4104038"/>
            <a:ext cx="48023" cy="23487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694"/>
                  <a:pt x="347" y="694"/>
                </a:cubicBezTo>
                <a:lnTo>
                  <a:pt x="1072" y="694"/>
                </a:lnTo>
                <a:cubicBezTo>
                  <a:pt x="1261" y="694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9" name="Google Shape;9526;p73">
            <a:extLst>
              <a:ext uri="{FF2B5EF4-FFF2-40B4-BE49-F238E27FC236}">
                <a16:creationId xmlns:a16="http://schemas.microsoft.com/office/drawing/2014/main" id="{8720E13D-5464-262D-5646-CF671095D5B1}"/>
              </a:ext>
            </a:extLst>
          </p:cNvPr>
          <p:cNvSpPr/>
          <p:nvPr/>
        </p:nvSpPr>
        <p:spPr>
          <a:xfrm>
            <a:off x="7017450" y="3964097"/>
            <a:ext cx="48023" cy="46161"/>
          </a:xfrm>
          <a:custGeom>
            <a:avLst/>
            <a:gdLst/>
            <a:ahLst/>
            <a:cxnLst/>
            <a:rect l="l" t="t" r="r" b="b"/>
            <a:pathLst>
              <a:path w="1419" h="1364" extrusionOk="0">
                <a:moveTo>
                  <a:pt x="363" y="1"/>
                </a:moveTo>
                <a:cubicBezTo>
                  <a:pt x="276" y="1"/>
                  <a:pt x="190" y="24"/>
                  <a:pt x="127" y="72"/>
                </a:cubicBezTo>
                <a:cubicBezTo>
                  <a:pt x="1" y="198"/>
                  <a:pt x="1" y="450"/>
                  <a:pt x="127" y="544"/>
                </a:cubicBezTo>
                <a:lnTo>
                  <a:pt x="820" y="1269"/>
                </a:lnTo>
                <a:cubicBezTo>
                  <a:pt x="883" y="1332"/>
                  <a:pt x="977" y="1363"/>
                  <a:pt x="1072" y="1363"/>
                </a:cubicBezTo>
                <a:cubicBezTo>
                  <a:pt x="1166" y="1363"/>
                  <a:pt x="1261" y="1332"/>
                  <a:pt x="1324" y="1269"/>
                </a:cubicBezTo>
                <a:cubicBezTo>
                  <a:pt x="1418" y="1143"/>
                  <a:pt x="1418" y="922"/>
                  <a:pt x="1324" y="796"/>
                </a:cubicBezTo>
                <a:lnTo>
                  <a:pt x="599" y="72"/>
                </a:lnTo>
                <a:cubicBezTo>
                  <a:pt x="536" y="24"/>
                  <a:pt x="450" y="1"/>
                  <a:pt x="3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0" name="Google Shape;9527;p73">
            <a:extLst>
              <a:ext uri="{FF2B5EF4-FFF2-40B4-BE49-F238E27FC236}">
                <a16:creationId xmlns:a16="http://schemas.microsoft.com/office/drawing/2014/main" id="{C0263193-1931-63F1-7A16-ECA891A6360C}"/>
              </a:ext>
            </a:extLst>
          </p:cNvPr>
          <p:cNvSpPr/>
          <p:nvPr/>
        </p:nvSpPr>
        <p:spPr>
          <a:xfrm>
            <a:off x="6946009" y="4010023"/>
            <a:ext cx="50155" cy="35162"/>
          </a:xfrm>
          <a:custGeom>
            <a:avLst/>
            <a:gdLst/>
            <a:ahLst/>
            <a:cxnLst/>
            <a:rect l="l" t="t" r="r" b="b"/>
            <a:pathLst>
              <a:path w="1482" h="1039" extrusionOk="0">
                <a:moveTo>
                  <a:pt x="396" y="0"/>
                </a:moveTo>
                <a:cubicBezTo>
                  <a:pt x="267" y="0"/>
                  <a:pt x="132" y="81"/>
                  <a:pt x="64" y="195"/>
                </a:cubicBezTo>
                <a:cubicBezTo>
                  <a:pt x="1" y="353"/>
                  <a:pt x="64" y="573"/>
                  <a:pt x="221" y="668"/>
                </a:cubicBezTo>
                <a:lnTo>
                  <a:pt x="946" y="1015"/>
                </a:lnTo>
                <a:cubicBezTo>
                  <a:pt x="987" y="1031"/>
                  <a:pt x="1032" y="1039"/>
                  <a:pt x="1077" y="1039"/>
                </a:cubicBezTo>
                <a:cubicBezTo>
                  <a:pt x="1209" y="1039"/>
                  <a:pt x="1349" y="974"/>
                  <a:pt x="1419" y="857"/>
                </a:cubicBezTo>
                <a:cubicBezTo>
                  <a:pt x="1482" y="699"/>
                  <a:pt x="1419" y="447"/>
                  <a:pt x="1261" y="384"/>
                </a:cubicBezTo>
                <a:lnTo>
                  <a:pt x="536" y="38"/>
                </a:lnTo>
                <a:cubicBezTo>
                  <a:pt x="493" y="12"/>
                  <a:pt x="445" y="0"/>
                  <a:pt x="3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1" name="Google Shape;9528;p73">
            <a:extLst>
              <a:ext uri="{FF2B5EF4-FFF2-40B4-BE49-F238E27FC236}">
                <a16:creationId xmlns:a16="http://schemas.microsoft.com/office/drawing/2014/main" id="{FF3407E8-5A75-E4F7-76E5-2E266CFFD3FC}"/>
              </a:ext>
            </a:extLst>
          </p:cNvPr>
          <p:cNvSpPr/>
          <p:nvPr/>
        </p:nvSpPr>
        <p:spPr>
          <a:xfrm>
            <a:off x="7227509" y="4010429"/>
            <a:ext cx="50121" cy="36279"/>
          </a:xfrm>
          <a:custGeom>
            <a:avLst/>
            <a:gdLst/>
            <a:ahLst/>
            <a:cxnLst/>
            <a:rect l="l" t="t" r="r" b="b"/>
            <a:pathLst>
              <a:path w="1481" h="1072" extrusionOk="0">
                <a:moveTo>
                  <a:pt x="1110" y="0"/>
                </a:moveTo>
                <a:cubicBezTo>
                  <a:pt x="1049" y="0"/>
                  <a:pt x="983" y="18"/>
                  <a:pt x="914" y="57"/>
                </a:cubicBezTo>
                <a:lnTo>
                  <a:pt x="221" y="404"/>
                </a:lnTo>
                <a:cubicBezTo>
                  <a:pt x="63" y="498"/>
                  <a:pt x="0" y="687"/>
                  <a:pt x="63" y="877"/>
                </a:cubicBezTo>
                <a:cubicBezTo>
                  <a:pt x="132" y="991"/>
                  <a:pt x="250" y="1072"/>
                  <a:pt x="382" y="1072"/>
                </a:cubicBezTo>
                <a:cubicBezTo>
                  <a:pt x="432" y="1072"/>
                  <a:pt x="484" y="1060"/>
                  <a:pt x="536" y="1034"/>
                </a:cubicBezTo>
                <a:lnTo>
                  <a:pt x="1260" y="687"/>
                </a:lnTo>
                <a:cubicBezTo>
                  <a:pt x="1418" y="593"/>
                  <a:pt x="1481" y="404"/>
                  <a:pt x="1418" y="215"/>
                </a:cubicBezTo>
                <a:cubicBezTo>
                  <a:pt x="1353" y="85"/>
                  <a:pt x="1244" y="0"/>
                  <a:pt x="1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32" name="Google Shape;9529;p73">
            <a:extLst>
              <a:ext uri="{FF2B5EF4-FFF2-40B4-BE49-F238E27FC236}">
                <a16:creationId xmlns:a16="http://schemas.microsoft.com/office/drawing/2014/main" id="{72459617-2875-037A-2DEA-203F80ED4427}"/>
              </a:ext>
            </a:extLst>
          </p:cNvPr>
          <p:cNvSpPr/>
          <p:nvPr/>
        </p:nvSpPr>
        <p:spPr>
          <a:xfrm>
            <a:off x="6988682" y="4008095"/>
            <a:ext cx="239910" cy="329965"/>
          </a:xfrm>
          <a:custGeom>
            <a:avLst/>
            <a:gdLst/>
            <a:ahLst/>
            <a:cxnLst/>
            <a:rect l="l" t="t" r="r" b="b"/>
            <a:pathLst>
              <a:path w="7089" h="9750" extrusionOk="0">
                <a:moveTo>
                  <a:pt x="3529" y="0"/>
                </a:moveTo>
                <a:cubicBezTo>
                  <a:pt x="3151" y="0"/>
                  <a:pt x="2836" y="315"/>
                  <a:pt x="2836" y="725"/>
                </a:cubicBezTo>
                <a:lnTo>
                  <a:pt x="2836" y="1418"/>
                </a:lnTo>
                <a:cubicBezTo>
                  <a:pt x="2836" y="1040"/>
                  <a:pt x="2520" y="725"/>
                  <a:pt x="2111" y="725"/>
                </a:cubicBezTo>
                <a:cubicBezTo>
                  <a:pt x="1733" y="725"/>
                  <a:pt x="1418" y="1040"/>
                  <a:pt x="1418" y="1418"/>
                </a:cubicBezTo>
                <a:lnTo>
                  <a:pt x="1418" y="2143"/>
                </a:lnTo>
                <a:cubicBezTo>
                  <a:pt x="1544" y="2143"/>
                  <a:pt x="1638" y="2080"/>
                  <a:pt x="1764" y="2080"/>
                </a:cubicBezTo>
                <a:lnTo>
                  <a:pt x="3497" y="2080"/>
                </a:lnTo>
                <a:cubicBezTo>
                  <a:pt x="4253" y="2080"/>
                  <a:pt x="4883" y="2710"/>
                  <a:pt x="4883" y="3466"/>
                </a:cubicBezTo>
                <a:cubicBezTo>
                  <a:pt x="4883" y="4096"/>
                  <a:pt x="4474" y="4600"/>
                  <a:pt x="3907" y="4758"/>
                </a:cubicBezTo>
                <a:cubicBezTo>
                  <a:pt x="4064" y="5073"/>
                  <a:pt x="4159" y="5482"/>
                  <a:pt x="4159" y="5860"/>
                </a:cubicBezTo>
                <a:cubicBezTo>
                  <a:pt x="4159" y="6081"/>
                  <a:pt x="4001" y="6238"/>
                  <a:pt x="3812" y="6238"/>
                </a:cubicBezTo>
                <a:cubicBezTo>
                  <a:pt x="3623" y="6238"/>
                  <a:pt x="3466" y="6081"/>
                  <a:pt x="3466" y="5860"/>
                </a:cubicBezTo>
                <a:cubicBezTo>
                  <a:pt x="3466" y="4915"/>
                  <a:pt x="2678" y="4128"/>
                  <a:pt x="1733" y="4128"/>
                </a:cubicBezTo>
                <a:lnTo>
                  <a:pt x="3466" y="4128"/>
                </a:lnTo>
                <a:cubicBezTo>
                  <a:pt x="3844" y="4128"/>
                  <a:pt x="4159" y="3812"/>
                  <a:pt x="4159" y="3434"/>
                </a:cubicBezTo>
                <a:cubicBezTo>
                  <a:pt x="4159" y="3025"/>
                  <a:pt x="3844" y="2710"/>
                  <a:pt x="3466" y="2710"/>
                </a:cubicBezTo>
                <a:lnTo>
                  <a:pt x="1733" y="2710"/>
                </a:lnTo>
                <a:cubicBezTo>
                  <a:pt x="788" y="2710"/>
                  <a:pt x="0" y="3497"/>
                  <a:pt x="0" y="4443"/>
                </a:cubicBezTo>
                <a:lnTo>
                  <a:pt x="0" y="5167"/>
                </a:lnTo>
                <a:cubicBezTo>
                  <a:pt x="0" y="6112"/>
                  <a:pt x="536" y="6963"/>
                  <a:pt x="1386" y="7372"/>
                </a:cubicBezTo>
                <a:lnTo>
                  <a:pt x="1386" y="8318"/>
                </a:lnTo>
                <a:cubicBezTo>
                  <a:pt x="977" y="8318"/>
                  <a:pt x="662" y="8633"/>
                  <a:pt x="662" y="9011"/>
                </a:cubicBezTo>
                <a:lnTo>
                  <a:pt x="662" y="9389"/>
                </a:lnTo>
                <a:cubicBezTo>
                  <a:pt x="662" y="9578"/>
                  <a:pt x="819" y="9735"/>
                  <a:pt x="1008" y="9735"/>
                </a:cubicBezTo>
                <a:lnTo>
                  <a:pt x="5860" y="9735"/>
                </a:lnTo>
                <a:cubicBezTo>
                  <a:pt x="5923" y="9745"/>
                  <a:pt x="5979" y="9749"/>
                  <a:pt x="6029" y="9749"/>
                </a:cubicBezTo>
                <a:cubicBezTo>
                  <a:pt x="6305" y="9749"/>
                  <a:pt x="6396" y="9612"/>
                  <a:pt x="6396" y="9452"/>
                </a:cubicBezTo>
                <a:lnTo>
                  <a:pt x="6396" y="9105"/>
                </a:lnTo>
                <a:cubicBezTo>
                  <a:pt x="6396" y="8696"/>
                  <a:pt x="6112" y="8381"/>
                  <a:pt x="5702" y="8381"/>
                </a:cubicBezTo>
                <a:lnTo>
                  <a:pt x="5702" y="7436"/>
                </a:lnTo>
                <a:cubicBezTo>
                  <a:pt x="6522" y="7057"/>
                  <a:pt x="7089" y="6175"/>
                  <a:pt x="7089" y="5230"/>
                </a:cubicBezTo>
                <a:lnTo>
                  <a:pt x="7089" y="2143"/>
                </a:lnTo>
                <a:cubicBezTo>
                  <a:pt x="7089" y="1733"/>
                  <a:pt x="6774" y="1418"/>
                  <a:pt x="6364" y="1418"/>
                </a:cubicBezTo>
                <a:cubicBezTo>
                  <a:pt x="5986" y="1418"/>
                  <a:pt x="5671" y="1733"/>
                  <a:pt x="5671" y="2143"/>
                </a:cubicBezTo>
                <a:lnTo>
                  <a:pt x="5671" y="1418"/>
                </a:lnTo>
                <a:cubicBezTo>
                  <a:pt x="5671" y="1040"/>
                  <a:pt x="5356" y="725"/>
                  <a:pt x="4946" y="725"/>
                </a:cubicBezTo>
                <a:cubicBezTo>
                  <a:pt x="4568" y="725"/>
                  <a:pt x="4253" y="1040"/>
                  <a:pt x="4253" y="1418"/>
                </a:cubicBezTo>
                <a:lnTo>
                  <a:pt x="4253" y="725"/>
                </a:lnTo>
                <a:cubicBezTo>
                  <a:pt x="4253" y="315"/>
                  <a:pt x="3938" y="0"/>
                  <a:pt x="35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7" name="Google Shape;9531;p73">
            <a:extLst>
              <a:ext uri="{FF2B5EF4-FFF2-40B4-BE49-F238E27FC236}">
                <a16:creationId xmlns:a16="http://schemas.microsoft.com/office/drawing/2014/main" id="{D107A8BA-A1E2-DB03-ECA1-857F2EC5ED0E}"/>
              </a:ext>
            </a:extLst>
          </p:cNvPr>
          <p:cNvSpPr/>
          <p:nvPr/>
        </p:nvSpPr>
        <p:spPr>
          <a:xfrm>
            <a:off x="6911354" y="4583283"/>
            <a:ext cx="48023" cy="259133"/>
          </a:xfrm>
          <a:custGeom>
            <a:avLst/>
            <a:gdLst/>
            <a:ahLst/>
            <a:cxnLst/>
            <a:rect l="l" t="t" r="r" b="b"/>
            <a:pathLst>
              <a:path w="1419" h="7657" extrusionOk="0">
                <a:moveTo>
                  <a:pt x="410" y="0"/>
                </a:moveTo>
                <a:cubicBezTo>
                  <a:pt x="221" y="0"/>
                  <a:pt x="64" y="158"/>
                  <a:pt x="64" y="347"/>
                </a:cubicBezTo>
                <a:cubicBezTo>
                  <a:pt x="1" y="2867"/>
                  <a:pt x="1" y="4789"/>
                  <a:pt x="1" y="7310"/>
                </a:cubicBezTo>
                <a:cubicBezTo>
                  <a:pt x="1" y="7530"/>
                  <a:pt x="158" y="7656"/>
                  <a:pt x="379" y="7656"/>
                </a:cubicBezTo>
                <a:cubicBezTo>
                  <a:pt x="568" y="7656"/>
                  <a:pt x="725" y="7530"/>
                  <a:pt x="725" y="7310"/>
                </a:cubicBezTo>
                <a:lnTo>
                  <a:pt x="725" y="1355"/>
                </a:lnTo>
                <a:lnTo>
                  <a:pt x="1418" y="1355"/>
                </a:lnTo>
                <a:lnTo>
                  <a:pt x="141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8" name="Google Shape;9532;p73">
            <a:extLst>
              <a:ext uri="{FF2B5EF4-FFF2-40B4-BE49-F238E27FC236}">
                <a16:creationId xmlns:a16="http://schemas.microsoft.com/office/drawing/2014/main" id="{60A754D6-829A-0EF7-3EED-516726D54860}"/>
              </a:ext>
            </a:extLst>
          </p:cNvPr>
          <p:cNvSpPr/>
          <p:nvPr/>
        </p:nvSpPr>
        <p:spPr>
          <a:xfrm>
            <a:off x="6957211" y="4678177"/>
            <a:ext cx="166370" cy="166370"/>
          </a:xfrm>
          <a:custGeom>
            <a:avLst/>
            <a:gdLst/>
            <a:ahLst/>
            <a:cxnLst/>
            <a:rect l="l" t="t" r="r" b="b"/>
            <a:pathLst>
              <a:path w="4916" h="4916" extrusionOk="0">
                <a:moveTo>
                  <a:pt x="2080" y="0"/>
                </a:moveTo>
                <a:lnTo>
                  <a:pt x="2080" y="693"/>
                </a:lnTo>
                <a:lnTo>
                  <a:pt x="1733" y="693"/>
                </a:lnTo>
                <a:cubicBezTo>
                  <a:pt x="788" y="693"/>
                  <a:pt x="0" y="1481"/>
                  <a:pt x="0" y="2458"/>
                </a:cubicBezTo>
                <a:cubicBezTo>
                  <a:pt x="0" y="2678"/>
                  <a:pt x="158" y="2836"/>
                  <a:pt x="347" y="2836"/>
                </a:cubicBezTo>
                <a:lnTo>
                  <a:pt x="2080" y="2836"/>
                </a:lnTo>
                <a:lnTo>
                  <a:pt x="2080" y="3529"/>
                </a:lnTo>
                <a:lnTo>
                  <a:pt x="1072" y="3529"/>
                </a:lnTo>
                <a:cubicBezTo>
                  <a:pt x="473" y="3529"/>
                  <a:pt x="32" y="4001"/>
                  <a:pt x="32" y="4569"/>
                </a:cubicBezTo>
                <a:cubicBezTo>
                  <a:pt x="32" y="4758"/>
                  <a:pt x="189" y="4915"/>
                  <a:pt x="410" y="4915"/>
                </a:cubicBezTo>
                <a:cubicBezTo>
                  <a:pt x="599" y="4915"/>
                  <a:pt x="757" y="4758"/>
                  <a:pt x="757" y="4569"/>
                </a:cubicBezTo>
                <a:cubicBezTo>
                  <a:pt x="757" y="4348"/>
                  <a:pt x="914" y="4190"/>
                  <a:pt x="1103" y="4190"/>
                </a:cubicBezTo>
                <a:lnTo>
                  <a:pt x="2143" y="4190"/>
                </a:lnTo>
                <a:lnTo>
                  <a:pt x="2143" y="4569"/>
                </a:lnTo>
                <a:cubicBezTo>
                  <a:pt x="2143" y="4758"/>
                  <a:pt x="2300" y="4915"/>
                  <a:pt x="2489" y="4915"/>
                </a:cubicBezTo>
                <a:cubicBezTo>
                  <a:pt x="2678" y="4915"/>
                  <a:pt x="2836" y="4758"/>
                  <a:pt x="2836" y="4569"/>
                </a:cubicBezTo>
                <a:lnTo>
                  <a:pt x="2836" y="4190"/>
                </a:lnTo>
                <a:lnTo>
                  <a:pt x="3876" y="4190"/>
                </a:lnTo>
                <a:cubicBezTo>
                  <a:pt x="4065" y="4190"/>
                  <a:pt x="4222" y="4348"/>
                  <a:pt x="4222" y="4569"/>
                </a:cubicBezTo>
                <a:cubicBezTo>
                  <a:pt x="4222" y="4758"/>
                  <a:pt x="4380" y="4915"/>
                  <a:pt x="4569" y="4915"/>
                </a:cubicBezTo>
                <a:cubicBezTo>
                  <a:pt x="4758" y="4915"/>
                  <a:pt x="4915" y="4758"/>
                  <a:pt x="4915" y="4569"/>
                </a:cubicBezTo>
                <a:cubicBezTo>
                  <a:pt x="4915" y="3970"/>
                  <a:pt x="4443" y="3529"/>
                  <a:pt x="3907" y="3529"/>
                </a:cubicBezTo>
                <a:lnTo>
                  <a:pt x="2867" y="3529"/>
                </a:lnTo>
                <a:lnTo>
                  <a:pt x="2867" y="2836"/>
                </a:lnTo>
                <a:lnTo>
                  <a:pt x="4537" y="2836"/>
                </a:lnTo>
                <a:lnTo>
                  <a:pt x="4537" y="2773"/>
                </a:lnTo>
                <a:cubicBezTo>
                  <a:pt x="4726" y="2773"/>
                  <a:pt x="4884" y="2615"/>
                  <a:pt x="4884" y="2426"/>
                </a:cubicBezTo>
                <a:cubicBezTo>
                  <a:pt x="4884" y="1481"/>
                  <a:pt x="4096" y="662"/>
                  <a:pt x="3151" y="662"/>
                </a:cubicBezTo>
                <a:lnTo>
                  <a:pt x="2804" y="662"/>
                </a:lnTo>
                <a:lnTo>
                  <a:pt x="280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9" name="Google Shape;9533;p73">
            <a:extLst>
              <a:ext uri="{FF2B5EF4-FFF2-40B4-BE49-F238E27FC236}">
                <a16:creationId xmlns:a16="http://schemas.microsoft.com/office/drawing/2014/main" id="{144353E9-5244-70A4-4738-64639AEEC557}"/>
              </a:ext>
            </a:extLst>
          </p:cNvPr>
          <p:cNvSpPr/>
          <p:nvPr/>
        </p:nvSpPr>
        <p:spPr>
          <a:xfrm>
            <a:off x="7144869" y="4441482"/>
            <a:ext cx="142883" cy="47989"/>
          </a:xfrm>
          <a:custGeom>
            <a:avLst/>
            <a:gdLst/>
            <a:ahLst/>
            <a:cxnLst/>
            <a:rect l="l" t="t" r="r" b="b"/>
            <a:pathLst>
              <a:path w="4222" h="1418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63" y="1103"/>
                  <a:pt x="378" y="1418"/>
                  <a:pt x="725" y="1418"/>
                </a:cubicBezTo>
                <a:lnTo>
                  <a:pt x="3875" y="1418"/>
                </a:lnTo>
                <a:cubicBezTo>
                  <a:pt x="4064" y="1418"/>
                  <a:pt x="4222" y="1260"/>
                  <a:pt x="4222" y="1071"/>
                </a:cubicBezTo>
                <a:lnTo>
                  <a:pt x="4222" y="378"/>
                </a:lnTo>
                <a:cubicBezTo>
                  <a:pt x="4222" y="158"/>
                  <a:pt x="4064" y="0"/>
                  <a:pt x="38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0" name="Google Shape;9534;p73">
            <a:extLst>
              <a:ext uri="{FF2B5EF4-FFF2-40B4-BE49-F238E27FC236}">
                <a16:creationId xmlns:a16="http://schemas.microsoft.com/office/drawing/2014/main" id="{B924D144-C841-414B-6605-2BA5D9189871}"/>
              </a:ext>
            </a:extLst>
          </p:cNvPr>
          <p:cNvSpPr/>
          <p:nvPr/>
        </p:nvSpPr>
        <p:spPr>
          <a:xfrm>
            <a:off x="7169370" y="4513973"/>
            <a:ext cx="141868" cy="48023"/>
          </a:xfrm>
          <a:custGeom>
            <a:avLst/>
            <a:gdLst/>
            <a:ahLst/>
            <a:cxnLst/>
            <a:rect l="l" t="t" r="r" b="b"/>
            <a:pathLst>
              <a:path w="4192" h="1419" extrusionOk="0">
                <a:moveTo>
                  <a:pt x="694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694" y="1418"/>
                </a:cubicBezTo>
                <a:lnTo>
                  <a:pt x="3845" y="1418"/>
                </a:lnTo>
                <a:cubicBezTo>
                  <a:pt x="4065" y="1418"/>
                  <a:pt x="4191" y="1261"/>
                  <a:pt x="4191" y="1072"/>
                </a:cubicBezTo>
                <a:lnTo>
                  <a:pt x="4191" y="347"/>
                </a:lnTo>
                <a:cubicBezTo>
                  <a:pt x="4191" y="158"/>
                  <a:pt x="4065" y="1"/>
                  <a:pt x="384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1" name="Google Shape;9535;p73">
            <a:extLst>
              <a:ext uri="{FF2B5EF4-FFF2-40B4-BE49-F238E27FC236}">
                <a16:creationId xmlns:a16="http://schemas.microsoft.com/office/drawing/2014/main" id="{72238935-030F-4806-B2B6-84A3A2551C41}"/>
              </a:ext>
            </a:extLst>
          </p:cNvPr>
          <p:cNvSpPr/>
          <p:nvPr/>
        </p:nvSpPr>
        <p:spPr>
          <a:xfrm>
            <a:off x="7147000" y="4653641"/>
            <a:ext cx="165287" cy="48023"/>
          </a:xfrm>
          <a:custGeom>
            <a:avLst/>
            <a:gdLst/>
            <a:ahLst/>
            <a:cxnLst/>
            <a:rect l="l" t="t" r="r" b="b"/>
            <a:pathLst>
              <a:path w="4884" h="1419" extrusionOk="0">
                <a:moveTo>
                  <a:pt x="0" y="1"/>
                </a:moveTo>
                <a:lnTo>
                  <a:pt x="0" y="1418"/>
                </a:lnTo>
                <a:lnTo>
                  <a:pt x="4884" y="1418"/>
                </a:lnTo>
                <a:lnTo>
                  <a:pt x="4884" y="1"/>
                </a:lnTo>
                <a:lnTo>
                  <a:pt x="2773" y="1"/>
                </a:lnTo>
                <a:lnTo>
                  <a:pt x="2773" y="347"/>
                </a:lnTo>
                <a:cubicBezTo>
                  <a:pt x="2773" y="568"/>
                  <a:pt x="2615" y="725"/>
                  <a:pt x="2426" y="725"/>
                </a:cubicBezTo>
                <a:cubicBezTo>
                  <a:pt x="2237" y="725"/>
                  <a:pt x="2080" y="568"/>
                  <a:pt x="2080" y="347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2" name="Google Shape;9536;p73">
            <a:extLst>
              <a:ext uri="{FF2B5EF4-FFF2-40B4-BE49-F238E27FC236}">
                <a16:creationId xmlns:a16="http://schemas.microsoft.com/office/drawing/2014/main" id="{68ECF83E-C342-60FB-50AC-42B5D1D01A91}"/>
              </a:ext>
            </a:extLst>
          </p:cNvPr>
          <p:cNvSpPr/>
          <p:nvPr/>
        </p:nvSpPr>
        <p:spPr>
          <a:xfrm>
            <a:off x="7122464" y="4583281"/>
            <a:ext cx="189823" cy="45890"/>
          </a:xfrm>
          <a:custGeom>
            <a:avLst/>
            <a:gdLst/>
            <a:ahLst/>
            <a:cxnLst/>
            <a:rect l="l" t="t" r="r" b="b"/>
            <a:pathLst>
              <a:path w="5609" h="1356" extrusionOk="0">
                <a:moveTo>
                  <a:pt x="1" y="0"/>
                </a:moveTo>
                <a:lnTo>
                  <a:pt x="1" y="1355"/>
                </a:lnTo>
                <a:lnTo>
                  <a:pt x="5609" y="1355"/>
                </a:lnTo>
                <a:lnTo>
                  <a:pt x="5609" y="347"/>
                </a:lnTo>
                <a:cubicBezTo>
                  <a:pt x="5577" y="158"/>
                  <a:pt x="5451" y="0"/>
                  <a:pt x="52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3" name="Google Shape;9537;p73">
            <a:extLst>
              <a:ext uri="{FF2B5EF4-FFF2-40B4-BE49-F238E27FC236}">
                <a16:creationId xmlns:a16="http://schemas.microsoft.com/office/drawing/2014/main" id="{106093B7-7A3C-E9CF-98F0-A764A2C928F3}"/>
              </a:ext>
            </a:extLst>
          </p:cNvPr>
          <p:cNvSpPr/>
          <p:nvPr/>
        </p:nvSpPr>
        <p:spPr>
          <a:xfrm>
            <a:off x="7147000" y="4726165"/>
            <a:ext cx="166370" cy="118382"/>
          </a:xfrm>
          <a:custGeom>
            <a:avLst/>
            <a:gdLst/>
            <a:ahLst/>
            <a:cxnLst/>
            <a:rect l="l" t="t" r="r" b="b"/>
            <a:pathLst>
              <a:path w="4916" h="3498" extrusionOk="0">
                <a:moveTo>
                  <a:pt x="0" y="0"/>
                </a:moveTo>
                <a:lnTo>
                  <a:pt x="0" y="3151"/>
                </a:lnTo>
                <a:cubicBezTo>
                  <a:pt x="0" y="3340"/>
                  <a:pt x="158" y="3497"/>
                  <a:pt x="347" y="3497"/>
                </a:cubicBezTo>
                <a:cubicBezTo>
                  <a:pt x="536" y="3497"/>
                  <a:pt x="693" y="3340"/>
                  <a:pt x="693" y="3151"/>
                </a:cubicBezTo>
                <a:lnTo>
                  <a:pt x="693" y="1418"/>
                </a:lnTo>
                <a:lnTo>
                  <a:pt x="4190" y="1418"/>
                </a:lnTo>
                <a:lnTo>
                  <a:pt x="4190" y="3151"/>
                </a:lnTo>
                <a:cubicBezTo>
                  <a:pt x="4190" y="3340"/>
                  <a:pt x="4348" y="3497"/>
                  <a:pt x="4569" y="3497"/>
                </a:cubicBezTo>
                <a:cubicBezTo>
                  <a:pt x="4758" y="3497"/>
                  <a:pt x="4915" y="3340"/>
                  <a:pt x="4915" y="3151"/>
                </a:cubicBezTo>
                <a:lnTo>
                  <a:pt x="4915" y="0"/>
                </a:lnTo>
                <a:lnTo>
                  <a:pt x="2773" y="0"/>
                </a:lnTo>
                <a:lnTo>
                  <a:pt x="2773" y="347"/>
                </a:lnTo>
                <a:cubicBezTo>
                  <a:pt x="2773" y="536"/>
                  <a:pt x="2615" y="693"/>
                  <a:pt x="2426" y="693"/>
                </a:cubicBezTo>
                <a:cubicBezTo>
                  <a:pt x="2237" y="693"/>
                  <a:pt x="2080" y="536"/>
                  <a:pt x="2080" y="347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24" name="Google Shape;9538;p73">
            <a:extLst>
              <a:ext uri="{FF2B5EF4-FFF2-40B4-BE49-F238E27FC236}">
                <a16:creationId xmlns:a16="http://schemas.microsoft.com/office/drawing/2014/main" id="{8D31477C-F118-2E16-06F8-9ED22F1A8178}"/>
              </a:ext>
            </a:extLst>
          </p:cNvPr>
          <p:cNvSpPr/>
          <p:nvPr/>
        </p:nvSpPr>
        <p:spPr>
          <a:xfrm>
            <a:off x="6982795" y="4512924"/>
            <a:ext cx="117332" cy="140752"/>
          </a:xfrm>
          <a:custGeom>
            <a:avLst/>
            <a:gdLst/>
            <a:ahLst/>
            <a:cxnLst/>
            <a:rect l="l" t="t" r="r" b="b"/>
            <a:pathLst>
              <a:path w="3467" h="4159" extrusionOk="0">
                <a:moveTo>
                  <a:pt x="1733" y="0"/>
                </a:moveTo>
                <a:cubicBezTo>
                  <a:pt x="788" y="0"/>
                  <a:pt x="1" y="788"/>
                  <a:pt x="1" y="1733"/>
                </a:cubicBezTo>
                <a:lnTo>
                  <a:pt x="1" y="3812"/>
                </a:lnTo>
                <a:cubicBezTo>
                  <a:pt x="1" y="4001"/>
                  <a:pt x="158" y="4159"/>
                  <a:pt x="347" y="4159"/>
                </a:cubicBezTo>
                <a:lnTo>
                  <a:pt x="3120" y="4159"/>
                </a:lnTo>
                <a:cubicBezTo>
                  <a:pt x="3309" y="4159"/>
                  <a:pt x="3466" y="4001"/>
                  <a:pt x="3466" y="3812"/>
                </a:cubicBez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3" name="Google Shape;9540;p73">
            <a:extLst>
              <a:ext uri="{FF2B5EF4-FFF2-40B4-BE49-F238E27FC236}">
                <a16:creationId xmlns:a16="http://schemas.microsoft.com/office/drawing/2014/main" id="{6DA9A86A-D6FA-59B4-FB25-A6628F4FB43E}"/>
              </a:ext>
            </a:extLst>
          </p:cNvPr>
          <p:cNvSpPr/>
          <p:nvPr/>
        </p:nvSpPr>
        <p:spPr>
          <a:xfrm>
            <a:off x="6916158" y="4999359"/>
            <a:ext cx="392405" cy="120514"/>
          </a:xfrm>
          <a:custGeom>
            <a:avLst/>
            <a:gdLst/>
            <a:ahLst/>
            <a:cxnLst/>
            <a:rect l="l" t="t" r="r" b="b"/>
            <a:pathLst>
              <a:path w="11595" h="3560" extrusionOk="0">
                <a:moveTo>
                  <a:pt x="5798" y="1"/>
                </a:moveTo>
                <a:cubicBezTo>
                  <a:pt x="2773" y="1"/>
                  <a:pt x="316" y="3120"/>
                  <a:pt x="1" y="3561"/>
                </a:cubicBezTo>
                <a:cubicBezTo>
                  <a:pt x="1229" y="2679"/>
                  <a:pt x="3561" y="1734"/>
                  <a:pt x="5798" y="1734"/>
                </a:cubicBezTo>
                <a:cubicBezTo>
                  <a:pt x="7751" y="1734"/>
                  <a:pt x="10051" y="2490"/>
                  <a:pt x="11595" y="3561"/>
                </a:cubicBezTo>
                <a:cubicBezTo>
                  <a:pt x="11280" y="3120"/>
                  <a:pt x="8822" y="1"/>
                  <a:pt x="579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4" name="Google Shape;9541;p73">
            <a:extLst>
              <a:ext uri="{FF2B5EF4-FFF2-40B4-BE49-F238E27FC236}">
                <a16:creationId xmlns:a16="http://schemas.microsoft.com/office/drawing/2014/main" id="{C317EAB2-685A-638A-8232-67DACB480593}"/>
              </a:ext>
            </a:extLst>
          </p:cNvPr>
          <p:cNvSpPr/>
          <p:nvPr/>
        </p:nvSpPr>
        <p:spPr>
          <a:xfrm>
            <a:off x="7100633" y="5115572"/>
            <a:ext cx="23487" cy="24570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693" y="568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5" name="Google Shape;9542;p73">
            <a:extLst>
              <a:ext uri="{FF2B5EF4-FFF2-40B4-BE49-F238E27FC236}">
                <a16:creationId xmlns:a16="http://schemas.microsoft.com/office/drawing/2014/main" id="{DE498D60-F2D7-F32A-8D60-D10972A32ACB}"/>
              </a:ext>
            </a:extLst>
          </p:cNvPr>
          <p:cNvSpPr/>
          <p:nvPr/>
        </p:nvSpPr>
        <p:spPr>
          <a:xfrm>
            <a:off x="7053694" y="5082545"/>
            <a:ext cx="117332" cy="105589"/>
          </a:xfrm>
          <a:custGeom>
            <a:avLst/>
            <a:gdLst/>
            <a:ahLst/>
            <a:cxnLst/>
            <a:rect l="l" t="t" r="r" b="b"/>
            <a:pathLst>
              <a:path w="3467" h="3120" extrusionOk="0">
                <a:moveTo>
                  <a:pt x="1734" y="315"/>
                </a:moveTo>
                <a:cubicBezTo>
                  <a:pt x="2332" y="315"/>
                  <a:pt x="2773" y="788"/>
                  <a:pt x="2773" y="1323"/>
                </a:cubicBezTo>
                <a:cubicBezTo>
                  <a:pt x="2773" y="1922"/>
                  <a:pt x="2269" y="2363"/>
                  <a:pt x="1734" y="2363"/>
                </a:cubicBezTo>
                <a:cubicBezTo>
                  <a:pt x="1135" y="2363"/>
                  <a:pt x="694" y="1890"/>
                  <a:pt x="694" y="1323"/>
                </a:cubicBezTo>
                <a:cubicBezTo>
                  <a:pt x="663" y="788"/>
                  <a:pt x="1135" y="315"/>
                  <a:pt x="1734" y="315"/>
                </a:cubicBezTo>
                <a:close/>
                <a:moveTo>
                  <a:pt x="1734" y="0"/>
                </a:moveTo>
                <a:cubicBezTo>
                  <a:pt x="1324" y="0"/>
                  <a:pt x="978" y="32"/>
                  <a:pt x="599" y="63"/>
                </a:cubicBezTo>
                <a:cubicBezTo>
                  <a:pt x="190" y="378"/>
                  <a:pt x="1" y="851"/>
                  <a:pt x="1" y="1386"/>
                </a:cubicBezTo>
                <a:cubicBezTo>
                  <a:pt x="1" y="2332"/>
                  <a:pt x="789" y="3119"/>
                  <a:pt x="1734" y="3119"/>
                </a:cubicBezTo>
                <a:cubicBezTo>
                  <a:pt x="2679" y="3119"/>
                  <a:pt x="3466" y="2332"/>
                  <a:pt x="3466" y="1386"/>
                </a:cubicBezTo>
                <a:cubicBezTo>
                  <a:pt x="3466" y="851"/>
                  <a:pt x="3214" y="378"/>
                  <a:pt x="2868" y="63"/>
                </a:cubicBezTo>
                <a:cubicBezTo>
                  <a:pt x="2521" y="32"/>
                  <a:pt x="2112" y="0"/>
                  <a:pt x="17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6" name="Google Shape;9543;p73">
            <a:extLst>
              <a:ext uri="{FF2B5EF4-FFF2-40B4-BE49-F238E27FC236}">
                <a16:creationId xmlns:a16="http://schemas.microsoft.com/office/drawing/2014/main" id="{F875218E-F6B8-45A1-EE17-46A36968A177}"/>
              </a:ext>
            </a:extLst>
          </p:cNvPr>
          <p:cNvSpPr/>
          <p:nvPr/>
        </p:nvSpPr>
        <p:spPr>
          <a:xfrm>
            <a:off x="6921503" y="5092120"/>
            <a:ext cx="381744" cy="166370"/>
          </a:xfrm>
          <a:custGeom>
            <a:avLst/>
            <a:gdLst/>
            <a:ahLst/>
            <a:cxnLst/>
            <a:rect l="l" t="t" r="r" b="b"/>
            <a:pathLst>
              <a:path w="11280" h="4916" extrusionOk="0">
                <a:moveTo>
                  <a:pt x="3466" y="1"/>
                </a:moveTo>
                <a:lnTo>
                  <a:pt x="3466" y="1"/>
                </a:lnTo>
                <a:cubicBezTo>
                  <a:pt x="2332" y="253"/>
                  <a:pt x="1103" y="820"/>
                  <a:pt x="0" y="1576"/>
                </a:cubicBezTo>
                <a:cubicBezTo>
                  <a:pt x="693" y="2395"/>
                  <a:pt x="2899" y="4915"/>
                  <a:pt x="5640" y="4915"/>
                </a:cubicBezTo>
                <a:cubicBezTo>
                  <a:pt x="8349" y="4884"/>
                  <a:pt x="10617" y="2395"/>
                  <a:pt x="11279" y="1576"/>
                </a:cubicBezTo>
                <a:cubicBezTo>
                  <a:pt x="10176" y="820"/>
                  <a:pt x="8948" y="253"/>
                  <a:pt x="7814" y="1"/>
                </a:cubicBezTo>
                <a:lnTo>
                  <a:pt x="7814" y="1"/>
                </a:lnTo>
                <a:cubicBezTo>
                  <a:pt x="7971" y="347"/>
                  <a:pt x="8097" y="694"/>
                  <a:pt x="8097" y="1103"/>
                </a:cubicBezTo>
                <a:cubicBezTo>
                  <a:pt x="8097" y="2427"/>
                  <a:pt x="6994" y="3529"/>
                  <a:pt x="5640" y="3529"/>
                </a:cubicBezTo>
                <a:cubicBezTo>
                  <a:pt x="4316" y="3529"/>
                  <a:pt x="3214" y="2427"/>
                  <a:pt x="3214" y="1103"/>
                </a:cubicBezTo>
                <a:cubicBezTo>
                  <a:pt x="3214" y="694"/>
                  <a:pt x="3277" y="347"/>
                  <a:pt x="346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6" name="Google Shape;9545;p73">
            <a:extLst>
              <a:ext uri="{FF2B5EF4-FFF2-40B4-BE49-F238E27FC236}">
                <a16:creationId xmlns:a16="http://schemas.microsoft.com/office/drawing/2014/main" id="{C12EA276-9BBB-0622-593B-F95AB8BB2776}"/>
              </a:ext>
            </a:extLst>
          </p:cNvPr>
          <p:cNvSpPr/>
          <p:nvPr/>
        </p:nvSpPr>
        <p:spPr>
          <a:xfrm>
            <a:off x="8628851" y="3952049"/>
            <a:ext cx="23487" cy="58683"/>
          </a:xfrm>
          <a:custGeom>
            <a:avLst/>
            <a:gdLst/>
            <a:ahLst/>
            <a:cxnLst/>
            <a:rect l="l" t="t" r="r" b="b"/>
            <a:pathLst>
              <a:path w="694" h="1733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355"/>
                </a:lnTo>
                <a:cubicBezTo>
                  <a:pt x="0" y="1576"/>
                  <a:pt x="158" y="1733"/>
                  <a:pt x="347" y="1733"/>
                </a:cubicBezTo>
                <a:cubicBezTo>
                  <a:pt x="536" y="1733"/>
                  <a:pt x="693" y="1576"/>
                  <a:pt x="693" y="1355"/>
                </a:cubicBezTo>
                <a:lnTo>
                  <a:pt x="693" y="347"/>
                </a:ln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7" name="Google Shape;9546;p73">
            <a:extLst>
              <a:ext uri="{FF2B5EF4-FFF2-40B4-BE49-F238E27FC236}">
                <a16:creationId xmlns:a16="http://schemas.microsoft.com/office/drawing/2014/main" id="{869A54E5-B72D-D4E4-1779-CD278BAD3C66}"/>
              </a:ext>
            </a:extLst>
          </p:cNvPr>
          <p:cNvSpPr/>
          <p:nvPr/>
        </p:nvSpPr>
        <p:spPr>
          <a:xfrm>
            <a:off x="8535006" y="3998143"/>
            <a:ext cx="48023" cy="46973"/>
          </a:xfrm>
          <a:custGeom>
            <a:avLst/>
            <a:gdLst/>
            <a:ahLst/>
            <a:cxnLst/>
            <a:rect l="l" t="t" r="r" b="b"/>
            <a:pathLst>
              <a:path w="1419" h="1388" extrusionOk="0">
                <a:moveTo>
                  <a:pt x="363" y="1"/>
                </a:moveTo>
                <a:cubicBezTo>
                  <a:pt x="276" y="1"/>
                  <a:pt x="190" y="40"/>
                  <a:pt x="127" y="119"/>
                </a:cubicBezTo>
                <a:cubicBezTo>
                  <a:pt x="1" y="245"/>
                  <a:pt x="1" y="466"/>
                  <a:pt x="127" y="592"/>
                </a:cubicBezTo>
                <a:lnTo>
                  <a:pt x="820" y="1316"/>
                </a:lnTo>
                <a:cubicBezTo>
                  <a:pt x="883" y="1364"/>
                  <a:pt x="969" y="1387"/>
                  <a:pt x="1056" y="1387"/>
                </a:cubicBezTo>
                <a:cubicBezTo>
                  <a:pt x="1143" y="1387"/>
                  <a:pt x="1229" y="1364"/>
                  <a:pt x="1292" y="1316"/>
                </a:cubicBezTo>
                <a:cubicBezTo>
                  <a:pt x="1418" y="1190"/>
                  <a:pt x="1418" y="938"/>
                  <a:pt x="1292" y="844"/>
                </a:cubicBezTo>
                <a:lnTo>
                  <a:pt x="599" y="119"/>
                </a:lnTo>
                <a:cubicBezTo>
                  <a:pt x="536" y="40"/>
                  <a:pt x="450" y="1"/>
                  <a:pt x="3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8" name="Google Shape;9547;p73">
            <a:extLst>
              <a:ext uri="{FF2B5EF4-FFF2-40B4-BE49-F238E27FC236}">
                <a16:creationId xmlns:a16="http://schemas.microsoft.com/office/drawing/2014/main" id="{0A8E69AC-032E-36FB-0AB1-5A510D5B88FC}"/>
              </a:ext>
            </a:extLst>
          </p:cNvPr>
          <p:cNvSpPr/>
          <p:nvPr/>
        </p:nvSpPr>
        <p:spPr>
          <a:xfrm>
            <a:off x="8698127" y="3998548"/>
            <a:ext cx="48023" cy="46568"/>
          </a:xfrm>
          <a:custGeom>
            <a:avLst/>
            <a:gdLst/>
            <a:ahLst/>
            <a:cxnLst/>
            <a:rect l="l" t="t" r="r" b="b"/>
            <a:pathLst>
              <a:path w="1419" h="1376" extrusionOk="0">
                <a:moveTo>
                  <a:pt x="1054" y="0"/>
                </a:moveTo>
                <a:cubicBezTo>
                  <a:pt x="976" y="0"/>
                  <a:pt x="894" y="33"/>
                  <a:pt x="820" y="107"/>
                </a:cubicBezTo>
                <a:lnTo>
                  <a:pt x="95" y="832"/>
                </a:lnTo>
                <a:cubicBezTo>
                  <a:pt x="1" y="926"/>
                  <a:pt x="1" y="1178"/>
                  <a:pt x="95" y="1304"/>
                </a:cubicBezTo>
                <a:cubicBezTo>
                  <a:pt x="158" y="1352"/>
                  <a:pt x="253" y="1375"/>
                  <a:pt x="344" y="1375"/>
                </a:cubicBezTo>
                <a:cubicBezTo>
                  <a:pt x="434" y="1375"/>
                  <a:pt x="521" y="1352"/>
                  <a:pt x="568" y="1304"/>
                </a:cubicBezTo>
                <a:lnTo>
                  <a:pt x="1293" y="580"/>
                </a:lnTo>
                <a:cubicBezTo>
                  <a:pt x="1419" y="454"/>
                  <a:pt x="1419" y="233"/>
                  <a:pt x="1293" y="107"/>
                </a:cubicBezTo>
                <a:cubicBezTo>
                  <a:pt x="1226" y="41"/>
                  <a:pt x="1142" y="0"/>
                  <a:pt x="10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9" name="Google Shape;9548;p73">
            <a:extLst>
              <a:ext uri="{FF2B5EF4-FFF2-40B4-BE49-F238E27FC236}">
                <a16:creationId xmlns:a16="http://schemas.microsoft.com/office/drawing/2014/main" id="{FAD2C179-4035-8830-57FC-38C6A36E78F3}"/>
              </a:ext>
            </a:extLst>
          </p:cNvPr>
          <p:cNvSpPr/>
          <p:nvPr/>
        </p:nvSpPr>
        <p:spPr>
          <a:xfrm>
            <a:off x="8794104" y="4115168"/>
            <a:ext cx="48023" cy="164238"/>
          </a:xfrm>
          <a:custGeom>
            <a:avLst/>
            <a:gdLst/>
            <a:ahLst/>
            <a:cxnLst/>
            <a:rect l="l" t="t" r="r" b="b"/>
            <a:pathLst>
              <a:path w="1419" h="4853" extrusionOk="0">
                <a:moveTo>
                  <a:pt x="0" y="1"/>
                </a:moveTo>
                <a:lnTo>
                  <a:pt x="0" y="4852"/>
                </a:lnTo>
                <a:lnTo>
                  <a:pt x="1040" y="4852"/>
                </a:lnTo>
                <a:cubicBezTo>
                  <a:pt x="1261" y="4852"/>
                  <a:pt x="1418" y="4695"/>
                  <a:pt x="1418" y="4506"/>
                </a:cubicBezTo>
                <a:lnTo>
                  <a:pt x="1418" y="316"/>
                </a:lnTo>
                <a:cubicBezTo>
                  <a:pt x="1355" y="158"/>
                  <a:pt x="1198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0" name="Google Shape;9549;p73">
            <a:extLst>
              <a:ext uri="{FF2B5EF4-FFF2-40B4-BE49-F238E27FC236}">
                <a16:creationId xmlns:a16="http://schemas.microsoft.com/office/drawing/2014/main" id="{62117F64-7BBC-7DF9-98A8-DA7B16AAD114}"/>
              </a:ext>
            </a:extLst>
          </p:cNvPr>
          <p:cNvSpPr/>
          <p:nvPr/>
        </p:nvSpPr>
        <p:spPr>
          <a:xfrm>
            <a:off x="8440111" y="4116118"/>
            <a:ext cx="48023" cy="164339"/>
          </a:xfrm>
          <a:custGeom>
            <a:avLst/>
            <a:gdLst/>
            <a:ahLst/>
            <a:cxnLst/>
            <a:rect l="l" t="t" r="r" b="b"/>
            <a:pathLst>
              <a:path w="1419" h="4856" extrusionOk="0">
                <a:moveTo>
                  <a:pt x="323" y="0"/>
                </a:moveTo>
                <a:cubicBezTo>
                  <a:pt x="132" y="0"/>
                  <a:pt x="1" y="149"/>
                  <a:pt x="1" y="351"/>
                </a:cubicBezTo>
                <a:lnTo>
                  <a:pt x="1" y="4509"/>
                </a:lnTo>
                <a:cubicBezTo>
                  <a:pt x="1" y="4698"/>
                  <a:pt x="158" y="4856"/>
                  <a:pt x="379" y="4856"/>
                </a:cubicBezTo>
                <a:lnTo>
                  <a:pt x="1418" y="4856"/>
                </a:lnTo>
                <a:lnTo>
                  <a:pt x="1418" y="4"/>
                </a:lnTo>
                <a:lnTo>
                  <a:pt x="379" y="4"/>
                </a:lnTo>
                <a:cubicBezTo>
                  <a:pt x="360" y="1"/>
                  <a:pt x="341" y="0"/>
                  <a:pt x="3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1" name="Google Shape;9550;p73">
            <a:extLst>
              <a:ext uri="{FF2B5EF4-FFF2-40B4-BE49-F238E27FC236}">
                <a16:creationId xmlns:a16="http://schemas.microsoft.com/office/drawing/2014/main" id="{8243E8C5-B188-BA0B-6F00-4AFA603D390F}"/>
              </a:ext>
            </a:extLst>
          </p:cNvPr>
          <p:cNvSpPr/>
          <p:nvPr/>
        </p:nvSpPr>
        <p:spPr>
          <a:xfrm>
            <a:off x="8574467" y="4127963"/>
            <a:ext cx="194087" cy="140785"/>
          </a:xfrm>
          <a:custGeom>
            <a:avLst/>
            <a:gdLst/>
            <a:ahLst/>
            <a:cxnLst/>
            <a:rect l="l" t="t" r="r" b="b"/>
            <a:pathLst>
              <a:path w="5735" h="4160" extrusionOk="0">
                <a:moveTo>
                  <a:pt x="1639" y="1"/>
                </a:moveTo>
                <a:cubicBezTo>
                  <a:pt x="1450" y="1"/>
                  <a:pt x="1198" y="158"/>
                  <a:pt x="1072" y="379"/>
                </a:cubicBezTo>
                <a:lnTo>
                  <a:pt x="0" y="2490"/>
                </a:lnTo>
                <a:cubicBezTo>
                  <a:pt x="158" y="2584"/>
                  <a:pt x="378" y="2616"/>
                  <a:pt x="567" y="2616"/>
                </a:cubicBezTo>
                <a:cubicBezTo>
                  <a:pt x="1072" y="2616"/>
                  <a:pt x="1544" y="2364"/>
                  <a:pt x="1796" y="1891"/>
                </a:cubicBezTo>
                <a:lnTo>
                  <a:pt x="2017" y="1418"/>
                </a:lnTo>
                <a:lnTo>
                  <a:pt x="2710" y="1418"/>
                </a:lnTo>
                <a:cubicBezTo>
                  <a:pt x="2899" y="1418"/>
                  <a:pt x="3056" y="1481"/>
                  <a:pt x="3182" y="1607"/>
                </a:cubicBezTo>
                <a:lnTo>
                  <a:pt x="5734" y="4159"/>
                </a:lnTo>
                <a:lnTo>
                  <a:pt x="57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12" name="Google Shape;9551;p73">
            <a:extLst>
              <a:ext uri="{FF2B5EF4-FFF2-40B4-BE49-F238E27FC236}">
                <a16:creationId xmlns:a16="http://schemas.microsoft.com/office/drawing/2014/main" id="{3BA9DD07-1FEA-DD38-5AF2-7AF66B0241DF}"/>
              </a:ext>
            </a:extLst>
          </p:cNvPr>
          <p:cNvSpPr/>
          <p:nvPr/>
        </p:nvSpPr>
        <p:spPr>
          <a:xfrm>
            <a:off x="8509420" y="4069313"/>
            <a:ext cx="237812" cy="255477"/>
          </a:xfrm>
          <a:custGeom>
            <a:avLst/>
            <a:gdLst/>
            <a:ahLst/>
            <a:cxnLst/>
            <a:rect l="l" t="t" r="r" b="b"/>
            <a:pathLst>
              <a:path w="7027" h="7549" extrusionOk="0">
                <a:moveTo>
                  <a:pt x="2206" y="1"/>
                </a:moveTo>
                <a:cubicBezTo>
                  <a:pt x="1828" y="1"/>
                  <a:pt x="1481" y="221"/>
                  <a:pt x="1261" y="568"/>
                </a:cubicBezTo>
                <a:lnTo>
                  <a:pt x="946" y="1198"/>
                </a:lnTo>
                <a:cubicBezTo>
                  <a:pt x="914" y="1324"/>
                  <a:pt x="757" y="1419"/>
                  <a:pt x="631" y="1419"/>
                </a:cubicBezTo>
                <a:lnTo>
                  <a:pt x="1" y="1419"/>
                </a:lnTo>
                <a:lnTo>
                  <a:pt x="1" y="6239"/>
                </a:lnTo>
                <a:lnTo>
                  <a:pt x="1576" y="6239"/>
                </a:lnTo>
                <a:lnTo>
                  <a:pt x="2584" y="7247"/>
                </a:lnTo>
                <a:cubicBezTo>
                  <a:pt x="2768" y="7431"/>
                  <a:pt x="3054" y="7548"/>
                  <a:pt x="3330" y="7548"/>
                </a:cubicBezTo>
                <a:cubicBezTo>
                  <a:pt x="3431" y="7548"/>
                  <a:pt x="3531" y="7533"/>
                  <a:pt x="3624" y="7499"/>
                </a:cubicBezTo>
                <a:lnTo>
                  <a:pt x="6585" y="6554"/>
                </a:lnTo>
                <a:cubicBezTo>
                  <a:pt x="6743" y="6522"/>
                  <a:pt x="6900" y="6396"/>
                  <a:pt x="7026" y="6302"/>
                </a:cubicBezTo>
                <a:lnTo>
                  <a:pt x="4537" y="3813"/>
                </a:lnTo>
                <a:lnTo>
                  <a:pt x="4380" y="3813"/>
                </a:lnTo>
                <a:lnTo>
                  <a:pt x="4348" y="3844"/>
                </a:lnTo>
                <a:cubicBezTo>
                  <a:pt x="4033" y="4506"/>
                  <a:pt x="3340" y="4947"/>
                  <a:pt x="2647" y="5042"/>
                </a:cubicBezTo>
                <a:cubicBezTo>
                  <a:pt x="2601" y="5044"/>
                  <a:pt x="2556" y="5046"/>
                  <a:pt x="2511" y="5046"/>
                </a:cubicBezTo>
                <a:cubicBezTo>
                  <a:pt x="2046" y="5046"/>
                  <a:pt x="1698" y="4899"/>
                  <a:pt x="1324" y="4727"/>
                </a:cubicBezTo>
                <a:cubicBezTo>
                  <a:pt x="1103" y="4632"/>
                  <a:pt x="1040" y="4412"/>
                  <a:pt x="1166" y="4254"/>
                </a:cubicBezTo>
                <a:lnTo>
                  <a:pt x="2363" y="1797"/>
                </a:lnTo>
                <a:cubicBezTo>
                  <a:pt x="2615" y="1324"/>
                  <a:pt x="3088" y="1041"/>
                  <a:pt x="3592" y="1041"/>
                </a:cubicBezTo>
                <a:lnTo>
                  <a:pt x="5104" y="1041"/>
                </a:lnTo>
                <a:cubicBezTo>
                  <a:pt x="5167" y="852"/>
                  <a:pt x="5262" y="631"/>
                  <a:pt x="5262" y="347"/>
                </a:cubicBezTo>
                <a:cubicBezTo>
                  <a:pt x="5262" y="158"/>
                  <a:pt x="5104" y="1"/>
                  <a:pt x="488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0" name="Google Shape;9553;p73">
            <a:extLst>
              <a:ext uri="{FF2B5EF4-FFF2-40B4-BE49-F238E27FC236}">
                <a16:creationId xmlns:a16="http://schemas.microsoft.com/office/drawing/2014/main" id="{5E36077C-4862-4F66-50DA-89F1B5FBDB08}"/>
              </a:ext>
            </a:extLst>
          </p:cNvPr>
          <p:cNvSpPr/>
          <p:nvPr/>
        </p:nvSpPr>
        <p:spPr>
          <a:xfrm>
            <a:off x="2370550" y="3937954"/>
            <a:ext cx="117332" cy="117332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9"/>
                  <a:pt x="788" y="3466"/>
                  <a:pt x="1733" y="3466"/>
                </a:cubicBezTo>
                <a:cubicBezTo>
                  <a:pt x="2678" y="3466"/>
                  <a:pt x="3466" y="2679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1" name="Google Shape;9554;p73">
            <a:extLst>
              <a:ext uri="{FF2B5EF4-FFF2-40B4-BE49-F238E27FC236}">
                <a16:creationId xmlns:a16="http://schemas.microsoft.com/office/drawing/2014/main" id="{4EE28AE8-DCA2-4C3D-A3FC-5D70C78EDE33}"/>
              </a:ext>
            </a:extLst>
          </p:cNvPr>
          <p:cNvSpPr/>
          <p:nvPr/>
        </p:nvSpPr>
        <p:spPr>
          <a:xfrm>
            <a:off x="2525144" y="3985944"/>
            <a:ext cx="140785" cy="91984"/>
          </a:xfrm>
          <a:custGeom>
            <a:avLst/>
            <a:gdLst/>
            <a:ahLst/>
            <a:cxnLst/>
            <a:rect l="l" t="t" r="r" b="b"/>
            <a:pathLst>
              <a:path w="4160" h="2718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95" y="662"/>
                  <a:pt x="316" y="662"/>
                </a:cubicBezTo>
                <a:lnTo>
                  <a:pt x="2395" y="662"/>
                </a:lnTo>
                <a:cubicBezTo>
                  <a:pt x="2584" y="662"/>
                  <a:pt x="2742" y="820"/>
                  <a:pt x="2742" y="1009"/>
                </a:cubicBezTo>
                <a:lnTo>
                  <a:pt x="2742" y="1576"/>
                </a:lnTo>
                <a:lnTo>
                  <a:pt x="2616" y="1450"/>
                </a:lnTo>
                <a:cubicBezTo>
                  <a:pt x="2568" y="1387"/>
                  <a:pt x="2482" y="1355"/>
                  <a:pt x="2391" y="1355"/>
                </a:cubicBezTo>
                <a:cubicBezTo>
                  <a:pt x="2301" y="1355"/>
                  <a:pt x="2206" y="1387"/>
                  <a:pt x="2143" y="1450"/>
                </a:cubicBezTo>
                <a:cubicBezTo>
                  <a:pt x="2049" y="1576"/>
                  <a:pt x="2049" y="1796"/>
                  <a:pt x="2143" y="1922"/>
                </a:cubicBezTo>
                <a:lnTo>
                  <a:pt x="2868" y="2647"/>
                </a:lnTo>
                <a:cubicBezTo>
                  <a:pt x="2931" y="2694"/>
                  <a:pt x="3017" y="2718"/>
                  <a:pt x="3104" y="2718"/>
                </a:cubicBezTo>
                <a:cubicBezTo>
                  <a:pt x="3191" y="2718"/>
                  <a:pt x="3277" y="2694"/>
                  <a:pt x="3340" y="2647"/>
                </a:cubicBezTo>
                <a:lnTo>
                  <a:pt x="4033" y="1922"/>
                </a:lnTo>
                <a:cubicBezTo>
                  <a:pt x="4159" y="1796"/>
                  <a:pt x="4159" y="1576"/>
                  <a:pt x="4033" y="1450"/>
                </a:cubicBezTo>
                <a:cubicBezTo>
                  <a:pt x="3986" y="1387"/>
                  <a:pt x="3899" y="1355"/>
                  <a:pt x="3809" y="1355"/>
                </a:cubicBezTo>
                <a:cubicBezTo>
                  <a:pt x="3718" y="1355"/>
                  <a:pt x="3624" y="1387"/>
                  <a:pt x="3561" y="1450"/>
                </a:cubicBezTo>
                <a:lnTo>
                  <a:pt x="3466" y="1576"/>
                </a:lnTo>
                <a:lnTo>
                  <a:pt x="3466" y="1009"/>
                </a:lnTo>
                <a:cubicBezTo>
                  <a:pt x="3466" y="441"/>
                  <a:pt x="2994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2" name="Google Shape;9555;p73">
            <a:extLst>
              <a:ext uri="{FF2B5EF4-FFF2-40B4-BE49-F238E27FC236}">
                <a16:creationId xmlns:a16="http://schemas.microsoft.com/office/drawing/2014/main" id="{D1290F7A-9C1B-6759-7124-D8E313177335}"/>
              </a:ext>
            </a:extLst>
          </p:cNvPr>
          <p:cNvSpPr/>
          <p:nvPr/>
        </p:nvSpPr>
        <p:spPr>
          <a:xfrm>
            <a:off x="2379079" y="4195394"/>
            <a:ext cx="143966" cy="93507"/>
          </a:xfrm>
          <a:custGeom>
            <a:avLst/>
            <a:gdLst/>
            <a:ahLst/>
            <a:cxnLst/>
            <a:rect l="l" t="t" r="r" b="b"/>
            <a:pathLst>
              <a:path w="4254" h="2763" extrusionOk="0">
                <a:moveTo>
                  <a:pt x="1095" y="0"/>
                </a:moveTo>
                <a:cubicBezTo>
                  <a:pt x="1002" y="0"/>
                  <a:pt x="904" y="28"/>
                  <a:pt x="820" y="112"/>
                </a:cubicBezTo>
                <a:lnTo>
                  <a:pt x="127" y="805"/>
                </a:lnTo>
                <a:cubicBezTo>
                  <a:pt x="1" y="931"/>
                  <a:pt x="1" y="1184"/>
                  <a:pt x="127" y="1278"/>
                </a:cubicBezTo>
                <a:cubicBezTo>
                  <a:pt x="190" y="1341"/>
                  <a:pt x="276" y="1373"/>
                  <a:pt x="363" y="1373"/>
                </a:cubicBezTo>
                <a:cubicBezTo>
                  <a:pt x="449" y="1373"/>
                  <a:pt x="536" y="1341"/>
                  <a:pt x="599" y="1278"/>
                </a:cubicBezTo>
                <a:lnTo>
                  <a:pt x="725" y="1184"/>
                </a:lnTo>
                <a:lnTo>
                  <a:pt x="725" y="1719"/>
                </a:lnTo>
                <a:cubicBezTo>
                  <a:pt x="725" y="2318"/>
                  <a:pt x="1198" y="2759"/>
                  <a:pt x="1733" y="2759"/>
                </a:cubicBezTo>
                <a:lnTo>
                  <a:pt x="3813" y="2759"/>
                </a:lnTo>
                <a:cubicBezTo>
                  <a:pt x="3837" y="2761"/>
                  <a:pt x="3861" y="2763"/>
                  <a:pt x="3883" y="2763"/>
                </a:cubicBezTo>
                <a:cubicBezTo>
                  <a:pt x="4122" y="2763"/>
                  <a:pt x="4254" y="2616"/>
                  <a:pt x="4254" y="2444"/>
                </a:cubicBezTo>
                <a:cubicBezTo>
                  <a:pt x="4254" y="2223"/>
                  <a:pt x="4096" y="2066"/>
                  <a:pt x="3907" y="2066"/>
                </a:cubicBezTo>
                <a:lnTo>
                  <a:pt x="1828" y="2066"/>
                </a:lnTo>
                <a:cubicBezTo>
                  <a:pt x="1639" y="2066"/>
                  <a:pt x="1481" y="1908"/>
                  <a:pt x="1481" y="1719"/>
                </a:cubicBezTo>
                <a:lnTo>
                  <a:pt x="1481" y="1184"/>
                </a:lnTo>
                <a:lnTo>
                  <a:pt x="1576" y="1278"/>
                </a:lnTo>
                <a:cubicBezTo>
                  <a:pt x="1639" y="1341"/>
                  <a:pt x="1733" y="1373"/>
                  <a:pt x="1824" y="1373"/>
                </a:cubicBezTo>
                <a:cubicBezTo>
                  <a:pt x="1914" y="1373"/>
                  <a:pt x="2001" y="1341"/>
                  <a:pt x="2048" y="1278"/>
                </a:cubicBezTo>
                <a:cubicBezTo>
                  <a:pt x="2174" y="1184"/>
                  <a:pt x="2174" y="931"/>
                  <a:pt x="2048" y="805"/>
                </a:cubicBezTo>
                <a:lnTo>
                  <a:pt x="1355" y="112"/>
                </a:lnTo>
                <a:cubicBezTo>
                  <a:pt x="1292" y="81"/>
                  <a:pt x="1261" y="81"/>
                  <a:pt x="1229" y="18"/>
                </a:cubicBezTo>
                <a:cubicBezTo>
                  <a:pt x="1187" y="7"/>
                  <a:pt x="1142" y="0"/>
                  <a:pt x="10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3" name="Google Shape;9556;p73">
            <a:extLst>
              <a:ext uri="{FF2B5EF4-FFF2-40B4-BE49-F238E27FC236}">
                <a16:creationId xmlns:a16="http://schemas.microsoft.com/office/drawing/2014/main" id="{3A777CBF-51D9-54E7-8665-089BBD25090B}"/>
              </a:ext>
            </a:extLst>
          </p:cNvPr>
          <p:cNvSpPr/>
          <p:nvPr/>
        </p:nvSpPr>
        <p:spPr>
          <a:xfrm>
            <a:off x="2581658" y="4102159"/>
            <a:ext cx="120513" cy="116249"/>
          </a:xfrm>
          <a:custGeom>
            <a:avLst/>
            <a:gdLst/>
            <a:ahLst/>
            <a:cxnLst/>
            <a:rect l="l" t="t" r="r" b="b"/>
            <a:pathLst>
              <a:path w="3560" h="3435" extrusionOk="0">
                <a:moveTo>
                  <a:pt x="1796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47"/>
                  <a:pt x="788" y="3434"/>
                  <a:pt x="1796" y="3434"/>
                </a:cubicBezTo>
                <a:cubicBezTo>
                  <a:pt x="2741" y="3434"/>
                  <a:pt x="3561" y="2647"/>
                  <a:pt x="3561" y="1733"/>
                </a:cubicBezTo>
                <a:cubicBezTo>
                  <a:pt x="3561" y="788"/>
                  <a:pt x="2773" y="0"/>
                  <a:pt x="17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4" name="Google Shape;9557;p73">
            <a:extLst>
              <a:ext uri="{FF2B5EF4-FFF2-40B4-BE49-F238E27FC236}">
                <a16:creationId xmlns:a16="http://schemas.microsoft.com/office/drawing/2014/main" id="{5686E25C-2525-A40B-9E44-7FB6D9F7C707}"/>
              </a:ext>
            </a:extLst>
          </p:cNvPr>
          <p:cNvSpPr/>
          <p:nvPr/>
        </p:nvSpPr>
        <p:spPr>
          <a:xfrm>
            <a:off x="2335354" y="4053119"/>
            <a:ext cx="187691" cy="119430"/>
          </a:xfrm>
          <a:custGeom>
            <a:avLst/>
            <a:gdLst/>
            <a:ahLst/>
            <a:cxnLst/>
            <a:rect l="l" t="t" r="r" b="b"/>
            <a:pathLst>
              <a:path w="5546" h="3529" extrusionOk="0">
                <a:moveTo>
                  <a:pt x="1072" y="0"/>
                </a:moveTo>
                <a:cubicBezTo>
                  <a:pt x="442" y="536"/>
                  <a:pt x="32" y="1292"/>
                  <a:pt x="32" y="2143"/>
                </a:cubicBezTo>
                <a:lnTo>
                  <a:pt x="32" y="3182"/>
                </a:lnTo>
                <a:cubicBezTo>
                  <a:pt x="1" y="3371"/>
                  <a:pt x="158" y="3529"/>
                  <a:pt x="347" y="3529"/>
                </a:cubicBezTo>
                <a:lnTo>
                  <a:pt x="5199" y="3529"/>
                </a:lnTo>
                <a:cubicBezTo>
                  <a:pt x="5388" y="3529"/>
                  <a:pt x="5546" y="3371"/>
                  <a:pt x="5546" y="3182"/>
                </a:cubicBezTo>
                <a:lnTo>
                  <a:pt x="5546" y="2143"/>
                </a:lnTo>
                <a:cubicBezTo>
                  <a:pt x="5546" y="1292"/>
                  <a:pt x="5168" y="536"/>
                  <a:pt x="4538" y="0"/>
                </a:cubicBezTo>
                <a:cubicBezTo>
                  <a:pt x="4096" y="473"/>
                  <a:pt x="3466" y="756"/>
                  <a:pt x="2805" y="756"/>
                </a:cubicBezTo>
                <a:cubicBezTo>
                  <a:pt x="2143" y="756"/>
                  <a:pt x="1513" y="504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105" name="Google Shape;9558;p73">
            <a:extLst>
              <a:ext uri="{FF2B5EF4-FFF2-40B4-BE49-F238E27FC236}">
                <a16:creationId xmlns:a16="http://schemas.microsoft.com/office/drawing/2014/main" id="{3C194CD6-FE14-7E9F-DEB2-BA7AE996222D}"/>
              </a:ext>
            </a:extLst>
          </p:cNvPr>
          <p:cNvSpPr/>
          <p:nvPr/>
        </p:nvSpPr>
        <p:spPr>
          <a:xfrm>
            <a:off x="2546464" y="4217289"/>
            <a:ext cx="189823" cy="121596"/>
          </a:xfrm>
          <a:custGeom>
            <a:avLst/>
            <a:gdLst/>
            <a:ahLst/>
            <a:cxnLst/>
            <a:rect l="l" t="t" r="r" b="b"/>
            <a:pathLst>
              <a:path w="5609" h="3593" extrusionOk="0">
                <a:moveTo>
                  <a:pt x="1009" y="1"/>
                </a:moveTo>
                <a:cubicBezTo>
                  <a:pt x="379" y="537"/>
                  <a:pt x="1" y="1261"/>
                  <a:pt x="1" y="2143"/>
                </a:cubicBezTo>
                <a:lnTo>
                  <a:pt x="1" y="3246"/>
                </a:lnTo>
                <a:cubicBezTo>
                  <a:pt x="1" y="3435"/>
                  <a:pt x="158" y="3592"/>
                  <a:pt x="347" y="3592"/>
                </a:cubicBezTo>
                <a:lnTo>
                  <a:pt x="5262" y="3592"/>
                </a:lnTo>
                <a:cubicBezTo>
                  <a:pt x="5451" y="3592"/>
                  <a:pt x="5609" y="3435"/>
                  <a:pt x="5609" y="3246"/>
                </a:cubicBezTo>
                <a:lnTo>
                  <a:pt x="5609" y="2143"/>
                </a:lnTo>
                <a:cubicBezTo>
                  <a:pt x="5577" y="1261"/>
                  <a:pt x="5199" y="537"/>
                  <a:pt x="4569" y="1"/>
                </a:cubicBezTo>
                <a:cubicBezTo>
                  <a:pt x="4128" y="474"/>
                  <a:pt x="3498" y="757"/>
                  <a:pt x="2773" y="757"/>
                </a:cubicBezTo>
                <a:cubicBezTo>
                  <a:pt x="2080" y="757"/>
                  <a:pt x="1450" y="474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5" name="Google Shape;9560;p73">
            <a:extLst>
              <a:ext uri="{FF2B5EF4-FFF2-40B4-BE49-F238E27FC236}">
                <a16:creationId xmlns:a16="http://schemas.microsoft.com/office/drawing/2014/main" id="{66FFAF45-501D-F51B-008F-B8062E30F65D}"/>
              </a:ext>
            </a:extLst>
          </p:cNvPr>
          <p:cNvSpPr/>
          <p:nvPr/>
        </p:nvSpPr>
        <p:spPr>
          <a:xfrm>
            <a:off x="2550728" y="4583959"/>
            <a:ext cx="93879" cy="45890"/>
          </a:xfrm>
          <a:custGeom>
            <a:avLst/>
            <a:gdLst/>
            <a:ahLst/>
            <a:cxnLst/>
            <a:rect l="l" t="t" r="r" b="b"/>
            <a:pathLst>
              <a:path w="2774" h="1356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lnTo>
                  <a:pt x="2773" y="1355"/>
                </a:lnTo>
                <a:cubicBezTo>
                  <a:pt x="2773" y="599"/>
                  <a:pt x="2143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6" name="Google Shape;9561;p73">
            <a:extLst>
              <a:ext uri="{FF2B5EF4-FFF2-40B4-BE49-F238E27FC236}">
                <a16:creationId xmlns:a16="http://schemas.microsoft.com/office/drawing/2014/main" id="{F353662D-131B-D013-7A64-4D0D51C4E89A}"/>
              </a:ext>
            </a:extLst>
          </p:cNvPr>
          <p:cNvSpPr/>
          <p:nvPr/>
        </p:nvSpPr>
        <p:spPr>
          <a:xfrm>
            <a:off x="2573133" y="4512517"/>
            <a:ext cx="48023" cy="48023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7" name="Google Shape;9562;p73">
            <a:extLst>
              <a:ext uri="{FF2B5EF4-FFF2-40B4-BE49-F238E27FC236}">
                <a16:creationId xmlns:a16="http://schemas.microsoft.com/office/drawing/2014/main" id="{2D436BA1-59F1-BE6D-CFEE-9F6E43BD258F}"/>
              </a:ext>
            </a:extLst>
          </p:cNvPr>
          <p:cNvSpPr/>
          <p:nvPr/>
        </p:nvSpPr>
        <p:spPr>
          <a:xfrm>
            <a:off x="2455832" y="4443206"/>
            <a:ext cx="282585" cy="282585"/>
          </a:xfrm>
          <a:custGeom>
            <a:avLst/>
            <a:gdLst/>
            <a:ahLst/>
            <a:cxnLst/>
            <a:rect l="l" t="t" r="r" b="b"/>
            <a:pathLst>
              <a:path w="8350" h="8350" extrusionOk="0">
                <a:moveTo>
                  <a:pt x="4128" y="1387"/>
                </a:moveTo>
                <a:cubicBezTo>
                  <a:pt x="4884" y="1387"/>
                  <a:pt x="5514" y="2017"/>
                  <a:pt x="5514" y="2773"/>
                </a:cubicBezTo>
                <a:cubicBezTo>
                  <a:pt x="5514" y="3120"/>
                  <a:pt x="5357" y="3466"/>
                  <a:pt x="5136" y="3718"/>
                </a:cubicBezTo>
                <a:cubicBezTo>
                  <a:pt x="5766" y="4065"/>
                  <a:pt x="6176" y="4727"/>
                  <a:pt x="6176" y="5514"/>
                </a:cubicBezTo>
                <a:lnTo>
                  <a:pt x="6176" y="5892"/>
                </a:lnTo>
                <a:lnTo>
                  <a:pt x="6270" y="5892"/>
                </a:lnTo>
                <a:cubicBezTo>
                  <a:pt x="6270" y="6081"/>
                  <a:pt x="6113" y="6239"/>
                  <a:pt x="5924" y="6239"/>
                </a:cubicBezTo>
                <a:lnTo>
                  <a:pt x="2458" y="6239"/>
                </a:lnTo>
                <a:cubicBezTo>
                  <a:pt x="2238" y="6239"/>
                  <a:pt x="2080" y="6081"/>
                  <a:pt x="2080" y="5892"/>
                </a:cubicBezTo>
                <a:lnTo>
                  <a:pt x="2080" y="5514"/>
                </a:lnTo>
                <a:cubicBezTo>
                  <a:pt x="2080" y="4727"/>
                  <a:pt x="2521" y="4065"/>
                  <a:pt x="3151" y="3718"/>
                </a:cubicBezTo>
                <a:cubicBezTo>
                  <a:pt x="2931" y="3466"/>
                  <a:pt x="2773" y="3120"/>
                  <a:pt x="2773" y="2773"/>
                </a:cubicBezTo>
                <a:cubicBezTo>
                  <a:pt x="2773" y="2017"/>
                  <a:pt x="3403" y="1387"/>
                  <a:pt x="4128" y="1387"/>
                </a:cubicBezTo>
                <a:close/>
                <a:moveTo>
                  <a:pt x="4191" y="1"/>
                </a:moveTo>
                <a:cubicBezTo>
                  <a:pt x="1891" y="1"/>
                  <a:pt x="1" y="1860"/>
                  <a:pt x="1" y="4191"/>
                </a:cubicBezTo>
                <a:cubicBezTo>
                  <a:pt x="1" y="6522"/>
                  <a:pt x="1860" y="8350"/>
                  <a:pt x="4191" y="8350"/>
                </a:cubicBezTo>
                <a:cubicBezTo>
                  <a:pt x="6459" y="8350"/>
                  <a:pt x="8350" y="6522"/>
                  <a:pt x="8350" y="4191"/>
                </a:cubicBezTo>
                <a:cubicBezTo>
                  <a:pt x="8350" y="1860"/>
                  <a:pt x="6459" y="1"/>
                  <a:pt x="41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8" name="Google Shape;9563;p73">
            <a:extLst>
              <a:ext uri="{FF2B5EF4-FFF2-40B4-BE49-F238E27FC236}">
                <a16:creationId xmlns:a16="http://schemas.microsoft.com/office/drawing/2014/main" id="{AE2D1212-3358-7FE6-BC44-68FDADB52C5C}"/>
              </a:ext>
            </a:extLst>
          </p:cNvPr>
          <p:cNvSpPr/>
          <p:nvPr/>
        </p:nvSpPr>
        <p:spPr>
          <a:xfrm>
            <a:off x="2431333" y="4651136"/>
            <a:ext cx="99193" cy="98109"/>
          </a:xfrm>
          <a:custGeom>
            <a:avLst/>
            <a:gdLst/>
            <a:ahLst/>
            <a:cxnLst/>
            <a:rect l="l" t="t" r="r" b="b"/>
            <a:pathLst>
              <a:path w="2931" h="2899" extrusionOk="0">
                <a:moveTo>
                  <a:pt x="504" y="0"/>
                </a:moveTo>
                <a:lnTo>
                  <a:pt x="378" y="126"/>
                </a:lnTo>
                <a:cubicBezTo>
                  <a:pt x="0" y="536"/>
                  <a:pt x="0" y="1198"/>
                  <a:pt x="378" y="1576"/>
                </a:cubicBezTo>
                <a:lnTo>
                  <a:pt x="1355" y="2584"/>
                </a:lnTo>
                <a:cubicBezTo>
                  <a:pt x="1576" y="2773"/>
                  <a:pt x="1828" y="2899"/>
                  <a:pt x="2111" y="2899"/>
                </a:cubicBezTo>
                <a:cubicBezTo>
                  <a:pt x="2395" y="2899"/>
                  <a:pt x="2678" y="2773"/>
                  <a:pt x="2867" y="2584"/>
                </a:cubicBezTo>
                <a:lnTo>
                  <a:pt x="2930" y="2458"/>
                </a:lnTo>
                <a:cubicBezTo>
                  <a:pt x="1828" y="1985"/>
                  <a:pt x="977" y="1071"/>
                  <a:pt x="5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9" name="Google Shape;9564;p73">
            <a:extLst>
              <a:ext uri="{FF2B5EF4-FFF2-40B4-BE49-F238E27FC236}">
                <a16:creationId xmlns:a16="http://schemas.microsoft.com/office/drawing/2014/main" id="{5A8DB85B-987B-4D23-9FE6-6EEFF2B0B5CF}"/>
              </a:ext>
            </a:extLst>
          </p:cNvPr>
          <p:cNvSpPr/>
          <p:nvPr/>
        </p:nvSpPr>
        <p:spPr>
          <a:xfrm>
            <a:off x="2333221" y="4711917"/>
            <a:ext cx="135438" cy="130903"/>
          </a:xfrm>
          <a:custGeom>
            <a:avLst/>
            <a:gdLst/>
            <a:ahLst/>
            <a:cxnLst/>
            <a:rect l="l" t="t" r="r" b="b"/>
            <a:pathLst>
              <a:path w="4002" h="3867" extrusionOk="0">
                <a:moveTo>
                  <a:pt x="2521" y="0"/>
                </a:moveTo>
                <a:lnTo>
                  <a:pt x="410" y="2111"/>
                </a:lnTo>
                <a:cubicBezTo>
                  <a:pt x="1" y="2520"/>
                  <a:pt x="1" y="3182"/>
                  <a:pt x="410" y="3560"/>
                </a:cubicBezTo>
                <a:cubicBezTo>
                  <a:pt x="599" y="3765"/>
                  <a:pt x="867" y="3867"/>
                  <a:pt x="1135" y="3867"/>
                </a:cubicBezTo>
                <a:cubicBezTo>
                  <a:pt x="1403" y="3867"/>
                  <a:pt x="1671" y="3765"/>
                  <a:pt x="1860" y="3560"/>
                </a:cubicBezTo>
                <a:lnTo>
                  <a:pt x="4002" y="1449"/>
                </a:lnTo>
                <a:cubicBezTo>
                  <a:pt x="3907" y="1418"/>
                  <a:pt x="3844" y="1323"/>
                  <a:pt x="3750" y="1260"/>
                </a:cubicBezTo>
                <a:lnTo>
                  <a:pt x="2773" y="252"/>
                </a:lnTo>
                <a:cubicBezTo>
                  <a:pt x="2679" y="189"/>
                  <a:pt x="2616" y="95"/>
                  <a:pt x="2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2" name="Google Shape;9566;p73">
            <a:extLst>
              <a:ext uri="{FF2B5EF4-FFF2-40B4-BE49-F238E27FC236}">
                <a16:creationId xmlns:a16="http://schemas.microsoft.com/office/drawing/2014/main" id="{AC720A7E-CFFF-D559-B14D-C638F279F80D}"/>
              </a:ext>
            </a:extLst>
          </p:cNvPr>
          <p:cNvSpPr/>
          <p:nvPr/>
        </p:nvSpPr>
        <p:spPr>
          <a:xfrm>
            <a:off x="2382292" y="5069716"/>
            <a:ext cx="119430" cy="117332"/>
          </a:xfrm>
          <a:custGeom>
            <a:avLst/>
            <a:gdLst/>
            <a:ahLst/>
            <a:cxnLst/>
            <a:rect l="l" t="t" r="r" b="b"/>
            <a:pathLst>
              <a:path w="3529" h="3467" extrusionOk="0">
                <a:moveTo>
                  <a:pt x="1764" y="1"/>
                </a:moveTo>
                <a:cubicBezTo>
                  <a:pt x="819" y="1"/>
                  <a:pt x="0" y="788"/>
                  <a:pt x="0" y="1734"/>
                </a:cubicBezTo>
                <a:cubicBezTo>
                  <a:pt x="0" y="2679"/>
                  <a:pt x="819" y="3466"/>
                  <a:pt x="1764" y="3466"/>
                </a:cubicBezTo>
                <a:cubicBezTo>
                  <a:pt x="2709" y="3466"/>
                  <a:pt x="3529" y="2679"/>
                  <a:pt x="3529" y="1734"/>
                </a:cubicBezTo>
                <a:cubicBezTo>
                  <a:pt x="3529" y="788"/>
                  <a:pt x="2741" y="1"/>
                  <a:pt x="176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3" name="Google Shape;9567;p73">
            <a:extLst>
              <a:ext uri="{FF2B5EF4-FFF2-40B4-BE49-F238E27FC236}">
                <a16:creationId xmlns:a16="http://schemas.microsoft.com/office/drawing/2014/main" id="{FEE5FC58-5462-1852-686D-CC3105CC1413}"/>
              </a:ext>
            </a:extLst>
          </p:cNvPr>
          <p:cNvSpPr/>
          <p:nvPr/>
        </p:nvSpPr>
        <p:spPr>
          <a:xfrm>
            <a:off x="2523012" y="4929000"/>
            <a:ext cx="213275" cy="211144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733"/>
                </a:moveTo>
                <a:cubicBezTo>
                  <a:pt x="3372" y="1733"/>
                  <a:pt x="3529" y="1890"/>
                  <a:pt x="3529" y="2079"/>
                </a:cubicBezTo>
                <a:cubicBezTo>
                  <a:pt x="3529" y="2268"/>
                  <a:pt x="3372" y="2426"/>
                  <a:pt x="3151" y="2426"/>
                </a:cubicBezTo>
                <a:cubicBezTo>
                  <a:pt x="2962" y="2426"/>
                  <a:pt x="2805" y="2268"/>
                  <a:pt x="2805" y="2079"/>
                </a:cubicBezTo>
                <a:cubicBezTo>
                  <a:pt x="2805" y="1890"/>
                  <a:pt x="2962" y="1733"/>
                  <a:pt x="3151" y="1733"/>
                </a:cubicBezTo>
                <a:close/>
                <a:moveTo>
                  <a:pt x="3151" y="2773"/>
                </a:moveTo>
                <a:cubicBezTo>
                  <a:pt x="3372" y="2773"/>
                  <a:pt x="3529" y="2930"/>
                  <a:pt x="3529" y="3151"/>
                </a:cubicBezTo>
                <a:lnTo>
                  <a:pt x="3529" y="4505"/>
                </a:lnTo>
                <a:cubicBezTo>
                  <a:pt x="3529" y="4726"/>
                  <a:pt x="3372" y="4883"/>
                  <a:pt x="3151" y="4883"/>
                </a:cubicBezTo>
                <a:cubicBezTo>
                  <a:pt x="2962" y="4883"/>
                  <a:pt x="2805" y="4726"/>
                  <a:pt x="2805" y="4505"/>
                </a:cubicBezTo>
                <a:lnTo>
                  <a:pt x="2805" y="3151"/>
                </a:lnTo>
                <a:cubicBezTo>
                  <a:pt x="2805" y="2930"/>
                  <a:pt x="2962" y="2773"/>
                  <a:pt x="3151" y="2773"/>
                </a:cubicBezTo>
                <a:close/>
                <a:moveTo>
                  <a:pt x="3151" y="0"/>
                </a:moveTo>
                <a:cubicBezTo>
                  <a:pt x="1418" y="0"/>
                  <a:pt x="64" y="1418"/>
                  <a:pt x="64" y="3088"/>
                </a:cubicBezTo>
                <a:cubicBezTo>
                  <a:pt x="64" y="3655"/>
                  <a:pt x="158" y="4159"/>
                  <a:pt x="442" y="4631"/>
                </a:cubicBezTo>
                <a:lnTo>
                  <a:pt x="64" y="5765"/>
                </a:lnTo>
                <a:cubicBezTo>
                  <a:pt x="1" y="5892"/>
                  <a:pt x="64" y="6018"/>
                  <a:pt x="127" y="6112"/>
                </a:cubicBezTo>
                <a:cubicBezTo>
                  <a:pt x="190" y="6207"/>
                  <a:pt x="379" y="6238"/>
                  <a:pt x="473" y="6238"/>
                </a:cubicBezTo>
                <a:lnTo>
                  <a:pt x="1796" y="5923"/>
                </a:lnTo>
                <a:cubicBezTo>
                  <a:pt x="2206" y="6175"/>
                  <a:pt x="2679" y="6238"/>
                  <a:pt x="3214" y="6238"/>
                </a:cubicBezTo>
                <a:cubicBezTo>
                  <a:pt x="4947" y="6238"/>
                  <a:pt x="6302" y="4820"/>
                  <a:pt x="6302" y="3119"/>
                </a:cubicBezTo>
                <a:cubicBezTo>
                  <a:pt x="6270" y="1418"/>
                  <a:pt x="4884" y="0"/>
                  <a:pt x="31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4" name="Google Shape;9568;p73">
            <a:extLst>
              <a:ext uri="{FF2B5EF4-FFF2-40B4-BE49-F238E27FC236}">
                <a16:creationId xmlns:a16="http://schemas.microsoft.com/office/drawing/2014/main" id="{267B794F-925A-4C93-7CBB-E91F0C1DEBCA}"/>
              </a:ext>
            </a:extLst>
          </p:cNvPr>
          <p:cNvSpPr/>
          <p:nvPr/>
        </p:nvSpPr>
        <p:spPr>
          <a:xfrm>
            <a:off x="2335355" y="5181667"/>
            <a:ext cx="213275" cy="147182"/>
          </a:xfrm>
          <a:custGeom>
            <a:avLst/>
            <a:gdLst/>
            <a:ahLst/>
            <a:cxnLst/>
            <a:rect l="l" t="t" r="r" b="b"/>
            <a:pathLst>
              <a:path w="6302" h="4349" extrusionOk="0">
                <a:moveTo>
                  <a:pt x="1356" y="1"/>
                </a:moveTo>
                <a:cubicBezTo>
                  <a:pt x="568" y="568"/>
                  <a:pt x="1" y="1513"/>
                  <a:pt x="1" y="2553"/>
                </a:cubicBezTo>
                <a:lnTo>
                  <a:pt x="1" y="3970"/>
                </a:lnTo>
                <a:cubicBezTo>
                  <a:pt x="1" y="4222"/>
                  <a:pt x="158" y="4348"/>
                  <a:pt x="347" y="4348"/>
                </a:cubicBezTo>
                <a:lnTo>
                  <a:pt x="5955" y="4348"/>
                </a:lnTo>
                <a:cubicBezTo>
                  <a:pt x="6144" y="4348"/>
                  <a:pt x="6302" y="4191"/>
                  <a:pt x="6302" y="3970"/>
                </a:cubicBezTo>
                <a:lnTo>
                  <a:pt x="6302" y="2553"/>
                </a:lnTo>
                <a:cubicBezTo>
                  <a:pt x="6302" y="1513"/>
                  <a:pt x="5798" y="599"/>
                  <a:pt x="4947" y="1"/>
                </a:cubicBezTo>
                <a:cubicBezTo>
                  <a:pt x="4538" y="505"/>
                  <a:pt x="3844" y="820"/>
                  <a:pt x="3151" y="820"/>
                </a:cubicBezTo>
                <a:cubicBezTo>
                  <a:pt x="2427" y="820"/>
                  <a:pt x="1765" y="505"/>
                  <a:pt x="13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5" name="Google Shape;9570;p73">
            <a:extLst>
              <a:ext uri="{FF2B5EF4-FFF2-40B4-BE49-F238E27FC236}">
                <a16:creationId xmlns:a16="http://schemas.microsoft.com/office/drawing/2014/main" id="{B1468E9D-5105-AC06-E816-FB5B56040E58}"/>
              </a:ext>
            </a:extLst>
          </p:cNvPr>
          <p:cNvSpPr/>
          <p:nvPr/>
        </p:nvSpPr>
        <p:spPr>
          <a:xfrm>
            <a:off x="5217014" y="4115494"/>
            <a:ext cx="59766" cy="24536"/>
          </a:xfrm>
          <a:custGeom>
            <a:avLst/>
            <a:gdLst/>
            <a:ahLst/>
            <a:cxnLst/>
            <a:rect l="l" t="t" r="r" b="b"/>
            <a:pathLst>
              <a:path w="1766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419" y="725"/>
                </a:lnTo>
                <a:cubicBezTo>
                  <a:pt x="1608" y="725"/>
                  <a:pt x="1765" y="567"/>
                  <a:pt x="1765" y="378"/>
                </a:cubicBezTo>
                <a:cubicBezTo>
                  <a:pt x="1734" y="158"/>
                  <a:pt x="1608" y="0"/>
                  <a:pt x="14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6" name="Google Shape;9571;p73">
            <a:extLst>
              <a:ext uri="{FF2B5EF4-FFF2-40B4-BE49-F238E27FC236}">
                <a16:creationId xmlns:a16="http://schemas.microsoft.com/office/drawing/2014/main" id="{32DAAA13-D887-CDA9-4F84-770C9D5348CF}"/>
              </a:ext>
            </a:extLst>
          </p:cNvPr>
          <p:cNvSpPr/>
          <p:nvPr/>
        </p:nvSpPr>
        <p:spPr>
          <a:xfrm>
            <a:off x="5203175" y="4163482"/>
            <a:ext cx="50155" cy="45857"/>
          </a:xfrm>
          <a:custGeom>
            <a:avLst/>
            <a:gdLst/>
            <a:ahLst/>
            <a:cxnLst/>
            <a:rect l="l" t="t" r="r" b="b"/>
            <a:pathLst>
              <a:path w="1482" h="1355" extrusionOk="0">
                <a:moveTo>
                  <a:pt x="394" y="0"/>
                </a:moveTo>
                <a:cubicBezTo>
                  <a:pt x="308" y="0"/>
                  <a:pt x="221" y="32"/>
                  <a:pt x="158" y="95"/>
                </a:cubicBezTo>
                <a:cubicBezTo>
                  <a:pt x="0" y="221"/>
                  <a:pt x="0" y="410"/>
                  <a:pt x="158" y="567"/>
                </a:cubicBezTo>
                <a:lnTo>
                  <a:pt x="882" y="1260"/>
                </a:lnTo>
                <a:cubicBezTo>
                  <a:pt x="945" y="1323"/>
                  <a:pt x="1032" y="1355"/>
                  <a:pt x="1119" y="1355"/>
                </a:cubicBezTo>
                <a:cubicBezTo>
                  <a:pt x="1205" y="1355"/>
                  <a:pt x="1292" y="1323"/>
                  <a:pt x="1355" y="1260"/>
                </a:cubicBezTo>
                <a:cubicBezTo>
                  <a:pt x="1481" y="1134"/>
                  <a:pt x="1481" y="914"/>
                  <a:pt x="1355" y="788"/>
                </a:cubicBezTo>
                <a:lnTo>
                  <a:pt x="630" y="95"/>
                </a:lnTo>
                <a:cubicBezTo>
                  <a:pt x="567" y="32"/>
                  <a:pt x="481" y="0"/>
                  <a:pt x="3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7" name="Google Shape;9572;p73">
            <a:extLst>
              <a:ext uri="{FF2B5EF4-FFF2-40B4-BE49-F238E27FC236}">
                <a16:creationId xmlns:a16="http://schemas.microsoft.com/office/drawing/2014/main" id="{EB71CAA3-71B3-C68D-01CE-871A2C585F5D}"/>
              </a:ext>
            </a:extLst>
          </p:cNvPr>
          <p:cNvSpPr/>
          <p:nvPr/>
        </p:nvSpPr>
        <p:spPr>
          <a:xfrm>
            <a:off x="5205306" y="4045101"/>
            <a:ext cx="48023" cy="46703"/>
          </a:xfrm>
          <a:custGeom>
            <a:avLst/>
            <a:gdLst/>
            <a:ahLst/>
            <a:cxnLst/>
            <a:rect l="l" t="t" r="r" b="b"/>
            <a:pathLst>
              <a:path w="1419" h="1380" extrusionOk="0">
                <a:moveTo>
                  <a:pt x="1056" y="1"/>
                </a:moveTo>
                <a:cubicBezTo>
                  <a:pt x="969" y="1"/>
                  <a:pt x="882" y="32"/>
                  <a:pt x="819" y="96"/>
                </a:cubicBezTo>
                <a:lnTo>
                  <a:pt x="95" y="789"/>
                </a:lnTo>
                <a:cubicBezTo>
                  <a:pt x="0" y="915"/>
                  <a:pt x="0" y="1135"/>
                  <a:pt x="95" y="1261"/>
                </a:cubicBezTo>
                <a:cubicBezTo>
                  <a:pt x="158" y="1340"/>
                  <a:pt x="252" y="1379"/>
                  <a:pt x="343" y="1379"/>
                </a:cubicBezTo>
                <a:cubicBezTo>
                  <a:pt x="434" y="1379"/>
                  <a:pt x="520" y="1340"/>
                  <a:pt x="567" y="1261"/>
                </a:cubicBezTo>
                <a:lnTo>
                  <a:pt x="1292" y="568"/>
                </a:lnTo>
                <a:cubicBezTo>
                  <a:pt x="1418" y="442"/>
                  <a:pt x="1418" y="190"/>
                  <a:pt x="1292" y="96"/>
                </a:cubicBezTo>
                <a:cubicBezTo>
                  <a:pt x="1229" y="32"/>
                  <a:pt x="1142" y="1"/>
                  <a:pt x="10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8" name="Google Shape;9573;p73">
            <a:extLst>
              <a:ext uri="{FF2B5EF4-FFF2-40B4-BE49-F238E27FC236}">
                <a16:creationId xmlns:a16="http://schemas.microsoft.com/office/drawing/2014/main" id="{05A3896A-40D4-8352-DC46-52C80043B163}"/>
              </a:ext>
            </a:extLst>
          </p:cNvPr>
          <p:cNvSpPr/>
          <p:nvPr/>
        </p:nvSpPr>
        <p:spPr>
          <a:xfrm>
            <a:off x="4875850" y="4045101"/>
            <a:ext cx="142883" cy="141869"/>
          </a:xfrm>
          <a:custGeom>
            <a:avLst/>
            <a:gdLst/>
            <a:ahLst/>
            <a:cxnLst/>
            <a:rect l="l" t="t" r="r" b="b"/>
            <a:pathLst>
              <a:path w="4222" h="4192" extrusionOk="0">
                <a:moveTo>
                  <a:pt x="2489" y="1"/>
                </a:moveTo>
                <a:cubicBezTo>
                  <a:pt x="2048" y="1"/>
                  <a:pt x="1639" y="285"/>
                  <a:pt x="1481" y="726"/>
                </a:cubicBezTo>
                <a:lnTo>
                  <a:pt x="1418" y="726"/>
                </a:lnTo>
                <a:cubicBezTo>
                  <a:pt x="662" y="726"/>
                  <a:pt x="0" y="1356"/>
                  <a:pt x="0" y="2080"/>
                </a:cubicBezTo>
                <a:cubicBezTo>
                  <a:pt x="0" y="2836"/>
                  <a:pt x="630" y="3467"/>
                  <a:pt x="1418" y="3467"/>
                </a:cubicBezTo>
                <a:lnTo>
                  <a:pt x="1481" y="3467"/>
                </a:lnTo>
                <a:cubicBezTo>
                  <a:pt x="1639" y="3845"/>
                  <a:pt x="2017" y="4191"/>
                  <a:pt x="2489" y="4191"/>
                </a:cubicBezTo>
                <a:lnTo>
                  <a:pt x="4222" y="4191"/>
                </a:lnTo>
                <a:lnTo>
                  <a:pt x="422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9" name="Google Shape;9574;p73">
            <a:extLst>
              <a:ext uri="{FF2B5EF4-FFF2-40B4-BE49-F238E27FC236}">
                <a16:creationId xmlns:a16="http://schemas.microsoft.com/office/drawing/2014/main" id="{923774A5-C0E8-F14A-8279-4E5CA941095F}"/>
              </a:ext>
            </a:extLst>
          </p:cNvPr>
          <p:cNvSpPr/>
          <p:nvPr/>
        </p:nvSpPr>
        <p:spPr>
          <a:xfrm>
            <a:off x="5132816" y="3974742"/>
            <a:ext cx="47989" cy="282587"/>
          </a:xfrm>
          <a:custGeom>
            <a:avLst/>
            <a:gdLst/>
            <a:ahLst/>
            <a:cxnLst/>
            <a:rect l="l" t="t" r="r" b="b"/>
            <a:pathLst>
              <a:path w="1418" h="8350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lnTo>
                  <a:pt x="0" y="7625"/>
                </a:lnTo>
                <a:cubicBezTo>
                  <a:pt x="0" y="8034"/>
                  <a:pt x="315" y="8349"/>
                  <a:pt x="725" y="8349"/>
                </a:cubicBezTo>
                <a:cubicBezTo>
                  <a:pt x="1134" y="8286"/>
                  <a:pt x="1418" y="8003"/>
                  <a:pt x="1418" y="7625"/>
                </a:cubicBezTo>
                <a:lnTo>
                  <a:pt x="1418" y="694"/>
                </a:ln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0" name="Google Shape;9575;p73">
            <a:extLst>
              <a:ext uri="{FF2B5EF4-FFF2-40B4-BE49-F238E27FC236}">
                <a16:creationId xmlns:a16="http://schemas.microsoft.com/office/drawing/2014/main" id="{C6A519BC-3ECB-8A35-7D34-E6CA5EB0AA98}"/>
              </a:ext>
            </a:extLst>
          </p:cNvPr>
          <p:cNvSpPr/>
          <p:nvPr/>
        </p:nvSpPr>
        <p:spPr>
          <a:xfrm>
            <a:off x="4946206" y="4208254"/>
            <a:ext cx="69344" cy="93846"/>
          </a:xfrm>
          <a:custGeom>
            <a:avLst/>
            <a:gdLst/>
            <a:ahLst/>
            <a:cxnLst/>
            <a:rect l="l" t="t" r="r" b="b"/>
            <a:pathLst>
              <a:path w="2049" h="2773" extrusionOk="0">
                <a:moveTo>
                  <a:pt x="1" y="0"/>
                </a:moveTo>
                <a:lnTo>
                  <a:pt x="1" y="1764"/>
                </a:lnTo>
                <a:cubicBezTo>
                  <a:pt x="1" y="2363"/>
                  <a:pt x="473" y="2773"/>
                  <a:pt x="1040" y="2773"/>
                </a:cubicBezTo>
                <a:cubicBezTo>
                  <a:pt x="1607" y="2773"/>
                  <a:pt x="2048" y="2300"/>
                  <a:pt x="2048" y="1764"/>
                </a:cubicBezTo>
                <a:lnTo>
                  <a:pt x="2048" y="32"/>
                </a:lnTo>
                <a:lnTo>
                  <a:pt x="316" y="32"/>
                </a:lnTo>
                <a:cubicBezTo>
                  <a:pt x="253" y="32"/>
                  <a:pt x="127" y="32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91" name="Google Shape;9576;p73">
            <a:extLst>
              <a:ext uri="{FF2B5EF4-FFF2-40B4-BE49-F238E27FC236}">
                <a16:creationId xmlns:a16="http://schemas.microsoft.com/office/drawing/2014/main" id="{ED833B69-796B-1C01-4BDA-4921AE8FD8FC}"/>
              </a:ext>
            </a:extLst>
          </p:cNvPr>
          <p:cNvSpPr/>
          <p:nvPr/>
        </p:nvSpPr>
        <p:spPr>
          <a:xfrm>
            <a:off x="5041103" y="4003541"/>
            <a:ext cx="70393" cy="221805"/>
          </a:xfrm>
          <a:custGeom>
            <a:avLst/>
            <a:gdLst/>
            <a:ahLst/>
            <a:cxnLst/>
            <a:rect l="l" t="t" r="r" b="b"/>
            <a:pathLst>
              <a:path w="2080" h="6554" extrusionOk="0">
                <a:moveTo>
                  <a:pt x="2080" y="0"/>
                </a:moveTo>
                <a:lnTo>
                  <a:pt x="1765" y="315"/>
                </a:lnTo>
                <a:cubicBezTo>
                  <a:pt x="1292" y="788"/>
                  <a:pt x="662" y="1071"/>
                  <a:pt x="1" y="1166"/>
                </a:cubicBezTo>
                <a:lnTo>
                  <a:pt x="1" y="5419"/>
                </a:lnTo>
                <a:cubicBezTo>
                  <a:pt x="662" y="5482"/>
                  <a:pt x="1292" y="5766"/>
                  <a:pt x="1765" y="6238"/>
                </a:cubicBezTo>
                <a:lnTo>
                  <a:pt x="2080" y="6553"/>
                </a:lnTo>
                <a:lnTo>
                  <a:pt x="208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2" name="Google Shape;9578;p73">
            <a:extLst>
              <a:ext uri="{FF2B5EF4-FFF2-40B4-BE49-F238E27FC236}">
                <a16:creationId xmlns:a16="http://schemas.microsoft.com/office/drawing/2014/main" id="{99EB3A03-E9A0-6B99-3433-AD9040E76BA3}"/>
              </a:ext>
            </a:extLst>
          </p:cNvPr>
          <p:cNvSpPr/>
          <p:nvPr/>
        </p:nvSpPr>
        <p:spPr>
          <a:xfrm>
            <a:off x="5112002" y="4678159"/>
            <a:ext cx="165321" cy="165320"/>
          </a:xfrm>
          <a:custGeom>
            <a:avLst/>
            <a:gdLst/>
            <a:ahLst/>
            <a:cxnLst/>
            <a:rect l="l" t="t" r="r" b="b"/>
            <a:pathLst>
              <a:path w="4885" h="4885" extrusionOk="0">
                <a:moveTo>
                  <a:pt x="2395" y="1324"/>
                </a:moveTo>
                <a:cubicBezTo>
                  <a:pt x="2616" y="1324"/>
                  <a:pt x="2773" y="1482"/>
                  <a:pt x="2773" y="1702"/>
                </a:cubicBezTo>
                <a:lnTo>
                  <a:pt x="2773" y="2049"/>
                </a:lnTo>
                <a:lnTo>
                  <a:pt x="3120" y="2049"/>
                </a:lnTo>
                <a:cubicBezTo>
                  <a:pt x="3309" y="2049"/>
                  <a:pt x="3466" y="2206"/>
                  <a:pt x="3466" y="2395"/>
                </a:cubicBezTo>
                <a:cubicBezTo>
                  <a:pt x="3466" y="2584"/>
                  <a:pt x="3309" y="2742"/>
                  <a:pt x="3120" y="2742"/>
                </a:cubicBezTo>
                <a:lnTo>
                  <a:pt x="2395" y="2742"/>
                </a:lnTo>
                <a:cubicBezTo>
                  <a:pt x="2206" y="2742"/>
                  <a:pt x="2049" y="2584"/>
                  <a:pt x="2049" y="2395"/>
                </a:cubicBezTo>
                <a:lnTo>
                  <a:pt x="2049" y="1702"/>
                </a:lnTo>
                <a:cubicBezTo>
                  <a:pt x="2049" y="1482"/>
                  <a:pt x="2206" y="1324"/>
                  <a:pt x="2395" y="1324"/>
                </a:cubicBezTo>
                <a:close/>
                <a:moveTo>
                  <a:pt x="2458" y="1"/>
                </a:moveTo>
                <a:cubicBezTo>
                  <a:pt x="1104" y="1"/>
                  <a:pt x="1" y="1103"/>
                  <a:pt x="1" y="2427"/>
                </a:cubicBezTo>
                <a:cubicBezTo>
                  <a:pt x="1" y="3781"/>
                  <a:pt x="1104" y="4884"/>
                  <a:pt x="2458" y="4884"/>
                </a:cubicBezTo>
                <a:cubicBezTo>
                  <a:pt x="3782" y="4884"/>
                  <a:pt x="4884" y="3781"/>
                  <a:pt x="4884" y="2427"/>
                </a:cubicBezTo>
                <a:cubicBezTo>
                  <a:pt x="4853" y="1072"/>
                  <a:pt x="3782" y="1"/>
                  <a:pt x="245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3" name="Google Shape;9579;p73">
            <a:extLst>
              <a:ext uri="{FF2B5EF4-FFF2-40B4-BE49-F238E27FC236}">
                <a16:creationId xmlns:a16="http://schemas.microsoft.com/office/drawing/2014/main" id="{A850180B-A630-E736-F765-B761183FCB4E}"/>
              </a:ext>
            </a:extLst>
          </p:cNvPr>
          <p:cNvSpPr/>
          <p:nvPr/>
        </p:nvSpPr>
        <p:spPr>
          <a:xfrm>
            <a:off x="4876389" y="4560892"/>
            <a:ext cx="352944" cy="234596"/>
          </a:xfrm>
          <a:custGeom>
            <a:avLst/>
            <a:gdLst/>
            <a:ahLst/>
            <a:cxnLst/>
            <a:rect l="l" t="t" r="r" b="b"/>
            <a:pathLst>
              <a:path w="10429" h="6932" extrusionOk="0">
                <a:moveTo>
                  <a:pt x="2426" y="662"/>
                </a:moveTo>
                <a:cubicBezTo>
                  <a:pt x="2647" y="662"/>
                  <a:pt x="2804" y="819"/>
                  <a:pt x="2804" y="1008"/>
                </a:cubicBezTo>
                <a:cubicBezTo>
                  <a:pt x="2804" y="1197"/>
                  <a:pt x="2647" y="1355"/>
                  <a:pt x="2426" y="1355"/>
                </a:cubicBezTo>
                <a:lnTo>
                  <a:pt x="1733" y="1355"/>
                </a:lnTo>
                <a:cubicBezTo>
                  <a:pt x="1544" y="1355"/>
                  <a:pt x="1387" y="1197"/>
                  <a:pt x="1387" y="1008"/>
                </a:cubicBezTo>
                <a:cubicBezTo>
                  <a:pt x="1387" y="819"/>
                  <a:pt x="1544" y="662"/>
                  <a:pt x="1733" y="662"/>
                </a:cubicBezTo>
                <a:close/>
                <a:moveTo>
                  <a:pt x="4537" y="662"/>
                </a:moveTo>
                <a:cubicBezTo>
                  <a:pt x="4726" y="662"/>
                  <a:pt x="4884" y="819"/>
                  <a:pt x="4884" y="1008"/>
                </a:cubicBezTo>
                <a:cubicBezTo>
                  <a:pt x="4884" y="1197"/>
                  <a:pt x="4695" y="1355"/>
                  <a:pt x="4537" y="1355"/>
                </a:cubicBezTo>
                <a:lnTo>
                  <a:pt x="3812" y="1355"/>
                </a:lnTo>
                <a:cubicBezTo>
                  <a:pt x="3623" y="1355"/>
                  <a:pt x="3466" y="1197"/>
                  <a:pt x="3466" y="1008"/>
                </a:cubicBezTo>
                <a:cubicBezTo>
                  <a:pt x="3466" y="819"/>
                  <a:pt x="3623" y="662"/>
                  <a:pt x="3812" y="662"/>
                </a:cubicBezTo>
                <a:close/>
                <a:moveTo>
                  <a:pt x="6648" y="662"/>
                </a:moveTo>
                <a:cubicBezTo>
                  <a:pt x="6837" y="662"/>
                  <a:pt x="6994" y="819"/>
                  <a:pt x="6994" y="1008"/>
                </a:cubicBezTo>
                <a:cubicBezTo>
                  <a:pt x="6994" y="1197"/>
                  <a:pt x="6837" y="1355"/>
                  <a:pt x="6648" y="1355"/>
                </a:cubicBezTo>
                <a:lnTo>
                  <a:pt x="5955" y="1355"/>
                </a:lnTo>
                <a:cubicBezTo>
                  <a:pt x="5734" y="1355"/>
                  <a:pt x="5577" y="1197"/>
                  <a:pt x="5577" y="1008"/>
                </a:cubicBezTo>
                <a:cubicBezTo>
                  <a:pt x="5577" y="819"/>
                  <a:pt x="5734" y="662"/>
                  <a:pt x="5955" y="662"/>
                </a:cubicBezTo>
                <a:close/>
                <a:moveTo>
                  <a:pt x="8727" y="662"/>
                </a:moveTo>
                <a:cubicBezTo>
                  <a:pt x="8948" y="662"/>
                  <a:pt x="9105" y="819"/>
                  <a:pt x="9105" y="1008"/>
                </a:cubicBezTo>
                <a:cubicBezTo>
                  <a:pt x="9105" y="1197"/>
                  <a:pt x="8948" y="1355"/>
                  <a:pt x="8727" y="1355"/>
                </a:cubicBezTo>
                <a:lnTo>
                  <a:pt x="8034" y="1355"/>
                </a:lnTo>
                <a:cubicBezTo>
                  <a:pt x="7845" y="1355"/>
                  <a:pt x="7688" y="1197"/>
                  <a:pt x="7688" y="1008"/>
                </a:cubicBezTo>
                <a:cubicBezTo>
                  <a:pt x="7688" y="819"/>
                  <a:pt x="7845" y="662"/>
                  <a:pt x="8034" y="662"/>
                </a:cubicBezTo>
                <a:close/>
                <a:moveTo>
                  <a:pt x="2426" y="2080"/>
                </a:moveTo>
                <a:cubicBezTo>
                  <a:pt x="2647" y="2080"/>
                  <a:pt x="2804" y="2237"/>
                  <a:pt x="2804" y="2426"/>
                </a:cubicBezTo>
                <a:cubicBezTo>
                  <a:pt x="2804" y="2647"/>
                  <a:pt x="2647" y="2773"/>
                  <a:pt x="2426" y="2773"/>
                </a:cubicBezTo>
                <a:lnTo>
                  <a:pt x="1733" y="2773"/>
                </a:lnTo>
                <a:cubicBezTo>
                  <a:pt x="1544" y="2773"/>
                  <a:pt x="1387" y="2647"/>
                  <a:pt x="1387" y="2426"/>
                </a:cubicBezTo>
                <a:cubicBezTo>
                  <a:pt x="1387" y="2206"/>
                  <a:pt x="1544" y="2080"/>
                  <a:pt x="1733" y="2080"/>
                </a:cubicBezTo>
                <a:close/>
                <a:moveTo>
                  <a:pt x="4537" y="2080"/>
                </a:moveTo>
                <a:cubicBezTo>
                  <a:pt x="4726" y="2080"/>
                  <a:pt x="4884" y="2237"/>
                  <a:pt x="4884" y="2426"/>
                </a:cubicBezTo>
                <a:cubicBezTo>
                  <a:pt x="4884" y="2647"/>
                  <a:pt x="4695" y="2773"/>
                  <a:pt x="4537" y="2773"/>
                </a:cubicBezTo>
                <a:lnTo>
                  <a:pt x="3812" y="2773"/>
                </a:lnTo>
                <a:cubicBezTo>
                  <a:pt x="3623" y="2773"/>
                  <a:pt x="3466" y="2647"/>
                  <a:pt x="3466" y="2426"/>
                </a:cubicBezTo>
                <a:cubicBezTo>
                  <a:pt x="3466" y="2206"/>
                  <a:pt x="3623" y="2080"/>
                  <a:pt x="3812" y="2080"/>
                </a:cubicBezTo>
                <a:close/>
                <a:moveTo>
                  <a:pt x="6648" y="2080"/>
                </a:moveTo>
                <a:cubicBezTo>
                  <a:pt x="6837" y="2080"/>
                  <a:pt x="6994" y="2237"/>
                  <a:pt x="6994" y="2426"/>
                </a:cubicBezTo>
                <a:cubicBezTo>
                  <a:pt x="6994" y="2647"/>
                  <a:pt x="6837" y="2773"/>
                  <a:pt x="6648" y="2773"/>
                </a:cubicBezTo>
                <a:lnTo>
                  <a:pt x="5955" y="2773"/>
                </a:lnTo>
                <a:cubicBezTo>
                  <a:pt x="5734" y="2773"/>
                  <a:pt x="5577" y="2647"/>
                  <a:pt x="5577" y="2426"/>
                </a:cubicBezTo>
                <a:cubicBezTo>
                  <a:pt x="5577" y="2206"/>
                  <a:pt x="5734" y="2080"/>
                  <a:pt x="5955" y="2080"/>
                </a:cubicBezTo>
                <a:close/>
                <a:moveTo>
                  <a:pt x="8727" y="2080"/>
                </a:moveTo>
                <a:cubicBezTo>
                  <a:pt x="8948" y="2080"/>
                  <a:pt x="9105" y="2237"/>
                  <a:pt x="9105" y="2426"/>
                </a:cubicBezTo>
                <a:cubicBezTo>
                  <a:pt x="9105" y="2647"/>
                  <a:pt x="8948" y="2773"/>
                  <a:pt x="8727" y="2773"/>
                </a:cubicBezTo>
                <a:lnTo>
                  <a:pt x="8034" y="2773"/>
                </a:lnTo>
                <a:cubicBezTo>
                  <a:pt x="7845" y="2773"/>
                  <a:pt x="7688" y="2647"/>
                  <a:pt x="7688" y="2426"/>
                </a:cubicBezTo>
                <a:cubicBezTo>
                  <a:pt x="7688" y="2206"/>
                  <a:pt x="7845" y="2080"/>
                  <a:pt x="8034" y="2080"/>
                </a:cubicBezTo>
                <a:close/>
                <a:moveTo>
                  <a:pt x="2426" y="3466"/>
                </a:moveTo>
                <a:cubicBezTo>
                  <a:pt x="2647" y="3466"/>
                  <a:pt x="2804" y="3623"/>
                  <a:pt x="2804" y="3812"/>
                </a:cubicBezTo>
                <a:cubicBezTo>
                  <a:pt x="2804" y="4001"/>
                  <a:pt x="2647" y="4159"/>
                  <a:pt x="2426" y="4159"/>
                </a:cubicBezTo>
                <a:lnTo>
                  <a:pt x="1733" y="4159"/>
                </a:lnTo>
                <a:cubicBezTo>
                  <a:pt x="1544" y="4159"/>
                  <a:pt x="1387" y="4001"/>
                  <a:pt x="1387" y="3812"/>
                </a:cubicBezTo>
                <a:cubicBezTo>
                  <a:pt x="1387" y="3623"/>
                  <a:pt x="1544" y="3466"/>
                  <a:pt x="1733" y="3466"/>
                </a:cubicBezTo>
                <a:close/>
                <a:moveTo>
                  <a:pt x="4537" y="3466"/>
                </a:moveTo>
                <a:cubicBezTo>
                  <a:pt x="4726" y="3466"/>
                  <a:pt x="4884" y="3623"/>
                  <a:pt x="4884" y="3812"/>
                </a:cubicBezTo>
                <a:cubicBezTo>
                  <a:pt x="4884" y="4001"/>
                  <a:pt x="4695" y="4159"/>
                  <a:pt x="4537" y="4159"/>
                </a:cubicBezTo>
                <a:lnTo>
                  <a:pt x="3812" y="4159"/>
                </a:lnTo>
                <a:cubicBezTo>
                  <a:pt x="3623" y="4159"/>
                  <a:pt x="3466" y="4001"/>
                  <a:pt x="3466" y="3812"/>
                </a:cubicBezTo>
                <a:cubicBezTo>
                  <a:pt x="3466" y="3623"/>
                  <a:pt x="3623" y="3466"/>
                  <a:pt x="3812" y="3466"/>
                </a:cubicBezTo>
                <a:close/>
                <a:moveTo>
                  <a:pt x="6648" y="3466"/>
                </a:moveTo>
                <a:cubicBezTo>
                  <a:pt x="6837" y="3466"/>
                  <a:pt x="6994" y="3623"/>
                  <a:pt x="6994" y="3812"/>
                </a:cubicBezTo>
                <a:cubicBezTo>
                  <a:pt x="6994" y="4001"/>
                  <a:pt x="6837" y="4159"/>
                  <a:pt x="6648" y="4159"/>
                </a:cubicBezTo>
                <a:lnTo>
                  <a:pt x="5955" y="4159"/>
                </a:lnTo>
                <a:cubicBezTo>
                  <a:pt x="5734" y="4159"/>
                  <a:pt x="5577" y="4001"/>
                  <a:pt x="5577" y="3812"/>
                </a:cubicBezTo>
                <a:cubicBezTo>
                  <a:pt x="5577" y="3623"/>
                  <a:pt x="5734" y="3466"/>
                  <a:pt x="5955" y="3466"/>
                </a:cubicBezTo>
                <a:close/>
                <a:moveTo>
                  <a:pt x="2426" y="4852"/>
                </a:moveTo>
                <a:cubicBezTo>
                  <a:pt x="2647" y="4852"/>
                  <a:pt x="2804" y="5010"/>
                  <a:pt x="2804" y="5199"/>
                </a:cubicBezTo>
                <a:cubicBezTo>
                  <a:pt x="2804" y="5388"/>
                  <a:pt x="2647" y="5545"/>
                  <a:pt x="2426" y="5545"/>
                </a:cubicBezTo>
                <a:lnTo>
                  <a:pt x="1733" y="5545"/>
                </a:lnTo>
                <a:cubicBezTo>
                  <a:pt x="1544" y="5545"/>
                  <a:pt x="1387" y="5388"/>
                  <a:pt x="1387" y="5199"/>
                </a:cubicBezTo>
                <a:cubicBezTo>
                  <a:pt x="1387" y="5010"/>
                  <a:pt x="1544" y="4852"/>
                  <a:pt x="1733" y="4852"/>
                </a:cubicBezTo>
                <a:close/>
                <a:moveTo>
                  <a:pt x="4537" y="4852"/>
                </a:moveTo>
                <a:cubicBezTo>
                  <a:pt x="4726" y="4852"/>
                  <a:pt x="4884" y="5010"/>
                  <a:pt x="4884" y="5199"/>
                </a:cubicBezTo>
                <a:cubicBezTo>
                  <a:pt x="4884" y="5388"/>
                  <a:pt x="4695" y="5545"/>
                  <a:pt x="4537" y="5545"/>
                </a:cubicBezTo>
                <a:lnTo>
                  <a:pt x="3812" y="5545"/>
                </a:lnTo>
                <a:cubicBezTo>
                  <a:pt x="3623" y="5545"/>
                  <a:pt x="3466" y="5388"/>
                  <a:pt x="3466" y="5199"/>
                </a:cubicBezTo>
                <a:cubicBezTo>
                  <a:pt x="3466" y="5010"/>
                  <a:pt x="3623" y="4852"/>
                  <a:pt x="3812" y="4852"/>
                </a:cubicBezTo>
                <a:close/>
                <a:moveTo>
                  <a:pt x="0" y="0"/>
                </a:moveTo>
                <a:lnTo>
                  <a:pt x="0" y="5892"/>
                </a:lnTo>
                <a:cubicBezTo>
                  <a:pt x="0" y="6459"/>
                  <a:pt x="473" y="6931"/>
                  <a:pt x="1071" y="6931"/>
                </a:cubicBezTo>
                <a:lnTo>
                  <a:pt x="6490" y="6931"/>
                </a:lnTo>
                <a:cubicBezTo>
                  <a:pt x="6364" y="6616"/>
                  <a:pt x="6301" y="6270"/>
                  <a:pt x="6301" y="5892"/>
                </a:cubicBezTo>
                <a:cubicBezTo>
                  <a:pt x="6301" y="5797"/>
                  <a:pt x="6333" y="5671"/>
                  <a:pt x="6333" y="5545"/>
                </a:cubicBezTo>
                <a:lnTo>
                  <a:pt x="5955" y="5545"/>
                </a:lnTo>
                <a:cubicBezTo>
                  <a:pt x="5734" y="5545"/>
                  <a:pt x="5577" y="5388"/>
                  <a:pt x="5577" y="5199"/>
                </a:cubicBezTo>
                <a:cubicBezTo>
                  <a:pt x="5577" y="5010"/>
                  <a:pt x="5734" y="4852"/>
                  <a:pt x="5955" y="4852"/>
                </a:cubicBezTo>
                <a:lnTo>
                  <a:pt x="6490" y="4852"/>
                </a:lnTo>
                <a:cubicBezTo>
                  <a:pt x="6931" y="3623"/>
                  <a:pt x="8066" y="2741"/>
                  <a:pt x="9420" y="2741"/>
                </a:cubicBezTo>
                <a:cubicBezTo>
                  <a:pt x="9767" y="2741"/>
                  <a:pt x="10113" y="2836"/>
                  <a:pt x="10428" y="2962"/>
                </a:cubicBezTo>
                <a:lnTo>
                  <a:pt x="104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4" name="Google Shape;9580;p73">
            <a:extLst>
              <a:ext uri="{FF2B5EF4-FFF2-40B4-BE49-F238E27FC236}">
                <a16:creationId xmlns:a16="http://schemas.microsoft.com/office/drawing/2014/main" id="{F09C25CE-B4A9-AA2D-9923-0D9D7495BFFF}"/>
              </a:ext>
            </a:extLst>
          </p:cNvPr>
          <p:cNvSpPr/>
          <p:nvPr/>
        </p:nvSpPr>
        <p:spPr>
          <a:xfrm>
            <a:off x="4875308" y="4442545"/>
            <a:ext cx="354027" cy="95978"/>
          </a:xfrm>
          <a:custGeom>
            <a:avLst/>
            <a:gdLst/>
            <a:ahLst/>
            <a:cxnLst/>
            <a:rect l="l" t="t" r="r" b="b"/>
            <a:pathLst>
              <a:path w="10461" h="2836" extrusionOk="0">
                <a:moveTo>
                  <a:pt x="1734" y="0"/>
                </a:moveTo>
                <a:cubicBezTo>
                  <a:pt x="1513" y="0"/>
                  <a:pt x="1356" y="158"/>
                  <a:pt x="1356" y="347"/>
                </a:cubicBezTo>
                <a:lnTo>
                  <a:pt x="1356" y="693"/>
                </a:lnTo>
                <a:lnTo>
                  <a:pt x="1009" y="693"/>
                </a:lnTo>
                <a:cubicBezTo>
                  <a:pt x="410" y="693"/>
                  <a:pt x="1" y="1166"/>
                  <a:pt x="1" y="1733"/>
                </a:cubicBezTo>
                <a:lnTo>
                  <a:pt x="1" y="2836"/>
                </a:lnTo>
                <a:lnTo>
                  <a:pt x="10429" y="2836"/>
                </a:lnTo>
                <a:lnTo>
                  <a:pt x="10429" y="1733"/>
                </a:lnTo>
                <a:lnTo>
                  <a:pt x="10460" y="1733"/>
                </a:lnTo>
                <a:cubicBezTo>
                  <a:pt x="10460" y="1134"/>
                  <a:pt x="9988" y="693"/>
                  <a:pt x="9421" y="693"/>
                </a:cubicBezTo>
                <a:lnTo>
                  <a:pt x="9074" y="693"/>
                </a:lnTo>
                <a:lnTo>
                  <a:pt x="9074" y="347"/>
                </a:lnTo>
                <a:cubicBezTo>
                  <a:pt x="9074" y="158"/>
                  <a:pt x="8917" y="0"/>
                  <a:pt x="8728" y="0"/>
                </a:cubicBezTo>
                <a:cubicBezTo>
                  <a:pt x="8539" y="0"/>
                  <a:pt x="8381" y="158"/>
                  <a:pt x="8381" y="347"/>
                </a:cubicBezTo>
                <a:lnTo>
                  <a:pt x="8381" y="693"/>
                </a:lnTo>
                <a:lnTo>
                  <a:pt x="6995" y="693"/>
                </a:lnTo>
                <a:lnTo>
                  <a:pt x="6995" y="347"/>
                </a:lnTo>
                <a:cubicBezTo>
                  <a:pt x="6995" y="158"/>
                  <a:pt x="6837" y="0"/>
                  <a:pt x="6648" y="0"/>
                </a:cubicBezTo>
                <a:cubicBezTo>
                  <a:pt x="6459" y="0"/>
                  <a:pt x="6302" y="158"/>
                  <a:pt x="6302" y="347"/>
                </a:cubicBezTo>
                <a:lnTo>
                  <a:pt x="6302" y="693"/>
                </a:lnTo>
                <a:lnTo>
                  <a:pt x="4159" y="693"/>
                </a:lnTo>
                <a:lnTo>
                  <a:pt x="4159" y="347"/>
                </a:lnTo>
                <a:cubicBezTo>
                  <a:pt x="4159" y="158"/>
                  <a:pt x="4002" y="0"/>
                  <a:pt x="3813" y="0"/>
                </a:cubicBezTo>
                <a:cubicBezTo>
                  <a:pt x="3624" y="0"/>
                  <a:pt x="3466" y="158"/>
                  <a:pt x="3466" y="347"/>
                </a:cubicBezTo>
                <a:lnTo>
                  <a:pt x="3466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3" y="0"/>
                  <a:pt x="17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7" name="Google Shape;9582;p73">
            <a:extLst>
              <a:ext uri="{FF2B5EF4-FFF2-40B4-BE49-F238E27FC236}">
                <a16:creationId xmlns:a16="http://schemas.microsoft.com/office/drawing/2014/main" id="{C0B628DB-10DE-A1E1-4235-9CD05AF9527A}"/>
              </a:ext>
            </a:extLst>
          </p:cNvPr>
          <p:cNvSpPr/>
          <p:nvPr/>
        </p:nvSpPr>
        <p:spPr>
          <a:xfrm>
            <a:off x="5029393" y="4928458"/>
            <a:ext cx="92762" cy="92796"/>
          </a:xfrm>
          <a:custGeom>
            <a:avLst/>
            <a:gdLst/>
            <a:ahLst/>
            <a:cxnLst/>
            <a:rect l="l" t="t" r="r" b="b"/>
            <a:pathLst>
              <a:path w="2741" h="2742" extrusionOk="0">
                <a:moveTo>
                  <a:pt x="1355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12"/>
                  <a:pt x="630" y="2742"/>
                  <a:pt x="1355" y="2742"/>
                </a:cubicBezTo>
                <a:cubicBezTo>
                  <a:pt x="2111" y="2742"/>
                  <a:pt x="2741" y="2112"/>
                  <a:pt x="2741" y="1387"/>
                </a:cubicBezTo>
                <a:cubicBezTo>
                  <a:pt x="2741" y="631"/>
                  <a:pt x="2142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8" name="Google Shape;9583;p73">
            <a:extLst>
              <a:ext uri="{FF2B5EF4-FFF2-40B4-BE49-F238E27FC236}">
                <a16:creationId xmlns:a16="http://schemas.microsoft.com/office/drawing/2014/main" id="{8DB53A3D-6993-2409-33E6-F440C1A3DC37}"/>
              </a:ext>
            </a:extLst>
          </p:cNvPr>
          <p:cNvSpPr/>
          <p:nvPr/>
        </p:nvSpPr>
        <p:spPr>
          <a:xfrm>
            <a:off x="4993114" y="5019090"/>
            <a:ext cx="165320" cy="97061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1"/>
                </a:moveTo>
                <a:cubicBezTo>
                  <a:pt x="316" y="442"/>
                  <a:pt x="1" y="1104"/>
                  <a:pt x="1" y="1797"/>
                </a:cubicBezTo>
                <a:lnTo>
                  <a:pt x="1" y="2521"/>
                </a:lnTo>
                <a:cubicBezTo>
                  <a:pt x="1" y="2710"/>
                  <a:pt x="158" y="2868"/>
                  <a:pt x="347" y="2868"/>
                </a:cubicBezTo>
                <a:lnTo>
                  <a:pt x="4506" y="2868"/>
                </a:lnTo>
                <a:cubicBezTo>
                  <a:pt x="4727" y="2868"/>
                  <a:pt x="4884" y="2710"/>
                  <a:pt x="4884" y="2521"/>
                </a:cubicBezTo>
                <a:lnTo>
                  <a:pt x="4884" y="1860"/>
                </a:lnTo>
                <a:cubicBezTo>
                  <a:pt x="4884" y="1135"/>
                  <a:pt x="4569" y="473"/>
                  <a:pt x="4034" y="32"/>
                </a:cubicBezTo>
                <a:cubicBezTo>
                  <a:pt x="3655" y="473"/>
                  <a:pt x="3120" y="788"/>
                  <a:pt x="2427" y="788"/>
                </a:cubicBezTo>
                <a:cubicBezTo>
                  <a:pt x="1797" y="788"/>
                  <a:pt x="1198" y="473"/>
                  <a:pt x="82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9" name="Google Shape;9584;p73">
            <a:extLst>
              <a:ext uri="{FF2B5EF4-FFF2-40B4-BE49-F238E27FC236}">
                <a16:creationId xmlns:a16="http://schemas.microsoft.com/office/drawing/2014/main" id="{B972D52B-1840-7233-E563-393826DF234B}"/>
              </a:ext>
            </a:extLst>
          </p:cNvPr>
          <p:cNvSpPr/>
          <p:nvPr/>
        </p:nvSpPr>
        <p:spPr>
          <a:xfrm>
            <a:off x="5181853" y="5186507"/>
            <a:ext cx="94928" cy="141834"/>
          </a:xfrm>
          <a:custGeom>
            <a:avLst/>
            <a:gdLst/>
            <a:ahLst/>
            <a:cxnLst/>
            <a:rect l="l" t="t" r="r" b="b"/>
            <a:pathLst>
              <a:path w="2805" h="4191" extrusionOk="0">
                <a:moveTo>
                  <a:pt x="0" y="0"/>
                </a:moveTo>
                <a:lnTo>
                  <a:pt x="0" y="4190"/>
                </a:lnTo>
                <a:lnTo>
                  <a:pt x="2458" y="4190"/>
                </a:lnTo>
                <a:cubicBezTo>
                  <a:pt x="2647" y="4190"/>
                  <a:pt x="2804" y="4033"/>
                  <a:pt x="2804" y="3844"/>
                </a:cubicBezTo>
                <a:lnTo>
                  <a:pt x="2804" y="315"/>
                </a:lnTo>
                <a:cubicBezTo>
                  <a:pt x="2773" y="158"/>
                  <a:pt x="2647" y="0"/>
                  <a:pt x="24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0" name="Google Shape;9585;p73">
            <a:extLst>
              <a:ext uri="{FF2B5EF4-FFF2-40B4-BE49-F238E27FC236}">
                <a16:creationId xmlns:a16="http://schemas.microsoft.com/office/drawing/2014/main" id="{C4B5B90C-E5DF-09BA-BCC4-1BA01811EAEA}"/>
              </a:ext>
            </a:extLst>
          </p:cNvPr>
          <p:cNvSpPr/>
          <p:nvPr/>
        </p:nvSpPr>
        <p:spPr>
          <a:xfrm>
            <a:off x="4875850" y="5233414"/>
            <a:ext cx="94928" cy="94928"/>
          </a:xfrm>
          <a:custGeom>
            <a:avLst/>
            <a:gdLst/>
            <a:ahLst/>
            <a:cxnLst/>
            <a:rect l="l" t="t" r="r" b="b"/>
            <a:pathLst>
              <a:path w="2805" h="2805" extrusionOk="0">
                <a:moveTo>
                  <a:pt x="347" y="0"/>
                </a:moveTo>
                <a:cubicBezTo>
                  <a:pt x="158" y="0"/>
                  <a:pt x="0" y="189"/>
                  <a:pt x="0" y="347"/>
                </a:cubicBezTo>
                <a:lnTo>
                  <a:pt x="0" y="2458"/>
                </a:lnTo>
                <a:cubicBezTo>
                  <a:pt x="0" y="2678"/>
                  <a:pt x="158" y="2804"/>
                  <a:pt x="347" y="2804"/>
                </a:cubicBezTo>
                <a:lnTo>
                  <a:pt x="2804" y="2804"/>
                </a:lnTo>
                <a:lnTo>
                  <a:pt x="280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81" name="Google Shape;9586;p73">
            <a:extLst>
              <a:ext uri="{FF2B5EF4-FFF2-40B4-BE49-F238E27FC236}">
                <a16:creationId xmlns:a16="http://schemas.microsoft.com/office/drawing/2014/main" id="{D041DF8A-449A-7C2D-17EF-6D61E05AD323}"/>
              </a:ext>
            </a:extLst>
          </p:cNvPr>
          <p:cNvSpPr/>
          <p:nvPr/>
        </p:nvSpPr>
        <p:spPr>
          <a:xfrm>
            <a:off x="4993114" y="5140650"/>
            <a:ext cx="165320" cy="188740"/>
          </a:xfrm>
          <a:custGeom>
            <a:avLst/>
            <a:gdLst/>
            <a:ahLst/>
            <a:cxnLst/>
            <a:rect l="l" t="t" r="r" b="b"/>
            <a:pathLst>
              <a:path w="4885" h="5577" extrusionOk="0">
                <a:moveTo>
                  <a:pt x="2466" y="1377"/>
                </a:moveTo>
                <a:cubicBezTo>
                  <a:pt x="2522" y="1377"/>
                  <a:pt x="2582" y="1392"/>
                  <a:pt x="2647" y="1418"/>
                </a:cubicBezTo>
                <a:cubicBezTo>
                  <a:pt x="2742" y="1450"/>
                  <a:pt x="2836" y="1607"/>
                  <a:pt x="2836" y="1733"/>
                </a:cubicBezTo>
                <a:lnTo>
                  <a:pt x="2836" y="3497"/>
                </a:lnTo>
                <a:lnTo>
                  <a:pt x="3183" y="3497"/>
                </a:lnTo>
                <a:cubicBezTo>
                  <a:pt x="3372" y="3497"/>
                  <a:pt x="3529" y="3655"/>
                  <a:pt x="3529" y="3844"/>
                </a:cubicBezTo>
                <a:cubicBezTo>
                  <a:pt x="3529" y="4033"/>
                  <a:pt x="3340" y="4159"/>
                  <a:pt x="3151" y="4159"/>
                </a:cubicBezTo>
                <a:lnTo>
                  <a:pt x="1765" y="4159"/>
                </a:lnTo>
                <a:cubicBezTo>
                  <a:pt x="1576" y="4159"/>
                  <a:pt x="1419" y="4002"/>
                  <a:pt x="1419" y="3812"/>
                </a:cubicBezTo>
                <a:cubicBezTo>
                  <a:pt x="1419" y="3623"/>
                  <a:pt x="1576" y="3466"/>
                  <a:pt x="1765" y="3466"/>
                </a:cubicBezTo>
                <a:lnTo>
                  <a:pt x="2112" y="3466"/>
                </a:lnTo>
                <a:lnTo>
                  <a:pt x="2112" y="2552"/>
                </a:lnTo>
                <a:lnTo>
                  <a:pt x="1986" y="2678"/>
                </a:lnTo>
                <a:cubicBezTo>
                  <a:pt x="1938" y="2726"/>
                  <a:pt x="1852" y="2749"/>
                  <a:pt x="1765" y="2749"/>
                </a:cubicBezTo>
                <a:cubicBezTo>
                  <a:pt x="1679" y="2749"/>
                  <a:pt x="1592" y="2726"/>
                  <a:pt x="1545" y="2678"/>
                </a:cubicBezTo>
                <a:cubicBezTo>
                  <a:pt x="1419" y="2552"/>
                  <a:pt x="1419" y="2300"/>
                  <a:pt x="1545" y="2206"/>
                </a:cubicBezTo>
                <a:lnTo>
                  <a:pt x="2238" y="1481"/>
                </a:lnTo>
                <a:cubicBezTo>
                  <a:pt x="2312" y="1407"/>
                  <a:pt x="2385" y="1377"/>
                  <a:pt x="2466" y="1377"/>
                </a:cubicBezTo>
                <a:close/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5577"/>
                </a:lnTo>
                <a:lnTo>
                  <a:pt x="4853" y="5577"/>
                </a:lnTo>
                <a:cubicBezTo>
                  <a:pt x="4884" y="3245"/>
                  <a:pt x="4884" y="2678"/>
                  <a:pt x="4884" y="347"/>
                </a:cubicBezTo>
                <a:cubicBezTo>
                  <a:pt x="4884" y="158"/>
                  <a:pt x="4727" y="0"/>
                  <a:pt x="45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3" name="Google Shape;9588;p73">
            <a:extLst>
              <a:ext uri="{FF2B5EF4-FFF2-40B4-BE49-F238E27FC236}">
                <a16:creationId xmlns:a16="http://schemas.microsoft.com/office/drawing/2014/main" id="{9F8A6B85-B4F1-C651-EBC5-0E45BBC12A14}"/>
              </a:ext>
            </a:extLst>
          </p:cNvPr>
          <p:cNvSpPr/>
          <p:nvPr/>
        </p:nvSpPr>
        <p:spPr>
          <a:xfrm>
            <a:off x="7412857" y="4038702"/>
            <a:ext cx="185558" cy="198352"/>
          </a:xfrm>
          <a:custGeom>
            <a:avLst/>
            <a:gdLst/>
            <a:ahLst/>
            <a:cxnLst/>
            <a:rect l="l" t="t" r="r" b="b"/>
            <a:pathLst>
              <a:path w="5483" h="5861" extrusionOk="0">
                <a:moveTo>
                  <a:pt x="2584" y="1"/>
                </a:moveTo>
                <a:lnTo>
                  <a:pt x="410" y="2206"/>
                </a:lnTo>
                <a:cubicBezTo>
                  <a:pt x="1" y="2615"/>
                  <a:pt x="1" y="3277"/>
                  <a:pt x="410" y="3655"/>
                </a:cubicBezTo>
                <a:lnTo>
                  <a:pt x="2584" y="5860"/>
                </a:lnTo>
                <a:lnTo>
                  <a:pt x="3781" y="4632"/>
                </a:lnTo>
                <a:cubicBezTo>
                  <a:pt x="3844" y="4584"/>
                  <a:pt x="3939" y="4561"/>
                  <a:pt x="4029" y="4561"/>
                </a:cubicBezTo>
                <a:cubicBezTo>
                  <a:pt x="4120" y="4561"/>
                  <a:pt x="4206" y="4584"/>
                  <a:pt x="4254" y="4632"/>
                </a:cubicBezTo>
                <a:lnTo>
                  <a:pt x="4726" y="5104"/>
                </a:lnTo>
                <a:cubicBezTo>
                  <a:pt x="4789" y="5167"/>
                  <a:pt x="4884" y="5199"/>
                  <a:pt x="4974" y="5199"/>
                </a:cubicBezTo>
                <a:cubicBezTo>
                  <a:pt x="5065" y="5199"/>
                  <a:pt x="5152" y="5167"/>
                  <a:pt x="5199" y="5104"/>
                </a:cubicBezTo>
                <a:cubicBezTo>
                  <a:pt x="5325" y="5010"/>
                  <a:pt x="5325" y="4758"/>
                  <a:pt x="5199" y="4632"/>
                </a:cubicBezTo>
                <a:lnTo>
                  <a:pt x="4726" y="4159"/>
                </a:lnTo>
                <a:cubicBezTo>
                  <a:pt x="4632" y="4065"/>
                  <a:pt x="4632" y="3813"/>
                  <a:pt x="4726" y="3687"/>
                </a:cubicBezTo>
                <a:lnTo>
                  <a:pt x="5482" y="2962"/>
                </a:lnTo>
                <a:lnTo>
                  <a:pt x="5010" y="2489"/>
                </a:lnTo>
                <a:lnTo>
                  <a:pt x="4789" y="2710"/>
                </a:lnTo>
                <a:cubicBezTo>
                  <a:pt x="4584" y="2915"/>
                  <a:pt x="4317" y="3017"/>
                  <a:pt x="4049" y="3017"/>
                </a:cubicBezTo>
                <a:cubicBezTo>
                  <a:pt x="3781" y="3017"/>
                  <a:pt x="3513" y="2915"/>
                  <a:pt x="3309" y="2710"/>
                </a:cubicBezTo>
                <a:cubicBezTo>
                  <a:pt x="2930" y="2332"/>
                  <a:pt x="2930" y="1670"/>
                  <a:pt x="3309" y="1261"/>
                </a:cubicBezTo>
                <a:lnTo>
                  <a:pt x="3561" y="1040"/>
                </a:lnTo>
                <a:lnTo>
                  <a:pt x="258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4" name="Google Shape;9589;p73">
            <a:extLst>
              <a:ext uri="{FF2B5EF4-FFF2-40B4-BE49-F238E27FC236}">
                <a16:creationId xmlns:a16="http://schemas.microsoft.com/office/drawing/2014/main" id="{23ED888D-2054-C55F-DF05-B51FA9625890}"/>
              </a:ext>
            </a:extLst>
          </p:cNvPr>
          <p:cNvSpPr/>
          <p:nvPr/>
        </p:nvSpPr>
        <p:spPr>
          <a:xfrm>
            <a:off x="7517360" y="3938496"/>
            <a:ext cx="197268" cy="181261"/>
          </a:xfrm>
          <a:custGeom>
            <a:avLst/>
            <a:gdLst/>
            <a:ahLst/>
            <a:cxnLst/>
            <a:rect l="l" t="t" r="r" b="b"/>
            <a:pathLst>
              <a:path w="5829" h="5356" extrusionOk="0">
                <a:moveTo>
                  <a:pt x="2926" y="0"/>
                </a:moveTo>
                <a:cubicBezTo>
                  <a:pt x="2662" y="0"/>
                  <a:pt x="2394" y="95"/>
                  <a:pt x="2205" y="284"/>
                </a:cubicBezTo>
                <a:lnTo>
                  <a:pt x="0" y="2457"/>
                </a:lnTo>
                <a:lnTo>
                  <a:pt x="1229" y="3686"/>
                </a:lnTo>
                <a:cubicBezTo>
                  <a:pt x="1323" y="3781"/>
                  <a:pt x="1323" y="4033"/>
                  <a:pt x="1229" y="4127"/>
                </a:cubicBezTo>
                <a:lnTo>
                  <a:pt x="725" y="4600"/>
                </a:lnTo>
                <a:cubicBezTo>
                  <a:pt x="630" y="4726"/>
                  <a:pt x="630" y="4978"/>
                  <a:pt x="725" y="5072"/>
                </a:cubicBezTo>
                <a:cubicBezTo>
                  <a:pt x="788" y="5135"/>
                  <a:pt x="882" y="5167"/>
                  <a:pt x="977" y="5167"/>
                </a:cubicBezTo>
                <a:cubicBezTo>
                  <a:pt x="1071" y="5167"/>
                  <a:pt x="1166" y="5135"/>
                  <a:pt x="1229" y="5072"/>
                </a:cubicBezTo>
                <a:lnTo>
                  <a:pt x="1701" y="4600"/>
                </a:lnTo>
                <a:cubicBezTo>
                  <a:pt x="1749" y="4553"/>
                  <a:pt x="1835" y="4529"/>
                  <a:pt x="1926" y="4529"/>
                </a:cubicBezTo>
                <a:cubicBezTo>
                  <a:pt x="2016" y="4529"/>
                  <a:pt x="2111" y="4553"/>
                  <a:pt x="2174" y="4600"/>
                </a:cubicBezTo>
                <a:lnTo>
                  <a:pt x="2898" y="5356"/>
                </a:lnTo>
                <a:lnTo>
                  <a:pt x="3371" y="4883"/>
                </a:lnTo>
                <a:lnTo>
                  <a:pt x="3151" y="4663"/>
                </a:lnTo>
                <a:cubicBezTo>
                  <a:pt x="2741" y="4253"/>
                  <a:pt x="2741" y="3592"/>
                  <a:pt x="3151" y="3214"/>
                </a:cubicBezTo>
                <a:cubicBezTo>
                  <a:pt x="3340" y="3009"/>
                  <a:pt x="3607" y="2906"/>
                  <a:pt x="3875" y="2906"/>
                </a:cubicBezTo>
                <a:cubicBezTo>
                  <a:pt x="4143" y="2906"/>
                  <a:pt x="4411" y="3009"/>
                  <a:pt x="4600" y="3214"/>
                </a:cubicBezTo>
                <a:lnTo>
                  <a:pt x="4852" y="3434"/>
                </a:lnTo>
                <a:lnTo>
                  <a:pt x="5828" y="2457"/>
                </a:lnTo>
                <a:lnTo>
                  <a:pt x="3623" y="284"/>
                </a:lnTo>
                <a:cubicBezTo>
                  <a:pt x="3450" y="95"/>
                  <a:pt x="3190" y="0"/>
                  <a:pt x="2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5" name="Google Shape;9590;p73">
            <a:extLst>
              <a:ext uri="{FF2B5EF4-FFF2-40B4-BE49-F238E27FC236}">
                <a16:creationId xmlns:a16="http://schemas.microsoft.com/office/drawing/2014/main" id="{71DD1D3B-0061-CE13-999D-3FEFEB952D29}"/>
              </a:ext>
            </a:extLst>
          </p:cNvPr>
          <p:cNvSpPr/>
          <p:nvPr/>
        </p:nvSpPr>
        <p:spPr>
          <a:xfrm>
            <a:off x="7634626" y="4038704"/>
            <a:ext cx="185558" cy="197269"/>
          </a:xfrm>
          <a:custGeom>
            <a:avLst/>
            <a:gdLst/>
            <a:ahLst/>
            <a:cxnLst/>
            <a:rect l="l" t="t" r="r" b="b"/>
            <a:pathLst>
              <a:path w="5483" h="5829" extrusionOk="0">
                <a:moveTo>
                  <a:pt x="2899" y="1"/>
                </a:moveTo>
                <a:lnTo>
                  <a:pt x="1702" y="1229"/>
                </a:lnTo>
                <a:cubicBezTo>
                  <a:pt x="1639" y="1292"/>
                  <a:pt x="1544" y="1324"/>
                  <a:pt x="1450" y="1324"/>
                </a:cubicBezTo>
                <a:cubicBezTo>
                  <a:pt x="1355" y="1324"/>
                  <a:pt x="1261" y="1292"/>
                  <a:pt x="1198" y="1229"/>
                </a:cubicBezTo>
                <a:lnTo>
                  <a:pt x="725" y="757"/>
                </a:lnTo>
                <a:cubicBezTo>
                  <a:pt x="678" y="694"/>
                  <a:pt x="591" y="662"/>
                  <a:pt x="501" y="662"/>
                </a:cubicBezTo>
                <a:cubicBezTo>
                  <a:pt x="410" y="662"/>
                  <a:pt x="316" y="694"/>
                  <a:pt x="253" y="757"/>
                </a:cubicBezTo>
                <a:cubicBezTo>
                  <a:pt x="158" y="883"/>
                  <a:pt x="158" y="1103"/>
                  <a:pt x="253" y="1229"/>
                </a:cubicBezTo>
                <a:lnTo>
                  <a:pt x="725" y="1702"/>
                </a:lnTo>
                <a:cubicBezTo>
                  <a:pt x="851" y="1828"/>
                  <a:pt x="851" y="2048"/>
                  <a:pt x="725" y="2174"/>
                </a:cubicBezTo>
                <a:lnTo>
                  <a:pt x="1" y="2899"/>
                </a:lnTo>
                <a:lnTo>
                  <a:pt x="473" y="3372"/>
                </a:lnTo>
                <a:lnTo>
                  <a:pt x="694" y="3151"/>
                </a:lnTo>
                <a:cubicBezTo>
                  <a:pt x="898" y="2946"/>
                  <a:pt x="1166" y="2844"/>
                  <a:pt x="1434" y="2844"/>
                </a:cubicBezTo>
                <a:cubicBezTo>
                  <a:pt x="1702" y="2844"/>
                  <a:pt x="1970" y="2946"/>
                  <a:pt x="2174" y="3151"/>
                </a:cubicBezTo>
                <a:cubicBezTo>
                  <a:pt x="2552" y="3529"/>
                  <a:pt x="2552" y="4222"/>
                  <a:pt x="2174" y="4600"/>
                </a:cubicBezTo>
                <a:lnTo>
                  <a:pt x="1922" y="4852"/>
                </a:lnTo>
                <a:lnTo>
                  <a:pt x="2899" y="5829"/>
                </a:lnTo>
                <a:lnTo>
                  <a:pt x="5073" y="3655"/>
                </a:lnTo>
                <a:cubicBezTo>
                  <a:pt x="5482" y="3277"/>
                  <a:pt x="5482" y="2615"/>
                  <a:pt x="5073" y="2206"/>
                </a:cubicBezTo>
                <a:lnTo>
                  <a:pt x="289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6" name="Google Shape;9591;p73">
            <a:extLst>
              <a:ext uri="{FF2B5EF4-FFF2-40B4-BE49-F238E27FC236}">
                <a16:creationId xmlns:a16="http://schemas.microsoft.com/office/drawing/2014/main" id="{F39000C1-398D-DDBA-47DC-862B75F38233}"/>
              </a:ext>
            </a:extLst>
          </p:cNvPr>
          <p:cNvSpPr/>
          <p:nvPr/>
        </p:nvSpPr>
        <p:spPr>
          <a:xfrm>
            <a:off x="7517362" y="4156002"/>
            <a:ext cx="199400" cy="182344"/>
          </a:xfrm>
          <a:custGeom>
            <a:avLst/>
            <a:gdLst/>
            <a:ahLst/>
            <a:cxnLst/>
            <a:rect l="l" t="t" r="r" b="b"/>
            <a:pathLst>
              <a:path w="5892" h="5388" extrusionOk="0">
                <a:moveTo>
                  <a:pt x="2993" y="0"/>
                </a:moveTo>
                <a:lnTo>
                  <a:pt x="2520" y="473"/>
                </a:lnTo>
                <a:lnTo>
                  <a:pt x="2741" y="725"/>
                </a:lnTo>
                <a:cubicBezTo>
                  <a:pt x="3151" y="1103"/>
                  <a:pt x="3151" y="1764"/>
                  <a:pt x="2741" y="2174"/>
                </a:cubicBezTo>
                <a:cubicBezTo>
                  <a:pt x="2505" y="2363"/>
                  <a:pt x="2221" y="2457"/>
                  <a:pt x="1949" y="2457"/>
                </a:cubicBezTo>
                <a:cubicBezTo>
                  <a:pt x="1678" y="2457"/>
                  <a:pt x="1418" y="2363"/>
                  <a:pt x="1229" y="2174"/>
                </a:cubicBezTo>
                <a:lnTo>
                  <a:pt x="977" y="1922"/>
                </a:lnTo>
                <a:lnTo>
                  <a:pt x="0" y="2930"/>
                </a:lnTo>
                <a:lnTo>
                  <a:pt x="2205" y="5072"/>
                </a:lnTo>
                <a:cubicBezTo>
                  <a:pt x="2394" y="5293"/>
                  <a:pt x="2678" y="5387"/>
                  <a:pt x="2930" y="5387"/>
                </a:cubicBezTo>
                <a:cubicBezTo>
                  <a:pt x="3214" y="5387"/>
                  <a:pt x="3497" y="5293"/>
                  <a:pt x="3686" y="5072"/>
                </a:cubicBezTo>
                <a:lnTo>
                  <a:pt x="5891" y="2930"/>
                </a:lnTo>
                <a:lnTo>
                  <a:pt x="4663" y="1701"/>
                </a:lnTo>
                <a:cubicBezTo>
                  <a:pt x="4568" y="1575"/>
                  <a:pt x="4568" y="1355"/>
                  <a:pt x="4663" y="1229"/>
                </a:cubicBezTo>
                <a:lnTo>
                  <a:pt x="5167" y="756"/>
                </a:lnTo>
                <a:cubicBezTo>
                  <a:pt x="5261" y="630"/>
                  <a:pt x="5261" y="410"/>
                  <a:pt x="5167" y="284"/>
                </a:cubicBezTo>
                <a:cubicBezTo>
                  <a:pt x="5104" y="221"/>
                  <a:pt x="5009" y="189"/>
                  <a:pt x="4915" y="189"/>
                </a:cubicBezTo>
                <a:cubicBezTo>
                  <a:pt x="4820" y="189"/>
                  <a:pt x="4726" y="221"/>
                  <a:pt x="4663" y="284"/>
                </a:cubicBezTo>
                <a:lnTo>
                  <a:pt x="4190" y="756"/>
                </a:lnTo>
                <a:cubicBezTo>
                  <a:pt x="4143" y="819"/>
                  <a:pt x="4056" y="851"/>
                  <a:pt x="3966" y="851"/>
                </a:cubicBezTo>
                <a:cubicBezTo>
                  <a:pt x="3875" y="851"/>
                  <a:pt x="3781" y="819"/>
                  <a:pt x="3718" y="756"/>
                </a:cubicBezTo>
                <a:lnTo>
                  <a:pt x="29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" name="Google Shape;9593;p73">
            <a:extLst>
              <a:ext uri="{FF2B5EF4-FFF2-40B4-BE49-F238E27FC236}">
                <a16:creationId xmlns:a16="http://schemas.microsoft.com/office/drawing/2014/main" id="{B787F949-E656-D227-C65E-733BBF5D2B90}"/>
              </a:ext>
            </a:extLst>
          </p:cNvPr>
          <p:cNvSpPr/>
          <p:nvPr/>
        </p:nvSpPr>
        <p:spPr>
          <a:xfrm>
            <a:off x="7639974" y="4666448"/>
            <a:ext cx="165287" cy="164238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6" y="662"/>
                </a:moveTo>
                <a:cubicBezTo>
                  <a:pt x="2646" y="662"/>
                  <a:pt x="2804" y="819"/>
                  <a:pt x="2804" y="1008"/>
                </a:cubicBezTo>
                <a:cubicBezTo>
                  <a:pt x="2804" y="1197"/>
                  <a:pt x="2646" y="1355"/>
                  <a:pt x="2426" y="1355"/>
                </a:cubicBezTo>
                <a:cubicBezTo>
                  <a:pt x="2237" y="1355"/>
                  <a:pt x="2079" y="1197"/>
                  <a:pt x="2079" y="1008"/>
                </a:cubicBezTo>
                <a:cubicBezTo>
                  <a:pt x="2079" y="819"/>
                  <a:pt x="2237" y="662"/>
                  <a:pt x="2426" y="662"/>
                </a:cubicBezTo>
                <a:close/>
                <a:moveTo>
                  <a:pt x="2426" y="1670"/>
                </a:moveTo>
                <a:cubicBezTo>
                  <a:pt x="2646" y="1670"/>
                  <a:pt x="2804" y="1828"/>
                  <a:pt x="2804" y="2048"/>
                </a:cubicBezTo>
                <a:lnTo>
                  <a:pt x="2804" y="3781"/>
                </a:lnTo>
                <a:cubicBezTo>
                  <a:pt x="2804" y="3970"/>
                  <a:pt x="2646" y="4127"/>
                  <a:pt x="2426" y="4127"/>
                </a:cubicBezTo>
                <a:cubicBezTo>
                  <a:pt x="2237" y="4127"/>
                  <a:pt x="2079" y="3970"/>
                  <a:pt x="2079" y="3781"/>
                </a:cubicBezTo>
                <a:lnTo>
                  <a:pt x="2079" y="2048"/>
                </a:lnTo>
                <a:cubicBezTo>
                  <a:pt x="2079" y="1828"/>
                  <a:pt x="2237" y="1670"/>
                  <a:pt x="2426" y="1670"/>
                </a:cubicBezTo>
                <a:close/>
                <a:moveTo>
                  <a:pt x="2426" y="0"/>
                </a:moveTo>
                <a:cubicBezTo>
                  <a:pt x="1103" y="0"/>
                  <a:pt x="0" y="1103"/>
                  <a:pt x="0" y="2426"/>
                </a:cubicBezTo>
                <a:cubicBezTo>
                  <a:pt x="0" y="3749"/>
                  <a:pt x="1103" y="4852"/>
                  <a:pt x="2426" y="4852"/>
                </a:cubicBezTo>
                <a:cubicBezTo>
                  <a:pt x="3781" y="4852"/>
                  <a:pt x="4883" y="3749"/>
                  <a:pt x="4883" y="2426"/>
                </a:cubicBezTo>
                <a:cubicBezTo>
                  <a:pt x="4883" y="1040"/>
                  <a:pt x="3781" y="0"/>
                  <a:pt x="24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" name="Google Shape;9594;p73">
            <a:extLst>
              <a:ext uri="{FF2B5EF4-FFF2-40B4-BE49-F238E27FC236}">
                <a16:creationId xmlns:a16="http://schemas.microsoft.com/office/drawing/2014/main" id="{9EAAB14A-2039-6DD1-FE72-4BDA121DCFC2}"/>
              </a:ext>
            </a:extLst>
          </p:cNvPr>
          <p:cNvSpPr/>
          <p:nvPr/>
        </p:nvSpPr>
        <p:spPr>
          <a:xfrm>
            <a:off x="7427781" y="4536358"/>
            <a:ext cx="48023" cy="293246"/>
          </a:xfrm>
          <a:custGeom>
            <a:avLst/>
            <a:gdLst/>
            <a:ahLst/>
            <a:cxnLst/>
            <a:rect l="l" t="t" r="r" b="b"/>
            <a:pathLst>
              <a:path w="1419" h="8665" extrusionOk="0">
                <a:moveTo>
                  <a:pt x="32" y="1"/>
                </a:moveTo>
                <a:lnTo>
                  <a:pt x="32" y="7310"/>
                </a:lnTo>
                <a:cubicBezTo>
                  <a:pt x="1" y="8034"/>
                  <a:pt x="631" y="8665"/>
                  <a:pt x="1418" y="8665"/>
                </a:cubicBezTo>
                <a:lnTo>
                  <a:pt x="1418" y="347"/>
                </a:lnTo>
                <a:lnTo>
                  <a:pt x="1072" y="347"/>
                </a:lnTo>
                <a:cubicBezTo>
                  <a:pt x="662" y="347"/>
                  <a:pt x="316" y="253"/>
                  <a:pt x="3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" name="Google Shape;9595;p73">
            <a:extLst>
              <a:ext uri="{FF2B5EF4-FFF2-40B4-BE49-F238E27FC236}">
                <a16:creationId xmlns:a16="http://schemas.microsoft.com/office/drawing/2014/main" id="{DA5A533B-E5FC-D1DB-E356-FF7AC6E5154D}"/>
              </a:ext>
            </a:extLst>
          </p:cNvPr>
          <p:cNvSpPr/>
          <p:nvPr/>
        </p:nvSpPr>
        <p:spPr>
          <a:xfrm>
            <a:off x="7498138" y="4548103"/>
            <a:ext cx="236762" cy="281503"/>
          </a:xfrm>
          <a:custGeom>
            <a:avLst/>
            <a:gdLst/>
            <a:ahLst/>
            <a:cxnLst/>
            <a:rect l="l" t="t" r="r" b="b"/>
            <a:pathLst>
              <a:path w="6996" h="8318" extrusionOk="0">
                <a:moveTo>
                  <a:pt x="5262" y="693"/>
                </a:moveTo>
                <a:cubicBezTo>
                  <a:pt x="5451" y="693"/>
                  <a:pt x="5609" y="851"/>
                  <a:pt x="5609" y="1040"/>
                </a:cubicBezTo>
                <a:cubicBezTo>
                  <a:pt x="5609" y="1229"/>
                  <a:pt x="5451" y="1386"/>
                  <a:pt x="5262" y="1386"/>
                </a:cubicBezTo>
                <a:lnTo>
                  <a:pt x="1072" y="1386"/>
                </a:lnTo>
                <a:cubicBezTo>
                  <a:pt x="883" y="1386"/>
                  <a:pt x="726" y="1229"/>
                  <a:pt x="726" y="1040"/>
                </a:cubicBezTo>
                <a:cubicBezTo>
                  <a:pt x="726" y="851"/>
                  <a:pt x="883" y="693"/>
                  <a:pt x="1072" y="693"/>
                </a:cubicBezTo>
                <a:close/>
                <a:moveTo>
                  <a:pt x="5262" y="2080"/>
                </a:moveTo>
                <a:cubicBezTo>
                  <a:pt x="5451" y="2080"/>
                  <a:pt x="5609" y="2237"/>
                  <a:pt x="5609" y="2426"/>
                </a:cubicBezTo>
                <a:cubicBezTo>
                  <a:pt x="5609" y="2615"/>
                  <a:pt x="5451" y="2773"/>
                  <a:pt x="5262" y="2773"/>
                </a:cubicBezTo>
                <a:lnTo>
                  <a:pt x="1072" y="2773"/>
                </a:lnTo>
                <a:cubicBezTo>
                  <a:pt x="883" y="2773"/>
                  <a:pt x="726" y="2615"/>
                  <a:pt x="726" y="2426"/>
                </a:cubicBezTo>
                <a:cubicBezTo>
                  <a:pt x="726" y="2237"/>
                  <a:pt x="883" y="2080"/>
                  <a:pt x="1072" y="2080"/>
                </a:cubicBezTo>
                <a:close/>
                <a:moveTo>
                  <a:pt x="1" y="0"/>
                </a:moveTo>
                <a:lnTo>
                  <a:pt x="1" y="8318"/>
                </a:lnTo>
                <a:lnTo>
                  <a:pt x="4695" y="8318"/>
                </a:lnTo>
                <a:cubicBezTo>
                  <a:pt x="4002" y="7750"/>
                  <a:pt x="3498" y="6868"/>
                  <a:pt x="3498" y="5892"/>
                </a:cubicBezTo>
                <a:cubicBezTo>
                  <a:pt x="3498" y="5766"/>
                  <a:pt x="3561" y="5640"/>
                  <a:pt x="3561" y="5545"/>
                </a:cubicBezTo>
                <a:lnTo>
                  <a:pt x="1072" y="5545"/>
                </a:lnTo>
                <a:cubicBezTo>
                  <a:pt x="883" y="5545"/>
                  <a:pt x="726" y="5388"/>
                  <a:pt x="726" y="5167"/>
                </a:cubicBezTo>
                <a:lnTo>
                  <a:pt x="726" y="3812"/>
                </a:lnTo>
                <a:cubicBezTo>
                  <a:pt x="726" y="3592"/>
                  <a:pt x="883" y="3434"/>
                  <a:pt x="1072" y="3434"/>
                </a:cubicBezTo>
                <a:lnTo>
                  <a:pt x="4695" y="3434"/>
                </a:lnTo>
                <a:cubicBezTo>
                  <a:pt x="5199" y="3056"/>
                  <a:pt x="5861" y="2773"/>
                  <a:pt x="6617" y="2773"/>
                </a:cubicBezTo>
                <a:cubicBezTo>
                  <a:pt x="6743" y="2773"/>
                  <a:pt x="6869" y="2804"/>
                  <a:pt x="6995" y="2804"/>
                </a:cubicBezTo>
                <a:lnTo>
                  <a:pt x="699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1" name="Google Shape;9596;p73">
            <a:extLst>
              <a:ext uri="{FF2B5EF4-FFF2-40B4-BE49-F238E27FC236}">
                <a16:creationId xmlns:a16="http://schemas.microsoft.com/office/drawing/2014/main" id="{70FBD3C8-BFEF-EA10-2E02-C1B3D4BB5DB6}"/>
              </a:ext>
            </a:extLst>
          </p:cNvPr>
          <p:cNvSpPr/>
          <p:nvPr/>
        </p:nvSpPr>
        <p:spPr>
          <a:xfrm>
            <a:off x="7546128" y="4688819"/>
            <a:ext cx="89615" cy="23487"/>
          </a:xfrm>
          <a:custGeom>
            <a:avLst/>
            <a:gdLst/>
            <a:ahLst/>
            <a:cxnLst/>
            <a:rect l="l" t="t" r="r" b="b"/>
            <a:pathLst>
              <a:path w="2648" h="694" extrusionOk="0">
                <a:moveTo>
                  <a:pt x="1" y="1"/>
                </a:moveTo>
                <a:lnTo>
                  <a:pt x="1" y="694"/>
                </a:lnTo>
                <a:lnTo>
                  <a:pt x="2301" y="694"/>
                </a:lnTo>
                <a:cubicBezTo>
                  <a:pt x="2364" y="473"/>
                  <a:pt x="2490" y="221"/>
                  <a:pt x="26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2" name="Google Shape;9597;p73">
            <a:extLst>
              <a:ext uri="{FF2B5EF4-FFF2-40B4-BE49-F238E27FC236}">
                <a16:creationId xmlns:a16="http://schemas.microsoft.com/office/drawing/2014/main" id="{DFD42A08-F5D2-119D-2349-175FBF856ABB}"/>
              </a:ext>
            </a:extLst>
          </p:cNvPr>
          <p:cNvSpPr/>
          <p:nvPr/>
        </p:nvSpPr>
        <p:spPr>
          <a:xfrm>
            <a:off x="7427779" y="4455340"/>
            <a:ext cx="306038" cy="69344"/>
          </a:xfrm>
          <a:custGeom>
            <a:avLst/>
            <a:gdLst/>
            <a:ahLst/>
            <a:cxnLst/>
            <a:rect l="l" t="t" r="r" b="b"/>
            <a:pathLst>
              <a:path w="9043" h="2049" extrusionOk="0">
                <a:moveTo>
                  <a:pt x="1072" y="0"/>
                </a:moveTo>
                <a:cubicBezTo>
                  <a:pt x="473" y="0"/>
                  <a:pt x="32" y="473"/>
                  <a:pt x="32" y="1040"/>
                </a:cubicBezTo>
                <a:cubicBezTo>
                  <a:pt x="1" y="1576"/>
                  <a:pt x="473" y="2048"/>
                  <a:pt x="1072" y="2048"/>
                </a:cubicBezTo>
                <a:lnTo>
                  <a:pt x="9043" y="2048"/>
                </a:lnTo>
                <a:cubicBezTo>
                  <a:pt x="8475" y="2048"/>
                  <a:pt x="8034" y="1576"/>
                  <a:pt x="8034" y="1040"/>
                </a:cubicBezTo>
                <a:cubicBezTo>
                  <a:pt x="8034" y="441"/>
                  <a:pt x="8507" y="0"/>
                  <a:pt x="90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" name="Google Shape;9599;p73">
            <a:extLst>
              <a:ext uri="{FF2B5EF4-FFF2-40B4-BE49-F238E27FC236}">
                <a16:creationId xmlns:a16="http://schemas.microsoft.com/office/drawing/2014/main" id="{472754B2-DE97-BF49-E936-8BD14869202E}"/>
              </a:ext>
            </a:extLst>
          </p:cNvPr>
          <p:cNvSpPr/>
          <p:nvPr/>
        </p:nvSpPr>
        <p:spPr>
          <a:xfrm>
            <a:off x="7440592" y="5185968"/>
            <a:ext cx="164204" cy="142883"/>
          </a:xfrm>
          <a:custGeom>
            <a:avLst/>
            <a:gdLst/>
            <a:ahLst/>
            <a:cxnLst/>
            <a:rect l="l" t="t" r="r" b="b"/>
            <a:pathLst>
              <a:path w="4852" h="4222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3875"/>
                </a:lnTo>
                <a:cubicBezTo>
                  <a:pt x="0" y="4064"/>
                  <a:pt x="158" y="4222"/>
                  <a:pt x="378" y="4222"/>
                </a:cubicBezTo>
                <a:lnTo>
                  <a:pt x="4852" y="4222"/>
                </a:lnTo>
                <a:lnTo>
                  <a:pt x="4852" y="2584"/>
                </a:lnTo>
                <a:lnTo>
                  <a:pt x="23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2" name="Google Shape;9600;p73">
            <a:extLst>
              <a:ext uri="{FF2B5EF4-FFF2-40B4-BE49-F238E27FC236}">
                <a16:creationId xmlns:a16="http://schemas.microsoft.com/office/drawing/2014/main" id="{89D3CB61-81EC-5B9C-FF4F-7E23A66CE312}"/>
              </a:ext>
            </a:extLst>
          </p:cNvPr>
          <p:cNvSpPr/>
          <p:nvPr/>
        </p:nvSpPr>
        <p:spPr>
          <a:xfrm>
            <a:off x="7571731" y="5206204"/>
            <a:ext cx="90665" cy="45890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2678" y="1"/>
                </a:moveTo>
                <a:lnTo>
                  <a:pt x="2678" y="1"/>
                </a:lnTo>
                <a:cubicBezTo>
                  <a:pt x="2458" y="32"/>
                  <a:pt x="2237" y="127"/>
                  <a:pt x="1985" y="127"/>
                </a:cubicBezTo>
                <a:lnTo>
                  <a:pt x="662" y="127"/>
                </a:lnTo>
                <a:cubicBezTo>
                  <a:pt x="441" y="127"/>
                  <a:pt x="221" y="95"/>
                  <a:pt x="0" y="1"/>
                </a:cubicBezTo>
                <a:lnTo>
                  <a:pt x="0" y="1"/>
                </a:lnTo>
                <a:lnTo>
                  <a:pt x="1323" y="1355"/>
                </a:lnTo>
                <a:lnTo>
                  <a:pt x="267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" name="Google Shape;9601;p73">
            <a:extLst>
              <a:ext uri="{FF2B5EF4-FFF2-40B4-BE49-F238E27FC236}">
                <a16:creationId xmlns:a16="http://schemas.microsoft.com/office/drawing/2014/main" id="{A9F09518-BB36-0AC7-50A0-FE08B02CE128}"/>
              </a:ext>
            </a:extLst>
          </p:cNvPr>
          <p:cNvSpPr/>
          <p:nvPr/>
        </p:nvSpPr>
        <p:spPr>
          <a:xfrm>
            <a:off x="7629296" y="5185968"/>
            <a:ext cx="163155" cy="142883"/>
          </a:xfrm>
          <a:custGeom>
            <a:avLst/>
            <a:gdLst/>
            <a:ahLst/>
            <a:cxnLst/>
            <a:rect l="l" t="t" r="r" b="b"/>
            <a:pathLst>
              <a:path w="4821" h="4222" extrusionOk="0">
                <a:moveTo>
                  <a:pt x="2426" y="2048"/>
                </a:moveTo>
                <a:cubicBezTo>
                  <a:pt x="2615" y="2048"/>
                  <a:pt x="2773" y="2205"/>
                  <a:pt x="2773" y="2426"/>
                </a:cubicBezTo>
                <a:cubicBezTo>
                  <a:pt x="2773" y="2615"/>
                  <a:pt x="2615" y="2773"/>
                  <a:pt x="2426" y="2773"/>
                </a:cubicBezTo>
                <a:lnTo>
                  <a:pt x="1733" y="2773"/>
                </a:lnTo>
                <a:cubicBezTo>
                  <a:pt x="1513" y="2773"/>
                  <a:pt x="1355" y="2615"/>
                  <a:pt x="1355" y="2426"/>
                </a:cubicBezTo>
                <a:cubicBezTo>
                  <a:pt x="1355" y="2205"/>
                  <a:pt x="1513" y="2048"/>
                  <a:pt x="1733" y="2048"/>
                </a:cubicBezTo>
                <a:close/>
                <a:moveTo>
                  <a:pt x="2552" y="0"/>
                </a:moveTo>
                <a:lnTo>
                  <a:pt x="1" y="2584"/>
                </a:lnTo>
                <a:lnTo>
                  <a:pt x="1" y="4222"/>
                </a:lnTo>
                <a:lnTo>
                  <a:pt x="4474" y="4222"/>
                </a:lnTo>
                <a:cubicBezTo>
                  <a:pt x="4663" y="4222"/>
                  <a:pt x="4821" y="4064"/>
                  <a:pt x="4821" y="3875"/>
                </a:cubicBezTo>
                <a:lnTo>
                  <a:pt x="4821" y="1733"/>
                </a:lnTo>
                <a:cubicBezTo>
                  <a:pt x="4821" y="788"/>
                  <a:pt x="4033" y="0"/>
                  <a:pt x="30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" name="Google Shape;9602;p73">
            <a:extLst>
              <a:ext uri="{FF2B5EF4-FFF2-40B4-BE49-F238E27FC236}">
                <a16:creationId xmlns:a16="http://schemas.microsoft.com/office/drawing/2014/main" id="{18ADBB5F-50CA-4DEC-93DC-02FD2F3424E8}"/>
              </a:ext>
            </a:extLst>
          </p:cNvPr>
          <p:cNvSpPr/>
          <p:nvPr/>
        </p:nvSpPr>
        <p:spPr>
          <a:xfrm>
            <a:off x="7465091" y="4929001"/>
            <a:ext cx="303906" cy="209012"/>
          </a:xfrm>
          <a:custGeom>
            <a:avLst/>
            <a:gdLst/>
            <a:ahLst/>
            <a:cxnLst/>
            <a:rect l="l" t="t" r="r" b="b"/>
            <a:pathLst>
              <a:path w="8980" h="6176" extrusionOk="0">
                <a:moveTo>
                  <a:pt x="3120" y="1"/>
                </a:moveTo>
                <a:cubicBezTo>
                  <a:pt x="1387" y="1"/>
                  <a:pt x="1" y="1418"/>
                  <a:pt x="1" y="3119"/>
                </a:cubicBezTo>
                <a:lnTo>
                  <a:pt x="1" y="4506"/>
                </a:lnTo>
                <a:cubicBezTo>
                  <a:pt x="1" y="5325"/>
                  <a:pt x="568" y="6018"/>
                  <a:pt x="1355" y="6175"/>
                </a:cubicBezTo>
                <a:lnTo>
                  <a:pt x="1355" y="2773"/>
                </a:lnTo>
                <a:lnTo>
                  <a:pt x="1009" y="2773"/>
                </a:lnTo>
                <a:cubicBezTo>
                  <a:pt x="914" y="2773"/>
                  <a:pt x="820" y="2804"/>
                  <a:pt x="694" y="2804"/>
                </a:cubicBezTo>
                <a:cubicBezTo>
                  <a:pt x="851" y="1607"/>
                  <a:pt x="1860" y="662"/>
                  <a:pt x="3120" y="662"/>
                </a:cubicBezTo>
                <a:lnTo>
                  <a:pt x="5861" y="662"/>
                </a:lnTo>
                <a:cubicBezTo>
                  <a:pt x="7089" y="662"/>
                  <a:pt x="8098" y="1607"/>
                  <a:pt x="8255" y="2804"/>
                </a:cubicBezTo>
                <a:cubicBezTo>
                  <a:pt x="8161" y="2773"/>
                  <a:pt x="8066" y="2773"/>
                  <a:pt x="7940" y="2773"/>
                </a:cubicBezTo>
                <a:lnTo>
                  <a:pt x="7593" y="2773"/>
                </a:lnTo>
                <a:lnTo>
                  <a:pt x="7593" y="6175"/>
                </a:lnTo>
                <a:cubicBezTo>
                  <a:pt x="8381" y="6018"/>
                  <a:pt x="8980" y="5325"/>
                  <a:pt x="8980" y="4506"/>
                </a:cubicBezTo>
                <a:lnTo>
                  <a:pt x="8980" y="3119"/>
                </a:lnTo>
                <a:cubicBezTo>
                  <a:pt x="8980" y="1387"/>
                  <a:pt x="7562" y="1"/>
                  <a:pt x="586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" name="Google Shape;9603;p73">
            <a:extLst>
              <a:ext uri="{FF2B5EF4-FFF2-40B4-BE49-F238E27FC236}">
                <a16:creationId xmlns:a16="http://schemas.microsoft.com/office/drawing/2014/main" id="{F8C4484C-F2E9-0D00-C82A-7CA10279E2A0}"/>
              </a:ext>
            </a:extLst>
          </p:cNvPr>
          <p:cNvSpPr/>
          <p:nvPr/>
        </p:nvSpPr>
        <p:spPr>
          <a:xfrm>
            <a:off x="7535487" y="4975906"/>
            <a:ext cx="93845" cy="70427"/>
          </a:xfrm>
          <a:custGeom>
            <a:avLst/>
            <a:gdLst/>
            <a:ahLst/>
            <a:cxnLst/>
            <a:rect l="l" t="t" r="r" b="b"/>
            <a:pathLst>
              <a:path w="2773" h="2081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lnTo>
                  <a:pt x="0" y="2080"/>
                </a:lnTo>
                <a:lnTo>
                  <a:pt x="1733" y="2080"/>
                </a:lnTo>
                <a:cubicBezTo>
                  <a:pt x="2300" y="2049"/>
                  <a:pt x="2773" y="1607"/>
                  <a:pt x="2773" y="1009"/>
                </a:cubicBezTo>
                <a:lnTo>
                  <a:pt x="277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6" name="Google Shape;9604;p73">
            <a:extLst>
              <a:ext uri="{FF2B5EF4-FFF2-40B4-BE49-F238E27FC236}">
                <a16:creationId xmlns:a16="http://schemas.microsoft.com/office/drawing/2014/main" id="{D51C3EAC-85A1-5AF8-EA13-0D85F2731369}"/>
              </a:ext>
            </a:extLst>
          </p:cNvPr>
          <p:cNvSpPr/>
          <p:nvPr/>
        </p:nvSpPr>
        <p:spPr>
          <a:xfrm>
            <a:off x="7652749" y="4976989"/>
            <a:ext cx="46940" cy="69344"/>
          </a:xfrm>
          <a:custGeom>
            <a:avLst/>
            <a:gdLst/>
            <a:ahLst/>
            <a:cxnLst/>
            <a:rect l="l" t="t" r="r" b="b"/>
            <a:pathLst>
              <a:path w="1387" h="2049" extrusionOk="0">
                <a:moveTo>
                  <a:pt x="1" y="0"/>
                </a:moveTo>
                <a:lnTo>
                  <a:pt x="1" y="1040"/>
                </a:lnTo>
                <a:cubicBezTo>
                  <a:pt x="1" y="1607"/>
                  <a:pt x="473" y="2048"/>
                  <a:pt x="1040" y="2048"/>
                </a:cubicBezTo>
                <a:lnTo>
                  <a:pt x="1387" y="2048"/>
                </a:lnTo>
                <a:lnTo>
                  <a:pt x="1387" y="1701"/>
                </a:lnTo>
                <a:cubicBezTo>
                  <a:pt x="1387" y="882"/>
                  <a:pt x="788" y="158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" name="Google Shape;9605;p73">
            <a:extLst>
              <a:ext uri="{FF2B5EF4-FFF2-40B4-BE49-F238E27FC236}">
                <a16:creationId xmlns:a16="http://schemas.microsoft.com/office/drawing/2014/main" id="{C668D83B-3E92-183E-5037-2D74944190C6}"/>
              </a:ext>
            </a:extLst>
          </p:cNvPr>
          <p:cNvSpPr/>
          <p:nvPr/>
        </p:nvSpPr>
        <p:spPr>
          <a:xfrm>
            <a:off x="7535485" y="5045215"/>
            <a:ext cx="164204" cy="140786"/>
          </a:xfrm>
          <a:custGeom>
            <a:avLst/>
            <a:gdLst/>
            <a:ahLst/>
            <a:cxnLst/>
            <a:rect l="l" t="t" r="r" b="b"/>
            <a:pathLst>
              <a:path w="4852" h="4160" extrusionOk="0">
                <a:moveTo>
                  <a:pt x="3119" y="1"/>
                </a:moveTo>
                <a:cubicBezTo>
                  <a:pt x="2804" y="442"/>
                  <a:pt x="2300" y="694"/>
                  <a:pt x="1733" y="694"/>
                </a:cubicBezTo>
                <a:lnTo>
                  <a:pt x="0" y="694"/>
                </a:lnTo>
                <a:lnTo>
                  <a:pt x="0" y="2426"/>
                </a:lnTo>
                <a:cubicBezTo>
                  <a:pt x="0" y="3372"/>
                  <a:pt x="788" y="4159"/>
                  <a:pt x="1733" y="4159"/>
                </a:cubicBezTo>
                <a:lnTo>
                  <a:pt x="3119" y="4159"/>
                </a:lnTo>
                <a:cubicBezTo>
                  <a:pt x="4064" y="4159"/>
                  <a:pt x="4852" y="3372"/>
                  <a:pt x="4852" y="2426"/>
                </a:cubicBezTo>
                <a:lnTo>
                  <a:pt x="4852" y="694"/>
                </a:lnTo>
                <a:lnTo>
                  <a:pt x="4505" y="694"/>
                </a:lnTo>
                <a:cubicBezTo>
                  <a:pt x="3938" y="694"/>
                  <a:pt x="3434" y="442"/>
                  <a:pt x="31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" name="Google Shape;9607;p73">
            <a:extLst>
              <a:ext uri="{FF2B5EF4-FFF2-40B4-BE49-F238E27FC236}">
                <a16:creationId xmlns:a16="http://schemas.microsoft.com/office/drawing/2014/main" id="{7B1CCC90-6390-01F1-8405-19216CF6A5E2}"/>
              </a:ext>
            </a:extLst>
          </p:cNvPr>
          <p:cNvSpPr/>
          <p:nvPr/>
        </p:nvSpPr>
        <p:spPr>
          <a:xfrm>
            <a:off x="8580862" y="4442547"/>
            <a:ext cx="117299" cy="117298"/>
          </a:xfrm>
          <a:custGeom>
            <a:avLst/>
            <a:gdLst/>
            <a:ahLst/>
            <a:cxnLst/>
            <a:rect l="l" t="t" r="r" b="b"/>
            <a:pathLst>
              <a:path w="3466" h="3466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678" y="3466"/>
                  <a:pt x="3466" y="2678"/>
                  <a:pt x="3466" y="1733"/>
                </a:cubicBez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6" name="Google Shape;9608;p73">
            <a:extLst>
              <a:ext uri="{FF2B5EF4-FFF2-40B4-BE49-F238E27FC236}">
                <a16:creationId xmlns:a16="http://schemas.microsoft.com/office/drawing/2014/main" id="{34AF5477-7BEC-2ACD-9902-8030A662C9CA}"/>
              </a:ext>
            </a:extLst>
          </p:cNvPr>
          <p:cNvSpPr/>
          <p:nvPr/>
        </p:nvSpPr>
        <p:spPr>
          <a:xfrm>
            <a:off x="8440110" y="4677109"/>
            <a:ext cx="402016" cy="166370"/>
          </a:xfrm>
          <a:custGeom>
            <a:avLst/>
            <a:gdLst/>
            <a:ahLst/>
            <a:cxnLst/>
            <a:rect l="l" t="t" r="r" b="b"/>
            <a:pathLst>
              <a:path w="11879" h="4916" extrusionOk="0">
                <a:moveTo>
                  <a:pt x="694" y="0"/>
                </a:moveTo>
                <a:cubicBezTo>
                  <a:pt x="316" y="0"/>
                  <a:pt x="1" y="315"/>
                  <a:pt x="1" y="693"/>
                </a:cubicBezTo>
                <a:cubicBezTo>
                  <a:pt x="1" y="1103"/>
                  <a:pt x="316" y="1418"/>
                  <a:pt x="694" y="1418"/>
                </a:cubicBezTo>
                <a:lnTo>
                  <a:pt x="694" y="4569"/>
                </a:lnTo>
                <a:cubicBezTo>
                  <a:pt x="694" y="4758"/>
                  <a:pt x="851" y="4915"/>
                  <a:pt x="1040" y="4915"/>
                </a:cubicBezTo>
                <a:lnTo>
                  <a:pt x="10807" y="4915"/>
                </a:lnTo>
                <a:cubicBezTo>
                  <a:pt x="11028" y="4915"/>
                  <a:pt x="11185" y="4758"/>
                  <a:pt x="11185" y="4569"/>
                </a:cubicBezTo>
                <a:lnTo>
                  <a:pt x="11185" y="1418"/>
                </a:lnTo>
                <a:cubicBezTo>
                  <a:pt x="11563" y="1418"/>
                  <a:pt x="11878" y="1103"/>
                  <a:pt x="11878" y="693"/>
                </a:cubicBezTo>
                <a:cubicBezTo>
                  <a:pt x="11815" y="315"/>
                  <a:pt x="11500" y="0"/>
                  <a:pt x="11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7" name="Google Shape;9609;p73">
            <a:extLst>
              <a:ext uri="{FF2B5EF4-FFF2-40B4-BE49-F238E27FC236}">
                <a16:creationId xmlns:a16="http://schemas.microsoft.com/office/drawing/2014/main" id="{D42C719D-5607-C2AB-762D-DB90A0C7AFDD}"/>
              </a:ext>
            </a:extLst>
          </p:cNvPr>
          <p:cNvSpPr/>
          <p:nvPr/>
        </p:nvSpPr>
        <p:spPr>
          <a:xfrm>
            <a:off x="8714134" y="4490533"/>
            <a:ext cx="101324" cy="164204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90" y="0"/>
                </a:moveTo>
                <a:cubicBezTo>
                  <a:pt x="190" y="126"/>
                  <a:pt x="253" y="221"/>
                  <a:pt x="253" y="347"/>
                </a:cubicBezTo>
                <a:cubicBezTo>
                  <a:pt x="253" y="693"/>
                  <a:pt x="158" y="1071"/>
                  <a:pt x="1" y="1386"/>
                </a:cubicBezTo>
                <a:cubicBezTo>
                  <a:pt x="977" y="2079"/>
                  <a:pt x="1607" y="3182"/>
                  <a:pt x="1607" y="4474"/>
                </a:cubicBezTo>
                <a:lnTo>
                  <a:pt x="1607" y="4852"/>
                </a:lnTo>
                <a:lnTo>
                  <a:pt x="2994" y="4852"/>
                </a:lnTo>
                <a:lnTo>
                  <a:pt x="2489" y="756"/>
                </a:lnTo>
                <a:cubicBezTo>
                  <a:pt x="2363" y="315"/>
                  <a:pt x="1922" y="0"/>
                  <a:pt x="14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" name="Google Shape;9610;p73">
            <a:extLst>
              <a:ext uri="{FF2B5EF4-FFF2-40B4-BE49-F238E27FC236}">
                <a16:creationId xmlns:a16="http://schemas.microsoft.com/office/drawing/2014/main" id="{5446A79F-501C-3A31-5D05-4E7FE8CACAC0}"/>
              </a:ext>
            </a:extLst>
          </p:cNvPr>
          <p:cNvSpPr/>
          <p:nvPr/>
        </p:nvSpPr>
        <p:spPr>
          <a:xfrm>
            <a:off x="8463565" y="4490533"/>
            <a:ext cx="101324" cy="164204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545" y="0"/>
                </a:moveTo>
                <a:cubicBezTo>
                  <a:pt x="1072" y="0"/>
                  <a:pt x="663" y="315"/>
                  <a:pt x="505" y="788"/>
                </a:cubicBezTo>
                <a:lnTo>
                  <a:pt x="1" y="4852"/>
                </a:lnTo>
                <a:lnTo>
                  <a:pt x="1356" y="4852"/>
                </a:lnTo>
                <a:lnTo>
                  <a:pt x="1356" y="4474"/>
                </a:lnTo>
                <a:lnTo>
                  <a:pt x="1387" y="4474"/>
                </a:lnTo>
                <a:cubicBezTo>
                  <a:pt x="1387" y="3182"/>
                  <a:pt x="2017" y="2048"/>
                  <a:pt x="2994" y="1386"/>
                </a:cubicBezTo>
                <a:cubicBezTo>
                  <a:pt x="2836" y="1071"/>
                  <a:pt x="2773" y="693"/>
                  <a:pt x="2773" y="347"/>
                </a:cubicBezTo>
                <a:cubicBezTo>
                  <a:pt x="2773" y="221"/>
                  <a:pt x="2773" y="95"/>
                  <a:pt x="28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" name="Google Shape;9611;p73">
            <a:extLst>
              <a:ext uri="{FF2B5EF4-FFF2-40B4-BE49-F238E27FC236}">
                <a16:creationId xmlns:a16="http://schemas.microsoft.com/office/drawing/2014/main" id="{1D6D0CC0-43F5-797F-C680-01FEA7AB2287}"/>
              </a:ext>
            </a:extLst>
          </p:cNvPr>
          <p:cNvSpPr/>
          <p:nvPr/>
        </p:nvSpPr>
        <p:spPr>
          <a:xfrm>
            <a:off x="8649090" y="4555548"/>
            <a:ext cx="96011" cy="96011"/>
          </a:xfrm>
          <a:custGeom>
            <a:avLst/>
            <a:gdLst/>
            <a:ahLst/>
            <a:cxnLst/>
            <a:rect l="l" t="t" r="r" b="b"/>
            <a:pathLst>
              <a:path w="2837" h="2837" extrusionOk="0">
                <a:moveTo>
                  <a:pt x="1482" y="1"/>
                </a:moveTo>
                <a:cubicBezTo>
                  <a:pt x="1450" y="32"/>
                  <a:pt x="1418" y="64"/>
                  <a:pt x="1324" y="127"/>
                </a:cubicBezTo>
                <a:cubicBezTo>
                  <a:pt x="1324" y="190"/>
                  <a:pt x="1292" y="253"/>
                  <a:pt x="1261" y="284"/>
                </a:cubicBezTo>
                <a:lnTo>
                  <a:pt x="1" y="1923"/>
                </a:lnTo>
                <a:lnTo>
                  <a:pt x="1" y="2836"/>
                </a:lnTo>
                <a:lnTo>
                  <a:pt x="2742" y="2836"/>
                </a:lnTo>
                <a:lnTo>
                  <a:pt x="2742" y="2553"/>
                </a:lnTo>
                <a:lnTo>
                  <a:pt x="2836" y="2553"/>
                </a:lnTo>
                <a:cubicBezTo>
                  <a:pt x="2836" y="1513"/>
                  <a:pt x="2332" y="599"/>
                  <a:pt x="148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" name="Google Shape;9612;p73">
            <a:extLst>
              <a:ext uri="{FF2B5EF4-FFF2-40B4-BE49-F238E27FC236}">
                <a16:creationId xmlns:a16="http://schemas.microsoft.com/office/drawing/2014/main" id="{1D58DA01-81D1-B673-B361-85E22D711450}"/>
              </a:ext>
            </a:extLst>
          </p:cNvPr>
          <p:cNvSpPr/>
          <p:nvPr/>
        </p:nvSpPr>
        <p:spPr>
          <a:xfrm>
            <a:off x="8531824" y="4556628"/>
            <a:ext cx="95978" cy="99192"/>
          </a:xfrm>
          <a:custGeom>
            <a:avLst/>
            <a:gdLst/>
            <a:ahLst/>
            <a:cxnLst/>
            <a:rect l="l" t="t" r="r" b="b"/>
            <a:pathLst>
              <a:path w="2836" h="2931" extrusionOk="0">
                <a:moveTo>
                  <a:pt x="1323" y="0"/>
                </a:moveTo>
                <a:cubicBezTo>
                  <a:pt x="536" y="567"/>
                  <a:pt x="0" y="1513"/>
                  <a:pt x="0" y="2584"/>
                </a:cubicBezTo>
                <a:lnTo>
                  <a:pt x="0" y="2930"/>
                </a:lnTo>
                <a:lnTo>
                  <a:pt x="2741" y="2930"/>
                </a:lnTo>
                <a:lnTo>
                  <a:pt x="2741" y="1922"/>
                </a:lnTo>
                <a:lnTo>
                  <a:pt x="2836" y="1922"/>
                </a:lnTo>
                <a:lnTo>
                  <a:pt x="1575" y="284"/>
                </a:lnTo>
                <a:cubicBezTo>
                  <a:pt x="1512" y="252"/>
                  <a:pt x="1512" y="158"/>
                  <a:pt x="1481" y="126"/>
                </a:cubicBezTo>
                <a:cubicBezTo>
                  <a:pt x="1449" y="95"/>
                  <a:pt x="1355" y="63"/>
                  <a:pt x="13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sz="1050"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4DFA9070-4F63-9074-877A-50AFAFE657EA}"/>
              </a:ext>
            </a:extLst>
          </p:cNvPr>
          <p:cNvSpPr txBox="1"/>
          <p:nvPr/>
        </p:nvSpPr>
        <p:spPr>
          <a:xfrm>
            <a:off x="0" y="115490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882882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DFF9-548D-5282-523F-527E5C1A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D2F472-28FD-E010-78AD-9EF72FDC387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F2BAE801-822E-BE15-4D04-ACE18AC48345}"/>
              </a:ext>
            </a:extLst>
          </p:cNvPr>
          <p:cNvSpPr txBox="1"/>
          <p:nvPr/>
        </p:nvSpPr>
        <p:spPr>
          <a:xfrm>
            <a:off x="0" y="115490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Icons</a:t>
            </a:r>
          </a:p>
        </p:txBody>
      </p:sp>
      <p:sp>
        <p:nvSpPr>
          <p:cNvPr id="658" name="Google Shape;12426;p89">
            <a:extLst>
              <a:ext uri="{FF2B5EF4-FFF2-40B4-BE49-F238E27FC236}">
                <a16:creationId xmlns:a16="http://schemas.microsoft.com/office/drawing/2014/main" id="{5D34D1CF-C171-F0D6-A67A-E62E5ACF7FE6}"/>
              </a:ext>
            </a:extLst>
          </p:cNvPr>
          <p:cNvSpPr/>
          <p:nvPr/>
        </p:nvSpPr>
        <p:spPr>
          <a:xfrm>
            <a:off x="315412" y="3465111"/>
            <a:ext cx="487484" cy="482244"/>
          </a:xfrm>
          <a:custGeom>
            <a:avLst/>
            <a:gdLst/>
            <a:ahLst/>
            <a:cxnLst/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14" name="Google Shape;12432;p89">
            <a:extLst>
              <a:ext uri="{FF2B5EF4-FFF2-40B4-BE49-F238E27FC236}">
                <a16:creationId xmlns:a16="http://schemas.microsoft.com/office/drawing/2014/main" id="{B18ACD6C-3117-AAA1-6A8A-C67114FE6C9D}"/>
              </a:ext>
            </a:extLst>
          </p:cNvPr>
          <p:cNvSpPr/>
          <p:nvPr/>
        </p:nvSpPr>
        <p:spPr>
          <a:xfrm>
            <a:off x="3605357" y="3662200"/>
            <a:ext cx="84534" cy="84534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8" y="663"/>
                </a:moveTo>
                <a:cubicBezTo>
                  <a:pt x="1229" y="663"/>
                  <a:pt x="1386" y="820"/>
                  <a:pt x="1386" y="1041"/>
                </a:cubicBezTo>
                <a:cubicBezTo>
                  <a:pt x="1386" y="1230"/>
                  <a:pt x="1229" y="1387"/>
                  <a:pt x="1008" y="1387"/>
                </a:cubicBezTo>
                <a:cubicBezTo>
                  <a:pt x="819" y="1387"/>
                  <a:pt x="662" y="1230"/>
                  <a:pt x="662" y="1041"/>
                </a:cubicBezTo>
                <a:cubicBezTo>
                  <a:pt x="662" y="820"/>
                  <a:pt x="819" y="663"/>
                  <a:pt x="1008" y="663"/>
                </a:cubicBezTo>
                <a:close/>
                <a:moveTo>
                  <a:pt x="1008" y="1"/>
                </a:moveTo>
                <a:cubicBezTo>
                  <a:pt x="473" y="1"/>
                  <a:pt x="0" y="473"/>
                  <a:pt x="0" y="1041"/>
                </a:cubicBezTo>
                <a:cubicBezTo>
                  <a:pt x="0" y="1576"/>
                  <a:pt x="473" y="2049"/>
                  <a:pt x="1040" y="2049"/>
                </a:cubicBezTo>
                <a:cubicBezTo>
                  <a:pt x="1575" y="2049"/>
                  <a:pt x="2048" y="1576"/>
                  <a:pt x="2048" y="1041"/>
                </a:cubicBezTo>
                <a:cubicBezTo>
                  <a:pt x="2048" y="473"/>
                  <a:pt x="1607" y="1"/>
                  <a:pt x="10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15" name="Google Shape;12433;p89">
            <a:extLst>
              <a:ext uri="{FF2B5EF4-FFF2-40B4-BE49-F238E27FC236}">
                <a16:creationId xmlns:a16="http://schemas.microsoft.com/office/drawing/2014/main" id="{E95DC5A6-87D0-BC25-EBC0-E1E0FE96741E}"/>
              </a:ext>
            </a:extLst>
          </p:cNvPr>
          <p:cNvSpPr/>
          <p:nvPr/>
        </p:nvSpPr>
        <p:spPr>
          <a:xfrm>
            <a:off x="3406460" y="3465944"/>
            <a:ext cx="483564" cy="480966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3214" y="1387"/>
                </a:moveTo>
                <a:lnTo>
                  <a:pt x="4475" y="3844"/>
                </a:lnTo>
                <a:cubicBezTo>
                  <a:pt x="4223" y="4002"/>
                  <a:pt x="4034" y="4222"/>
                  <a:pt x="3876" y="4443"/>
                </a:cubicBezTo>
                <a:lnTo>
                  <a:pt x="1356" y="3214"/>
                </a:lnTo>
                <a:cubicBezTo>
                  <a:pt x="1828" y="2427"/>
                  <a:pt x="2458" y="1796"/>
                  <a:pt x="3214" y="1387"/>
                </a:cubicBezTo>
                <a:close/>
                <a:moveTo>
                  <a:pt x="5829" y="4128"/>
                </a:moveTo>
                <a:cubicBezTo>
                  <a:pt x="6775" y="4128"/>
                  <a:pt x="7531" y="4884"/>
                  <a:pt x="7531" y="5829"/>
                </a:cubicBezTo>
                <a:cubicBezTo>
                  <a:pt x="7562" y="6743"/>
                  <a:pt x="6775" y="7530"/>
                  <a:pt x="5829" y="7530"/>
                </a:cubicBezTo>
                <a:cubicBezTo>
                  <a:pt x="4884" y="7530"/>
                  <a:pt x="4160" y="6774"/>
                  <a:pt x="4160" y="5829"/>
                </a:cubicBezTo>
                <a:cubicBezTo>
                  <a:pt x="4160" y="4884"/>
                  <a:pt x="4884" y="4128"/>
                  <a:pt x="5829" y="4128"/>
                </a:cubicBezTo>
                <a:close/>
                <a:moveTo>
                  <a:pt x="5798" y="662"/>
                </a:moveTo>
                <a:cubicBezTo>
                  <a:pt x="8665" y="662"/>
                  <a:pt x="10996" y="2994"/>
                  <a:pt x="10996" y="5861"/>
                </a:cubicBezTo>
                <a:cubicBezTo>
                  <a:pt x="10996" y="6585"/>
                  <a:pt x="10839" y="7247"/>
                  <a:pt x="10618" y="7845"/>
                </a:cubicBezTo>
                <a:lnTo>
                  <a:pt x="8129" y="6585"/>
                </a:lnTo>
                <a:cubicBezTo>
                  <a:pt x="8192" y="6333"/>
                  <a:pt x="8255" y="6050"/>
                  <a:pt x="8255" y="5829"/>
                </a:cubicBezTo>
                <a:cubicBezTo>
                  <a:pt x="8255" y="4474"/>
                  <a:pt x="7184" y="3435"/>
                  <a:pt x="5829" y="3435"/>
                </a:cubicBezTo>
                <a:cubicBezTo>
                  <a:pt x="5577" y="3435"/>
                  <a:pt x="5325" y="3466"/>
                  <a:pt x="5105" y="3529"/>
                </a:cubicBezTo>
                <a:lnTo>
                  <a:pt x="3845" y="1072"/>
                </a:lnTo>
                <a:cubicBezTo>
                  <a:pt x="4412" y="820"/>
                  <a:pt x="5105" y="662"/>
                  <a:pt x="5798" y="662"/>
                </a:cubicBezTo>
                <a:close/>
                <a:moveTo>
                  <a:pt x="7814" y="7152"/>
                </a:moveTo>
                <a:lnTo>
                  <a:pt x="10303" y="8412"/>
                </a:lnTo>
                <a:cubicBezTo>
                  <a:pt x="9862" y="9200"/>
                  <a:pt x="9232" y="9830"/>
                  <a:pt x="8444" y="10271"/>
                </a:cubicBezTo>
                <a:lnTo>
                  <a:pt x="7216" y="7751"/>
                </a:lnTo>
                <a:cubicBezTo>
                  <a:pt x="7468" y="7593"/>
                  <a:pt x="7657" y="7404"/>
                  <a:pt x="7814" y="7152"/>
                </a:cubicBezTo>
                <a:close/>
                <a:moveTo>
                  <a:pt x="1072" y="3844"/>
                </a:moveTo>
                <a:lnTo>
                  <a:pt x="3593" y="5073"/>
                </a:lnTo>
                <a:cubicBezTo>
                  <a:pt x="3530" y="5325"/>
                  <a:pt x="3498" y="5546"/>
                  <a:pt x="3498" y="5829"/>
                </a:cubicBezTo>
                <a:cubicBezTo>
                  <a:pt x="3498" y="7152"/>
                  <a:pt x="4538" y="8223"/>
                  <a:pt x="5892" y="8223"/>
                </a:cubicBezTo>
                <a:cubicBezTo>
                  <a:pt x="6176" y="8223"/>
                  <a:pt x="6396" y="8192"/>
                  <a:pt x="6648" y="8097"/>
                </a:cubicBezTo>
                <a:lnTo>
                  <a:pt x="7846" y="10618"/>
                </a:lnTo>
                <a:cubicBezTo>
                  <a:pt x="7216" y="10901"/>
                  <a:pt x="6554" y="11027"/>
                  <a:pt x="5892" y="11027"/>
                </a:cubicBezTo>
                <a:cubicBezTo>
                  <a:pt x="2994" y="10996"/>
                  <a:pt x="694" y="8665"/>
                  <a:pt x="694" y="5829"/>
                </a:cubicBezTo>
                <a:cubicBezTo>
                  <a:pt x="694" y="5104"/>
                  <a:pt x="852" y="4443"/>
                  <a:pt x="1072" y="3844"/>
                </a:cubicBezTo>
                <a:close/>
                <a:moveTo>
                  <a:pt x="5798" y="1"/>
                </a:moveTo>
                <a:cubicBezTo>
                  <a:pt x="4254" y="1"/>
                  <a:pt x="2773" y="599"/>
                  <a:pt x="1702" y="1702"/>
                </a:cubicBezTo>
                <a:cubicBezTo>
                  <a:pt x="600" y="2805"/>
                  <a:pt x="1" y="4254"/>
                  <a:pt x="1" y="5798"/>
                </a:cubicBezTo>
                <a:cubicBezTo>
                  <a:pt x="1" y="8980"/>
                  <a:pt x="2647" y="11657"/>
                  <a:pt x="5892" y="11657"/>
                </a:cubicBezTo>
                <a:cubicBezTo>
                  <a:pt x="9106" y="11657"/>
                  <a:pt x="11721" y="9043"/>
                  <a:pt x="11721" y="5829"/>
                </a:cubicBezTo>
                <a:cubicBezTo>
                  <a:pt x="11658" y="2647"/>
                  <a:pt x="9043" y="1"/>
                  <a:pt x="579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6" name="Google Shape;12445;p89">
            <a:extLst>
              <a:ext uri="{FF2B5EF4-FFF2-40B4-BE49-F238E27FC236}">
                <a16:creationId xmlns:a16="http://schemas.microsoft.com/office/drawing/2014/main" id="{45C0EE14-DF3A-E9FC-DD0D-FB9DBB684602}"/>
              </a:ext>
            </a:extLst>
          </p:cNvPr>
          <p:cNvSpPr/>
          <p:nvPr/>
        </p:nvSpPr>
        <p:spPr>
          <a:xfrm>
            <a:off x="6512539" y="3493898"/>
            <a:ext cx="480966" cy="425063"/>
          </a:xfrm>
          <a:custGeom>
            <a:avLst/>
            <a:gdLst/>
            <a:ahLst/>
            <a:cxnLst/>
            <a:rect l="l" t="t" r="r" b="b"/>
            <a:pathLst>
              <a:path w="11658" h="10303" extrusionOk="0">
                <a:moveTo>
                  <a:pt x="10618" y="693"/>
                </a:moveTo>
                <a:cubicBezTo>
                  <a:pt x="10807" y="693"/>
                  <a:pt x="10964" y="851"/>
                  <a:pt x="10964" y="1040"/>
                </a:cubicBezTo>
                <a:lnTo>
                  <a:pt x="10964" y="2741"/>
                </a:lnTo>
                <a:lnTo>
                  <a:pt x="662" y="2741"/>
                </a:lnTo>
                <a:lnTo>
                  <a:pt x="662" y="1040"/>
                </a:lnTo>
                <a:cubicBezTo>
                  <a:pt x="662" y="851"/>
                  <a:pt x="820" y="693"/>
                  <a:pt x="1009" y="693"/>
                </a:cubicBezTo>
                <a:close/>
                <a:moveTo>
                  <a:pt x="10996" y="3403"/>
                </a:moveTo>
                <a:lnTo>
                  <a:pt x="10996" y="9231"/>
                </a:lnTo>
                <a:cubicBezTo>
                  <a:pt x="10964" y="9420"/>
                  <a:pt x="10838" y="9578"/>
                  <a:pt x="10618" y="9578"/>
                </a:cubicBezTo>
                <a:lnTo>
                  <a:pt x="1009" y="9578"/>
                </a:lnTo>
                <a:cubicBezTo>
                  <a:pt x="820" y="9578"/>
                  <a:pt x="662" y="9420"/>
                  <a:pt x="662" y="9231"/>
                </a:cubicBezTo>
                <a:lnTo>
                  <a:pt x="662" y="3403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40"/>
                </a:cubicBezTo>
                <a:lnTo>
                  <a:pt x="1" y="9263"/>
                </a:lnTo>
                <a:cubicBezTo>
                  <a:pt x="1" y="9830"/>
                  <a:pt x="473" y="10302"/>
                  <a:pt x="1009" y="10302"/>
                </a:cubicBezTo>
                <a:lnTo>
                  <a:pt x="10618" y="10302"/>
                </a:lnTo>
                <a:cubicBezTo>
                  <a:pt x="11185" y="10302"/>
                  <a:pt x="11658" y="9830"/>
                  <a:pt x="11658" y="9263"/>
                </a:cubicBezTo>
                <a:lnTo>
                  <a:pt x="11658" y="1040"/>
                </a:lnTo>
                <a:cubicBezTo>
                  <a:pt x="11658" y="441"/>
                  <a:pt x="11217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7" name="Google Shape;12446;p89">
            <a:extLst>
              <a:ext uri="{FF2B5EF4-FFF2-40B4-BE49-F238E27FC236}">
                <a16:creationId xmlns:a16="http://schemas.microsoft.com/office/drawing/2014/main" id="{61CF0070-9CCF-262A-2931-826E5DE7CEB6}"/>
              </a:ext>
            </a:extLst>
          </p:cNvPr>
          <p:cNvSpPr/>
          <p:nvPr/>
        </p:nvSpPr>
        <p:spPr>
          <a:xfrm>
            <a:off x="6567121" y="3549797"/>
            <a:ext cx="29952" cy="28632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348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8" y="693"/>
                </a:cubicBezTo>
                <a:cubicBezTo>
                  <a:pt x="568" y="693"/>
                  <a:pt x="726" y="536"/>
                  <a:pt x="726" y="347"/>
                </a:cubicBezTo>
                <a:cubicBezTo>
                  <a:pt x="726" y="158"/>
                  <a:pt x="568" y="0"/>
                  <a:pt x="3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8" name="Google Shape;12447;p89">
            <a:extLst>
              <a:ext uri="{FF2B5EF4-FFF2-40B4-BE49-F238E27FC236}">
                <a16:creationId xmlns:a16="http://schemas.microsoft.com/office/drawing/2014/main" id="{085AD97F-4605-573C-F1B1-ADEB02DBFE1A}"/>
              </a:ext>
            </a:extLst>
          </p:cNvPr>
          <p:cNvSpPr/>
          <p:nvPr/>
        </p:nvSpPr>
        <p:spPr>
          <a:xfrm>
            <a:off x="6624344" y="3549797"/>
            <a:ext cx="28632" cy="28632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cubicBezTo>
                  <a:pt x="536" y="693"/>
                  <a:pt x="693" y="536"/>
                  <a:pt x="693" y="347"/>
                </a:cubicBez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9" name="Google Shape;12448;p89">
            <a:extLst>
              <a:ext uri="{FF2B5EF4-FFF2-40B4-BE49-F238E27FC236}">
                <a16:creationId xmlns:a16="http://schemas.microsoft.com/office/drawing/2014/main" id="{60E5A051-FAFC-E1F5-16DF-CF8EEEA30C87}"/>
              </a:ext>
            </a:extLst>
          </p:cNvPr>
          <p:cNvSpPr/>
          <p:nvPr/>
        </p:nvSpPr>
        <p:spPr>
          <a:xfrm>
            <a:off x="6681524" y="3549797"/>
            <a:ext cx="28632" cy="28632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cubicBezTo>
                  <a:pt x="536" y="693"/>
                  <a:pt x="693" y="536"/>
                  <a:pt x="693" y="347"/>
                </a:cubicBez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10" name="Google Shape;12449;p89">
            <a:extLst>
              <a:ext uri="{FF2B5EF4-FFF2-40B4-BE49-F238E27FC236}">
                <a16:creationId xmlns:a16="http://schemas.microsoft.com/office/drawing/2014/main" id="{5BCEEAFF-7447-157F-ADB1-72C611A7E9C2}"/>
              </a:ext>
            </a:extLst>
          </p:cNvPr>
          <p:cNvSpPr/>
          <p:nvPr/>
        </p:nvSpPr>
        <p:spPr>
          <a:xfrm>
            <a:off x="6736109" y="3549797"/>
            <a:ext cx="200217" cy="28632"/>
          </a:xfrm>
          <a:custGeom>
            <a:avLst/>
            <a:gdLst/>
            <a:ahLst/>
            <a:cxnLst/>
            <a:rect l="l" t="t" r="r" b="b"/>
            <a:pathLst>
              <a:path w="4853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32" y="536"/>
                  <a:pt x="190" y="693"/>
                  <a:pt x="347" y="693"/>
                </a:cubicBezTo>
                <a:lnTo>
                  <a:pt x="4506" y="693"/>
                </a:lnTo>
                <a:cubicBezTo>
                  <a:pt x="4695" y="693"/>
                  <a:pt x="4852" y="536"/>
                  <a:pt x="4852" y="347"/>
                </a:cubicBezTo>
                <a:cubicBezTo>
                  <a:pt x="4852" y="158"/>
                  <a:pt x="4695" y="0"/>
                  <a:pt x="450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11" name="Google Shape;12450;p89">
            <a:extLst>
              <a:ext uri="{FF2B5EF4-FFF2-40B4-BE49-F238E27FC236}">
                <a16:creationId xmlns:a16="http://schemas.microsoft.com/office/drawing/2014/main" id="{B79AEB91-05C0-D3CD-245F-CC0D185E410F}"/>
              </a:ext>
            </a:extLst>
          </p:cNvPr>
          <p:cNvSpPr/>
          <p:nvPr/>
        </p:nvSpPr>
        <p:spPr>
          <a:xfrm>
            <a:off x="6824478" y="3692420"/>
            <a:ext cx="85854" cy="140766"/>
          </a:xfrm>
          <a:custGeom>
            <a:avLst/>
            <a:gdLst/>
            <a:ahLst/>
            <a:cxnLst/>
            <a:rect l="l" t="t" r="r" b="b"/>
            <a:pathLst>
              <a:path w="2081" h="3412" extrusionOk="0">
                <a:moveTo>
                  <a:pt x="347" y="1"/>
                </a:moveTo>
                <a:cubicBezTo>
                  <a:pt x="261" y="1"/>
                  <a:pt x="174" y="24"/>
                  <a:pt x="127" y="72"/>
                </a:cubicBezTo>
                <a:cubicBezTo>
                  <a:pt x="1" y="198"/>
                  <a:pt x="1" y="450"/>
                  <a:pt x="127" y="544"/>
                </a:cubicBezTo>
                <a:lnTo>
                  <a:pt x="1261" y="1710"/>
                </a:lnTo>
                <a:lnTo>
                  <a:pt x="127" y="2844"/>
                </a:lnTo>
                <a:cubicBezTo>
                  <a:pt x="1" y="2970"/>
                  <a:pt x="1" y="3191"/>
                  <a:pt x="127" y="3317"/>
                </a:cubicBezTo>
                <a:cubicBezTo>
                  <a:pt x="174" y="3380"/>
                  <a:pt x="261" y="3411"/>
                  <a:pt x="347" y="3411"/>
                </a:cubicBezTo>
                <a:cubicBezTo>
                  <a:pt x="434" y="3411"/>
                  <a:pt x="521" y="3380"/>
                  <a:pt x="568" y="3317"/>
                </a:cubicBezTo>
                <a:lnTo>
                  <a:pt x="1954" y="1930"/>
                </a:lnTo>
                <a:cubicBezTo>
                  <a:pt x="2080" y="1804"/>
                  <a:pt x="2080" y="1584"/>
                  <a:pt x="1954" y="1458"/>
                </a:cubicBezTo>
                <a:lnTo>
                  <a:pt x="568" y="72"/>
                </a:lnTo>
                <a:cubicBezTo>
                  <a:pt x="521" y="24"/>
                  <a:pt x="434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12" name="Google Shape;12451;p89">
            <a:extLst>
              <a:ext uri="{FF2B5EF4-FFF2-40B4-BE49-F238E27FC236}">
                <a16:creationId xmlns:a16="http://schemas.microsoft.com/office/drawing/2014/main" id="{EE43677E-B935-26DB-2F15-5A77AF0C4B36}"/>
              </a:ext>
            </a:extLst>
          </p:cNvPr>
          <p:cNvSpPr/>
          <p:nvPr/>
        </p:nvSpPr>
        <p:spPr>
          <a:xfrm>
            <a:off x="6594433" y="3692420"/>
            <a:ext cx="88412" cy="140766"/>
          </a:xfrm>
          <a:custGeom>
            <a:avLst/>
            <a:gdLst/>
            <a:ahLst/>
            <a:cxnLst/>
            <a:rect l="l" t="t" r="r" b="b"/>
            <a:pathLst>
              <a:path w="2143" h="3412" extrusionOk="0">
                <a:moveTo>
                  <a:pt x="1749" y="1"/>
                </a:moveTo>
                <a:cubicBezTo>
                  <a:pt x="1662" y="1"/>
                  <a:pt x="1576" y="24"/>
                  <a:pt x="1513" y="72"/>
                </a:cubicBezTo>
                <a:lnTo>
                  <a:pt x="127" y="1458"/>
                </a:lnTo>
                <a:cubicBezTo>
                  <a:pt x="1" y="1584"/>
                  <a:pt x="1" y="1804"/>
                  <a:pt x="127" y="1930"/>
                </a:cubicBezTo>
                <a:lnTo>
                  <a:pt x="1513" y="3317"/>
                </a:lnTo>
                <a:cubicBezTo>
                  <a:pt x="1576" y="3380"/>
                  <a:pt x="1662" y="3411"/>
                  <a:pt x="1749" y="3411"/>
                </a:cubicBezTo>
                <a:cubicBezTo>
                  <a:pt x="1836" y="3411"/>
                  <a:pt x="1922" y="3380"/>
                  <a:pt x="1985" y="3317"/>
                </a:cubicBezTo>
                <a:cubicBezTo>
                  <a:pt x="2111" y="3191"/>
                  <a:pt x="2111" y="2970"/>
                  <a:pt x="1985" y="2844"/>
                </a:cubicBezTo>
                <a:lnTo>
                  <a:pt x="851" y="1710"/>
                </a:lnTo>
                <a:lnTo>
                  <a:pt x="1985" y="544"/>
                </a:lnTo>
                <a:cubicBezTo>
                  <a:pt x="2143" y="450"/>
                  <a:pt x="2143" y="198"/>
                  <a:pt x="1985" y="72"/>
                </a:cubicBezTo>
                <a:cubicBezTo>
                  <a:pt x="1922" y="24"/>
                  <a:pt x="1836" y="1"/>
                  <a:pt x="174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13" name="Google Shape;12452;p89">
            <a:extLst>
              <a:ext uri="{FF2B5EF4-FFF2-40B4-BE49-F238E27FC236}">
                <a16:creationId xmlns:a16="http://schemas.microsoft.com/office/drawing/2014/main" id="{54771D2C-2A75-C122-37B3-2467CF66C864}"/>
              </a:ext>
            </a:extLst>
          </p:cNvPr>
          <p:cNvSpPr/>
          <p:nvPr/>
        </p:nvSpPr>
        <p:spPr>
          <a:xfrm>
            <a:off x="6707518" y="3662180"/>
            <a:ext cx="89732" cy="197040"/>
          </a:xfrm>
          <a:custGeom>
            <a:avLst/>
            <a:gdLst/>
            <a:ahLst/>
            <a:cxnLst/>
            <a:rect l="l" t="t" r="r" b="b"/>
            <a:pathLst>
              <a:path w="2175" h="4776" extrusionOk="0">
                <a:moveTo>
                  <a:pt x="1778" y="0"/>
                </a:moveTo>
                <a:cubicBezTo>
                  <a:pt x="1617" y="0"/>
                  <a:pt x="1501" y="108"/>
                  <a:pt x="1450" y="237"/>
                </a:cubicBezTo>
                <a:lnTo>
                  <a:pt x="63" y="4333"/>
                </a:lnTo>
                <a:cubicBezTo>
                  <a:pt x="0" y="4522"/>
                  <a:pt x="95" y="4680"/>
                  <a:pt x="253" y="4743"/>
                </a:cubicBezTo>
                <a:cubicBezTo>
                  <a:pt x="305" y="4765"/>
                  <a:pt x="354" y="4775"/>
                  <a:pt x="399" y="4775"/>
                </a:cubicBezTo>
                <a:cubicBezTo>
                  <a:pt x="543" y="4775"/>
                  <a:pt x="646" y="4674"/>
                  <a:pt x="694" y="4554"/>
                </a:cubicBezTo>
                <a:lnTo>
                  <a:pt x="2080" y="458"/>
                </a:lnTo>
                <a:cubicBezTo>
                  <a:pt x="2174" y="300"/>
                  <a:pt x="2048" y="111"/>
                  <a:pt x="1891" y="17"/>
                </a:cubicBezTo>
                <a:cubicBezTo>
                  <a:pt x="1851" y="6"/>
                  <a:pt x="1813" y="0"/>
                  <a:pt x="17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2" name="Google Shape;12457;p89">
            <a:extLst>
              <a:ext uri="{FF2B5EF4-FFF2-40B4-BE49-F238E27FC236}">
                <a16:creationId xmlns:a16="http://schemas.microsoft.com/office/drawing/2014/main" id="{C941373E-BCBD-0123-1FE3-D04B3DC10476}"/>
              </a:ext>
            </a:extLst>
          </p:cNvPr>
          <p:cNvSpPr/>
          <p:nvPr/>
        </p:nvSpPr>
        <p:spPr>
          <a:xfrm>
            <a:off x="932656" y="3465303"/>
            <a:ext cx="482244" cy="482244"/>
          </a:xfrm>
          <a:custGeom>
            <a:avLst/>
            <a:gdLst/>
            <a:ahLst/>
            <a:cxnLst/>
            <a:rect l="l" t="t" r="r" b="b"/>
            <a:pathLst>
              <a:path w="11689" h="11689" extrusionOk="0">
                <a:moveTo>
                  <a:pt x="10681" y="4159"/>
                </a:moveTo>
                <a:cubicBezTo>
                  <a:pt x="10870" y="4159"/>
                  <a:pt x="11027" y="4316"/>
                  <a:pt x="11027" y="4505"/>
                </a:cubicBezTo>
                <a:lnTo>
                  <a:pt x="11027" y="4915"/>
                </a:lnTo>
                <a:cubicBezTo>
                  <a:pt x="10901" y="4883"/>
                  <a:pt x="10775" y="4883"/>
                  <a:pt x="10681" y="4883"/>
                </a:cubicBezTo>
                <a:lnTo>
                  <a:pt x="9609" y="4883"/>
                </a:lnTo>
                <a:lnTo>
                  <a:pt x="9609" y="4190"/>
                </a:lnTo>
                <a:lnTo>
                  <a:pt x="10681" y="4190"/>
                </a:lnTo>
                <a:lnTo>
                  <a:pt x="10681" y="4159"/>
                </a:lnTo>
                <a:close/>
                <a:moveTo>
                  <a:pt x="2048" y="2773"/>
                </a:moveTo>
                <a:lnTo>
                  <a:pt x="2048" y="6207"/>
                </a:lnTo>
                <a:lnTo>
                  <a:pt x="662" y="6207"/>
                </a:lnTo>
                <a:lnTo>
                  <a:pt x="662" y="3151"/>
                </a:lnTo>
                <a:cubicBezTo>
                  <a:pt x="694" y="2930"/>
                  <a:pt x="851" y="2773"/>
                  <a:pt x="1009" y="2773"/>
                </a:cubicBezTo>
                <a:close/>
                <a:moveTo>
                  <a:pt x="8885" y="693"/>
                </a:moveTo>
                <a:lnTo>
                  <a:pt x="8885" y="4883"/>
                </a:lnTo>
                <a:cubicBezTo>
                  <a:pt x="8538" y="4915"/>
                  <a:pt x="8223" y="5104"/>
                  <a:pt x="8066" y="5419"/>
                </a:cubicBezTo>
                <a:lnTo>
                  <a:pt x="7751" y="6049"/>
                </a:lnTo>
                <a:cubicBezTo>
                  <a:pt x="7719" y="6175"/>
                  <a:pt x="7593" y="6238"/>
                  <a:pt x="7436" y="6238"/>
                </a:cubicBezTo>
                <a:lnTo>
                  <a:pt x="2710" y="6238"/>
                </a:lnTo>
                <a:lnTo>
                  <a:pt x="2710" y="693"/>
                </a:lnTo>
                <a:close/>
                <a:moveTo>
                  <a:pt x="10681" y="5513"/>
                </a:moveTo>
                <a:cubicBezTo>
                  <a:pt x="10870" y="5513"/>
                  <a:pt x="11027" y="5671"/>
                  <a:pt x="11027" y="5860"/>
                </a:cubicBezTo>
                <a:lnTo>
                  <a:pt x="11027" y="10649"/>
                </a:lnTo>
                <a:cubicBezTo>
                  <a:pt x="11027" y="10869"/>
                  <a:pt x="10870" y="11027"/>
                  <a:pt x="10681" y="11027"/>
                </a:cubicBezTo>
                <a:lnTo>
                  <a:pt x="1009" y="11027"/>
                </a:lnTo>
                <a:cubicBezTo>
                  <a:pt x="820" y="11027"/>
                  <a:pt x="662" y="10869"/>
                  <a:pt x="662" y="10649"/>
                </a:cubicBezTo>
                <a:lnTo>
                  <a:pt x="662" y="6868"/>
                </a:lnTo>
                <a:lnTo>
                  <a:pt x="7436" y="6868"/>
                </a:lnTo>
                <a:cubicBezTo>
                  <a:pt x="7845" y="6868"/>
                  <a:pt x="8192" y="6648"/>
                  <a:pt x="8349" y="6333"/>
                </a:cubicBezTo>
                <a:lnTo>
                  <a:pt x="8664" y="5703"/>
                </a:lnTo>
                <a:cubicBezTo>
                  <a:pt x="8696" y="5576"/>
                  <a:pt x="8822" y="5513"/>
                  <a:pt x="8979" y="5513"/>
                </a:cubicBezTo>
                <a:close/>
                <a:moveTo>
                  <a:pt x="2395" y="0"/>
                </a:moveTo>
                <a:cubicBezTo>
                  <a:pt x="2206" y="0"/>
                  <a:pt x="2048" y="158"/>
                  <a:pt x="2048" y="347"/>
                </a:cubicBezTo>
                <a:lnTo>
                  <a:pt x="2048" y="2111"/>
                </a:lnTo>
                <a:lnTo>
                  <a:pt x="1009" y="2111"/>
                </a:lnTo>
                <a:cubicBezTo>
                  <a:pt x="473" y="2111"/>
                  <a:pt x="0" y="2584"/>
                  <a:pt x="0" y="3151"/>
                </a:cubicBezTo>
                <a:lnTo>
                  <a:pt x="0" y="10649"/>
                </a:lnTo>
                <a:cubicBezTo>
                  <a:pt x="0" y="11216"/>
                  <a:pt x="473" y="11688"/>
                  <a:pt x="1009" y="11688"/>
                </a:cubicBezTo>
                <a:lnTo>
                  <a:pt x="10618" y="11688"/>
                </a:lnTo>
                <a:cubicBezTo>
                  <a:pt x="11185" y="11688"/>
                  <a:pt x="11657" y="11216"/>
                  <a:pt x="11657" y="10649"/>
                </a:cubicBezTo>
                <a:lnTo>
                  <a:pt x="11657" y="4505"/>
                </a:lnTo>
                <a:cubicBezTo>
                  <a:pt x="11689" y="3938"/>
                  <a:pt x="11216" y="3466"/>
                  <a:pt x="10681" y="3466"/>
                </a:cubicBezTo>
                <a:lnTo>
                  <a:pt x="9609" y="3466"/>
                </a:lnTo>
                <a:lnTo>
                  <a:pt x="9609" y="347"/>
                </a:lnTo>
                <a:cubicBezTo>
                  <a:pt x="9609" y="158"/>
                  <a:pt x="9452" y="0"/>
                  <a:pt x="92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3" name="Google Shape;12458;p89">
            <a:extLst>
              <a:ext uri="{FF2B5EF4-FFF2-40B4-BE49-F238E27FC236}">
                <a16:creationId xmlns:a16="http://schemas.microsoft.com/office/drawing/2014/main" id="{4DA65042-0227-7E23-A4AC-C1E7560E86F8}"/>
              </a:ext>
            </a:extLst>
          </p:cNvPr>
          <p:cNvSpPr/>
          <p:nvPr/>
        </p:nvSpPr>
        <p:spPr>
          <a:xfrm>
            <a:off x="1074331" y="3519887"/>
            <a:ext cx="197618" cy="29911"/>
          </a:xfrm>
          <a:custGeom>
            <a:avLst/>
            <a:gdLst/>
            <a:ahLst/>
            <a:cxnLst/>
            <a:rect l="l" t="t" r="r" b="b"/>
            <a:pathLst>
              <a:path w="4790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99"/>
                  <a:pt x="158" y="725"/>
                  <a:pt x="347" y="725"/>
                </a:cubicBezTo>
                <a:lnTo>
                  <a:pt x="4443" y="725"/>
                </a:lnTo>
                <a:cubicBezTo>
                  <a:pt x="4632" y="725"/>
                  <a:pt x="4789" y="567"/>
                  <a:pt x="4789" y="347"/>
                </a:cubicBezTo>
                <a:cubicBezTo>
                  <a:pt x="4789" y="158"/>
                  <a:pt x="4632" y="0"/>
                  <a:pt x="44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4" name="Google Shape;12459;p89">
            <a:extLst>
              <a:ext uri="{FF2B5EF4-FFF2-40B4-BE49-F238E27FC236}">
                <a16:creationId xmlns:a16="http://schemas.microsoft.com/office/drawing/2014/main" id="{7ABA0A4D-48B0-8BDB-4962-E8C4F5ECEC4D}"/>
              </a:ext>
            </a:extLst>
          </p:cNvPr>
          <p:cNvSpPr/>
          <p:nvPr/>
        </p:nvSpPr>
        <p:spPr>
          <a:xfrm>
            <a:off x="1074331" y="3578389"/>
            <a:ext cx="197618" cy="29911"/>
          </a:xfrm>
          <a:custGeom>
            <a:avLst/>
            <a:gdLst/>
            <a:ahLst/>
            <a:cxnLst/>
            <a:rect l="l" t="t" r="r" b="b"/>
            <a:pathLst>
              <a:path w="4790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99"/>
                  <a:pt x="158" y="725"/>
                  <a:pt x="347" y="725"/>
                </a:cubicBezTo>
                <a:lnTo>
                  <a:pt x="4443" y="725"/>
                </a:lnTo>
                <a:cubicBezTo>
                  <a:pt x="4632" y="725"/>
                  <a:pt x="4789" y="567"/>
                  <a:pt x="4789" y="347"/>
                </a:cubicBezTo>
                <a:cubicBezTo>
                  <a:pt x="4789" y="158"/>
                  <a:pt x="4632" y="0"/>
                  <a:pt x="44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5" name="Google Shape;12460;p89">
            <a:extLst>
              <a:ext uri="{FF2B5EF4-FFF2-40B4-BE49-F238E27FC236}">
                <a16:creationId xmlns:a16="http://schemas.microsoft.com/office/drawing/2014/main" id="{35B41112-3AC0-4847-27CF-11553CC4C887}"/>
              </a:ext>
            </a:extLst>
          </p:cNvPr>
          <p:cNvSpPr/>
          <p:nvPr/>
        </p:nvSpPr>
        <p:spPr>
          <a:xfrm>
            <a:off x="1074331" y="3635567"/>
            <a:ext cx="197618" cy="28632"/>
          </a:xfrm>
          <a:custGeom>
            <a:avLst/>
            <a:gdLst/>
            <a:ahLst/>
            <a:cxnLst/>
            <a:rect l="l" t="t" r="r" b="b"/>
            <a:pathLst>
              <a:path w="4790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7" y="693"/>
                </a:cubicBezTo>
                <a:lnTo>
                  <a:pt x="4443" y="693"/>
                </a:lnTo>
                <a:cubicBezTo>
                  <a:pt x="4632" y="693"/>
                  <a:pt x="4789" y="536"/>
                  <a:pt x="4789" y="347"/>
                </a:cubicBezTo>
                <a:cubicBezTo>
                  <a:pt x="4789" y="158"/>
                  <a:pt x="4632" y="0"/>
                  <a:pt x="44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7" name="Google Shape;12468;p89">
            <a:extLst>
              <a:ext uri="{FF2B5EF4-FFF2-40B4-BE49-F238E27FC236}">
                <a16:creationId xmlns:a16="http://schemas.microsoft.com/office/drawing/2014/main" id="{8B39770D-880C-8CA0-BA1B-D46AB01AD5F2}"/>
              </a:ext>
            </a:extLst>
          </p:cNvPr>
          <p:cNvSpPr/>
          <p:nvPr/>
        </p:nvSpPr>
        <p:spPr>
          <a:xfrm>
            <a:off x="4026156" y="3464665"/>
            <a:ext cx="483564" cy="483524"/>
          </a:xfrm>
          <a:custGeom>
            <a:avLst/>
            <a:gdLst/>
            <a:ahLst/>
            <a:cxnLst/>
            <a:rect l="l" t="t" r="r" b="b"/>
            <a:pathLst>
              <a:path w="11721" h="11720" extrusionOk="0">
                <a:moveTo>
                  <a:pt x="10681" y="2048"/>
                </a:moveTo>
                <a:cubicBezTo>
                  <a:pt x="10870" y="2048"/>
                  <a:pt x="11027" y="2206"/>
                  <a:pt x="11027" y="2395"/>
                </a:cubicBezTo>
                <a:lnTo>
                  <a:pt x="11027" y="7246"/>
                </a:lnTo>
                <a:cubicBezTo>
                  <a:pt x="11027" y="7435"/>
                  <a:pt x="10870" y="7593"/>
                  <a:pt x="10681" y="7593"/>
                </a:cubicBezTo>
                <a:lnTo>
                  <a:pt x="1072" y="7593"/>
                </a:lnTo>
                <a:cubicBezTo>
                  <a:pt x="883" y="7593"/>
                  <a:pt x="725" y="7435"/>
                  <a:pt x="725" y="7246"/>
                </a:cubicBezTo>
                <a:lnTo>
                  <a:pt x="725" y="2395"/>
                </a:lnTo>
                <a:cubicBezTo>
                  <a:pt x="725" y="2206"/>
                  <a:pt x="883" y="2048"/>
                  <a:pt x="1072" y="2048"/>
                </a:cubicBezTo>
                <a:close/>
                <a:moveTo>
                  <a:pt x="4821" y="8286"/>
                </a:moveTo>
                <a:lnTo>
                  <a:pt x="4821" y="8979"/>
                </a:lnTo>
                <a:lnTo>
                  <a:pt x="3435" y="8979"/>
                </a:lnTo>
                <a:lnTo>
                  <a:pt x="3435" y="8286"/>
                </a:lnTo>
                <a:close/>
                <a:moveTo>
                  <a:pt x="8287" y="8286"/>
                </a:moveTo>
                <a:lnTo>
                  <a:pt x="8287" y="8979"/>
                </a:lnTo>
                <a:lnTo>
                  <a:pt x="6869" y="8979"/>
                </a:lnTo>
                <a:lnTo>
                  <a:pt x="6869" y="8286"/>
                </a:lnTo>
                <a:close/>
                <a:moveTo>
                  <a:pt x="6207" y="8254"/>
                </a:moveTo>
                <a:lnTo>
                  <a:pt x="6207" y="11027"/>
                </a:lnTo>
                <a:lnTo>
                  <a:pt x="5514" y="11027"/>
                </a:lnTo>
                <a:lnTo>
                  <a:pt x="5514" y="8254"/>
                </a:lnTo>
                <a:close/>
                <a:moveTo>
                  <a:pt x="1733" y="0"/>
                </a:moveTo>
                <a:cubicBezTo>
                  <a:pt x="1544" y="0"/>
                  <a:pt x="1387" y="158"/>
                  <a:pt x="1387" y="347"/>
                </a:cubicBezTo>
                <a:cubicBezTo>
                  <a:pt x="1387" y="536"/>
                  <a:pt x="1544" y="693"/>
                  <a:pt x="1733" y="693"/>
                </a:cubicBezTo>
                <a:lnTo>
                  <a:pt x="2112" y="693"/>
                </a:lnTo>
                <a:lnTo>
                  <a:pt x="2112" y="1355"/>
                </a:lnTo>
                <a:lnTo>
                  <a:pt x="1072" y="1355"/>
                </a:lnTo>
                <a:cubicBezTo>
                  <a:pt x="536" y="1355"/>
                  <a:pt x="64" y="1827"/>
                  <a:pt x="64" y="2395"/>
                </a:cubicBezTo>
                <a:lnTo>
                  <a:pt x="64" y="7246"/>
                </a:lnTo>
                <a:cubicBezTo>
                  <a:pt x="64" y="7782"/>
                  <a:pt x="536" y="8254"/>
                  <a:pt x="1072" y="8254"/>
                </a:cubicBezTo>
                <a:lnTo>
                  <a:pt x="2773" y="8254"/>
                </a:lnTo>
                <a:lnTo>
                  <a:pt x="2773" y="8916"/>
                </a:lnTo>
                <a:lnTo>
                  <a:pt x="1733" y="8916"/>
                </a:lnTo>
                <a:cubicBezTo>
                  <a:pt x="1544" y="8916"/>
                  <a:pt x="1387" y="9074"/>
                  <a:pt x="1387" y="9294"/>
                </a:cubicBezTo>
                <a:cubicBezTo>
                  <a:pt x="1387" y="9483"/>
                  <a:pt x="1544" y="9641"/>
                  <a:pt x="1733" y="9641"/>
                </a:cubicBezTo>
                <a:lnTo>
                  <a:pt x="4821" y="9641"/>
                </a:lnTo>
                <a:lnTo>
                  <a:pt x="4821" y="11027"/>
                </a:lnTo>
                <a:lnTo>
                  <a:pt x="379" y="11027"/>
                </a:lnTo>
                <a:cubicBezTo>
                  <a:pt x="158" y="11027"/>
                  <a:pt x="1" y="11184"/>
                  <a:pt x="1" y="11373"/>
                </a:cubicBezTo>
                <a:cubicBezTo>
                  <a:pt x="1" y="11562"/>
                  <a:pt x="158" y="11720"/>
                  <a:pt x="379" y="11720"/>
                </a:cubicBezTo>
                <a:lnTo>
                  <a:pt x="11342" y="11720"/>
                </a:lnTo>
                <a:cubicBezTo>
                  <a:pt x="11563" y="11720"/>
                  <a:pt x="11721" y="11562"/>
                  <a:pt x="11721" y="11373"/>
                </a:cubicBezTo>
                <a:cubicBezTo>
                  <a:pt x="11721" y="11184"/>
                  <a:pt x="11563" y="11027"/>
                  <a:pt x="11342" y="11027"/>
                </a:cubicBezTo>
                <a:lnTo>
                  <a:pt x="6869" y="11027"/>
                </a:lnTo>
                <a:lnTo>
                  <a:pt x="6869" y="9641"/>
                </a:lnTo>
                <a:lnTo>
                  <a:pt x="9988" y="9641"/>
                </a:lnTo>
                <a:cubicBezTo>
                  <a:pt x="10177" y="9641"/>
                  <a:pt x="10334" y="9483"/>
                  <a:pt x="10334" y="9294"/>
                </a:cubicBezTo>
                <a:cubicBezTo>
                  <a:pt x="10334" y="9074"/>
                  <a:pt x="10177" y="8916"/>
                  <a:pt x="9988" y="8916"/>
                </a:cubicBezTo>
                <a:lnTo>
                  <a:pt x="8948" y="8916"/>
                </a:lnTo>
                <a:lnTo>
                  <a:pt x="8948" y="8254"/>
                </a:lnTo>
                <a:lnTo>
                  <a:pt x="10681" y="8254"/>
                </a:lnTo>
                <a:cubicBezTo>
                  <a:pt x="11248" y="8254"/>
                  <a:pt x="11721" y="7782"/>
                  <a:pt x="11721" y="7246"/>
                </a:cubicBezTo>
                <a:lnTo>
                  <a:pt x="11721" y="2395"/>
                </a:lnTo>
                <a:cubicBezTo>
                  <a:pt x="11721" y="1827"/>
                  <a:pt x="11248" y="1355"/>
                  <a:pt x="10681" y="1355"/>
                </a:cubicBezTo>
                <a:lnTo>
                  <a:pt x="9673" y="1355"/>
                </a:lnTo>
                <a:lnTo>
                  <a:pt x="9673" y="693"/>
                </a:lnTo>
                <a:lnTo>
                  <a:pt x="10019" y="693"/>
                </a:lnTo>
                <a:cubicBezTo>
                  <a:pt x="10208" y="693"/>
                  <a:pt x="10366" y="536"/>
                  <a:pt x="10366" y="347"/>
                </a:cubicBezTo>
                <a:cubicBezTo>
                  <a:pt x="10366" y="158"/>
                  <a:pt x="10208" y="0"/>
                  <a:pt x="10019" y="0"/>
                </a:cubicBezTo>
                <a:lnTo>
                  <a:pt x="8633" y="0"/>
                </a:lnTo>
                <a:cubicBezTo>
                  <a:pt x="8444" y="0"/>
                  <a:pt x="8287" y="158"/>
                  <a:pt x="8287" y="347"/>
                </a:cubicBezTo>
                <a:cubicBezTo>
                  <a:pt x="8287" y="536"/>
                  <a:pt x="8444" y="693"/>
                  <a:pt x="8633" y="693"/>
                </a:cubicBezTo>
                <a:lnTo>
                  <a:pt x="8980" y="693"/>
                </a:lnTo>
                <a:lnTo>
                  <a:pt x="8980" y="1355"/>
                </a:lnTo>
                <a:lnTo>
                  <a:pt x="6207" y="1355"/>
                </a:lnTo>
                <a:lnTo>
                  <a:pt x="6207" y="693"/>
                </a:lnTo>
                <a:lnTo>
                  <a:pt x="6554" y="693"/>
                </a:lnTo>
                <a:cubicBezTo>
                  <a:pt x="6743" y="693"/>
                  <a:pt x="6900" y="536"/>
                  <a:pt x="6900" y="347"/>
                </a:cubicBezTo>
                <a:cubicBezTo>
                  <a:pt x="6900" y="158"/>
                  <a:pt x="6743" y="0"/>
                  <a:pt x="6554" y="0"/>
                </a:cubicBezTo>
                <a:lnTo>
                  <a:pt x="5168" y="0"/>
                </a:lnTo>
                <a:cubicBezTo>
                  <a:pt x="4978" y="0"/>
                  <a:pt x="4821" y="158"/>
                  <a:pt x="4821" y="347"/>
                </a:cubicBezTo>
                <a:cubicBezTo>
                  <a:pt x="4821" y="536"/>
                  <a:pt x="4978" y="693"/>
                  <a:pt x="5168" y="693"/>
                </a:cubicBezTo>
                <a:lnTo>
                  <a:pt x="5514" y="693"/>
                </a:lnTo>
                <a:lnTo>
                  <a:pt x="5514" y="1355"/>
                </a:lnTo>
                <a:lnTo>
                  <a:pt x="2773" y="1355"/>
                </a:lnTo>
                <a:lnTo>
                  <a:pt x="2773" y="693"/>
                </a:lnTo>
                <a:lnTo>
                  <a:pt x="3120" y="693"/>
                </a:lnTo>
                <a:cubicBezTo>
                  <a:pt x="3309" y="693"/>
                  <a:pt x="3466" y="536"/>
                  <a:pt x="3466" y="347"/>
                </a:cubicBezTo>
                <a:cubicBezTo>
                  <a:pt x="3466" y="158"/>
                  <a:pt x="3309" y="0"/>
                  <a:pt x="31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8" name="Google Shape;12469;p89">
            <a:extLst>
              <a:ext uri="{FF2B5EF4-FFF2-40B4-BE49-F238E27FC236}">
                <a16:creationId xmlns:a16="http://schemas.microsoft.com/office/drawing/2014/main" id="{82F30BBC-DE49-E125-10C8-FAF39E0EAD44}"/>
              </a:ext>
            </a:extLst>
          </p:cNvPr>
          <p:cNvSpPr/>
          <p:nvPr/>
        </p:nvSpPr>
        <p:spPr>
          <a:xfrm>
            <a:off x="4082059" y="3577748"/>
            <a:ext cx="142994" cy="172905"/>
          </a:xfrm>
          <a:custGeom>
            <a:avLst/>
            <a:gdLst/>
            <a:ahLst/>
            <a:cxnLst/>
            <a:rect l="l" t="t" r="r" b="b"/>
            <a:pathLst>
              <a:path w="3466" h="4191" extrusionOk="0">
                <a:moveTo>
                  <a:pt x="2804" y="662"/>
                </a:moveTo>
                <a:lnTo>
                  <a:pt x="2804" y="3466"/>
                </a:lnTo>
                <a:lnTo>
                  <a:pt x="757" y="3466"/>
                </a:lnTo>
                <a:lnTo>
                  <a:pt x="757" y="66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3812"/>
                </a:lnTo>
                <a:cubicBezTo>
                  <a:pt x="0" y="4033"/>
                  <a:pt x="158" y="4190"/>
                  <a:pt x="347" y="4190"/>
                </a:cubicBezTo>
                <a:lnTo>
                  <a:pt x="3119" y="4190"/>
                </a:lnTo>
                <a:cubicBezTo>
                  <a:pt x="3308" y="4190"/>
                  <a:pt x="3466" y="4033"/>
                  <a:pt x="3466" y="3812"/>
                </a:cubicBezTo>
                <a:lnTo>
                  <a:pt x="3466" y="347"/>
                </a:lnTo>
                <a:cubicBezTo>
                  <a:pt x="3466" y="158"/>
                  <a:pt x="3308" y="0"/>
                  <a:pt x="31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9" name="Google Shape;12470;p89">
            <a:extLst>
              <a:ext uri="{FF2B5EF4-FFF2-40B4-BE49-F238E27FC236}">
                <a16:creationId xmlns:a16="http://schemas.microsoft.com/office/drawing/2014/main" id="{506BB3DE-66D7-5E66-E23E-97252D30129E}"/>
              </a:ext>
            </a:extLst>
          </p:cNvPr>
          <p:cNvSpPr/>
          <p:nvPr/>
        </p:nvSpPr>
        <p:spPr>
          <a:xfrm>
            <a:off x="4252324" y="3692110"/>
            <a:ext cx="200216" cy="28632"/>
          </a:xfrm>
          <a:custGeom>
            <a:avLst/>
            <a:gdLst/>
            <a:ahLst/>
            <a:cxnLst/>
            <a:rect l="l" t="t" r="r" b="b"/>
            <a:pathLst>
              <a:path w="4853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32" y="536"/>
                  <a:pt x="158" y="694"/>
                  <a:pt x="347" y="694"/>
                </a:cubicBezTo>
                <a:lnTo>
                  <a:pt x="4506" y="694"/>
                </a:lnTo>
                <a:cubicBezTo>
                  <a:pt x="4695" y="694"/>
                  <a:pt x="4852" y="536"/>
                  <a:pt x="4852" y="347"/>
                </a:cubicBezTo>
                <a:cubicBezTo>
                  <a:pt x="4852" y="158"/>
                  <a:pt x="4695" y="1"/>
                  <a:pt x="450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0" name="Google Shape;12471;p89">
            <a:extLst>
              <a:ext uri="{FF2B5EF4-FFF2-40B4-BE49-F238E27FC236}">
                <a16:creationId xmlns:a16="http://schemas.microsoft.com/office/drawing/2014/main" id="{9E09BD5D-8558-7B6F-6E8E-C51AE9438381}"/>
              </a:ext>
            </a:extLst>
          </p:cNvPr>
          <p:cNvSpPr/>
          <p:nvPr/>
        </p:nvSpPr>
        <p:spPr>
          <a:xfrm>
            <a:off x="4252324" y="3633608"/>
            <a:ext cx="200216" cy="28632"/>
          </a:xfrm>
          <a:custGeom>
            <a:avLst/>
            <a:gdLst/>
            <a:ahLst/>
            <a:cxnLst/>
            <a:rect l="l" t="t" r="r" b="b"/>
            <a:pathLst>
              <a:path w="4853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32" y="568"/>
                  <a:pt x="158" y="694"/>
                  <a:pt x="347" y="694"/>
                </a:cubicBezTo>
                <a:lnTo>
                  <a:pt x="4506" y="694"/>
                </a:lnTo>
                <a:cubicBezTo>
                  <a:pt x="4695" y="694"/>
                  <a:pt x="4852" y="536"/>
                  <a:pt x="4852" y="347"/>
                </a:cubicBezTo>
                <a:cubicBezTo>
                  <a:pt x="4852" y="158"/>
                  <a:pt x="4695" y="1"/>
                  <a:pt x="450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701" name="Google Shape;12472;p89">
            <a:extLst>
              <a:ext uri="{FF2B5EF4-FFF2-40B4-BE49-F238E27FC236}">
                <a16:creationId xmlns:a16="http://schemas.microsoft.com/office/drawing/2014/main" id="{F504F674-BB9A-3120-C332-030184E2C3C8}"/>
              </a:ext>
            </a:extLst>
          </p:cNvPr>
          <p:cNvSpPr/>
          <p:nvPr/>
        </p:nvSpPr>
        <p:spPr>
          <a:xfrm>
            <a:off x="4252324" y="3577750"/>
            <a:ext cx="200216" cy="29911"/>
          </a:xfrm>
          <a:custGeom>
            <a:avLst/>
            <a:gdLst/>
            <a:ahLst/>
            <a:cxnLst/>
            <a:rect l="l" t="t" r="r" b="b"/>
            <a:pathLst>
              <a:path w="4853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32" y="567"/>
                  <a:pt x="158" y="725"/>
                  <a:pt x="347" y="725"/>
                </a:cubicBezTo>
                <a:lnTo>
                  <a:pt x="4506" y="725"/>
                </a:lnTo>
                <a:cubicBezTo>
                  <a:pt x="4695" y="725"/>
                  <a:pt x="4852" y="567"/>
                  <a:pt x="4852" y="347"/>
                </a:cubicBezTo>
                <a:cubicBezTo>
                  <a:pt x="4852" y="158"/>
                  <a:pt x="4695" y="0"/>
                  <a:pt x="450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4" name="Google Shape;12486;p89">
            <a:extLst>
              <a:ext uri="{FF2B5EF4-FFF2-40B4-BE49-F238E27FC236}">
                <a16:creationId xmlns:a16="http://schemas.microsoft.com/office/drawing/2014/main" id="{CFA38DE8-4BD9-9130-31DB-0C56325A3627}"/>
              </a:ext>
            </a:extLst>
          </p:cNvPr>
          <p:cNvSpPr/>
          <p:nvPr/>
        </p:nvSpPr>
        <p:spPr>
          <a:xfrm>
            <a:off x="7254480" y="3870172"/>
            <a:ext cx="28632" cy="28632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27" y="1"/>
                  <a:pt x="0" y="158"/>
                  <a:pt x="0" y="347"/>
                </a:cubicBezTo>
                <a:cubicBezTo>
                  <a:pt x="0" y="536"/>
                  <a:pt x="127" y="694"/>
                  <a:pt x="347" y="694"/>
                </a:cubicBezTo>
                <a:cubicBezTo>
                  <a:pt x="536" y="694"/>
                  <a:pt x="694" y="536"/>
                  <a:pt x="694" y="347"/>
                </a:cubicBezTo>
                <a:cubicBezTo>
                  <a:pt x="662" y="158"/>
                  <a:pt x="505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5" name="Google Shape;12487;p89">
            <a:extLst>
              <a:ext uri="{FF2B5EF4-FFF2-40B4-BE49-F238E27FC236}">
                <a16:creationId xmlns:a16="http://schemas.microsoft.com/office/drawing/2014/main" id="{D980FECD-77B4-B8EB-30CE-42F62F0E96BC}"/>
              </a:ext>
            </a:extLst>
          </p:cNvPr>
          <p:cNvSpPr/>
          <p:nvPr/>
        </p:nvSpPr>
        <p:spPr>
          <a:xfrm>
            <a:off x="7415442" y="3525724"/>
            <a:ext cx="85813" cy="198896"/>
          </a:xfrm>
          <a:custGeom>
            <a:avLst/>
            <a:gdLst/>
            <a:ahLst/>
            <a:cxnLst/>
            <a:rect l="l" t="t" r="r" b="b"/>
            <a:pathLst>
              <a:path w="2080" h="4821" extrusionOk="0">
                <a:moveTo>
                  <a:pt x="1008" y="0"/>
                </a:moveTo>
                <a:cubicBezTo>
                  <a:pt x="819" y="0"/>
                  <a:pt x="662" y="158"/>
                  <a:pt x="662" y="378"/>
                </a:cubicBezTo>
                <a:lnTo>
                  <a:pt x="662" y="757"/>
                </a:lnTo>
                <a:cubicBezTo>
                  <a:pt x="252" y="914"/>
                  <a:pt x="0" y="1261"/>
                  <a:pt x="0" y="1733"/>
                </a:cubicBezTo>
                <a:cubicBezTo>
                  <a:pt x="0" y="2300"/>
                  <a:pt x="473" y="2773"/>
                  <a:pt x="1008" y="2773"/>
                </a:cubicBezTo>
                <a:cubicBezTo>
                  <a:pt x="1323" y="2773"/>
                  <a:pt x="1481" y="3119"/>
                  <a:pt x="1260" y="3371"/>
                </a:cubicBezTo>
                <a:cubicBezTo>
                  <a:pt x="1197" y="3419"/>
                  <a:pt x="1103" y="3442"/>
                  <a:pt x="1012" y="3442"/>
                </a:cubicBezTo>
                <a:cubicBezTo>
                  <a:pt x="922" y="3442"/>
                  <a:pt x="835" y="3419"/>
                  <a:pt x="788" y="3371"/>
                </a:cubicBezTo>
                <a:cubicBezTo>
                  <a:pt x="725" y="3308"/>
                  <a:pt x="630" y="3277"/>
                  <a:pt x="540" y="3277"/>
                </a:cubicBezTo>
                <a:cubicBezTo>
                  <a:pt x="449" y="3277"/>
                  <a:pt x="362" y="3308"/>
                  <a:pt x="315" y="3371"/>
                </a:cubicBezTo>
                <a:cubicBezTo>
                  <a:pt x="189" y="3466"/>
                  <a:pt x="189" y="3718"/>
                  <a:pt x="315" y="3844"/>
                </a:cubicBezTo>
                <a:cubicBezTo>
                  <a:pt x="410" y="3939"/>
                  <a:pt x="536" y="4033"/>
                  <a:pt x="693" y="4065"/>
                </a:cubicBezTo>
                <a:lnTo>
                  <a:pt x="693" y="4474"/>
                </a:lnTo>
                <a:cubicBezTo>
                  <a:pt x="693" y="4663"/>
                  <a:pt x="851" y="4821"/>
                  <a:pt x="1040" y="4821"/>
                </a:cubicBezTo>
                <a:cubicBezTo>
                  <a:pt x="1260" y="4821"/>
                  <a:pt x="1418" y="4663"/>
                  <a:pt x="1418" y="4474"/>
                </a:cubicBezTo>
                <a:lnTo>
                  <a:pt x="1418" y="4065"/>
                </a:lnTo>
                <a:cubicBezTo>
                  <a:pt x="1796" y="3907"/>
                  <a:pt x="2079" y="3560"/>
                  <a:pt x="2079" y="3088"/>
                </a:cubicBezTo>
                <a:cubicBezTo>
                  <a:pt x="2079" y="2521"/>
                  <a:pt x="1607" y="2048"/>
                  <a:pt x="1040" y="2048"/>
                </a:cubicBezTo>
                <a:cubicBezTo>
                  <a:pt x="851" y="2048"/>
                  <a:pt x="693" y="1891"/>
                  <a:pt x="693" y="1702"/>
                </a:cubicBezTo>
                <a:cubicBezTo>
                  <a:pt x="693" y="1495"/>
                  <a:pt x="842" y="1356"/>
                  <a:pt x="1016" y="1356"/>
                </a:cubicBezTo>
                <a:cubicBezTo>
                  <a:pt x="1107" y="1356"/>
                  <a:pt x="1205" y="1394"/>
                  <a:pt x="1292" y="1481"/>
                </a:cubicBezTo>
                <a:cubicBezTo>
                  <a:pt x="1355" y="1528"/>
                  <a:pt x="1441" y="1552"/>
                  <a:pt x="1528" y="1552"/>
                </a:cubicBezTo>
                <a:cubicBezTo>
                  <a:pt x="1615" y="1552"/>
                  <a:pt x="1701" y="1528"/>
                  <a:pt x="1764" y="1481"/>
                </a:cubicBezTo>
                <a:cubicBezTo>
                  <a:pt x="1859" y="1355"/>
                  <a:pt x="1859" y="1103"/>
                  <a:pt x="1764" y="1009"/>
                </a:cubicBezTo>
                <a:cubicBezTo>
                  <a:pt x="1638" y="883"/>
                  <a:pt x="1512" y="788"/>
                  <a:pt x="1355" y="757"/>
                </a:cubicBezTo>
                <a:lnTo>
                  <a:pt x="1355" y="378"/>
                </a:lnTo>
                <a:cubicBezTo>
                  <a:pt x="1355" y="158"/>
                  <a:pt x="1197" y="0"/>
                  <a:pt x="10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6" name="Google Shape;12488;p89">
            <a:extLst>
              <a:ext uri="{FF2B5EF4-FFF2-40B4-BE49-F238E27FC236}">
                <a16:creationId xmlns:a16="http://schemas.microsoft.com/office/drawing/2014/main" id="{E907E282-AAF4-E3A9-66A5-A3E7627E20C4}"/>
              </a:ext>
            </a:extLst>
          </p:cNvPr>
          <p:cNvSpPr/>
          <p:nvPr/>
        </p:nvSpPr>
        <p:spPr>
          <a:xfrm>
            <a:off x="7129635" y="3466605"/>
            <a:ext cx="482244" cy="479645"/>
          </a:xfrm>
          <a:custGeom>
            <a:avLst/>
            <a:gdLst/>
            <a:ahLst/>
            <a:cxnLst/>
            <a:rect l="l" t="t" r="r" b="b"/>
            <a:pathLst>
              <a:path w="11689" h="11626" extrusionOk="0">
                <a:moveTo>
                  <a:pt x="5009" y="1355"/>
                </a:moveTo>
                <a:cubicBezTo>
                  <a:pt x="4789" y="1576"/>
                  <a:pt x="4694" y="1796"/>
                  <a:pt x="4537" y="2049"/>
                </a:cubicBezTo>
                <a:lnTo>
                  <a:pt x="662" y="2049"/>
                </a:lnTo>
                <a:lnTo>
                  <a:pt x="662" y="1670"/>
                </a:lnTo>
                <a:cubicBezTo>
                  <a:pt x="662" y="1513"/>
                  <a:pt x="819" y="1355"/>
                  <a:pt x="1008" y="1355"/>
                </a:cubicBezTo>
                <a:close/>
                <a:moveTo>
                  <a:pt x="7908" y="694"/>
                </a:moveTo>
                <a:cubicBezTo>
                  <a:pt x="9609" y="694"/>
                  <a:pt x="10995" y="2080"/>
                  <a:pt x="10995" y="3781"/>
                </a:cubicBezTo>
                <a:cubicBezTo>
                  <a:pt x="10995" y="5451"/>
                  <a:pt x="9609" y="6837"/>
                  <a:pt x="7908" y="6837"/>
                </a:cubicBezTo>
                <a:cubicBezTo>
                  <a:pt x="7309" y="6837"/>
                  <a:pt x="6679" y="6680"/>
                  <a:pt x="6206" y="6365"/>
                </a:cubicBezTo>
                <a:cubicBezTo>
                  <a:pt x="6162" y="6342"/>
                  <a:pt x="6086" y="6320"/>
                  <a:pt x="6023" y="6320"/>
                </a:cubicBezTo>
                <a:cubicBezTo>
                  <a:pt x="5997" y="6320"/>
                  <a:pt x="5973" y="6324"/>
                  <a:pt x="5954" y="6333"/>
                </a:cubicBezTo>
                <a:cubicBezTo>
                  <a:pt x="5671" y="6396"/>
                  <a:pt x="5324" y="6522"/>
                  <a:pt x="5009" y="6648"/>
                </a:cubicBezTo>
                <a:lnTo>
                  <a:pt x="5324" y="5703"/>
                </a:lnTo>
                <a:cubicBezTo>
                  <a:pt x="5356" y="5609"/>
                  <a:pt x="5324" y="5514"/>
                  <a:pt x="5261" y="5420"/>
                </a:cubicBezTo>
                <a:cubicBezTo>
                  <a:pt x="4946" y="4947"/>
                  <a:pt x="4789" y="4348"/>
                  <a:pt x="4789" y="3781"/>
                </a:cubicBezTo>
                <a:cubicBezTo>
                  <a:pt x="4789" y="2080"/>
                  <a:pt x="6238" y="694"/>
                  <a:pt x="7908" y="694"/>
                </a:cubicBezTo>
                <a:close/>
                <a:moveTo>
                  <a:pt x="4253" y="2710"/>
                </a:moveTo>
                <a:cubicBezTo>
                  <a:pt x="4190" y="3025"/>
                  <a:pt x="4096" y="3372"/>
                  <a:pt x="4096" y="3718"/>
                </a:cubicBezTo>
                <a:cubicBezTo>
                  <a:pt x="4096" y="4411"/>
                  <a:pt x="4253" y="5041"/>
                  <a:pt x="4600" y="5609"/>
                </a:cubicBezTo>
                <a:lnTo>
                  <a:pt x="4127" y="7089"/>
                </a:lnTo>
                <a:cubicBezTo>
                  <a:pt x="4096" y="7184"/>
                  <a:pt x="4127" y="7341"/>
                  <a:pt x="4222" y="7436"/>
                </a:cubicBezTo>
                <a:cubicBezTo>
                  <a:pt x="4266" y="7480"/>
                  <a:pt x="4358" y="7525"/>
                  <a:pt x="4453" y="7525"/>
                </a:cubicBezTo>
                <a:cubicBezTo>
                  <a:pt x="4492" y="7525"/>
                  <a:pt x="4531" y="7517"/>
                  <a:pt x="4568" y="7499"/>
                </a:cubicBezTo>
                <a:cubicBezTo>
                  <a:pt x="4568" y="7499"/>
                  <a:pt x="5387" y="7247"/>
                  <a:pt x="6017" y="7026"/>
                </a:cubicBezTo>
                <a:cubicBezTo>
                  <a:pt x="6080" y="7089"/>
                  <a:pt x="6143" y="7089"/>
                  <a:pt x="6175" y="7121"/>
                </a:cubicBezTo>
                <a:lnTo>
                  <a:pt x="6175" y="8223"/>
                </a:lnTo>
                <a:lnTo>
                  <a:pt x="662" y="8223"/>
                </a:lnTo>
                <a:lnTo>
                  <a:pt x="662" y="2710"/>
                </a:lnTo>
                <a:close/>
                <a:moveTo>
                  <a:pt x="6112" y="8885"/>
                </a:moveTo>
                <a:lnTo>
                  <a:pt x="6112" y="10618"/>
                </a:lnTo>
                <a:cubicBezTo>
                  <a:pt x="6143" y="10807"/>
                  <a:pt x="5986" y="10964"/>
                  <a:pt x="5797" y="10964"/>
                </a:cubicBezTo>
                <a:lnTo>
                  <a:pt x="977" y="10964"/>
                </a:lnTo>
                <a:cubicBezTo>
                  <a:pt x="788" y="10964"/>
                  <a:pt x="630" y="10807"/>
                  <a:pt x="630" y="10618"/>
                </a:cubicBezTo>
                <a:lnTo>
                  <a:pt x="630" y="8885"/>
                </a:lnTo>
                <a:close/>
                <a:moveTo>
                  <a:pt x="7908" y="1"/>
                </a:moveTo>
                <a:cubicBezTo>
                  <a:pt x="7120" y="1"/>
                  <a:pt x="6364" y="221"/>
                  <a:pt x="5734" y="662"/>
                </a:cubicBezTo>
                <a:lnTo>
                  <a:pt x="1008" y="662"/>
                </a:lnTo>
                <a:cubicBezTo>
                  <a:pt x="473" y="662"/>
                  <a:pt x="0" y="1135"/>
                  <a:pt x="0" y="1670"/>
                </a:cubicBezTo>
                <a:lnTo>
                  <a:pt x="0" y="10618"/>
                </a:lnTo>
                <a:cubicBezTo>
                  <a:pt x="0" y="11153"/>
                  <a:pt x="473" y="11626"/>
                  <a:pt x="1008" y="11626"/>
                </a:cubicBezTo>
                <a:lnTo>
                  <a:pt x="5828" y="11626"/>
                </a:lnTo>
                <a:cubicBezTo>
                  <a:pt x="6364" y="11626"/>
                  <a:pt x="6837" y="11153"/>
                  <a:pt x="6837" y="10618"/>
                </a:cubicBezTo>
                <a:lnTo>
                  <a:pt x="6837" y="7341"/>
                </a:lnTo>
                <a:cubicBezTo>
                  <a:pt x="7215" y="7436"/>
                  <a:pt x="7561" y="7499"/>
                  <a:pt x="7908" y="7499"/>
                </a:cubicBezTo>
                <a:cubicBezTo>
                  <a:pt x="9987" y="7499"/>
                  <a:pt x="11688" y="5798"/>
                  <a:pt x="11688" y="3718"/>
                </a:cubicBezTo>
                <a:cubicBezTo>
                  <a:pt x="11657" y="1670"/>
                  <a:pt x="9956" y="1"/>
                  <a:pt x="79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5" name="Google Shape;12499;p89">
            <a:extLst>
              <a:ext uri="{FF2B5EF4-FFF2-40B4-BE49-F238E27FC236}">
                <a16:creationId xmlns:a16="http://schemas.microsoft.com/office/drawing/2014/main" id="{C06B4B87-8F5A-75FB-DB46-1E5BC903DA49}"/>
              </a:ext>
            </a:extLst>
          </p:cNvPr>
          <p:cNvSpPr/>
          <p:nvPr/>
        </p:nvSpPr>
        <p:spPr>
          <a:xfrm>
            <a:off x="1566667" y="3465303"/>
            <a:ext cx="454934" cy="482244"/>
          </a:xfrm>
          <a:custGeom>
            <a:avLst/>
            <a:gdLst/>
            <a:ahLst/>
            <a:cxnLst/>
            <a:rect l="l" t="t" r="r" b="b"/>
            <a:pathLst>
              <a:path w="11027" h="11689" extrusionOk="0">
                <a:moveTo>
                  <a:pt x="9924" y="1324"/>
                </a:moveTo>
                <a:cubicBezTo>
                  <a:pt x="10113" y="1324"/>
                  <a:pt x="10271" y="1481"/>
                  <a:pt x="10271" y="1702"/>
                </a:cubicBezTo>
                <a:lnTo>
                  <a:pt x="10271" y="9263"/>
                </a:lnTo>
                <a:lnTo>
                  <a:pt x="10302" y="9263"/>
                </a:lnTo>
                <a:cubicBezTo>
                  <a:pt x="10302" y="9452"/>
                  <a:pt x="10145" y="9610"/>
                  <a:pt x="9956" y="9610"/>
                </a:cubicBezTo>
                <a:lnTo>
                  <a:pt x="9609" y="9610"/>
                </a:lnTo>
                <a:lnTo>
                  <a:pt x="9609" y="8570"/>
                </a:lnTo>
                <a:cubicBezTo>
                  <a:pt x="9609" y="8381"/>
                  <a:pt x="9452" y="8223"/>
                  <a:pt x="9263" y="8223"/>
                </a:cubicBezTo>
                <a:lnTo>
                  <a:pt x="4442" y="8223"/>
                </a:lnTo>
                <a:cubicBezTo>
                  <a:pt x="4253" y="8223"/>
                  <a:pt x="4096" y="8381"/>
                  <a:pt x="4096" y="8570"/>
                </a:cubicBezTo>
                <a:lnTo>
                  <a:pt x="4096" y="9610"/>
                </a:lnTo>
                <a:lnTo>
                  <a:pt x="3434" y="9610"/>
                </a:lnTo>
                <a:lnTo>
                  <a:pt x="3434" y="1324"/>
                </a:lnTo>
                <a:close/>
                <a:moveTo>
                  <a:pt x="2426" y="631"/>
                </a:moveTo>
                <a:cubicBezTo>
                  <a:pt x="2647" y="631"/>
                  <a:pt x="2804" y="788"/>
                  <a:pt x="2804" y="977"/>
                </a:cubicBezTo>
                <a:lnTo>
                  <a:pt x="2804" y="9925"/>
                </a:lnTo>
                <a:cubicBezTo>
                  <a:pt x="2804" y="10114"/>
                  <a:pt x="2647" y="10271"/>
                  <a:pt x="2426" y="10271"/>
                </a:cubicBezTo>
                <a:lnTo>
                  <a:pt x="1071" y="10271"/>
                </a:lnTo>
                <a:cubicBezTo>
                  <a:pt x="851" y="10271"/>
                  <a:pt x="693" y="10114"/>
                  <a:pt x="693" y="9925"/>
                </a:cubicBezTo>
                <a:lnTo>
                  <a:pt x="693" y="977"/>
                </a:lnTo>
                <a:cubicBezTo>
                  <a:pt x="693" y="788"/>
                  <a:pt x="851" y="631"/>
                  <a:pt x="1071" y="631"/>
                </a:cubicBezTo>
                <a:close/>
                <a:moveTo>
                  <a:pt x="8948" y="8948"/>
                </a:moveTo>
                <a:lnTo>
                  <a:pt x="8948" y="10996"/>
                </a:lnTo>
                <a:lnTo>
                  <a:pt x="4852" y="10996"/>
                </a:lnTo>
                <a:lnTo>
                  <a:pt x="4852" y="8948"/>
                </a:lnTo>
                <a:close/>
                <a:moveTo>
                  <a:pt x="1008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9956"/>
                </a:lnTo>
                <a:cubicBezTo>
                  <a:pt x="0" y="10523"/>
                  <a:pt x="473" y="10996"/>
                  <a:pt x="1008" y="10996"/>
                </a:cubicBezTo>
                <a:lnTo>
                  <a:pt x="2395" y="10996"/>
                </a:lnTo>
                <a:cubicBezTo>
                  <a:pt x="2836" y="10996"/>
                  <a:pt x="3214" y="10712"/>
                  <a:pt x="3371" y="10303"/>
                </a:cubicBezTo>
                <a:lnTo>
                  <a:pt x="4127" y="10303"/>
                </a:lnTo>
                <a:lnTo>
                  <a:pt x="4127" y="11342"/>
                </a:lnTo>
                <a:cubicBezTo>
                  <a:pt x="4127" y="11531"/>
                  <a:pt x="4285" y="11689"/>
                  <a:pt x="4474" y="11689"/>
                </a:cubicBezTo>
                <a:lnTo>
                  <a:pt x="9294" y="11689"/>
                </a:lnTo>
                <a:cubicBezTo>
                  <a:pt x="9483" y="11689"/>
                  <a:pt x="9641" y="11531"/>
                  <a:pt x="9641" y="11342"/>
                </a:cubicBezTo>
                <a:lnTo>
                  <a:pt x="9641" y="10271"/>
                </a:lnTo>
                <a:lnTo>
                  <a:pt x="9987" y="10271"/>
                </a:lnTo>
                <a:cubicBezTo>
                  <a:pt x="10554" y="10271"/>
                  <a:pt x="11027" y="9799"/>
                  <a:pt x="11027" y="9263"/>
                </a:cubicBezTo>
                <a:lnTo>
                  <a:pt x="11027" y="1702"/>
                </a:lnTo>
                <a:cubicBezTo>
                  <a:pt x="10995" y="1103"/>
                  <a:pt x="10554" y="662"/>
                  <a:pt x="9956" y="662"/>
                </a:cubicBezTo>
                <a:lnTo>
                  <a:pt x="3371" y="662"/>
                </a:lnTo>
                <a:cubicBezTo>
                  <a:pt x="3214" y="284"/>
                  <a:pt x="2867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6" name="Google Shape;12500;p89">
            <a:extLst>
              <a:ext uri="{FF2B5EF4-FFF2-40B4-BE49-F238E27FC236}">
                <a16:creationId xmlns:a16="http://schemas.microsoft.com/office/drawing/2014/main" id="{0C049622-D270-22FB-F66C-D334D4B6AF6E}"/>
              </a:ext>
            </a:extLst>
          </p:cNvPr>
          <p:cNvSpPr/>
          <p:nvPr/>
        </p:nvSpPr>
        <p:spPr>
          <a:xfrm>
            <a:off x="1736934" y="3548478"/>
            <a:ext cx="227488" cy="114445"/>
          </a:xfrm>
          <a:custGeom>
            <a:avLst/>
            <a:gdLst/>
            <a:ahLst/>
            <a:cxnLst/>
            <a:rect l="l" t="t" r="r" b="b"/>
            <a:pathLst>
              <a:path w="5514" h="2774" extrusionOk="0">
                <a:moveTo>
                  <a:pt x="4821" y="694"/>
                </a:moveTo>
                <a:lnTo>
                  <a:pt x="4821" y="2112"/>
                </a:lnTo>
                <a:lnTo>
                  <a:pt x="725" y="2112"/>
                </a:lnTo>
                <a:lnTo>
                  <a:pt x="725" y="694"/>
                </a:lnTo>
                <a:close/>
                <a:moveTo>
                  <a:pt x="347" y="1"/>
                </a:moveTo>
                <a:cubicBezTo>
                  <a:pt x="158" y="1"/>
                  <a:pt x="0" y="158"/>
                  <a:pt x="0" y="348"/>
                </a:cubicBezTo>
                <a:lnTo>
                  <a:pt x="0" y="2427"/>
                </a:lnTo>
                <a:cubicBezTo>
                  <a:pt x="0" y="2616"/>
                  <a:pt x="158" y="2773"/>
                  <a:pt x="347" y="2773"/>
                </a:cubicBezTo>
                <a:lnTo>
                  <a:pt x="5167" y="2773"/>
                </a:lnTo>
                <a:cubicBezTo>
                  <a:pt x="5356" y="2773"/>
                  <a:pt x="5514" y="2616"/>
                  <a:pt x="5514" y="2427"/>
                </a:cubicBezTo>
                <a:lnTo>
                  <a:pt x="5514" y="348"/>
                </a:lnTo>
                <a:cubicBezTo>
                  <a:pt x="5514" y="158"/>
                  <a:pt x="5356" y="1"/>
                  <a:pt x="516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7" name="Google Shape;12501;p89">
            <a:extLst>
              <a:ext uri="{FF2B5EF4-FFF2-40B4-BE49-F238E27FC236}">
                <a16:creationId xmlns:a16="http://schemas.microsoft.com/office/drawing/2014/main" id="{18690122-5D19-700A-CB94-276D09C6B050}"/>
              </a:ext>
            </a:extLst>
          </p:cNvPr>
          <p:cNvSpPr/>
          <p:nvPr/>
        </p:nvSpPr>
        <p:spPr>
          <a:xfrm>
            <a:off x="1738211" y="3692751"/>
            <a:ext cx="57264" cy="28673"/>
          </a:xfrm>
          <a:custGeom>
            <a:avLst/>
            <a:gdLst/>
            <a:ahLst/>
            <a:cxnLst/>
            <a:rect l="l" t="t" r="r" b="b"/>
            <a:pathLst>
              <a:path w="1388" h="695" extrusionOk="0">
                <a:moveTo>
                  <a:pt x="379" y="1"/>
                </a:moveTo>
                <a:cubicBezTo>
                  <a:pt x="158" y="1"/>
                  <a:pt x="1" y="159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lnTo>
                  <a:pt x="1041" y="694"/>
                </a:lnTo>
                <a:cubicBezTo>
                  <a:pt x="1230" y="694"/>
                  <a:pt x="1387" y="537"/>
                  <a:pt x="1387" y="348"/>
                </a:cubicBezTo>
                <a:cubicBezTo>
                  <a:pt x="1356" y="127"/>
                  <a:pt x="1198" y="1"/>
                  <a:pt x="104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8" name="Google Shape;12502;p89">
            <a:extLst>
              <a:ext uri="{FF2B5EF4-FFF2-40B4-BE49-F238E27FC236}">
                <a16:creationId xmlns:a16="http://schemas.microsoft.com/office/drawing/2014/main" id="{15DE4B96-20CD-EB75-7EFA-2F55DA7A6F05}"/>
              </a:ext>
            </a:extLst>
          </p:cNvPr>
          <p:cNvSpPr/>
          <p:nvPr/>
        </p:nvSpPr>
        <p:spPr>
          <a:xfrm>
            <a:off x="1738211" y="3747374"/>
            <a:ext cx="57264" cy="29911"/>
          </a:xfrm>
          <a:custGeom>
            <a:avLst/>
            <a:gdLst/>
            <a:ahLst/>
            <a:cxnLst/>
            <a:rect l="l" t="t" r="r" b="b"/>
            <a:pathLst>
              <a:path w="1388" h="725" extrusionOk="0">
                <a:moveTo>
                  <a:pt x="379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79" y="725"/>
                </a:cubicBezTo>
                <a:lnTo>
                  <a:pt x="1041" y="725"/>
                </a:lnTo>
                <a:cubicBezTo>
                  <a:pt x="1230" y="725"/>
                  <a:pt x="1387" y="567"/>
                  <a:pt x="1387" y="378"/>
                </a:cubicBezTo>
                <a:cubicBezTo>
                  <a:pt x="1356" y="158"/>
                  <a:pt x="1198" y="0"/>
                  <a:pt x="10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9" name="Google Shape;12503;p89">
            <a:extLst>
              <a:ext uri="{FF2B5EF4-FFF2-40B4-BE49-F238E27FC236}">
                <a16:creationId xmlns:a16="http://schemas.microsoft.com/office/drawing/2014/main" id="{408EA7BB-4DCC-D7AB-35B3-FC65248A3D79}"/>
              </a:ext>
            </a:extLst>
          </p:cNvPr>
          <p:cNvSpPr/>
          <p:nvPr/>
        </p:nvSpPr>
        <p:spPr>
          <a:xfrm>
            <a:off x="1822706" y="3747374"/>
            <a:ext cx="57223" cy="29911"/>
          </a:xfrm>
          <a:custGeom>
            <a:avLst/>
            <a:gdLst/>
            <a:ahLst/>
            <a:cxnLst/>
            <a:rect l="l" t="t" r="r" b="b"/>
            <a:pathLst>
              <a:path w="1387" h="725" extrusionOk="0">
                <a:moveTo>
                  <a:pt x="379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79" y="725"/>
                </a:cubicBezTo>
                <a:lnTo>
                  <a:pt x="1040" y="725"/>
                </a:lnTo>
                <a:cubicBezTo>
                  <a:pt x="1229" y="725"/>
                  <a:pt x="1387" y="567"/>
                  <a:pt x="1387" y="378"/>
                </a:cubicBezTo>
                <a:cubicBezTo>
                  <a:pt x="1387" y="158"/>
                  <a:pt x="1229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0" name="Google Shape;12504;p89">
            <a:extLst>
              <a:ext uri="{FF2B5EF4-FFF2-40B4-BE49-F238E27FC236}">
                <a16:creationId xmlns:a16="http://schemas.microsoft.com/office/drawing/2014/main" id="{5CB44CAB-FBFE-E3A2-4054-5E5FE7C0088F}"/>
              </a:ext>
            </a:extLst>
          </p:cNvPr>
          <p:cNvSpPr/>
          <p:nvPr/>
        </p:nvSpPr>
        <p:spPr>
          <a:xfrm>
            <a:off x="1822706" y="3692751"/>
            <a:ext cx="57223" cy="28673"/>
          </a:xfrm>
          <a:custGeom>
            <a:avLst/>
            <a:gdLst/>
            <a:ahLst/>
            <a:cxnLst/>
            <a:rect l="l" t="t" r="r" b="b"/>
            <a:pathLst>
              <a:path w="1387" h="695" extrusionOk="0">
                <a:moveTo>
                  <a:pt x="379" y="1"/>
                </a:moveTo>
                <a:cubicBezTo>
                  <a:pt x="158" y="1"/>
                  <a:pt x="1" y="159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lnTo>
                  <a:pt x="1040" y="694"/>
                </a:lnTo>
                <a:cubicBezTo>
                  <a:pt x="1229" y="694"/>
                  <a:pt x="1387" y="537"/>
                  <a:pt x="1387" y="348"/>
                </a:cubicBezTo>
                <a:cubicBezTo>
                  <a:pt x="1387" y="127"/>
                  <a:pt x="1229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1" name="Google Shape;12505;p89">
            <a:extLst>
              <a:ext uri="{FF2B5EF4-FFF2-40B4-BE49-F238E27FC236}">
                <a16:creationId xmlns:a16="http://schemas.microsoft.com/office/drawing/2014/main" id="{388BBCC4-19A7-FCD7-A4F9-52DCCCA10F46}"/>
              </a:ext>
            </a:extLst>
          </p:cNvPr>
          <p:cNvSpPr/>
          <p:nvPr/>
        </p:nvSpPr>
        <p:spPr>
          <a:xfrm>
            <a:off x="1907199" y="3692751"/>
            <a:ext cx="57223" cy="28673"/>
          </a:xfrm>
          <a:custGeom>
            <a:avLst/>
            <a:gdLst/>
            <a:ahLst/>
            <a:cxnLst/>
            <a:rect l="l" t="t" r="r" b="b"/>
            <a:pathLst>
              <a:path w="1387" h="695" extrusionOk="0">
                <a:moveTo>
                  <a:pt x="379" y="1"/>
                </a:moveTo>
                <a:cubicBezTo>
                  <a:pt x="158" y="1"/>
                  <a:pt x="1" y="159"/>
                  <a:pt x="1" y="348"/>
                </a:cubicBezTo>
                <a:cubicBezTo>
                  <a:pt x="1" y="537"/>
                  <a:pt x="158" y="694"/>
                  <a:pt x="379" y="694"/>
                </a:cubicBezTo>
                <a:lnTo>
                  <a:pt x="1040" y="694"/>
                </a:lnTo>
                <a:cubicBezTo>
                  <a:pt x="1229" y="694"/>
                  <a:pt x="1387" y="537"/>
                  <a:pt x="1387" y="348"/>
                </a:cubicBezTo>
                <a:cubicBezTo>
                  <a:pt x="1387" y="127"/>
                  <a:pt x="1229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2" name="Google Shape;12506;p89">
            <a:extLst>
              <a:ext uri="{FF2B5EF4-FFF2-40B4-BE49-F238E27FC236}">
                <a16:creationId xmlns:a16="http://schemas.microsoft.com/office/drawing/2014/main" id="{C0459AFC-9A53-3031-1DD6-CF3ED197724C}"/>
              </a:ext>
            </a:extLst>
          </p:cNvPr>
          <p:cNvSpPr/>
          <p:nvPr/>
        </p:nvSpPr>
        <p:spPr>
          <a:xfrm>
            <a:off x="1907199" y="3747374"/>
            <a:ext cx="57223" cy="29911"/>
          </a:xfrm>
          <a:custGeom>
            <a:avLst/>
            <a:gdLst/>
            <a:ahLst/>
            <a:cxnLst/>
            <a:rect l="l" t="t" r="r" b="b"/>
            <a:pathLst>
              <a:path w="1387" h="725" extrusionOk="0">
                <a:moveTo>
                  <a:pt x="379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79" y="725"/>
                </a:cubicBezTo>
                <a:lnTo>
                  <a:pt x="1040" y="725"/>
                </a:lnTo>
                <a:cubicBezTo>
                  <a:pt x="1229" y="725"/>
                  <a:pt x="1387" y="567"/>
                  <a:pt x="1387" y="378"/>
                </a:cubicBezTo>
                <a:cubicBezTo>
                  <a:pt x="1387" y="158"/>
                  <a:pt x="1229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93" name="Google Shape;12507;p89">
            <a:extLst>
              <a:ext uri="{FF2B5EF4-FFF2-40B4-BE49-F238E27FC236}">
                <a16:creationId xmlns:a16="http://schemas.microsoft.com/office/drawing/2014/main" id="{B985548A-A1EE-9C4F-4037-8C74F426E898}"/>
              </a:ext>
            </a:extLst>
          </p:cNvPr>
          <p:cNvSpPr/>
          <p:nvPr/>
        </p:nvSpPr>
        <p:spPr>
          <a:xfrm>
            <a:off x="1794115" y="3861734"/>
            <a:ext cx="113125" cy="28632"/>
          </a:xfrm>
          <a:custGeom>
            <a:avLst/>
            <a:gdLst/>
            <a:ahLst/>
            <a:cxnLst/>
            <a:rect l="l" t="t" r="r" b="b"/>
            <a:pathLst>
              <a:path w="2742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2395" y="694"/>
                </a:lnTo>
                <a:cubicBezTo>
                  <a:pt x="2584" y="694"/>
                  <a:pt x="2742" y="536"/>
                  <a:pt x="2742" y="347"/>
                </a:cubicBezTo>
                <a:cubicBezTo>
                  <a:pt x="2742" y="158"/>
                  <a:pt x="2584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2" name="Google Shape;12516;p89">
            <a:extLst>
              <a:ext uri="{FF2B5EF4-FFF2-40B4-BE49-F238E27FC236}">
                <a16:creationId xmlns:a16="http://schemas.microsoft.com/office/drawing/2014/main" id="{B7516C06-4CA6-8EA3-A8E0-687D273DDDD2}"/>
              </a:ext>
            </a:extLst>
          </p:cNvPr>
          <p:cNvSpPr/>
          <p:nvPr/>
        </p:nvSpPr>
        <p:spPr>
          <a:xfrm>
            <a:off x="4644511" y="3733202"/>
            <a:ext cx="480966" cy="199392"/>
          </a:xfrm>
          <a:custGeom>
            <a:avLst/>
            <a:gdLst/>
            <a:ahLst/>
            <a:cxnLst/>
            <a:rect l="l" t="t" r="r" b="b"/>
            <a:pathLst>
              <a:path w="11658" h="4833" extrusionOk="0">
                <a:moveTo>
                  <a:pt x="978" y="706"/>
                </a:moveTo>
                <a:cubicBezTo>
                  <a:pt x="1167" y="706"/>
                  <a:pt x="1324" y="863"/>
                  <a:pt x="1324" y="1052"/>
                </a:cubicBezTo>
                <a:lnTo>
                  <a:pt x="1324" y="3762"/>
                </a:lnTo>
                <a:cubicBezTo>
                  <a:pt x="1324" y="3982"/>
                  <a:pt x="1167" y="4140"/>
                  <a:pt x="978" y="4140"/>
                </a:cubicBezTo>
                <a:lnTo>
                  <a:pt x="631" y="4140"/>
                </a:lnTo>
                <a:lnTo>
                  <a:pt x="631" y="706"/>
                </a:lnTo>
                <a:close/>
                <a:moveTo>
                  <a:pt x="3866" y="717"/>
                </a:moveTo>
                <a:cubicBezTo>
                  <a:pt x="4374" y="717"/>
                  <a:pt x="4886" y="859"/>
                  <a:pt x="5325" y="1147"/>
                </a:cubicBezTo>
                <a:cubicBezTo>
                  <a:pt x="5672" y="1367"/>
                  <a:pt x="5703" y="1399"/>
                  <a:pt x="5829" y="1399"/>
                </a:cubicBezTo>
                <a:lnTo>
                  <a:pt x="7247" y="1399"/>
                </a:lnTo>
                <a:cubicBezTo>
                  <a:pt x="7436" y="1399"/>
                  <a:pt x="7594" y="1556"/>
                  <a:pt x="7594" y="1777"/>
                </a:cubicBezTo>
                <a:cubicBezTo>
                  <a:pt x="7594" y="1966"/>
                  <a:pt x="7436" y="2124"/>
                  <a:pt x="7247" y="2124"/>
                </a:cubicBezTo>
                <a:lnTo>
                  <a:pt x="4758" y="2124"/>
                </a:lnTo>
                <a:cubicBezTo>
                  <a:pt x="4380" y="2124"/>
                  <a:pt x="4034" y="2344"/>
                  <a:pt x="3845" y="2659"/>
                </a:cubicBezTo>
                <a:cubicBezTo>
                  <a:pt x="3782" y="2817"/>
                  <a:pt x="3845" y="3069"/>
                  <a:pt x="4002" y="3132"/>
                </a:cubicBezTo>
                <a:cubicBezTo>
                  <a:pt x="4045" y="3158"/>
                  <a:pt x="4096" y="3169"/>
                  <a:pt x="4148" y="3169"/>
                </a:cubicBezTo>
                <a:cubicBezTo>
                  <a:pt x="4284" y="3169"/>
                  <a:pt x="4429" y="3088"/>
                  <a:pt x="4475" y="2974"/>
                </a:cubicBezTo>
                <a:cubicBezTo>
                  <a:pt x="4538" y="2848"/>
                  <a:pt x="4632" y="2785"/>
                  <a:pt x="4790" y="2785"/>
                </a:cubicBezTo>
                <a:lnTo>
                  <a:pt x="7562" y="2785"/>
                </a:lnTo>
                <a:cubicBezTo>
                  <a:pt x="7783" y="2785"/>
                  <a:pt x="8003" y="2722"/>
                  <a:pt x="8192" y="2596"/>
                </a:cubicBezTo>
                <a:lnTo>
                  <a:pt x="10555" y="769"/>
                </a:lnTo>
                <a:cubicBezTo>
                  <a:pt x="10603" y="747"/>
                  <a:pt x="10649" y="737"/>
                  <a:pt x="10693" y="737"/>
                </a:cubicBezTo>
                <a:cubicBezTo>
                  <a:pt x="10969" y="737"/>
                  <a:pt x="11146" y="1123"/>
                  <a:pt x="10902" y="1367"/>
                </a:cubicBezTo>
                <a:cubicBezTo>
                  <a:pt x="10844" y="1406"/>
                  <a:pt x="10817" y="1419"/>
                  <a:pt x="10805" y="1419"/>
                </a:cubicBezTo>
                <a:cubicBezTo>
                  <a:pt x="10780" y="1419"/>
                  <a:pt x="10836" y="1354"/>
                  <a:pt x="10826" y="1354"/>
                </a:cubicBezTo>
                <a:cubicBezTo>
                  <a:pt x="10804" y="1354"/>
                  <a:pt x="10447" y="1686"/>
                  <a:pt x="8066" y="3856"/>
                </a:cubicBezTo>
                <a:cubicBezTo>
                  <a:pt x="7877" y="4014"/>
                  <a:pt x="7625" y="4140"/>
                  <a:pt x="7373" y="4140"/>
                </a:cubicBezTo>
                <a:lnTo>
                  <a:pt x="3435" y="4140"/>
                </a:lnTo>
                <a:cubicBezTo>
                  <a:pt x="2962" y="4140"/>
                  <a:pt x="2490" y="4014"/>
                  <a:pt x="2049" y="3825"/>
                </a:cubicBezTo>
                <a:lnTo>
                  <a:pt x="2049" y="1399"/>
                </a:lnTo>
                <a:lnTo>
                  <a:pt x="2332" y="1210"/>
                </a:lnTo>
                <a:cubicBezTo>
                  <a:pt x="2774" y="883"/>
                  <a:pt x="3318" y="717"/>
                  <a:pt x="3866" y="717"/>
                </a:cubicBezTo>
                <a:close/>
                <a:moveTo>
                  <a:pt x="3817" y="0"/>
                </a:moveTo>
                <a:cubicBezTo>
                  <a:pt x="3151" y="0"/>
                  <a:pt x="2491" y="205"/>
                  <a:pt x="1923" y="611"/>
                </a:cubicBezTo>
                <a:cubicBezTo>
                  <a:pt x="1765" y="265"/>
                  <a:pt x="1419" y="13"/>
                  <a:pt x="1009" y="13"/>
                </a:cubicBezTo>
                <a:lnTo>
                  <a:pt x="348" y="13"/>
                </a:lnTo>
                <a:cubicBezTo>
                  <a:pt x="159" y="13"/>
                  <a:pt x="1" y="170"/>
                  <a:pt x="1" y="391"/>
                </a:cubicBezTo>
                <a:lnTo>
                  <a:pt x="1" y="4486"/>
                </a:lnTo>
                <a:cubicBezTo>
                  <a:pt x="1" y="4675"/>
                  <a:pt x="159" y="4833"/>
                  <a:pt x="348" y="4833"/>
                </a:cubicBezTo>
                <a:lnTo>
                  <a:pt x="1009" y="4833"/>
                </a:lnTo>
                <a:cubicBezTo>
                  <a:pt x="1324" y="4833"/>
                  <a:pt x="1608" y="4675"/>
                  <a:pt x="1797" y="4486"/>
                </a:cubicBezTo>
                <a:cubicBezTo>
                  <a:pt x="2332" y="4707"/>
                  <a:pt x="2868" y="4833"/>
                  <a:pt x="3435" y="4833"/>
                </a:cubicBezTo>
                <a:lnTo>
                  <a:pt x="7373" y="4833"/>
                </a:lnTo>
                <a:cubicBezTo>
                  <a:pt x="7783" y="4833"/>
                  <a:pt x="8192" y="4675"/>
                  <a:pt x="8507" y="4392"/>
                </a:cubicBezTo>
                <a:cubicBezTo>
                  <a:pt x="8539" y="4392"/>
                  <a:pt x="11217" y="1903"/>
                  <a:pt x="11248" y="1872"/>
                </a:cubicBezTo>
                <a:cubicBezTo>
                  <a:pt x="11406" y="1809"/>
                  <a:pt x="11658" y="1493"/>
                  <a:pt x="11658" y="1084"/>
                </a:cubicBezTo>
                <a:cubicBezTo>
                  <a:pt x="11658" y="454"/>
                  <a:pt x="11185" y="44"/>
                  <a:pt x="10618" y="44"/>
                </a:cubicBezTo>
                <a:cubicBezTo>
                  <a:pt x="10303" y="44"/>
                  <a:pt x="10051" y="202"/>
                  <a:pt x="9925" y="296"/>
                </a:cubicBezTo>
                <a:lnTo>
                  <a:pt x="8192" y="1619"/>
                </a:lnTo>
                <a:cubicBezTo>
                  <a:pt x="8098" y="1084"/>
                  <a:pt x="7688" y="706"/>
                  <a:pt x="7153" y="706"/>
                </a:cubicBezTo>
                <a:lnTo>
                  <a:pt x="5861" y="706"/>
                </a:lnTo>
                <a:lnTo>
                  <a:pt x="5640" y="548"/>
                </a:lnTo>
                <a:cubicBezTo>
                  <a:pt x="5075" y="182"/>
                  <a:pt x="4444" y="0"/>
                  <a:pt x="38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3" name="Google Shape;12517;p89">
            <a:extLst>
              <a:ext uri="{FF2B5EF4-FFF2-40B4-BE49-F238E27FC236}">
                <a16:creationId xmlns:a16="http://schemas.microsoft.com/office/drawing/2014/main" id="{B5FA9ED0-E25F-384A-961E-13C0300FD430}"/>
              </a:ext>
            </a:extLst>
          </p:cNvPr>
          <p:cNvSpPr/>
          <p:nvPr/>
        </p:nvSpPr>
        <p:spPr>
          <a:xfrm>
            <a:off x="4813498" y="3480260"/>
            <a:ext cx="253520" cy="254799"/>
          </a:xfrm>
          <a:custGeom>
            <a:avLst/>
            <a:gdLst/>
            <a:ahLst/>
            <a:cxnLst/>
            <a:rect l="l" t="t" r="r" b="b"/>
            <a:pathLst>
              <a:path w="6145" h="6176" extrusionOk="0">
                <a:moveTo>
                  <a:pt x="3057" y="693"/>
                </a:moveTo>
                <a:cubicBezTo>
                  <a:pt x="4411" y="693"/>
                  <a:pt x="5482" y="1765"/>
                  <a:pt x="5482" y="3088"/>
                </a:cubicBezTo>
                <a:cubicBezTo>
                  <a:pt x="5482" y="4442"/>
                  <a:pt x="4411" y="5482"/>
                  <a:pt x="3057" y="5482"/>
                </a:cubicBezTo>
                <a:cubicBezTo>
                  <a:pt x="1733" y="5482"/>
                  <a:pt x="662" y="4442"/>
                  <a:pt x="662" y="3088"/>
                </a:cubicBezTo>
                <a:cubicBezTo>
                  <a:pt x="662" y="1765"/>
                  <a:pt x="1733" y="693"/>
                  <a:pt x="3057" y="693"/>
                </a:cubicBezTo>
                <a:close/>
                <a:moveTo>
                  <a:pt x="3057" y="0"/>
                </a:moveTo>
                <a:cubicBezTo>
                  <a:pt x="1387" y="0"/>
                  <a:pt x="1" y="1387"/>
                  <a:pt x="1" y="3088"/>
                </a:cubicBezTo>
                <a:cubicBezTo>
                  <a:pt x="1" y="4789"/>
                  <a:pt x="1387" y="6175"/>
                  <a:pt x="3057" y="6175"/>
                </a:cubicBezTo>
                <a:cubicBezTo>
                  <a:pt x="4758" y="6175"/>
                  <a:pt x="6144" y="4789"/>
                  <a:pt x="6144" y="3088"/>
                </a:cubicBezTo>
                <a:cubicBezTo>
                  <a:pt x="6144" y="1387"/>
                  <a:pt x="4758" y="0"/>
                  <a:pt x="30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4" name="Google Shape;12518;p89">
            <a:extLst>
              <a:ext uri="{FF2B5EF4-FFF2-40B4-BE49-F238E27FC236}">
                <a16:creationId xmlns:a16="http://schemas.microsoft.com/office/drawing/2014/main" id="{0ED6E6BC-6BC9-3DB9-1BC3-23E5124238FD}"/>
              </a:ext>
            </a:extLst>
          </p:cNvPr>
          <p:cNvSpPr/>
          <p:nvPr/>
        </p:nvSpPr>
        <p:spPr>
          <a:xfrm>
            <a:off x="4870678" y="3537444"/>
            <a:ext cx="139116" cy="140437"/>
          </a:xfrm>
          <a:custGeom>
            <a:avLst/>
            <a:gdLst/>
            <a:ahLst/>
            <a:cxnLst/>
            <a:rect l="l" t="t" r="r" b="b"/>
            <a:pathLst>
              <a:path w="3372" h="3404" extrusionOk="0">
                <a:moveTo>
                  <a:pt x="1671" y="631"/>
                </a:moveTo>
                <a:cubicBezTo>
                  <a:pt x="2238" y="631"/>
                  <a:pt x="2710" y="1103"/>
                  <a:pt x="2710" y="1670"/>
                </a:cubicBezTo>
                <a:cubicBezTo>
                  <a:pt x="2710" y="2206"/>
                  <a:pt x="2238" y="2678"/>
                  <a:pt x="1671" y="2678"/>
                </a:cubicBezTo>
                <a:cubicBezTo>
                  <a:pt x="1135" y="2678"/>
                  <a:pt x="662" y="2206"/>
                  <a:pt x="662" y="1670"/>
                </a:cubicBezTo>
                <a:cubicBezTo>
                  <a:pt x="662" y="1103"/>
                  <a:pt x="1135" y="631"/>
                  <a:pt x="1671" y="631"/>
                </a:cubicBezTo>
                <a:close/>
                <a:moveTo>
                  <a:pt x="1671" y="1"/>
                </a:moveTo>
                <a:cubicBezTo>
                  <a:pt x="725" y="1"/>
                  <a:pt x="1" y="757"/>
                  <a:pt x="1" y="1702"/>
                </a:cubicBezTo>
                <a:cubicBezTo>
                  <a:pt x="1" y="2647"/>
                  <a:pt x="725" y="3403"/>
                  <a:pt x="1671" y="3403"/>
                </a:cubicBezTo>
                <a:cubicBezTo>
                  <a:pt x="2616" y="3403"/>
                  <a:pt x="3372" y="2647"/>
                  <a:pt x="3372" y="1702"/>
                </a:cubicBezTo>
                <a:cubicBezTo>
                  <a:pt x="3372" y="757"/>
                  <a:pt x="2616" y="1"/>
                  <a:pt x="16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66" name="Google Shape;12528;p89">
            <a:extLst>
              <a:ext uri="{FF2B5EF4-FFF2-40B4-BE49-F238E27FC236}">
                <a16:creationId xmlns:a16="http://schemas.microsoft.com/office/drawing/2014/main" id="{691BE949-5B06-7442-5694-A8B51A42EF80}"/>
              </a:ext>
            </a:extLst>
          </p:cNvPr>
          <p:cNvSpPr/>
          <p:nvPr/>
        </p:nvSpPr>
        <p:spPr>
          <a:xfrm>
            <a:off x="7748098" y="3464453"/>
            <a:ext cx="484844" cy="483565"/>
          </a:xfrm>
          <a:custGeom>
            <a:avLst/>
            <a:gdLst/>
            <a:ahLst/>
            <a:cxnLst/>
            <a:rect l="l" t="t" r="r" b="b"/>
            <a:pathLst>
              <a:path w="11752" h="11721" extrusionOk="0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0" name="Google Shape;12541;p89">
            <a:extLst>
              <a:ext uri="{FF2B5EF4-FFF2-40B4-BE49-F238E27FC236}">
                <a16:creationId xmlns:a16="http://schemas.microsoft.com/office/drawing/2014/main" id="{8D358EE7-0E81-2063-FADD-09FA4B175135}"/>
              </a:ext>
            </a:extLst>
          </p:cNvPr>
          <p:cNvSpPr/>
          <p:nvPr/>
        </p:nvSpPr>
        <p:spPr>
          <a:xfrm>
            <a:off x="2169952" y="3465303"/>
            <a:ext cx="483524" cy="482244"/>
          </a:xfrm>
          <a:custGeom>
            <a:avLst/>
            <a:gdLst/>
            <a:ahLst/>
            <a:cxnLst/>
            <a:rect l="l" t="t" r="r" b="b"/>
            <a:pathLst>
              <a:path w="11720" h="11689" extrusionOk="0">
                <a:moveTo>
                  <a:pt x="10649" y="693"/>
                </a:moveTo>
                <a:cubicBezTo>
                  <a:pt x="10838" y="693"/>
                  <a:pt x="10995" y="851"/>
                  <a:pt x="10995" y="1040"/>
                </a:cubicBezTo>
                <a:lnTo>
                  <a:pt x="10995" y="7593"/>
                </a:lnTo>
                <a:lnTo>
                  <a:pt x="693" y="7593"/>
                </a:lnTo>
                <a:lnTo>
                  <a:pt x="693" y="1040"/>
                </a:lnTo>
                <a:cubicBezTo>
                  <a:pt x="725" y="851"/>
                  <a:pt x="882" y="693"/>
                  <a:pt x="1040" y="693"/>
                </a:cubicBezTo>
                <a:close/>
                <a:moveTo>
                  <a:pt x="10995" y="8223"/>
                </a:moveTo>
                <a:lnTo>
                  <a:pt x="10995" y="8569"/>
                </a:lnTo>
                <a:cubicBezTo>
                  <a:pt x="11027" y="8821"/>
                  <a:pt x="10869" y="8916"/>
                  <a:pt x="10680" y="8916"/>
                </a:cubicBezTo>
                <a:lnTo>
                  <a:pt x="1040" y="8916"/>
                </a:lnTo>
                <a:cubicBezTo>
                  <a:pt x="851" y="8916"/>
                  <a:pt x="693" y="8758"/>
                  <a:pt x="693" y="8569"/>
                </a:cubicBezTo>
                <a:lnTo>
                  <a:pt x="693" y="8223"/>
                </a:lnTo>
                <a:close/>
                <a:moveTo>
                  <a:pt x="6679" y="9641"/>
                </a:moveTo>
                <a:lnTo>
                  <a:pt x="6994" y="11027"/>
                </a:lnTo>
                <a:lnTo>
                  <a:pt x="4694" y="11027"/>
                </a:lnTo>
                <a:lnTo>
                  <a:pt x="5009" y="9641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8569"/>
                </a:lnTo>
                <a:cubicBezTo>
                  <a:pt x="0" y="9137"/>
                  <a:pt x="473" y="9609"/>
                  <a:pt x="1040" y="9609"/>
                </a:cubicBezTo>
                <a:lnTo>
                  <a:pt x="4316" y="9609"/>
                </a:lnTo>
                <a:lnTo>
                  <a:pt x="4001" y="10964"/>
                </a:lnTo>
                <a:lnTo>
                  <a:pt x="3087" y="10964"/>
                </a:lnTo>
                <a:cubicBezTo>
                  <a:pt x="2898" y="10964"/>
                  <a:pt x="2741" y="11121"/>
                  <a:pt x="2741" y="11342"/>
                </a:cubicBezTo>
                <a:cubicBezTo>
                  <a:pt x="2741" y="11531"/>
                  <a:pt x="2898" y="11688"/>
                  <a:pt x="3087" y="11688"/>
                </a:cubicBezTo>
                <a:lnTo>
                  <a:pt x="8569" y="11688"/>
                </a:lnTo>
                <a:cubicBezTo>
                  <a:pt x="8758" y="11688"/>
                  <a:pt x="8916" y="11531"/>
                  <a:pt x="8916" y="11342"/>
                </a:cubicBezTo>
                <a:cubicBezTo>
                  <a:pt x="8916" y="11121"/>
                  <a:pt x="8758" y="10964"/>
                  <a:pt x="8569" y="10964"/>
                </a:cubicBezTo>
                <a:lnTo>
                  <a:pt x="7656" y="10964"/>
                </a:lnTo>
                <a:lnTo>
                  <a:pt x="7341" y="9609"/>
                </a:lnTo>
                <a:lnTo>
                  <a:pt x="10649" y="9609"/>
                </a:lnTo>
                <a:cubicBezTo>
                  <a:pt x="11216" y="9609"/>
                  <a:pt x="11688" y="9137"/>
                  <a:pt x="11688" y="8569"/>
                </a:cubicBezTo>
                <a:lnTo>
                  <a:pt x="11688" y="1008"/>
                </a:lnTo>
                <a:cubicBezTo>
                  <a:pt x="11720" y="473"/>
                  <a:pt x="11247" y="0"/>
                  <a:pt x="106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81" name="Google Shape;12542;p89">
            <a:extLst>
              <a:ext uri="{FF2B5EF4-FFF2-40B4-BE49-F238E27FC236}">
                <a16:creationId xmlns:a16="http://schemas.microsoft.com/office/drawing/2014/main" id="{378BAB53-2D3C-7BEB-6E22-760EF0AFA788}"/>
              </a:ext>
            </a:extLst>
          </p:cNvPr>
          <p:cNvSpPr/>
          <p:nvPr/>
        </p:nvSpPr>
        <p:spPr>
          <a:xfrm>
            <a:off x="2254404" y="3519887"/>
            <a:ext cx="313300" cy="227817"/>
          </a:xfrm>
          <a:custGeom>
            <a:avLst/>
            <a:gdLst/>
            <a:ahLst/>
            <a:cxnLst/>
            <a:rect l="l" t="t" r="r" b="b"/>
            <a:pathLst>
              <a:path w="7594" h="5522" extrusionOk="0">
                <a:moveTo>
                  <a:pt x="2994" y="725"/>
                </a:moveTo>
                <a:lnTo>
                  <a:pt x="2332" y="1387"/>
                </a:lnTo>
                <a:lnTo>
                  <a:pt x="1230" y="1387"/>
                </a:lnTo>
                <a:lnTo>
                  <a:pt x="1891" y="725"/>
                </a:lnTo>
                <a:close/>
                <a:moveTo>
                  <a:pt x="3781" y="882"/>
                </a:moveTo>
                <a:lnTo>
                  <a:pt x="4349" y="1418"/>
                </a:lnTo>
                <a:lnTo>
                  <a:pt x="3246" y="1418"/>
                </a:lnTo>
                <a:lnTo>
                  <a:pt x="3781" y="882"/>
                </a:lnTo>
                <a:close/>
                <a:moveTo>
                  <a:pt x="5735" y="756"/>
                </a:moveTo>
                <a:lnTo>
                  <a:pt x="6396" y="1418"/>
                </a:lnTo>
                <a:lnTo>
                  <a:pt x="5294" y="1418"/>
                </a:lnTo>
                <a:lnTo>
                  <a:pt x="4632" y="756"/>
                </a:lnTo>
                <a:close/>
                <a:moveTo>
                  <a:pt x="2175" y="2080"/>
                </a:moveTo>
                <a:lnTo>
                  <a:pt x="2868" y="3749"/>
                </a:lnTo>
                <a:lnTo>
                  <a:pt x="1198" y="2080"/>
                </a:lnTo>
                <a:close/>
                <a:moveTo>
                  <a:pt x="6396" y="2080"/>
                </a:moveTo>
                <a:lnTo>
                  <a:pt x="4727" y="3749"/>
                </a:lnTo>
                <a:lnTo>
                  <a:pt x="5420" y="2080"/>
                </a:lnTo>
                <a:close/>
                <a:moveTo>
                  <a:pt x="4664" y="2080"/>
                </a:moveTo>
                <a:lnTo>
                  <a:pt x="3781" y="4253"/>
                </a:lnTo>
                <a:lnTo>
                  <a:pt x="2931" y="2080"/>
                </a:lnTo>
                <a:close/>
                <a:moveTo>
                  <a:pt x="1734" y="0"/>
                </a:moveTo>
                <a:cubicBezTo>
                  <a:pt x="1671" y="0"/>
                  <a:pt x="1545" y="32"/>
                  <a:pt x="1513" y="126"/>
                </a:cubicBezTo>
                <a:lnTo>
                  <a:pt x="127" y="1513"/>
                </a:lnTo>
                <a:cubicBezTo>
                  <a:pt x="1" y="1670"/>
                  <a:pt x="1" y="1859"/>
                  <a:pt x="127" y="2017"/>
                </a:cubicBezTo>
                <a:lnTo>
                  <a:pt x="3561" y="5451"/>
                </a:lnTo>
                <a:cubicBezTo>
                  <a:pt x="3624" y="5498"/>
                  <a:pt x="3711" y="5522"/>
                  <a:pt x="3797" y="5522"/>
                </a:cubicBezTo>
                <a:cubicBezTo>
                  <a:pt x="3884" y="5522"/>
                  <a:pt x="3970" y="5498"/>
                  <a:pt x="4033" y="5451"/>
                </a:cubicBezTo>
                <a:lnTo>
                  <a:pt x="7468" y="2017"/>
                </a:lnTo>
                <a:cubicBezTo>
                  <a:pt x="7594" y="1891"/>
                  <a:pt x="7594" y="1702"/>
                  <a:pt x="7499" y="1544"/>
                </a:cubicBezTo>
                <a:lnTo>
                  <a:pt x="7468" y="1513"/>
                </a:lnTo>
                <a:lnTo>
                  <a:pt x="6081" y="126"/>
                </a:lnTo>
                <a:cubicBezTo>
                  <a:pt x="6018" y="32"/>
                  <a:pt x="5924" y="0"/>
                  <a:pt x="5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8" name="Google Shape;12550;p89">
            <a:extLst>
              <a:ext uri="{FF2B5EF4-FFF2-40B4-BE49-F238E27FC236}">
                <a16:creationId xmlns:a16="http://schemas.microsoft.com/office/drawing/2014/main" id="{0CF8A4F6-63DE-2939-BE5D-D865C6424385}"/>
              </a:ext>
            </a:extLst>
          </p:cNvPr>
          <p:cNvSpPr/>
          <p:nvPr/>
        </p:nvSpPr>
        <p:spPr>
          <a:xfrm>
            <a:off x="5252605" y="3464665"/>
            <a:ext cx="480966" cy="483524"/>
          </a:xfrm>
          <a:custGeom>
            <a:avLst/>
            <a:gdLst/>
            <a:ahLst/>
            <a:cxnLst/>
            <a:rect l="l" t="t" r="r" b="b"/>
            <a:pathLst>
              <a:path w="11658" h="11720" extrusionOk="0">
                <a:moveTo>
                  <a:pt x="4380" y="693"/>
                </a:moveTo>
                <a:cubicBezTo>
                  <a:pt x="6774" y="693"/>
                  <a:pt x="8161" y="1355"/>
                  <a:pt x="8161" y="1733"/>
                </a:cubicBezTo>
                <a:cubicBezTo>
                  <a:pt x="8161" y="2080"/>
                  <a:pt x="6774" y="2741"/>
                  <a:pt x="4380" y="2741"/>
                </a:cubicBezTo>
                <a:cubicBezTo>
                  <a:pt x="1986" y="2741"/>
                  <a:pt x="599" y="2080"/>
                  <a:pt x="599" y="1733"/>
                </a:cubicBezTo>
                <a:cubicBezTo>
                  <a:pt x="631" y="1355"/>
                  <a:pt x="2017" y="693"/>
                  <a:pt x="4380" y="693"/>
                </a:cubicBezTo>
                <a:close/>
                <a:moveTo>
                  <a:pt x="8224" y="2710"/>
                </a:moveTo>
                <a:lnTo>
                  <a:pt x="8224" y="4190"/>
                </a:lnTo>
                <a:lnTo>
                  <a:pt x="7845" y="4190"/>
                </a:lnTo>
                <a:cubicBezTo>
                  <a:pt x="7815" y="4189"/>
                  <a:pt x="7784" y="4189"/>
                  <a:pt x="7753" y="4189"/>
                </a:cubicBezTo>
                <a:cubicBezTo>
                  <a:pt x="6625" y="4189"/>
                  <a:pt x="5622" y="4748"/>
                  <a:pt x="4947" y="5545"/>
                </a:cubicBezTo>
                <a:cubicBezTo>
                  <a:pt x="4743" y="5555"/>
                  <a:pt x="4544" y="5560"/>
                  <a:pt x="4352" y="5560"/>
                </a:cubicBezTo>
                <a:cubicBezTo>
                  <a:pt x="2081" y="5560"/>
                  <a:pt x="662" y="4912"/>
                  <a:pt x="662" y="4505"/>
                </a:cubicBezTo>
                <a:lnTo>
                  <a:pt x="662" y="2710"/>
                </a:lnTo>
                <a:cubicBezTo>
                  <a:pt x="1639" y="3308"/>
                  <a:pt x="3246" y="3466"/>
                  <a:pt x="4443" y="3466"/>
                </a:cubicBezTo>
                <a:cubicBezTo>
                  <a:pt x="5577" y="3466"/>
                  <a:pt x="7215" y="3308"/>
                  <a:pt x="8224" y="2710"/>
                </a:cubicBezTo>
                <a:close/>
                <a:moveTo>
                  <a:pt x="631" y="5514"/>
                </a:moveTo>
                <a:cubicBezTo>
                  <a:pt x="1639" y="6081"/>
                  <a:pt x="3309" y="6238"/>
                  <a:pt x="4474" y="6238"/>
                </a:cubicBezTo>
                <a:cubicBezTo>
                  <a:pt x="4222" y="6711"/>
                  <a:pt x="4065" y="7309"/>
                  <a:pt x="4065" y="7939"/>
                </a:cubicBezTo>
                <a:lnTo>
                  <a:pt x="4065" y="8286"/>
                </a:lnTo>
                <a:cubicBezTo>
                  <a:pt x="1860" y="8223"/>
                  <a:pt x="631" y="7624"/>
                  <a:pt x="631" y="7278"/>
                </a:cubicBezTo>
                <a:lnTo>
                  <a:pt x="631" y="5514"/>
                </a:lnTo>
                <a:close/>
                <a:moveTo>
                  <a:pt x="631" y="8223"/>
                </a:moveTo>
                <a:cubicBezTo>
                  <a:pt x="1576" y="8759"/>
                  <a:pt x="3120" y="8979"/>
                  <a:pt x="4222" y="8979"/>
                </a:cubicBezTo>
                <a:cubicBezTo>
                  <a:pt x="4474" y="9798"/>
                  <a:pt x="4947" y="10460"/>
                  <a:pt x="5609" y="10964"/>
                </a:cubicBezTo>
                <a:cubicBezTo>
                  <a:pt x="5199" y="11005"/>
                  <a:pt x="4802" y="11024"/>
                  <a:pt x="4424" y="11024"/>
                </a:cubicBezTo>
                <a:cubicBezTo>
                  <a:pt x="2216" y="11024"/>
                  <a:pt x="631" y="10391"/>
                  <a:pt x="631" y="9987"/>
                </a:cubicBezTo>
                <a:lnTo>
                  <a:pt x="631" y="8223"/>
                </a:lnTo>
                <a:close/>
                <a:moveTo>
                  <a:pt x="7814" y="4852"/>
                </a:moveTo>
                <a:cubicBezTo>
                  <a:pt x="9515" y="4852"/>
                  <a:pt x="10933" y="6238"/>
                  <a:pt x="10933" y="7939"/>
                </a:cubicBezTo>
                <a:cubicBezTo>
                  <a:pt x="10964" y="9641"/>
                  <a:pt x="9547" y="11027"/>
                  <a:pt x="7814" y="11027"/>
                </a:cubicBezTo>
                <a:cubicBezTo>
                  <a:pt x="6113" y="11027"/>
                  <a:pt x="4726" y="9641"/>
                  <a:pt x="4726" y="7939"/>
                </a:cubicBezTo>
                <a:cubicBezTo>
                  <a:pt x="4726" y="6238"/>
                  <a:pt x="6113" y="4852"/>
                  <a:pt x="7814" y="4852"/>
                </a:cubicBezTo>
                <a:close/>
                <a:moveTo>
                  <a:pt x="4411" y="0"/>
                </a:moveTo>
                <a:cubicBezTo>
                  <a:pt x="3277" y="0"/>
                  <a:pt x="2206" y="158"/>
                  <a:pt x="1418" y="410"/>
                </a:cubicBezTo>
                <a:cubicBezTo>
                  <a:pt x="253" y="819"/>
                  <a:pt x="1" y="1323"/>
                  <a:pt x="1" y="1733"/>
                </a:cubicBezTo>
                <a:lnTo>
                  <a:pt x="1" y="9987"/>
                </a:lnTo>
                <a:cubicBezTo>
                  <a:pt x="1" y="10334"/>
                  <a:pt x="253" y="10901"/>
                  <a:pt x="1418" y="11279"/>
                </a:cubicBezTo>
                <a:cubicBezTo>
                  <a:pt x="2269" y="11562"/>
                  <a:pt x="3309" y="11720"/>
                  <a:pt x="4411" y="11720"/>
                </a:cubicBezTo>
                <a:cubicBezTo>
                  <a:pt x="5199" y="11720"/>
                  <a:pt x="5955" y="11657"/>
                  <a:pt x="6617" y="11531"/>
                </a:cubicBezTo>
                <a:cubicBezTo>
                  <a:pt x="7026" y="11657"/>
                  <a:pt x="7404" y="11720"/>
                  <a:pt x="7845" y="11720"/>
                </a:cubicBezTo>
                <a:cubicBezTo>
                  <a:pt x="9925" y="11720"/>
                  <a:pt x="11658" y="10019"/>
                  <a:pt x="11658" y="7939"/>
                </a:cubicBezTo>
                <a:cubicBezTo>
                  <a:pt x="11626" y="6175"/>
                  <a:pt x="10397" y="4757"/>
                  <a:pt x="8822" y="4316"/>
                </a:cubicBezTo>
                <a:lnTo>
                  <a:pt x="8822" y="1733"/>
                </a:lnTo>
                <a:cubicBezTo>
                  <a:pt x="8822" y="1355"/>
                  <a:pt x="8602" y="819"/>
                  <a:pt x="7404" y="410"/>
                </a:cubicBezTo>
                <a:cubicBezTo>
                  <a:pt x="6585" y="158"/>
                  <a:pt x="5514" y="0"/>
                  <a:pt x="4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9" name="Google Shape;12551;p89">
            <a:extLst>
              <a:ext uri="{FF2B5EF4-FFF2-40B4-BE49-F238E27FC236}">
                <a16:creationId xmlns:a16="http://schemas.microsoft.com/office/drawing/2014/main" id="{9FCD6F71-60C0-9C04-122C-9C544FCD78F1}"/>
              </a:ext>
            </a:extLst>
          </p:cNvPr>
          <p:cNvSpPr/>
          <p:nvPr/>
        </p:nvSpPr>
        <p:spPr>
          <a:xfrm>
            <a:off x="5491768" y="3749291"/>
            <a:ext cx="170306" cy="111846"/>
          </a:xfrm>
          <a:custGeom>
            <a:avLst/>
            <a:gdLst/>
            <a:ahLst/>
            <a:cxnLst/>
            <a:rect l="l" t="t" r="r" b="b"/>
            <a:pathLst>
              <a:path w="4128" h="2711" extrusionOk="0">
                <a:moveTo>
                  <a:pt x="3785" y="1"/>
                </a:moveTo>
                <a:cubicBezTo>
                  <a:pt x="3695" y="1"/>
                  <a:pt x="3608" y="32"/>
                  <a:pt x="3561" y="95"/>
                </a:cubicBezTo>
                <a:lnTo>
                  <a:pt x="1733" y="1923"/>
                </a:lnTo>
                <a:lnTo>
                  <a:pt x="599" y="757"/>
                </a:lnTo>
                <a:cubicBezTo>
                  <a:pt x="536" y="710"/>
                  <a:pt x="450" y="686"/>
                  <a:pt x="363" y="686"/>
                </a:cubicBezTo>
                <a:cubicBezTo>
                  <a:pt x="276" y="686"/>
                  <a:pt x="190" y="710"/>
                  <a:pt x="127" y="757"/>
                </a:cubicBezTo>
                <a:cubicBezTo>
                  <a:pt x="1" y="883"/>
                  <a:pt x="1" y="1135"/>
                  <a:pt x="127" y="1229"/>
                </a:cubicBezTo>
                <a:lnTo>
                  <a:pt x="1513" y="2616"/>
                </a:lnTo>
                <a:cubicBezTo>
                  <a:pt x="1560" y="2679"/>
                  <a:pt x="1647" y="2710"/>
                  <a:pt x="1737" y="2710"/>
                </a:cubicBezTo>
                <a:cubicBezTo>
                  <a:pt x="1828" y="2710"/>
                  <a:pt x="1922" y="2679"/>
                  <a:pt x="1985" y="2616"/>
                </a:cubicBezTo>
                <a:lnTo>
                  <a:pt x="4033" y="568"/>
                </a:lnTo>
                <a:cubicBezTo>
                  <a:pt x="4128" y="442"/>
                  <a:pt x="4128" y="221"/>
                  <a:pt x="4033" y="95"/>
                </a:cubicBezTo>
                <a:cubicBezTo>
                  <a:pt x="3970" y="32"/>
                  <a:pt x="3876" y="1"/>
                  <a:pt x="378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6" name="Google Shape;12555;p89">
            <a:extLst>
              <a:ext uri="{FF2B5EF4-FFF2-40B4-BE49-F238E27FC236}">
                <a16:creationId xmlns:a16="http://schemas.microsoft.com/office/drawing/2014/main" id="{FE09CEE1-C4AD-B619-EC2F-5ADFB20CAB0B}"/>
              </a:ext>
            </a:extLst>
          </p:cNvPr>
          <p:cNvSpPr/>
          <p:nvPr/>
        </p:nvSpPr>
        <p:spPr>
          <a:xfrm>
            <a:off x="8364500" y="3465304"/>
            <a:ext cx="480966" cy="482244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649" y="662"/>
                </a:moveTo>
                <a:cubicBezTo>
                  <a:pt x="10838" y="662"/>
                  <a:pt x="10996" y="820"/>
                  <a:pt x="10996" y="1009"/>
                </a:cubicBezTo>
                <a:cubicBezTo>
                  <a:pt x="10996" y="1198"/>
                  <a:pt x="10838" y="1355"/>
                  <a:pt x="10649" y="1355"/>
                </a:cubicBezTo>
                <a:lnTo>
                  <a:pt x="1040" y="1355"/>
                </a:lnTo>
                <a:cubicBezTo>
                  <a:pt x="851" y="1355"/>
                  <a:pt x="694" y="1198"/>
                  <a:pt x="694" y="1009"/>
                </a:cubicBezTo>
                <a:cubicBezTo>
                  <a:pt x="694" y="820"/>
                  <a:pt x="851" y="662"/>
                  <a:pt x="1040" y="662"/>
                </a:cubicBezTo>
                <a:close/>
                <a:moveTo>
                  <a:pt x="10303" y="2049"/>
                </a:moveTo>
                <a:lnTo>
                  <a:pt x="10303" y="7908"/>
                </a:lnTo>
                <a:cubicBezTo>
                  <a:pt x="10334" y="8097"/>
                  <a:pt x="10177" y="8255"/>
                  <a:pt x="9988" y="8255"/>
                </a:cubicBezTo>
                <a:lnTo>
                  <a:pt x="1702" y="8255"/>
                </a:lnTo>
                <a:cubicBezTo>
                  <a:pt x="1513" y="8255"/>
                  <a:pt x="1355" y="8097"/>
                  <a:pt x="1355" y="7908"/>
                </a:cubicBezTo>
                <a:lnTo>
                  <a:pt x="1355" y="2049"/>
                </a:lnTo>
                <a:close/>
                <a:moveTo>
                  <a:pt x="5797" y="10271"/>
                </a:moveTo>
                <a:cubicBezTo>
                  <a:pt x="5986" y="10271"/>
                  <a:pt x="6144" y="10429"/>
                  <a:pt x="6144" y="10618"/>
                </a:cubicBezTo>
                <a:cubicBezTo>
                  <a:pt x="6144" y="10807"/>
                  <a:pt x="5986" y="10964"/>
                  <a:pt x="5797" y="10964"/>
                </a:cubicBezTo>
                <a:cubicBezTo>
                  <a:pt x="5608" y="10964"/>
                  <a:pt x="5451" y="10807"/>
                  <a:pt x="5451" y="10618"/>
                </a:cubicBezTo>
                <a:cubicBezTo>
                  <a:pt x="5451" y="10429"/>
                  <a:pt x="5608" y="10271"/>
                  <a:pt x="5797" y="10271"/>
                </a:cubicBezTo>
                <a:close/>
                <a:moveTo>
                  <a:pt x="1040" y="1"/>
                </a:moveTo>
                <a:cubicBezTo>
                  <a:pt x="473" y="1"/>
                  <a:pt x="1" y="473"/>
                  <a:pt x="1" y="1009"/>
                </a:cubicBezTo>
                <a:cubicBezTo>
                  <a:pt x="1" y="1450"/>
                  <a:pt x="284" y="1828"/>
                  <a:pt x="694" y="1986"/>
                </a:cubicBezTo>
                <a:lnTo>
                  <a:pt x="694" y="7908"/>
                </a:lnTo>
                <a:cubicBezTo>
                  <a:pt x="694" y="8444"/>
                  <a:pt x="1166" y="8917"/>
                  <a:pt x="1702" y="8917"/>
                </a:cubicBezTo>
                <a:lnTo>
                  <a:pt x="5482" y="8917"/>
                </a:lnTo>
                <a:lnTo>
                  <a:pt x="5482" y="9673"/>
                </a:lnTo>
                <a:cubicBezTo>
                  <a:pt x="5104" y="9830"/>
                  <a:pt x="4821" y="10177"/>
                  <a:pt x="4821" y="10649"/>
                </a:cubicBezTo>
                <a:cubicBezTo>
                  <a:pt x="4821" y="11216"/>
                  <a:pt x="5293" y="11689"/>
                  <a:pt x="5829" y="11689"/>
                </a:cubicBezTo>
                <a:cubicBezTo>
                  <a:pt x="6396" y="11689"/>
                  <a:pt x="6869" y="11216"/>
                  <a:pt x="6869" y="10649"/>
                </a:cubicBezTo>
                <a:cubicBezTo>
                  <a:pt x="6869" y="10240"/>
                  <a:pt x="6585" y="9830"/>
                  <a:pt x="6207" y="9673"/>
                </a:cubicBezTo>
                <a:lnTo>
                  <a:pt x="6207" y="8917"/>
                </a:lnTo>
                <a:lnTo>
                  <a:pt x="10019" y="8917"/>
                </a:lnTo>
                <a:cubicBezTo>
                  <a:pt x="10555" y="8917"/>
                  <a:pt x="11027" y="8444"/>
                  <a:pt x="11027" y="7908"/>
                </a:cubicBezTo>
                <a:lnTo>
                  <a:pt x="11027" y="1986"/>
                </a:lnTo>
                <a:cubicBezTo>
                  <a:pt x="11405" y="1828"/>
                  <a:pt x="11657" y="1450"/>
                  <a:pt x="11657" y="1009"/>
                </a:cubicBezTo>
                <a:cubicBezTo>
                  <a:pt x="11657" y="473"/>
                  <a:pt x="11185" y="1"/>
                  <a:pt x="1064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7" name="Google Shape;12556;p89">
            <a:extLst>
              <a:ext uri="{FF2B5EF4-FFF2-40B4-BE49-F238E27FC236}">
                <a16:creationId xmlns:a16="http://schemas.microsoft.com/office/drawing/2014/main" id="{C205EA6F-80A1-75E9-2BD4-75EF083D6F03}"/>
              </a:ext>
            </a:extLst>
          </p:cNvPr>
          <p:cNvSpPr/>
          <p:nvPr/>
        </p:nvSpPr>
        <p:spPr>
          <a:xfrm>
            <a:off x="8448995" y="3608298"/>
            <a:ext cx="311981" cy="139446"/>
          </a:xfrm>
          <a:custGeom>
            <a:avLst/>
            <a:gdLst/>
            <a:ahLst/>
            <a:cxnLst/>
            <a:rect l="l" t="t" r="r" b="b"/>
            <a:pathLst>
              <a:path w="7562" h="3380" extrusionOk="0">
                <a:moveTo>
                  <a:pt x="6553" y="0"/>
                </a:moveTo>
                <a:cubicBezTo>
                  <a:pt x="6144" y="0"/>
                  <a:pt x="6081" y="504"/>
                  <a:pt x="6427" y="662"/>
                </a:cubicBezTo>
                <a:lnTo>
                  <a:pt x="4474" y="2584"/>
                </a:lnTo>
                <a:lnTo>
                  <a:pt x="2647" y="788"/>
                </a:lnTo>
                <a:cubicBezTo>
                  <a:pt x="2584" y="725"/>
                  <a:pt x="2497" y="693"/>
                  <a:pt x="2410" y="693"/>
                </a:cubicBezTo>
                <a:cubicBezTo>
                  <a:pt x="2324" y="693"/>
                  <a:pt x="2237" y="725"/>
                  <a:pt x="2174" y="788"/>
                </a:cubicBezTo>
                <a:lnTo>
                  <a:pt x="126" y="2836"/>
                </a:lnTo>
                <a:cubicBezTo>
                  <a:pt x="0" y="2930"/>
                  <a:pt x="0" y="3182"/>
                  <a:pt x="126" y="3308"/>
                </a:cubicBezTo>
                <a:cubicBezTo>
                  <a:pt x="189" y="3356"/>
                  <a:pt x="276" y="3379"/>
                  <a:pt x="363" y="3379"/>
                </a:cubicBezTo>
                <a:cubicBezTo>
                  <a:pt x="449" y="3379"/>
                  <a:pt x="536" y="3356"/>
                  <a:pt x="599" y="3308"/>
                </a:cubicBezTo>
                <a:lnTo>
                  <a:pt x="2426" y="1481"/>
                </a:lnTo>
                <a:lnTo>
                  <a:pt x="4222" y="3308"/>
                </a:lnTo>
                <a:cubicBezTo>
                  <a:pt x="4285" y="3356"/>
                  <a:pt x="4372" y="3379"/>
                  <a:pt x="4458" y="3379"/>
                </a:cubicBezTo>
                <a:cubicBezTo>
                  <a:pt x="4545" y="3379"/>
                  <a:pt x="4632" y="3356"/>
                  <a:pt x="4695" y="3308"/>
                </a:cubicBezTo>
                <a:lnTo>
                  <a:pt x="6900" y="1134"/>
                </a:lnTo>
                <a:cubicBezTo>
                  <a:pt x="6931" y="1260"/>
                  <a:pt x="7057" y="1355"/>
                  <a:pt x="7215" y="1355"/>
                </a:cubicBezTo>
                <a:cubicBezTo>
                  <a:pt x="7404" y="1355"/>
                  <a:pt x="7562" y="1197"/>
                  <a:pt x="7562" y="1008"/>
                </a:cubicBezTo>
                <a:lnTo>
                  <a:pt x="7562" y="347"/>
                </a:lnTo>
                <a:cubicBezTo>
                  <a:pt x="7562" y="158"/>
                  <a:pt x="7467" y="0"/>
                  <a:pt x="72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0" name="Google Shape;12566;p89">
            <a:extLst>
              <a:ext uri="{FF2B5EF4-FFF2-40B4-BE49-F238E27FC236}">
                <a16:creationId xmlns:a16="http://schemas.microsoft.com/office/drawing/2014/main" id="{B18DE30E-6D55-CFE5-A458-E6427CF9908E}"/>
              </a:ext>
            </a:extLst>
          </p:cNvPr>
          <p:cNvSpPr/>
          <p:nvPr/>
        </p:nvSpPr>
        <p:spPr>
          <a:xfrm>
            <a:off x="2797055" y="3465771"/>
            <a:ext cx="482244" cy="480924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797" y="2111"/>
                </a:moveTo>
                <a:cubicBezTo>
                  <a:pt x="6175" y="2111"/>
                  <a:pt x="6459" y="2426"/>
                  <a:pt x="6459" y="2773"/>
                </a:cubicBezTo>
                <a:cubicBezTo>
                  <a:pt x="6459" y="3151"/>
                  <a:pt x="6175" y="3466"/>
                  <a:pt x="5797" y="3466"/>
                </a:cubicBezTo>
                <a:cubicBezTo>
                  <a:pt x="5388" y="3466"/>
                  <a:pt x="5104" y="3151"/>
                  <a:pt x="5104" y="2773"/>
                </a:cubicBezTo>
                <a:cubicBezTo>
                  <a:pt x="5104" y="2426"/>
                  <a:pt x="5419" y="2111"/>
                  <a:pt x="5797" y="2111"/>
                </a:cubicBezTo>
                <a:close/>
                <a:moveTo>
                  <a:pt x="6112" y="4159"/>
                </a:moveTo>
                <a:cubicBezTo>
                  <a:pt x="6648" y="4159"/>
                  <a:pt x="7120" y="4631"/>
                  <a:pt x="7120" y="5198"/>
                </a:cubicBezTo>
                <a:lnTo>
                  <a:pt x="7120" y="5545"/>
                </a:lnTo>
                <a:lnTo>
                  <a:pt x="4379" y="5545"/>
                </a:lnTo>
                <a:lnTo>
                  <a:pt x="4379" y="5198"/>
                </a:lnTo>
                <a:cubicBezTo>
                  <a:pt x="4411" y="4600"/>
                  <a:pt x="4884" y="4159"/>
                  <a:pt x="5419" y="4159"/>
                </a:cubicBezTo>
                <a:close/>
                <a:moveTo>
                  <a:pt x="10586" y="662"/>
                </a:moveTo>
                <a:cubicBezTo>
                  <a:pt x="10775" y="662"/>
                  <a:pt x="10932" y="819"/>
                  <a:pt x="10932" y="1008"/>
                </a:cubicBezTo>
                <a:lnTo>
                  <a:pt x="10932" y="5860"/>
                </a:lnTo>
                <a:lnTo>
                  <a:pt x="10996" y="5860"/>
                </a:lnTo>
                <a:cubicBezTo>
                  <a:pt x="10996" y="6049"/>
                  <a:pt x="10838" y="6207"/>
                  <a:pt x="10617" y="6207"/>
                </a:cubicBezTo>
                <a:lnTo>
                  <a:pt x="9483" y="6207"/>
                </a:lnTo>
                <a:cubicBezTo>
                  <a:pt x="9326" y="5829"/>
                  <a:pt x="8979" y="5545"/>
                  <a:pt x="8507" y="5545"/>
                </a:cubicBezTo>
                <a:lnTo>
                  <a:pt x="7845" y="5545"/>
                </a:lnTo>
                <a:lnTo>
                  <a:pt x="7845" y="5198"/>
                </a:lnTo>
                <a:cubicBezTo>
                  <a:pt x="7845" y="4505"/>
                  <a:pt x="7435" y="3938"/>
                  <a:pt x="6837" y="3655"/>
                </a:cubicBezTo>
                <a:cubicBezTo>
                  <a:pt x="7057" y="3403"/>
                  <a:pt x="7152" y="3151"/>
                  <a:pt x="7152" y="2773"/>
                </a:cubicBezTo>
                <a:cubicBezTo>
                  <a:pt x="7152" y="2048"/>
                  <a:pt x="6522" y="1418"/>
                  <a:pt x="5797" y="1418"/>
                </a:cubicBezTo>
                <a:cubicBezTo>
                  <a:pt x="5041" y="1418"/>
                  <a:pt x="4411" y="2048"/>
                  <a:pt x="4411" y="2773"/>
                </a:cubicBezTo>
                <a:cubicBezTo>
                  <a:pt x="4411" y="3088"/>
                  <a:pt x="4537" y="3403"/>
                  <a:pt x="4726" y="3655"/>
                </a:cubicBezTo>
                <a:cubicBezTo>
                  <a:pt x="4127" y="3938"/>
                  <a:pt x="3749" y="4505"/>
                  <a:pt x="3749" y="5198"/>
                </a:cubicBezTo>
                <a:lnTo>
                  <a:pt x="3749" y="5545"/>
                </a:lnTo>
                <a:lnTo>
                  <a:pt x="3056" y="5545"/>
                </a:lnTo>
                <a:cubicBezTo>
                  <a:pt x="2647" y="5545"/>
                  <a:pt x="2237" y="5829"/>
                  <a:pt x="2080" y="6207"/>
                </a:cubicBezTo>
                <a:lnTo>
                  <a:pt x="977" y="6207"/>
                </a:lnTo>
                <a:cubicBezTo>
                  <a:pt x="788" y="6207"/>
                  <a:pt x="630" y="6049"/>
                  <a:pt x="630" y="5860"/>
                </a:cubicBezTo>
                <a:lnTo>
                  <a:pt x="630" y="1008"/>
                </a:lnTo>
                <a:cubicBezTo>
                  <a:pt x="630" y="819"/>
                  <a:pt x="788" y="662"/>
                  <a:pt x="977" y="662"/>
                </a:cubicBezTo>
                <a:close/>
                <a:moveTo>
                  <a:pt x="8538" y="6175"/>
                </a:moveTo>
                <a:cubicBezTo>
                  <a:pt x="8759" y="6175"/>
                  <a:pt x="8916" y="6333"/>
                  <a:pt x="8916" y="6522"/>
                </a:cubicBezTo>
                <a:cubicBezTo>
                  <a:pt x="8853" y="6711"/>
                  <a:pt x="8696" y="6868"/>
                  <a:pt x="8538" y="6868"/>
                </a:cubicBezTo>
                <a:lnTo>
                  <a:pt x="3088" y="6868"/>
                </a:lnTo>
                <a:cubicBezTo>
                  <a:pt x="2867" y="6868"/>
                  <a:pt x="2710" y="6711"/>
                  <a:pt x="2710" y="6522"/>
                </a:cubicBezTo>
                <a:cubicBezTo>
                  <a:pt x="2710" y="6333"/>
                  <a:pt x="2867" y="6175"/>
                  <a:pt x="3088" y="6175"/>
                </a:cubicBezTo>
                <a:close/>
                <a:moveTo>
                  <a:pt x="8160" y="7593"/>
                </a:moveTo>
                <a:lnTo>
                  <a:pt x="7561" y="11027"/>
                </a:lnTo>
                <a:lnTo>
                  <a:pt x="4033" y="11027"/>
                </a:lnTo>
                <a:lnTo>
                  <a:pt x="3466" y="7593"/>
                </a:lnTo>
                <a:close/>
                <a:moveTo>
                  <a:pt x="1008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5860"/>
                </a:lnTo>
                <a:cubicBezTo>
                  <a:pt x="0" y="6396"/>
                  <a:pt x="473" y="6868"/>
                  <a:pt x="1008" y="6868"/>
                </a:cubicBezTo>
                <a:lnTo>
                  <a:pt x="2111" y="6868"/>
                </a:lnTo>
                <a:cubicBezTo>
                  <a:pt x="2237" y="7183"/>
                  <a:pt x="2489" y="7435"/>
                  <a:pt x="2804" y="7498"/>
                </a:cubicBezTo>
                <a:lnTo>
                  <a:pt x="3434" y="11373"/>
                </a:lnTo>
                <a:cubicBezTo>
                  <a:pt x="3466" y="11531"/>
                  <a:pt x="3592" y="11657"/>
                  <a:pt x="3781" y="11657"/>
                </a:cubicBezTo>
                <a:lnTo>
                  <a:pt x="7877" y="11657"/>
                </a:lnTo>
                <a:cubicBezTo>
                  <a:pt x="8034" y="11657"/>
                  <a:pt x="8192" y="11531"/>
                  <a:pt x="8223" y="11373"/>
                </a:cubicBezTo>
                <a:lnTo>
                  <a:pt x="8853" y="7498"/>
                </a:lnTo>
                <a:cubicBezTo>
                  <a:pt x="9168" y="7435"/>
                  <a:pt x="9420" y="7183"/>
                  <a:pt x="9546" y="6868"/>
                </a:cubicBezTo>
                <a:lnTo>
                  <a:pt x="10680" y="6868"/>
                </a:lnTo>
                <a:cubicBezTo>
                  <a:pt x="11216" y="6868"/>
                  <a:pt x="11689" y="6396"/>
                  <a:pt x="11689" y="5860"/>
                </a:cubicBezTo>
                <a:lnTo>
                  <a:pt x="11689" y="1008"/>
                </a:lnTo>
                <a:cubicBezTo>
                  <a:pt x="11657" y="473"/>
                  <a:pt x="11185" y="0"/>
                  <a:pt x="106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2" name="Google Shape;12581;p89">
            <a:extLst>
              <a:ext uri="{FF2B5EF4-FFF2-40B4-BE49-F238E27FC236}">
                <a16:creationId xmlns:a16="http://schemas.microsoft.com/office/drawing/2014/main" id="{EC40D25F-9FE0-D2D3-C3E3-2514C7546823}"/>
              </a:ext>
            </a:extLst>
          </p:cNvPr>
          <p:cNvSpPr/>
          <p:nvPr/>
        </p:nvSpPr>
        <p:spPr>
          <a:xfrm>
            <a:off x="5979844" y="3465304"/>
            <a:ext cx="310700" cy="482244"/>
          </a:xfrm>
          <a:custGeom>
            <a:avLst/>
            <a:gdLst/>
            <a:ahLst/>
            <a:cxnLst/>
            <a:rect l="l" t="t" r="r" b="b"/>
            <a:pathLst>
              <a:path w="7531" h="11689" extrusionOk="0">
                <a:moveTo>
                  <a:pt x="6491" y="662"/>
                </a:moveTo>
                <a:cubicBezTo>
                  <a:pt x="6711" y="662"/>
                  <a:pt x="6869" y="820"/>
                  <a:pt x="6869" y="1009"/>
                </a:cubicBezTo>
                <a:lnTo>
                  <a:pt x="6869" y="7908"/>
                </a:lnTo>
                <a:cubicBezTo>
                  <a:pt x="6869" y="8097"/>
                  <a:pt x="6711" y="8255"/>
                  <a:pt x="6491" y="8255"/>
                </a:cubicBezTo>
                <a:lnTo>
                  <a:pt x="1040" y="8255"/>
                </a:lnTo>
                <a:cubicBezTo>
                  <a:pt x="851" y="8255"/>
                  <a:pt x="694" y="8097"/>
                  <a:pt x="694" y="7908"/>
                </a:cubicBezTo>
                <a:lnTo>
                  <a:pt x="694" y="1009"/>
                </a:lnTo>
                <a:cubicBezTo>
                  <a:pt x="694" y="820"/>
                  <a:pt x="851" y="662"/>
                  <a:pt x="1040" y="662"/>
                </a:cubicBezTo>
                <a:close/>
                <a:moveTo>
                  <a:pt x="4821" y="8948"/>
                </a:moveTo>
                <a:lnTo>
                  <a:pt x="4821" y="10996"/>
                </a:lnTo>
                <a:lnTo>
                  <a:pt x="2773" y="10996"/>
                </a:lnTo>
                <a:lnTo>
                  <a:pt x="2773" y="8948"/>
                </a:lnTo>
                <a:close/>
                <a:moveTo>
                  <a:pt x="1040" y="1"/>
                </a:moveTo>
                <a:cubicBezTo>
                  <a:pt x="473" y="1"/>
                  <a:pt x="1" y="473"/>
                  <a:pt x="1" y="1009"/>
                </a:cubicBezTo>
                <a:lnTo>
                  <a:pt x="1" y="7908"/>
                </a:lnTo>
                <a:cubicBezTo>
                  <a:pt x="1" y="8475"/>
                  <a:pt x="473" y="8917"/>
                  <a:pt x="1040" y="8917"/>
                </a:cubicBezTo>
                <a:lnTo>
                  <a:pt x="2049" y="8917"/>
                </a:lnTo>
                <a:lnTo>
                  <a:pt x="2049" y="10964"/>
                </a:lnTo>
                <a:lnTo>
                  <a:pt x="1040" y="10964"/>
                </a:lnTo>
                <a:cubicBezTo>
                  <a:pt x="851" y="10964"/>
                  <a:pt x="694" y="11122"/>
                  <a:pt x="694" y="11342"/>
                </a:cubicBezTo>
                <a:cubicBezTo>
                  <a:pt x="694" y="11531"/>
                  <a:pt x="851" y="11689"/>
                  <a:pt x="1040" y="11689"/>
                </a:cubicBezTo>
                <a:lnTo>
                  <a:pt x="6491" y="11689"/>
                </a:lnTo>
                <a:cubicBezTo>
                  <a:pt x="6711" y="11689"/>
                  <a:pt x="6869" y="11531"/>
                  <a:pt x="6869" y="11342"/>
                </a:cubicBezTo>
                <a:cubicBezTo>
                  <a:pt x="6869" y="11122"/>
                  <a:pt x="6711" y="10964"/>
                  <a:pt x="6491" y="10964"/>
                </a:cubicBezTo>
                <a:lnTo>
                  <a:pt x="5483" y="10964"/>
                </a:lnTo>
                <a:lnTo>
                  <a:pt x="5483" y="8917"/>
                </a:lnTo>
                <a:lnTo>
                  <a:pt x="6491" y="8917"/>
                </a:lnTo>
                <a:cubicBezTo>
                  <a:pt x="7058" y="8917"/>
                  <a:pt x="7531" y="8475"/>
                  <a:pt x="7531" y="7908"/>
                </a:cubicBezTo>
                <a:lnTo>
                  <a:pt x="7531" y="1009"/>
                </a:lnTo>
                <a:cubicBezTo>
                  <a:pt x="7531" y="442"/>
                  <a:pt x="7089" y="1"/>
                  <a:pt x="64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3" name="Google Shape;12582;p89">
            <a:extLst>
              <a:ext uri="{FF2B5EF4-FFF2-40B4-BE49-F238E27FC236}">
                <a16:creationId xmlns:a16="http://schemas.microsoft.com/office/drawing/2014/main" id="{8CC27B75-770E-83E8-39E0-7783D4291BD4}"/>
              </a:ext>
            </a:extLst>
          </p:cNvPr>
          <p:cNvSpPr/>
          <p:nvPr/>
        </p:nvSpPr>
        <p:spPr>
          <a:xfrm>
            <a:off x="6031868" y="3520837"/>
            <a:ext cx="205373" cy="142087"/>
          </a:xfrm>
          <a:custGeom>
            <a:avLst/>
            <a:gdLst/>
            <a:ahLst/>
            <a:cxnLst/>
            <a:rect l="l" t="t" r="r" b="b"/>
            <a:pathLst>
              <a:path w="4978" h="3444" extrusionOk="0">
                <a:moveTo>
                  <a:pt x="1859" y="1144"/>
                </a:moveTo>
                <a:lnTo>
                  <a:pt x="2678" y="2750"/>
                </a:lnTo>
                <a:lnTo>
                  <a:pt x="1040" y="2750"/>
                </a:lnTo>
                <a:lnTo>
                  <a:pt x="1859" y="1144"/>
                </a:lnTo>
                <a:close/>
                <a:moveTo>
                  <a:pt x="3151" y="1049"/>
                </a:moveTo>
                <a:lnTo>
                  <a:pt x="4033" y="2782"/>
                </a:lnTo>
                <a:lnTo>
                  <a:pt x="3403" y="2782"/>
                </a:lnTo>
                <a:lnTo>
                  <a:pt x="3403" y="2750"/>
                </a:lnTo>
                <a:lnTo>
                  <a:pt x="2804" y="1553"/>
                </a:lnTo>
                <a:lnTo>
                  <a:pt x="3151" y="1049"/>
                </a:lnTo>
                <a:close/>
                <a:moveTo>
                  <a:pt x="3213" y="1"/>
                </a:moveTo>
                <a:cubicBezTo>
                  <a:pt x="3110" y="1"/>
                  <a:pt x="3003" y="48"/>
                  <a:pt x="2930" y="135"/>
                </a:cubicBezTo>
                <a:lnTo>
                  <a:pt x="2457" y="829"/>
                </a:lnTo>
                <a:lnTo>
                  <a:pt x="2142" y="198"/>
                </a:lnTo>
                <a:cubicBezTo>
                  <a:pt x="2079" y="72"/>
                  <a:pt x="1961" y="9"/>
                  <a:pt x="1839" y="9"/>
                </a:cubicBezTo>
                <a:cubicBezTo>
                  <a:pt x="1717" y="9"/>
                  <a:pt x="1591" y="72"/>
                  <a:pt x="1512" y="198"/>
                </a:cubicBezTo>
                <a:lnTo>
                  <a:pt x="126" y="2939"/>
                </a:lnTo>
                <a:cubicBezTo>
                  <a:pt x="0" y="3191"/>
                  <a:pt x="158" y="3443"/>
                  <a:pt x="441" y="3443"/>
                </a:cubicBezTo>
                <a:lnTo>
                  <a:pt x="4537" y="3443"/>
                </a:lnTo>
                <a:cubicBezTo>
                  <a:pt x="4757" y="3443"/>
                  <a:pt x="4978" y="3191"/>
                  <a:pt x="4852" y="2939"/>
                </a:cubicBezTo>
                <a:lnTo>
                  <a:pt x="3497" y="198"/>
                </a:lnTo>
                <a:cubicBezTo>
                  <a:pt x="3446" y="63"/>
                  <a:pt x="3332" y="1"/>
                  <a:pt x="321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4" name="Google Shape;12583;p89">
            <a:extLst>
              <a:ext uri="{FF2B5EF4-FFF2-40B4-BE49-F238E27FC236}">
                <a16:creationId xmlns:a16="http://schemas.microsoft.com/office/drawing/2014/main" id="{A7727AE8-9389-9A60-FAD1-06B8832073D7}"/>
              </a:ext>
            </a:extLst>
          </p:cNvPr>
          <p:cNvSpPr/>
          <p:nvPr/>
        </p:nvSpPr>
        <p:spPr>
          <a:xfrm>
            <a:off x="6063058" y="3692791"/>
            <a:ext cx="142994" cy="28632"/>
          </a:xfrm>
          <a:custGeom>
            <a:avLst/>
            <a:gdLst/>
            <a:ahLst/>
            <a:cxnLst/>
            <a:rect l="l" t="t" r="r" b="b"/>
            <a:pathLst>
              <a:path w="3466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19" y="693"/>
                </a:lnTo>
                <a:cubicBezTo>
                  <a:pt x="3308" y="693"/>
                  <a:pt x="3466" y="536"/>
                  <a:pt x="3466" y="347"/>
                </a:cubicBezTo>
                <a:cubicBezTo>
                  <a:pt x="3466" y="158"/>
                  <a:pt x="3308" y="0"/>
                  <a:pt x="31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75" name="Google Shape;12584;p89">
            <a:extLst>
              <a:ext uri="{FF2B5EF4-FFF2-40B4-BE49-F238E27FC236}">
                <a16:creationId xmlns:a16="http://schemas.microsoft.com/office/drawing/2014/main" id="{AFACA995-B52E-E4F6-797E-3741867B5A9F}"/>
              </a:ext>
            </a:extLst>
          </p:cNvPr>
          <p:cNvSpPr/>
          <p:nvPr/>
        </p:nvSpPr>
        <p:spPr>
          <a:xfrm>
            <a:off x="6063058" y="3749972"/>
            <a:ext cx="142994" cy="28632"/>
          </a:xfrm>
          <a:custGeom>
            <a:avLst/>
            <a:gdLst/>
            <a:ahLst/>
            <a:cxnLst/>
            <a:rect l="l" t="t" r="r" b="b"/>
            <a:pathLst>
              <a:path w="3466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19" y="693"/>
                </a:lnTo>
                <a:cubicBezTo>
                  <a:pt x="3308" y="693"/>
                  <a:pt x="3466" y="536"/>
                  <a:pt x="3466" y="347"/>
                </a:cubicBezTo>
                <a:cubicBezTo>
                  <a:pt x="3466" y="158"/>
                  <a:pt x="3308" y="0"/>
                  <a:pt x="31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6" name="Google Shape;12422;p89">
            <a:extLst>
              <a:ext uri="{FF2B5EF4-FFF2-40B4-BE49-F238E27FC236}">
                <a16:creationId xmlns:a16="http://schemas.microsoft.com/office/drawing/2014/main" id="{B027C030-AED2-7A14-0B71-31532954F50F}"/>
              </a:ext>
            </a:extLst>
          </p:cNvPr>
          <p:cNvSpPr/>
          <p:nvPr/>
        </p:nvSpPr>
        <p:spPr>
          <a:xfrm>
            <a:off x="297894" y="1965205"/>
            <a:ext cx="495240" cy="483236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6" name="Google Shape;12428;p89">
            <a:extLst>
              <a:ext uri="{FF2B5EF4-FFF2-40B4-BE49-F238E27FC236}">
                <a16:creationId xmlns:a16="http://schemas.microsoft.com/office/drawing/2014/main" id="{FF68A9F3-9D23-48AB-6CF0-85A7121EB54F}"/>
              </a:ext>
            </a:extLst>
          </p:cNvPr>
          <p:cNvSpPr/>
          <p:nvPr/>
        </p:nvSpPr>
        <p:spPr>
          <a:xfrm>
            <a:off x="3392824" y="1966649"/>
            <a:ext cx="483564" cy="480636"/>
          </a:xfrm>
          <a:custGeom>
            <a:avLst/>
            <a:gdLst/>
            <a:ahLst/>
            <a:cxnLst/>
            <a:rect l="l" t="t" r="r" b="b"/>
            <a:pathLst>
              <a:path w="11721" h="11650" extrusionOk="0">
                <a:moveTo>
                  <a:pt x="7625" y="694"/>
                </a:moveTo>
                <a:cubicBezTo>
                  <a:pt x="9515" y="694"/>
                  <a:pt x="11059" y="2206"/>
                  <a:pt x="11059" y="4096"/>
                </a:cubicBezTo>
                <a:cubicBezTo>
                  <a:pt x="11059" y="5987"/>
                  <a:pt x="9515" y="7530"/>
                  <a:pt x="7625" y="7530"/>
                </a:cubicBezTo>
                <a:cubicBezTo>
                  <a:pt x="5735" y="7530"/>
                  <a:pt x="4223" y="5987"/>
                  <a:pt x="4223" y="4096"/>
                </a:cubicBezTo>
                <a:cubicBezTo>
                  <a:pt x="4223" y="2206"/>
                  <a:pt x="5735" y="694"/>
                  <a:pt x="7625" y="694"/>
                </a:cubicBezTo>
                <a:close/>
                <a:moveTo>
                  <a:pt x="3344" y="8066"/>
                </a:moveTo>
                <a:cubicBezTo>
                  <a:pt x="3435" y="8066"/>
                  <a:pt x="3529" y="8098"/>
                  <a:pt x="3593" y="8161"/>
                </a:cubicBezTo>
                <a:cubicBezTo>
                  <a:pt x="3719" y="8287"/>
                  <a:pt x="3719" y="8507"/>
                  <a:pt x="3593" y="8633"/>
                </a:cubicBezTo>
                <a:lnTo>
                  <a:pt x="1324" y="10870"/>
                </a:lnTo>
                <a:cubicBezTo>
                  <a:pt x="1277" y="10933"/>
                  <a:pt x="1190" y="10964"/>
                  <a:pt x="1100" y="10964"/>
                </a:cubicBezTo>
                <a:cubicBezTo>
                  <a:pt x="1009" y="10964"/>
                  <a:pt x="915" y="10933"/>
                  <a:pt x="852" y="10870"/>
                </a:cubicBezTo>
                <a:cubicBezTo>
                  <a:pt x="757" y="10744"/>
                  <a:pt x="757" y="10523"/>
                  <a:pt x="852" y="10397"/>
                </a:cubicBezTo>
                <a:lnTo>
                  <a:pt x="3120" y="8161"/>
                </a:lnTo>
                <a:cubicBezTo>
                  <a:pt x="3167" y="8098"/>
                  <a:pt x="3254" y="8066"/>
                  <a:pt x="3344" y="8066"/>
                </a:cubicBezTo>
                <a:close/>
                <a:moveTo>
                  <a:pt x="7625" y="1"/>
                </a:moveTo>
                <a:cubicBezTo>
                  <a:pt x="5357" y="1"/>
                  <a:pt x="3529" y="1860"/>
                  <a:pt x="3529" y="4096"/>
                </a:cubicBezTo>
                <a:cubicBezTo>
                  <a:pt x="3529" y="5136"/>
                  <a:pt x="3908" y="6050"/>
                  <a:pt x="4538" y="6743"/>
                </a:cubicBezTo>
                <a:lnTo>
                  <a:pt x="3813" y="7467"/>
                </a:lnTo>
                <a:cubicBezTo>
                  <a:pt x="3673" y="7386"/>
                  <a:pt x="3520" y="7347"/>
                  <a:pt x="3367" y="7347"/>
                </a:cubicBezTo>
                <a:cubicBezTo>
                  <a:pt x="3106" y="7347"/>
                  <a:pt x="2846" y="7458"/>
                  <a:pt x="2647" y="7656"/>
                </a:cubicBezTo>
                <a:lnTo>
                  <a:pt x="379" y="9893"/>
                </a:lnTo>
                <a:cubicBezTo>
                  <a:pt x="1" y="10271"/>
                  <a:pt x="1" y="10964"/>
                  <a:pt x="379" y="11343"/>
                </a:cubicBezTo>
                <a:cubicBezTo>
                  <a:pt x="584" y="11547"/>
                  <a:pt x="852" y="11650"/>
                  <a:pt x="1119" y="11650"/>
                </a:cubicBezTo>
                <a:cubicBezTo>
                  <a:pt x="1387" y="11650"/>
                  <a:pt x="1655" y="11547"/>
                  <a:pt x="1860" y="11343"/>
                </a:cubicBezTo>
                <a:lnTo>
                  <a:pt x="4097" y="9106"/>
                </a:lnTo>
                <a:cubicBezTo>
                  <a:pt x="4412" y="8791"/>
                  <a:pt x="4506" y="8318"/>
                  <a:pt x="4286" y="7909"/>
                </a:cubicBezTo>
                <a:lnTo>
                  <a:pt x="5010" y="7215"/>
                </a:lnTo>
                <a:cubicBezTo>
                  <a:pt x="5703" y="7814"/>
                  <a:pt x="6648" y="8192"/>
                  <a:pt x="7625" y="8192"/>
                </a:cubicBezTo>
                <a:cubicBezTo>
                  <a:pt x="9925" y="8192"/>
                  <a:pt x="11721" y="6333"/>
                  <a:pt x="11721" y="4096"/>
                </a:cubicBezTo>
                <a:cubicBezTo>
                  <a:pt x="11721" y="1828"/>
                  <a:pt x="9893" y="1"/>
                  <a:pt x="76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7" name="Google Shape;12429;p89">
            <a:extLst>
              <a:ext uri="{FF2B5EF4-FFF2-40B4-BE49-F238E27FC236}">
                <a16:creationId xmlns:a16="http://schemas.microsoft.com/office/drawing/2014/main" id="{29DB7FBF-2D65-FD2D-E581-39C671579DBD}"/>
              </a:ext>
            </a:extLst>
          </p:cNvPr>
          <p:cNvSpPr/>
          <p:nvPr/>
        </p:nvSpPr>
        <p:spPr>
          <a:xfrm>
            <a:off x="3607316" y="2079568"/>
            <a:ext cx="201495" cy="142046"/>
          </a:xfrm>
          <a:custGeom>
            <a:avLst/>
            <a:gdLst/>
            <a:ahLst/>
            <a:cxnLst/>
            <a:rect l="l" t="t" r="r" b="b"/>
            <a:pathLst>
              <a:path w="4884" h="3442" extrusionOk="0">
                <a:moveTo>
                  <a:pt x="2428" y="1"/>
                </a:moveTo>
                <a:cubicBezTo>
                  <a:pt x="2301" y="1"/>
                  <a:pt x="2172" y="72"/>
                  <a:pt x="2111" y="225"/>
                </a:cubicBezTo>
                <a:lnTo>
                  <a:pt x="1418" y="2116"/>
                </a:lnTo>
                <a:lnTo>
                  <a:pt x="693" y="225"/>
                </a:lnTo>
                <a:cubicBezTo>
                  <a:pt x="645" y="105"/>
                  <a:pt x="524" y="4"/>
                  <a:pt x="400" y="4"/>
                </a:cubicBezTo>
                <a:cubicBezTo>
                  <a:pt x="361" y="4"/>
                  <a:pt x="321" y="14"/>
                  <a:pt x="284" y="36"/>
                </a:cubicBezTo>
                <a:cubicBezTo>
                  <a:pt x="126" y="99"/>
                  <a:pt x="0" y="288"/>
                  <a:pt x="63" y="446"/>
                </a:cubicBezTo>
                <a:lnTo>
                  <a:pt x="1103" y="3218"/>
                </a:lnTo>
                <a:cubicBezTo>
                  <a:pt x="1168" y="3364"/>
                  <a:pt x="1299" y="3443"/>
                  <a:pt x="1428" y="3443"/>
                </a:cubicBezTo>
                <a:cubicBezTo>
                  <a:pt x="1551" y="3443"/>
                  <a:pt x="1672" y="3372"/>
                  <a:pt x="1733" y="3218"/>
                </a:cubicBezTo>
                <a:lnTo>
                  <a:pt x="2426" y="1328"/>
                </a:lnTo>
                <a:lnTo>
                  <a:pt x="3151" y="3218"/>
                </a:lnTo>
                <a:cubicBezTo>
                  <a:pt x="3215" y="3364"/>
                  <a:pt x="3346" y="3443"/>
                  <a:pt x="3476" y="3443"/>
                </a:cubicBezTo>
                <a:cubicBezTo>
                  <a:pt x="3598" y="3443"/>
                  <a:pt x="3719" y="3372"/>
                  <a:pt x="3781" y="3218"/>
                </a:cubicBezTo>
                <a:lnTo>
                  <a:pt x="4789" y="446"/>
                </a:lnTo>
                <a:cubicBezTo>
                  <a:pt x="4884" y="257"/>
                  <a:pt x="4789" y="68"/>
                  <a:pt x="4600" y="36"/>
                </a:cubicBezTo>
                <a:cubicBezTo>
                  <a:pt x="4562" y="14"/>
                  <a:pt x="4521" y="4"/>
                  <a:pt x="4479" y="4"/>
                </a:cubicBezTo>
                <a:cubicBezTo>
                  <a:pt x="4346" y="4"/>
                  <a:pt x="4207" y="105"/>
                  <a:pt x="4159" y="225"/>
                </a:cubicBezTo>
                <a:lnTo>
                  <a:pt x="3466" y="2116"/>
                </a:lnTo>
                <a:lnTo>
                  <a:pt x="2741" y="225"/>
                </a:lnTo>
                <a:cubicBezTo>
                  <a:pt x="2693" y="80"/>
                  <a:pt x="2561" y="1"/>
                  <a:pt x="242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3" name="Google Shape;12435;p89">
            <a:extLst>
              <a:ext uri="{FF2B5EF4-FFF2-40B4-BE49-F238E27FC236}">
                <a16:creationId xmlns:a16="http://schemas.microsoft.com/office/drawing/2014/main" id="{2D1230EC-3576-E296-F378-1D1EBA6AA2D9}"/>
              </a:ext>
            </a:extLst>
          </p:cNvPr>
          <p:cNvSpPr/>
          <p:nvPr/>
        </p:nvSpPr>
        <p:spPr>
          <a:xfrm>
            <a:off x="6498902" y="1995095"/>
            <a:ext cx="480966" cy="309381"/>
          </a:xfrm>
          <a:custGeom>
            <a:avLst/>
            <a:gdLst/>
            <a:ahLst/>
            <a:cxnLst/>
            <a:rect l="l" t="t" r="r" b="b"/>
            <a:pathLst>
              <a:path w="11658" h="7499" extrusionOk="0">
                <a:moveTo>
                  <a:pt x="10618" y="694"/>
                </a:moveTo>
                <a:cubicBezTo>
                  <a:pt x="10838" y="694"/>
                  <a:pt x="10964" y="851"/>
                  <a:pt x="10964" y="1040"/>
                </a:cubicBezTo>
                <a:lnTo>
                  <a:pt x="10964" y="6522"/>
                </a:lnTo>
                <a:cubicBezTo>
                  <a:pt x="10964" y="6711"/>
                  <a:pt x="10838" y="6868"/>
                  <a:pt x="10618" y="6868"/>
                </a:cubicBezTo>
                <a:lnTo>
                  <a:pt x="1009" y="6868"/>
                </a:lnTo>
                <a:cubicBezTo>
                  <a:pt x="820" y="6868"/>
                  <a:pt x="662" y="6711"/>
                  <a:pt x="662" y="6522"/>
                </a:cubicBezTo>
                <a:lnTo>
                  <a:pt x="662" y="1040"/>
                </a:lnTo>
                <a:cubicBezTo>
                  <a:pt x="662" y="851"/>
                  <a:pt x="820" y="694"/>
                  <a:pt x="1009" y="694"/>
                </a:cubicBezTo>
                <a:close/>
                <a:moveTo>
                  <a:pt x="1009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6490"/>
                </a:lnTo>
                <a:cubicBezTo>
                  <a:pt x="1" y="7026"/>
                  <a:pt x="473" y="7499"/>
                  <a:pt x="1009" y="7499"/>
                </a:cubicBezTo>
                <a:lnTo>
                  <a:pt x="10618" y="7499"/>
                </a:lnTo>
                <a:cubicBezTo>
                  <a:pt x="11185" y="7499"/>
                  <a:pt x="11658" y="7026"/>
                  <a:pt x="11658" y="6490"/>
                </a:cubicBezTo>
                <a:lnTo>
                  <a:pt x="11658" y="1009"/>
                </a:lnTo>
                <a:cubicBezTo>
                  <a:pt x="11658" y="473"/>
                  <a:pt x="11217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4" name="Google Shape;12436;p89">
            <a:extLst>
              <a:ext uri="{FF2B5EF4-FFF2-40B4-BE49-F238E27FC236}">
                <a16:creationId xmlns:a16="http://schemas.microsoft.com/office/drawing/2014/main" id="{301E3CC9-5611-3542-5226-45FD36AE2C4B}"/>
              </a:ext>
            </a:extLst>
          </p:cNvPr>
          <p:cNvSpPr/>
          <p:nvPr/>
        </p:nvSpPr>
        <p:spPr>
          <a:xfrm>
            <a:off x="6498902" y="2334348"/>
            <a:ext cx="480966" cy="84493"/>
          </a:xfrm>
          <a:custGeom>
            <a:avLst/>
            <a:gdLst/>
            <a:ahLst/>
            <a:cxnLst/>
            <a:rect l="l" t="t" r="r" b="b"/>
            <a:pathLst>
              <a:path w="11658" h="2048" extrusionOk="0">
                <a:moveTo>
                  <a:pt x="10618" y="662"/>
                </a:moveTo>
                <a:cubicBezTo>
                  <a:pt x="10838" y="662"/>
                  <a:pt x="10964" y="819"/>
                  <a:pt x="10964" y="1008"/>
                </a:cubicBezTo>
                <a:cubicBezTo>
                  <a:pt x="10964" y="1197"/>
                  <a:pt x="10838" y="1355"/>
                  <a:pt x="10618" y="1355"/>
                </a:cubicBezTo>
                <a:lnTo>
                  <a:pt x="6050" y="1355"/>
                </a:lnTo>
                <a:cubicBezTo>
                  <a:pt x="6113" y="1260"/>
                  <a:pt x="6113" y="1134"/>
                  <a:pt x="6113" y="1008"/>
                </a:cubicBezTo>
                <a:cubicBezTo>
                  <a:pt x="6113" y="882"/>
                  <a:pt x="6050" y="788"/>
                  <a:pt x="6050" y="662"/>
                </a:cubicBezTo>
                <a:close/>
                <a:moveTo>
                  <a:pt x="5105" y="662"/>
                </a:moveTo>
                <a:cubicBezTo>
                  <a:pt x="5294" y="662"/>
                  <a:pt x="5451" y="819"/>
                  <a:pt x="5451" y="1008"/>
                </a:cubicBezTo>
                <a:cubicBezTo>
                  <a:pt x="5451" y="1229"/>
                  <a:pt x="5294" y="1386"/>
                  <a:pt x="5105" y="1386"/>
                </a:cubicBezTo>
                <a:lnTo>
                  <a:pt x="1009" y="1386"/>
                </a:lnTo>
                <a:cubicBezTo>
                  <a:pt x="820" y="1355"/>
                  <a:pt x="662" y="1229"/>
                  <a:pt x="662" y="1008"/>
                </a:cubicBezTo>
                <a:cubicBezTo>
                  <a:pt x="662" y="819"/>
                  <a:pt x="820" y="662"/>
                  <a:pt x="1009" y="662"/>
                </a:cubicBez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cubicBezTo>
                  <a:pt x="1" y="1575"/>
                  <a:pt x="473" y="2048"/>
                  <a:pt x="1009" y="2048"/>
                </a:cubicBezTo>
                <a:lnTo>
                  <a:pt x="10618" y="2048"/>
                </a:lnTo>
                <a:cubicBezTo>
                  <a:pt x="11185" y="2048"/>
                  <a:pt x="11658" y="1575"/>
                  <a:pt x="11658" y="1008"/>
                </a:cubicBezTo>
                <a:cubicBezTo>
                  <a:pt x="11658" y="473"/>
                  <a:pt x="11217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5" name="Google Shape;12437;p89">
            <a:extLst>
              <a:ext uri="{FF2B5EF4-FFF2-40B4-BE49-F238E27FC236}">
                <a16:creationId xmlns:a16="http://schemas.microsoft.com/office/drawing/2014/main" id="{3744F225-3689-6F67-4889-482C47FA3BF0}"/>
              </a:ext>
            </a:extLst>
          </p:cNvPr>
          <p:cNvSpPr/>
          <p:nvPr/>
        </p:nvSpPr>
        <p:spPr>
          <a:xfrm>
            <a:off x="6667888" y="2053019"/>
            <a:ext cx="171626" cy="195555"/>
          </a:xfrm>
          <a:custGeom>
            <a:avLst/>
            <a:gdLst/>
            <a:ahLst/>
            <a:cxnLst/>
            <a:rect l="l" t="t" r="r" b="b"/>
            <a:pathLst>
              <a:path w="4160" h="4740" extrusionOk="0">
                <a:moveTo>
                  <a:pt x="662" y="896"/>
                </a:moveTo>
                <a:lnTo>
                  <a:pt x="3056" y="2346"/>
                </a:lnTo>
                <a:lnTo>
                  <a:pt x="662" y="3826"/>
                </a:lnTo>
                <a:lnTo>
                  <a:pt x="662" y="896"/>
                </a:lnTo>
                <a:close/>
                <a:moveTo>
                  <a:pt x="322" y="1"/>
                </a:moveTo>
                <a:cubicBezTo>
                  <a:pt x="144" y="1"/>
                  <a:pt x="0" y="131"/>
                  <a:pt x="0" y="298"/>
                </a:cubicBezTo>
                <a:lnTo>
                  <a:pt x="0" y="4425"/>
                </a:lnTo>
                <a:cubicBezTo>
                  <a:pt x="0" y="4607"/>
                  <a:pt x="132" y="4740"/>
                  <a:pt x="301" y="4740"/>
                </a:cubicBezTo>
                <a:cubicBezTo>
                  <a:pt x="365" y="4740"/>
                  <a:pt x="435" y="4720"/>
                  <a:pt x="504" y="4677"/>
                </a:cubicBezTo>
                <a:lnTo>
                  <a:pt x="3939" y="2629"/>
                </a:lnTo>
                <a:cubicBezTo>
                  <a:pt x="4159" y="2535"/>
                  <a:pt x="4159" y="2219"/>
                  <a:pt x="3939" y="2093"/>
                </a:cubicBezTo>
                <a:lnTo>
                  <a:pt x="504" y="46"/>
                </a:lnTo>
                <a:cubicBezTo>
                  <a:pt x="443" y="15"/>
                  <a:pt x="381" y="1"/>
                  <a:pt x="32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9" name="Google Shape;12454;p89">
            <a:extLst>
              <a:ext uri="{FF2B5EF4-FFF2-40B4-BE49-F238E27FC236}">
                <a16:creationId xmlns:a16="http://schemas.microsoft.com/office/drawing/2014/main" id="{8C0E82EC-FB36-2BFE-3ACC-B604F26E6928}"/>
              </a:ext>
            </a:extLst>
          </p:cNvPr>
          <p:cNvSpPr/>
          <p:nvPr/>
        </p:nvSpPr>
        <p:spPr>
          <a:xfrm>
            <a:off x="919482" y="1965599"/>
            <a:ext cx="482244" cy="482451"/>
          </a:xfrm>
          <a:custGeom>
            <a:avLst/>
            <a:gdLst/>
            <a:ahLst/>
            <a:cxnLst/>
            <a:rect l="l" t="t" r="r" b="b"/>
            <a:pathLst>
              <a:path w="11689" h="11694" extrusionOk="0">
                <a:moveTo>
                  <a:pt x="5829" y="2048"/>
                </a:moveTo>
                <a:cubicBezTo>
                  <a:pt x="6018" y="2048"/>
                  <a:pt x="6175" y="2206"/>
                  <a:pt x="6175" y="2395"/>
                </a:cubicBezTo>
                <a:cubicBezTo>
                  <a:pt x="6175" y="2615"/>
                  <a:pt x="6018" y="2804"/>
                  <a:pt x="5829" y="2804"/>
                </a:cubicBezTo>
                <a:cubicBezTo>
                  <a:pt x="5640" y="2804"/>
                  <a:pt x="5482" y="2615"/>
                  <a:pt x="5482" y="2395"/>
                </a:cubicBezTo>
                <a:cubicBezTo>
                  <a:pt x="5482" y="2206"/>
                  <a:pt x="5640" y="2048"/>
                  <a:pt x="5829" y="2048"/>
                </a:cubicBezTo>
                <a:close/>
                <a:moveTo>
                  <a:pt x="5829" y="725"/>
                </a:moveTo>
                <a:cubicBezTo>
                  <a:pt x="6774" y="725"/>
                  <a:pt x="7530" y="1449"/>
                  <a:pt x="7530" y="2395"/>
                </a:cubicBezTo>
                <a:cubicBezTo>
                  <a:pt x="7530" y="2521"/>
                  <a:pt x="7530" y="2678"/>
                  <a:pt x="7467" y="2804"/>
                </a:cubicBezTo>
                <a:lnTo>
                  <a:pt x="6774" y="2804"/>
                </a:lnTo>
                <a:cubicBezTo>
                  <a:pt x="6806" y="2678"/>
                  <a:pt x="6837" y="2552"/>
                  <a:pt x="6837" y="2395"/>
                </a:cubicBezTo>
                <a:cubicBezTo>
                  <a:pt x="6837" y="1859"/>
                  <a:pt x="6364" y="1386"/>
                  <a:pt x="5829" y="1386"/>
                </a:cubicBezTo>
                <a:cubicBezTo>
                  <a:pt x="5262" y="1386"/>
                  <a:pt x="4789" y="1859"/>
                  <a:pt x="4789" y="2395"/>
                </a:cubicBezTo>
                <a:cubicBezTo>
                  <a:pt x="4789" y="2521"/>
                  <a:pt x="4852" y="2678"/>
                  <a:pt x="4884" y="2804"/>
                </a:cubicBezTo>
                <a:lnTo>
                  <a:pt x="4159" y="2804"/>
                </a:lnTo>
                <a:cubicBezTo>
                  <a:pt x="4128" y="2678"/>
                  <a:pt x="4128" y="2521"/>
                  <a:pt x="4128" y="2395"/>
                </a:cubicBezTo>
                <a:cubicBezTo>
                  <a:pt x="4128" y="1449"/>
                  <a:pt x="4884" y="725"/>
                  <a:pt x="5829" y="725"/>
                </a:cubicBezTo>
                <a:close/>
                <a:moveTo>
                  <a:pt x="10681" y="3466"/>
                </a:moveTo>
                <a:cubicBezTo>
                  <a:pt x="10870" y="3466"/>
                  <a:pt x="11027" y="3623"/>
                  <a:pt x="11027" y="3812"/>
                </a:cubicBezTo>
                <a:cubicBezTo>
                  <a:pt x="11027" y="4033"/>
                  <a:pt x="10870" y="4190"/>
                  <a:pt x="10681" y="4190"/>
                </a:cubicBezTo>
                <a:lnTo>
                  <a:pt x="1009" y="4190"/>
                </a:lnTo>
                <a:cubicBezTo>
                  <a:pt x="820" y="4190"/>
                  <a:pt x="662" y="4033"/>
                  <a:pt x="662" y="3812"/>
                </a:cubicBezTo>
                <a:cubicBezTo>
                  <a:pt x="662" y="3623"/>
                  <a:pt x="851" y="3466"/>
                  <a:pt x="1009" y="3466"/>
                </a:cubicBezTo>
                <a:close/>
                <a:moveTo>
                  <a:pt x="9799" y="4852"/>
                </a:moveTo>
                <a:lnTo>
                  <a:pt x="7058" y="7593"/>
                </a:lnTo>
                <a:lnTo>
                  <a:pt x="4600" y="7593"/>
                </a:lnTo>
                <a:lnTo>
                  <a:pt x="1859" y="4852"/>
                </a:lnTo>
                <a:close/>
                <a:moveTo>
                  <a:pt x="6869" y="8255"/>
                </a:moveTo>
                <a:lnTo>
                  <a:pt x="6869" y="9767"/>
                </a:lnTo>
                <a:lnTo>
                  <a:pt x="4789" y="10775"/>
                </a:lnTo>
                <a:lnTo>
                  <a:pt x="4789" y="8255"/>
                </a:lnTo>
                <a:close/>
                <a:moveTo>
                  <a:pt x="5829" y="0"/>
                </a:moveTo>
                <a:cubicBezTo>
                  <a:pt x="4474" y="0"/>
                  <a:pt x="3435" y="1071"/>
                  <a:pt x="3435" y="2395"/>
                </a:cubicBezTo>
                <a:cubicBezTo>
                  <a:pt x="3435" y="2521"/>
                  <a:pt x="3435" y="2678"/>
                  <a:pt x="3466" y="2804"/>
                </a:cubicBezTo>
                <a:lnTo>
                  <a:pt x="1009" y="2804"/>
                </a:lnTo>
                <a:cubicBezTo>
                  <a:pt x="473" y="2804"/>
                  <a:pt x="0" y="3277"/>
                  <a:pt x="0" y="3812"/>
                </a:cubicBezTo>
                <a:cubicBezTo>
                  <a:pt x="0" y="4348"/>
                  <a:pt x="379" y="4757"/>
                  <a:pt x="851" y="4852"/>
                </a:cubicBezTo>
                <a:lnTo>
                  <a:pt x="4096" y="8065"/>
                </a:lnTo>
                <a:lnTo>
                  <a:pt x="4096" y="11342"/>
                </a:lnTo>
                <a:cubicBezTo>
                  <a:pt x="4096" y="11518"/>
                  <a:pt x="4277" y="11694"/>
                  <a:pt x="4462" y="11694"/>
                </a:cubicBezTo>
                <a:cubicBezTo>
                  <a:pt x="4508" y="11694"/>
                  <a:pt x="4556" y="11683"/>
                  <a:pt x="4600" y="11657"/>
                </a:cubicBezTo>
                <a:lnTo>
                  <a:pt x="7373" y="10271"/>
                </a:lnTo>
                <a:cubicBezTo>
                  <a:pt x="7467" y="10239"/>
                  <a:pt x="7562" y="10113"/>
                  <a:pt x="7562" y="9956"/>
                </a:cubicBezTo>
                <a:lnTo>
                  <a:pt x="7562" y="8034"/>
                </a:lnTo>
                <a:lnTo>
                  <a:pt x="10838" y="4820"/>
                </a:lnTo>
                <a:cubicBezTo>
                  <a:pt x="11311" y="4757"/>
                  <a:pt x="11689" y="4348"/>
                  <a:pt x="11689" y="3812"/>
                </a:cubicBezTo>
                <a:cubicBezTo>
                  <a:pt x="11689" y="3277"/>
                  <a:pt x="11216" y="2804"/>
                  <a:pt x="10681" y="2804"/>
                </a:cubicBezTo>
                <a:lnTo>
                  <a:pt x="8192" y="2804"/>
                </a:lnTo>
                <a:cubicBezTo>
                  <a:pt x="8192" y="2678"/>
                  <a:pt x="8223" y="2521"/>
                  <a:pt x="8223" y="2395"/>
                </a:cubicBezTo>
                <a:cubicBezTo>
                  <a:pt x="8223" y="1071"/>
                  <a:pt x="7152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1" name="Google Shape;12462;p89">
            <a:extLst>
              <a:ext uri="{FF2B5EF4-FFF2-40B4-BE49-F238E27FC236}">
                <a16:creationId xmlns:a16="http://schemas.microsoft.com/office/drawing/2014/main" id="{ABC484B6-AE4A-5D30-2F6C-BD89F7B3D10A}"/>
              </a:ext>
            </a:extLst>
          </p:cNvPr>
          <p:cNvSpPr/>
          <p:nvPr/>
        </p:nvSpPr>
        <p:spPr>
          <a:xfrm>
            <a:off x="4011880" y="1964545"/>
            <a:ext cx="484844" cy="484844"/>
          </a:xfrm>
          <a:custGeom>
            <a:avLst/>
            <a:gdLst/>
            <a:ahLst/>
            <a:cxnLst/>
            <a:rect l="l" t="t" r="r" b="b"/>
            <a:pathLst>
              <a:path w="11752" h="11752" extrusionOk="0">
                <a:moveTo>
                  <a:pt x="6333" y="756"/>
                </a:moveTo>
                <a:lnTo>
                  <a:pt x="6459" y="1292"/>
                </a:lnTo>
                <a:cubicBezTo>
                  <a:pt x="6490" y="1418"/>
                  <a:pt x="6585" y="1544"/>
                  <a:pt x="6742" y="1576"/>
                </a:cubicBezTo>
                <a:cubicBezTo>
                  <a:pt x="7372" y="1702"/>
                  <a:pt x="7908" y="1922"/>
                  <a:pt x="8444" y="2300"/>
                </a:cubicBezTo>
                <a:cubicBezTo>
                  <a:pt x="8491" y="2332"/>
                  <a:pt x="8546" y="2347"/>
                  <a:pt x="8605" y="2347"/>
                </a:cubicBezTo>
                <a:cubicBezTo>
                  <a:pt x="8664" y="2347"/>
                  <a:pt x="8727" y="2332"/>
                  <a:pt x="8790" y="2300"/>
                </a:cubicBezTo>
                <a:lnTo>
                  <a:pt x="9231" y="2017"/>
                </a:lnTo>
                <a:lnTo>
                  <a:pt x="9798" y="2584"/>
                </a:lnTo>
                <a:lnTo>
                  <a:pt x="9546" y="3025"/>
                </a:lnTo>
                <a:cubicBezTo>
                  <a:pt x="9452" y="3151"/>
                  <a:pt x="9452" y="3308"/>
                  <a:pt x="9546" y="3371"/>
                </a:cubicBezTo>
                <a:cubicBezTo>
                  <a:pt x="9893" y="3907"/>
                  <a:pt x="10113" y="4505"/>
                  <a:pt x="10239" y="5073"/>
                </a:cubicBezTo>
                <a:cubicBezTo>
                  <a:pt x="10271" y="5199"/>
                  <a:pt x="10365" y="5325"/>
                  <a:pt x="10523" y="5356"/>
                </a:cubicBezTo>
                <a:lnTo>
                  <a:pt x="11058" y="5482"/>
                </a:lnTo>
                <a:lnTo>
                  <a:pt x="11058" y="6301"/>
                </a:lnTo>
                <a:lnTo>
                  <a:pt x="10523" y="6427"/>
                </a:lnTo>
                <a:cubicBezTo>
                  <a:pt x="10397" y="6459"/>
                  <a:pt x="10271" y="6553"/>
                  <a:pt x="10239" y="6711"/>
                </a:cubicBezTo>
                <a:cubicBezTo>
                  <a:pt x="10113" y="7309"/>
                  <a:pt x="9893" y="7877"/>
                  <a:pt x="9546" y="8381"/>
                </a:cubicBezTo>
                <a:cubicBezTo>
                  <a:pt x="9452" y="8507"/>
                  <a:pt x="9452" y="8633"/>
                  <a:pt x="9546" y="8759"/>
                </a:cubicBezTo>
                <a:lnTo>
                  <a:pt x="9798" y="9168"/>
                </a:lnTo>
                <a:lnTo>
                  <a:pt x="9231" y="9767"/>
                </a:lnTo>
                <a:lnTo>
                  <a:pt x="8790" y="9483"/>
                </a:lnTo>
                <a:cubicBezTo>
                  <a:pt x="8727" y="9452"/>
                  <a:pt x="8656" y="9436"/>
                  <a:pt x="8593" y="9436"/>
                </a:cubicBezTo>
                <a:cubicBezTo>
                  <a:pt x="8530" y="9436"/>
                  <a:pt x="8475" y="9452"/>
                  <a:pt x="8444" y="9483"/>
                </a:cubicBezTo>
                <a:cubicBezTo>
                  <a:pt x="7908" y="9861"/>
                  <a:pt x="7341" y="10082"/>
                  <a:pt x="6742" y="10208"/>
                </a:cubicBezTo>
                <a:cubicBezTo>
                  <a:pt x="6616" y="10239"/>
                  <a:pt x="6490" y="10334"/>
                  <a:pt x="6459" y="10428"/>
                </a:cubicBezTo>
                <a:lnTo>
                  <a:pt x="6333" y="10964"/>
                </a:lnTo>
                <a:lnTo>
                  <a:pt x="5514" y="10964"/>
                </a:lnTo>
                <a:lnTo>
                  <a:pt x="5388" y="10428"/>
                </a:lnTo>
                <a:cubicBezTo>
                  <a:pt x="5356" y="10334"/>
                  <a:pt x="5230" y="10208"/>
                  <a:pt x="5136" y="10208"/>
                </a:cubicBezTo>
                <a:cubicBezTo>
                  <a:pt x="4505" y="10082"/>
                  <a:pt x="3938" y="9861"/>
                  <a:pt x="3434" y="9483"/>
                </a:cubicBezTo>
                <a:cubicBezTo>
                  <a:pt x="3371" y="9452"/>
                  <a:pt x="3308" y="9436"/>
                  <a:pt x="3249" y="9436"/>
                </a:cubicBezTo>
                <a:cubicBezTo>
                  <a:pt x="3190" y="9436"/>
                  <a:pt x="3135" y="9452"/>
                  <a:pt x="3088" y="9483"/>
                </a:cubicBezTo>
                <a:lnTo>
                  <a:pt x="2647" y="9767"/>
                </a:lnTo>
                <a:lnTo>
                  <a:pt x="2048" y="9168"/>
                </a:lnTo>
                <a:lnTo>
                  <a:pt x="2332" y="8759"/>
                </a:lnTo>
                <a:cubicBezTo>
                  <a:pt x="2395" y="8633"/>
                  <a:pt x="2395" y="8475"/>
                  <a:pt x="2332" y="8381"/>
                </a:cubicBezTo>
                <a:cubicBezTo>
                  <a:pt x="1985" y="7877"/>
                  <a:pt x="1733" y="7278"/>
                  <a:pt x="1607" y="6711"/>
                </a:cubicBezTo>
                <a:cubicBezTo>
                  <a:pt x="1575" y="6585"/>
                  <a:pt x="1512" y="6459"/>
                  <a:pt x="1386" y="6427"/>
                </a:cubicBezTo>
                <a:lnTo>
                  <a:pt x="882" y="6301"/>
                </a:lnTo>
                <a:lnTo>
                  <a:pt x="882" y="5482"/>
                </a:lnTo>
                <a:lnTo>
                  <a:pt x="1386" y="5356"/>
                </a:lnTo>
                <a:cubicBezTo>
                  <a:pt x="1512" y="5325"/>
                  <a:pt x="1607" y="5199"/>
                  <a:pt x="1607" y="5073"/>
                </a:cubicBezTo>
                <a:cubicBezTo>
                  <a:pt x="1733" y="4442"/>
                  <a:pt x="1985" y="3907"/>
                  <a:pt x="2332" y="3371"/>
                </a:cubicBezTo>
                <a:cubicBezTo>
                  <a:pt x="2395" y="3277"/>
                  <a:pt x="2395" y="3151"/>
                  <a:pt x="2332" y="3025"/>
                </a:cubicBezTo>
                <a:lnTo>
                  <a:pt x="2048" y="2584"/>
                </a:lnTo>
                <a:lnTo>
                  <a:pt x="2647" y="2017"/>
                </a:lnTo>
                <a:lnTo>
                  <a:pt x="3088" y="2300"/>
                </a:lnTo>
                <a:cubicBezTo>
                  <a:pt x="3135" y="2332"/>
                  <a:pt x="3198" y="2347"/>
                  <a:pt x="3261" y="2347"/>
                </a:cubicBezTo>
                <a:cubicBezTo>
                  <a:pt x="3324" y="2347"/>
                  <a:pt x="3387" y="2332"/>
                  <a:pt x="3434" y="2300"/>
                </a:cubicBezTo>
                <a:cubicBezTo>
                  <a:pt x="3938" y="1922"/>
                  <a:pt x="4537" y="1702"/>
                  <a:pt x="5136" y="1576"/>
                </a:cubicBezTo>
                <a:cubicBezTo>
                  <a:pt x="5230" y="1544"/>
                  <a:pt x="5356" y="1450"/>
                  <a:pt x="5388" y="1292"/>
                </a:cubicBezTo>
                <a:lnTo>
                  <a:pt x="5514" y="756"/>
                </a:lnTo>
                <a:close/>
                <a:moveTo>
                  <a:pt x="5167" y="0"/>
                </a:moveTo>
                <a:cubicBezTo>
                  <a:pt x="5009" y="0"/>
                  <a:pt x="4852" y="126"/>
                  <a:pt x="4852" y="284"/>
                </a:cubicBezTo>
                <a:lnTo>
                  <a:pt x="4694" y="882"/>
                </a:lnTo>
                <a:cubicBezTo>
                  <a:pt x="4127" y="977"/>
                  <a:pt x="3623" y="1229"/>
                  <a:pt x="3119" y="1513"/>
                </a:cubicBezTo>
                <a:lnTo>
                  <a:pt x="2615" y="1197"/>
                </a:lnTo>
                <a:cubicBezTo>
                  <a:pt x="2557" y="1154"/>
                  <a:pt x="2485" y="1130"/>
                  <a:pt x="2412" y="1130"/>
                </a:cubicBezTo>
                <a:cubicBezTo>
                  <a:pt x="2327" y="1130"/>
                  <a:pt x="2242" y="1161"/>
                  <a:pt x="2174" y="1229"/>
                </a:cubicBezTo>
                <a:lnTo>
                  <a:pt x="1197" y="2206"/>
                </a:lnTo>
                <a:cubicBezTo>
                  <a:pt x="1071" y="2332"/>
                  <a:pt x="1071" y="2489"/>
                  <a:pt x="1134" y="2647"/>
                </a:cubicBezTo>
                <a:lnTo>
                  <a:pt x="1449" y="3151"/>
                </a:lnTo>
                <a:cubicBezTo>
                  <a:pt x="1134" y="3623"/>
                  <a:pt x="945" y="4159"/>
                  <a:pt x="819" y="4726"/>
                </a:cubicBezTo>
                <a:lnTo>
                  <a:pt x="284" y="4884"/>
                </a:lnTo>
                <a:cubicBezTo>
                  <a:pt x="126" y="4915"/>
                  <a:pt x="0" y="5041"/>
                  <a:pt x="0" y="5199"/>
                </a:cubicBezTo>
                <a:lnTo>
                  <a:pt x="0" y="6585"/>
                </a:lnTo>
                <a:cubicBezTo>
                  <a:pt x="0" y="6742"/>
                  <a:pt x="126" y="6868"/>
                  <a:pt x="284" y="6900"/>
                </a:cubicBezTo>
                <a:lnTo>
                  <a:pt x="819" y="7057"/>
                </a:lnTo>
                <a:cubicBezTo>
                  <a:pt x="945" y="7593"/>
                  <a:pt x="1197" y="8129"/>
                  <a:pt x="1449" y="8633"/>
                </a:cubicBezTo>
                <a:lnTo>
                  <a:pt x="1134" y="9137"/>
                </a:lnTo>
                <a:cubicBezTo>
                  <a:pt x="1071" y="9263"/>
                  <a:pt x="1071" y="9452"/>
                  <a:pt x="1197" y="9578"/>
                </a:cubicBezTo>
                <a:lnTo>
                  <a:pt x="2174" y="10554"/>
                </a:lnTo>
                <a:cubicBezTo>
                  <a:pt x="2242" y="10622"/>
                  <a:pt x="2318" y="10653"/>
                  <a:pt x="2399" y="10653"/>
                </a:cubicBezTo>
                <a:cubicBezTo>
                  <a:pt x="2469" y="10653"/>
                  <a:pt x="2542" y="10630"/>
                  <a:pt x="2615" y="10586"/>
                </a:cubicBezTo>
                <a:lnTo>
                  <a:pt x="3119" y="10271"/>
                </a:lnTo>
                <a:cubicBezTo>
                  <a:pt x="3592" y="10586"/>
                  <a:pt x="4127" y="10806"/>
                  <a:pt x="4694" y="10901"/>
                </a:cubicBezTo>
                <a:lnTo>
                  <a:pt x="4852" y="11468"/>
                </a:lnTo>
                <a:cubicBezTo>
                  <a:pt x="4883" y="11626"/>
                  <a:pt x="5009" y="11752"/>
                  <a:pt x="5167" y="11752"/>
                </a:cubicBezTo>
                <a:lnTo>
                  <a:pt x="6553" y="11752"/>
                </a:lnTo>
                <a:cubicBezTo>
                  <a:pt x="6711" y="11752"/>
                  <a:pt x="6805" y="11626"/>
                  <a:pt x="6868" y="11468"/>
                </a:cubicBezTo>
                <a:lnTo>
                  <a:pt x="7026" y="10901"/>
                </a:lnTo>
                <a:cubicBezTo>
                  <a:pt x="7561" y="10806"/>
                  <a:pt x="8065" y="10554"/>
                  <a:pt x="8601" y="10271"/>
                </a:cubicBezTo>
                <a:lnTo>
                  <a:pt x="9105" y="10586"/>
                </a:lnTo>
                <a:cubicBezTo>
                  <a:pt x="9164" y="10630"/>
                  <a:pt x="9236" y="10653"/>
                  <a:pt x="9309" y="10653"/>
                </a:cubicBezTo>
                <a:cubicBezTo>
                  <a:pt x="9393" y="10653"/>
                  <a:pt x="9479" y="10622"/>
                  <a:pt x="9546" y="10554"/>
                </a:cubicBezTo>
                <a:lnTo>
                  <a:pt x="10523" y="9578"/>
                </a:lnTo>
                <a:cubicBezTo>
                  <a:pt x="10649" y="9452"/>
                  <a:pt x="10649" y="9294"/>
                  <a:pt x="10554" y="9137"/>
                </a:cubicBezTo>
                <a:lnTo>
                  <a:pt x="10239" y="8633"/>
                </a:lnTo>
                <a:cubicBezTo>
                  <a:pt x="10554" y="8160"/>
                  <a:pt x="10743" y="7656"/>
                  <a:pt x="10869" y="7057"/>
                </a:cubicBezTo>
                <a:lnTo>
                  <a:pt x="11468" y="6900"/>
                </a:lnTo>
                <a:cubicBezTo>
                  <a:pt x="11626" y="6868"/>
                  <a:pt x="11752" y="6742"/>
                  <a:pt x="11752" y="6585"/>
                </a:cubicBezTo>
                <a:lnTo>
                  <a:pt x="11752" y="5199"/>
                </a:lnTo>
                <a:cubicBezTo>
                  <a:pt x="11752" y="5041"/>
                  <a:pt x="11626" y="4915"/>
                  <a:pt x="11468" y="4884"/>
                </a:cubicBezTo>
                <a:lnTo>
                  <a:pt x="10869" y="4726"/>
                </a:lnTo>
                <a:cubicBezTo>
                  <a:pt x="10743" y="4159"/>
                  <a:pt x="10523" y="3655"/>
                  <a:pt x="10239" y="3151"/>
                </a:cubicBezTo>
                <a:lnTo>
                  <a:pt x="10554" y="2647"/>
                </a:lnTo>
                <a:cubicBezTo>
                  <a:pt x="10649" y="2521"/>
                  <a:pt x="10649" y="2332"/>
                  <a:pt x="10523" y="2206"/>
                </a:cubicBezTo>
                <a:lnTo>
                  <a:pt x="9546" y="1229"/>
                </a:lnTo>
                <a:cubicBezTo>
                  <a:pt x="9479" y="1161"/>
                  <a:pt x="9402" y="1130"/>
                  <a:pt x="9321" y="1130"/>
                </a:cubicBezTo>
                <a:cubicBezTo>
                  <a:pt x="9251" y="1130"/>
                  <a:pt x="9178" y="1154"/>
                  <a:pt x="9105" y="1197"/>
                </a:cubicBezTo>
                <a:lnTo>
                  <a:pt x="8601" y="1513"/>
                </a:lnTo>
                <a:cubicBezTo>
                  <a:pt x="8128" y="1197"/>
                  <a:pt x="7593" y="977"/>
                  <a:pt x="7026" y="882"/>
                </a:cubicBezTo>
                <a:lnTo>
                  <a:pt x="6868" y="284"/>
                </a:lnTo>
                <a:cubicBezTo>
                  <a:pt x="6805" y="126"/>
                  <a:pt x="6711" y="0"/>
                  <a:pt x="655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2" name="Google Shape;12463;p89">
            <a:extLst>
              <a:ext uri="{FF2B5EF4-FFF2-40B4-BE49-F238E27FC236}">
                <a16:creationId xmlns:a16="http://schemas.microsoft.com/office/drawing/2014/main" id="{A7E986BA-1720-590D-58FE-B0E30B049A78}"/>
              </a:ext>
            </a:extLst>
          </p:cNvPr>
          <p:cNvSpPr/>
          <p:nvPr/>
        </p:nvSpPr>
        <p:spPr>
          <a:xfrm>
            <a:off x="4097652" y="2052917"/>
            <a:ext cx="311980" cy="310701"/>
          </a:xfrm>
          <a:custGeom>
            <a:avLst/>
            <a:gdLst/>
            <a:ahLst/>
            <a:cxnLst/>
            <a:rect l="l" t="t" r="r" b="b"/>
            <a:pathLst>
              <a:path w="7562" h="7531" extrusionOk="0">
                <a:moveTo>
                  <a:pt x="3750" y="662"/>
                </a:moveTo>
                <a:cubicBezTo>
                  <a:pt x="5451" y="662"/>
                  <a:pt x="6837" y="2017"/>
                  <a:pt x="6837" y="3718"/>
                </a:cubicBezTo>
                <a:cubicBezTo>
                  <a:pt x="6869" y="5104"/>
                  <a:pt x="6049" y="6239"/>
                  <a:pt x="4821" y="6648"/>
                </a:cubicBezTo>
                <a:lnTo>
                  <a:pt x="4821" y="5892"/>
                </a:lnTo>
                <a:cubicBezTo>
                  <a:pt x="5640" y="5514"/>
                  <a:pt x="6207" y="4663"/>
                  <a:pt x="6207" y="3718"/>
                </a:cubicBezTo>
                <a:cubicBezTo>
                  <a:pt x="6207" y="2710"/>
                  <a:pt x="5577" y="1796"/>
                  <a:pt x="4569" y="1481"/>
                </a:cubicBezTo>
                <a:cubicBezTo>
                  <a:pt x="4535" y="1472"/>
                  <a:pt x="4501" y="1467"/>
                  <a:pt x="4468" y="1467"/>
                </a:cubicBezTo>
                <a:cubicBezTo>
                  <a:pt x="4278" y="1467"/>
                  <a:pt x="4096" y="1609"/>
                  <a:pt x="4096" y="1796"/>
                </a:cubicBezTo>
                <a:lnTo>
                  <a:pt x="4096" y="3372"/>
                </a:lnTo>
                <a:lnTo>
                  <a:pt x="3435" y="3372"/>
                </a:lnTo>
                <a:lnTo>
                  <a:pt x="3435" y="1796"/>
                </a:lnTo>
                <a:cubicBezTo>
                  <a:pt x="3435" y="1609"/>
                  <a:pt x="3276" y="1467"/>
                  <a:pt x="3073" y="1467"/>
                </a:cubicBezTo>
                <a:cubicBezTo>
                  <a:pt x="3037" y="1467"/>
                  <a:pt x="3000" y="1472"/>
                  <a:pt x="2962" y="1481"/>
                </a:cubicBezTo>
                <a:cubicBezTo>
                  <a:pt x="2017" y="1828"/>
                  <a:pt x="1355" y="2742"/>
                  <a:pt x="1355" y="3718"/>
                </a:cubicBezTo>
                <a:cubicBezTo>
                  <a:pt x="1355" y="4663"/>
                  <a:pt x="1891" y="5514"/>
                  <a:pt x="2741" y="5892"/>
                </a:cubicBezTo>
                <a:lnTo>
                  <a:pt x="2741" y="6648"/>
                </a:lnTo>
                <a:cubicBezTo>
                  <a:pt x="1544" y="6207"/>
                  <a:pt x="694" y="5073"/>
                  <a:pt x="694" y="3718"/>
                </a:cubicBezTo>
                <a:cubicBezTo>
                  <a:pt x="694" y="2017"/>
                  <a:pt x="2048" y="662"/>
                  <a:pt x="3750" y="662"/>
                </a:cubicBezTo>
                <a:close/>
                <a:moveTo>
                  <a:pt x="4852" y="2363"/>
                </a:moveTo>
                <a:cubicBezTo>
                  <a:pt x="5293" y="2679"/>
                  <a:pt x="5514" y="3183"/>
                  <a:pt x="5514" y="3718"/>
                </a:cubicBezTo>
                <a:cubicBezTo>
                  <a:pt x="5514" y="4443"/>
                  <a:pt x="5041" y="5104"/>
                  <a:pt x="4380" y="5356"/>
                </a:cubicBezTo>
                <a:cubicBezTo>
                  <a:pt x="4254" y="5388"/>
                  <a:pt x="4159" y="5545"/>
                  <a:pt x="4159" y="5671"/>
                </a:cubicBezTo>
                <a:lnTo>
                  <a:pt x="4159" y="6806"/>
                </a:lnTo>
                <a:lnTo>
                  <a:pt x="3781" y="6806"/>
                </a:lnTo>
                <a:cubicBezTo>
                  <a:pt x="3734" y="6821"/>
                  <a:pt x="3679" y="6829"/>
                  <a:pt x="3624" y="6829"/>
                </a:cubicBezTo>
                <a:cubicBezTo>
                  <a:pt x="3568" y="6829"/>
                  <a:pt x="3513" y="6821"/>
                  <a:pt x="3466" y="6806"/>
                </a:cubicBezTo>
                <a:lnTo>
                  <a:pt x="3466" y="5671"/>
                </a:lnTo>
                <a:cubicBezTo>
                  <a:pt x="3466" y="5514"/>
                  <a:pt x="3403" y="5388"/>
                  <a:pt x="3246" y="5356"/>
                </a:cubicBezTo>
                <a:cubicBezTo>
                  <a:pt x="2584" y="5104"/>
                  <a:pt x="2111" y="4443"/>
                  <a:pt x="2111" y="3718"/>
                </a:cubicBezTo>
                <a:cubicBezTo>
                  <a:pt x="2111" y="3183"/>
                  <a:pt x="2363" y="2679"/>
                  <a:pt x="2773" y="2363"/>
                </a:cubicBezTo>
                <a:lnTo>
                  <a:pt x="2773" y="3718"/>
                </a:lnTo>
                <a:cubicBezTo>
                  <a:pt x="2773" y="3939"/>
                  <a:pt x="2930" y="4096"/>
                  <a:pt x="3120" y="4096"/>
                </a:cubicBezTo>
                <a:lnTo>
                  <a:pt x="4506" y="4096"/>
                </a:lnTo>
                <a:cubicBezTo>
                  <a:pt x="4695" y="4096"/>
                  <a:pt x="4852" y="3939"/>
                  <a:pt x="4852" y="3718"/>
                </a:cubicBezTo>
                <a:lnTo>
                  <a:pt x="4852" y="2363"/>
                </a:lnTo>
                <a:close/>
                <a:moveTo>
                  <a:pt x="3781" y="1"/>
                </a:moveTo>
                <a:cubicBezTo>
                  <a:pt x="1702" y="1"/>
                  <a:pt x="1" y="1670"/>
                  <a:pt x="1" y="3781"/>
                </a:cubicBezTo>
                <a:cubicBezTo>
                  <a:pt x="1" y="5861"/>
                  <a:pt x="1702" y="7530"/>
                  <a:pt x="3781" y="7530"/>
                </a:cubicBezTo>
                <a:cubicBezTo>
                  <a:pt x="5892" y="7530"/>
                  <a:pt x="7562" y="5861"/>
                  <a:pt x="7562" y="3781"/>
                </a:cubicBezTo>
                <a:cubicBezTo>
                  <a:pt x="7562" y="1670"/>
                  <a:pt x="5892" y="1"/>
                  <a:pt x="378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8" name="Google Shape;12474;p89">
            <a:extLst>
              <a:ext uri="{FF2B5EF4-FFF2-40B4-BE49-F238E27FC236}">
                <a16:creationId xmlns:a16="http://schemas.microsoft.com/office/drawing/2014/main" id="{C028F18E-BF61-B6C8-2BD3-7BB53C76E517}"/>
              </a:ext>
            </a:extLst>
          </p:cNvPr>
          <p:cNvSpPr/>
          <p:nvPr/>
        </p:nvSpPr>
        <p:spPr>
          <a:xfrm>
            <a:off x="7133678" y="1966466"/>
            <a:ext cx="474159" cy="481007"/>
          </a:xfrm>
          <a:custGeom>
            <a:avLst/>
            <a:gdLst/>
            <a:ahLst/>
            <a:cxnLst/>
            <a:rect l="l" t="t" r="r" b="b"/>
            <a:pathLst>
              <a:path w="11493" h="11659" extrusionOk="0">
                <a:moveTo>
                  <a:pt x="7121" y="662"/>
                </a:moveTo>
                <a:cubicBezTo>
                  <a:pt x="7341" y="662"/>
                  <a:pt x="7499" y="820"/>
                  <a:pt x="7499" y="1040"/>
                </a:cubicBezTo>
                <a:cubicBezTo>
                  <a:pt x="7499" y="1230"/>
                  <a:pt x="7341" y="1387"/>
                  <a:pt x="7121" y="1387"/>
                </a:cubicBezTo>
                <a:lnTo>
                  <a:pt x="4380" y="1387"/>
                </a:lnTo>
                <a:cubicBezTo>
                  <a:pt x="4191" y="1387"/>
                  <a:pt x="4033" y="1230"/>
                  <a:pt x="4033" y="1040"/>
                </a:cubicBezTo>
                <a:cubicBezTo>
                  <a:pt x="4033" y="820"/>
                  <a:pt x="4191" y="662"/>
                  <a:pt x="4380" y="662"/>
                </a:cubicBezTo>
                <a:close/>
                <a:moveTo>
                  <a:pt x="6774" y="2049"/>
                </a:moveTo>
                <a:lnTo>
                  <a:pt x="6774" y="4285"/>
                </a:lnTo>
                <a:cubicBezTo>
                  <a:pt x="6774" y="4412"/>
                  <a:pt x="6774" y="4443"/>
                  <a:pt x="7499" y="5514"/>
                </a:cubicBezTo>
                <a:lnTo>
                  <a:pt x="3970" y="5514"/>
                </a:lnTo>
                <a:cubicBezTo>
                  <a:pt x="4758" y="4412"/>
                  <a:pt x="4726" y="4443"/>
                  <a:pt x="4726" y="4348"/>
                </a:cubicBezTo>
                <a:lnTo>
                  <a:pt x="4726" y="2049"/>
                </a:lnTo>
                <a:close/>
                <a:moveTo>
                  <a:pt x="8003" y="6176"/>
                </a:moveTo>
                <a:cubicBezTo>
                  <a:pt x="8696" y="7215"/>
                  <a:pt x="9578" y="8507"/>
                  <a:pt x="10177" y="9389"/>
                </a:cubicBezTo>
                <a:cubicBezTo>
                  <a:pt x="10649" y="10082"/>
                  <a:pt x="10177" y="10996"/>
                  <a:pt x="9294" y="10996"/>
                </a:cubicBezTo>
                <a:lnTo>
                  <a:pt x="2206" y="10996"/>
                </a:lnTo>
                <a:cubicBezTo>
                  <a:pt x="1387" y="10996"/>
                  <a:pt x="914" y="10051"/>
                  <a:pt x="1387" y="9389"/>
                </a:cubicBezTo>
                <a:cubicBezTo>
                  <a:pt x="1859" y="8665"/>
                  <a:pt x="2804" y="7341"/>
                  <a:pt x="3561" y="6176"/>
                </a:cubicBezTo>
                <a:close/>
                <a:moveTo>
                  <a:pt x="4380" y="1"/>
                </a:moveTo>
                <a:cubicBezTo>
                  <a:pt x="3813" y="1"/>
                  <a:pt x="3340" y="473"/>
                  <a:pt x="3340" y="1040"/>
                </a:cubicBezTo>
                <a:cubicBezTo>
                  <a:pt x="3340" y="1513"/>
                  <a:pt x="3655" y="1860"/>
                  <a:pt x="4065" y="2017"/>
                </a:cubicBezTo>
                <a:lnTo>
                  <a:pt x="4065" y="4222"/>
                </a:lnTo>
                <a:cubicBezTo>
                  <a:pt x="3718" y="4790"/>
                  <a:pt x="1198" y="8413"/>
                  <a:pt x="788" y="8980"/>
                </a:cubicBezTo>
                <a:cubicBezTo>
                  <a:pt x="1" y="10114"/>
                  <a:pt x="820" y="11658"/>
                  <a:pt x="2206" y="11658"/>
                </a:cubicBezTo>
                <a:lnTo>
                  <a:pt x="9294" y="11658"/>
                </a:lnTo>
                <a:cubicBezTo>
                  <a:pt x="9308" y="11658"/>
                  <a:pt x="9322" y="11658"/>
                  <a:pt x="9335" y="11658"/>
                </a:cubicBezTo>
                <a:cubicBezTo>
                  <a:pt x="10697" y="11658"/>
                  <a:pt x="11492" y="10103"/>
                  <a:pt x="10712" y="9011"/>
                </a:cubicBezTo>
                <a:cubicBezTo>
                  <a:pt x="10271" y="8444"/>
                  <a:pt x="7845" y="4853"/>
                  <a:pt x="7499" y="4254"/>
                </a:cubicBezTo>
                <a:lnTo>
                  <a:pt x="7499" y="1986"/>
                </a:lnTo>
                <a:cubicBezTo>
                  <a:pt x="7877" y="1828"/>
                  <a:pt x="8160" y="1450"/>
                  <a:pt x="8160" y="1040"/>
                </a:cubicBezTo>
                <a:cubicBezTo>
                  <a:pt x="8160" y="473"/>
                  <a:pt x="7688" y="1"/>
                  <a:pt x="712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9" name="Google Shape;12475;p89">
            <a:extLst>
              <a:ext uri="{FF2B5EF4-FFF2-40B4-BE49-F238E27FC236}">
                <a16:creationId xmlns:a16="http://schemas.microsoft.com/office/drawing/2014/main" id="{C450685E-A679-763E-F350-C2F6F582A50A}"/>
              </a:ext>
            </a:extLst>
          </p:cNvPr>
          <p:cNvSpPr/>
          <p:nvPr/>
        </p:nvSpPr>
        <p:spPr>
          <a:xfrm>
            <a:off x="7271473" y="2249814"/>
            <a:ext cx="114404" cy="113125"/>
          </a:xfrm>
          <a:custGeom>
            <a:avLst/>
            <a:gdLst/>
            <a:ahLst/>
            <a:cxnLst/>
            <a:rect l="l" t="t" r="r" b="b"/>
            <a:pathLst>
              <a:path w="2773" h="2742" extrusionOk="0">
                <a:moveTo>
                  <a:pt x="1386" y="694"/>
                </a:moveTo>
                <a:cubicBezTo>
                  <a:pt x="1733" y="694"/>
                  <a:pt x="2048" y="1009"/>
                  <a:pt x="2048" y="1356"/>
                </a:cubicBezTo>
                <a:cubicBezTo>
                  <a:pt x="2048" y="1765"/>
                  <a:pt x="1764" y="2049"/>
                  <a:pt x="1386" y="2049"/>
                </a:cubicBezTo>
                <a:cubicBezTo>
                  <a:pt x="1008" y="2049"/>
                  <a:pt x="725" y="1702"/>
                  <a:pt x="725" y="1356"/>
                </a:cubicBezTo>
                <a:cubicBezTo>
                  <a:pt x="725" y="978"/>
                  <a:pt x="1040" y="694"/>
                  <a:pt x="1386" y="694"/>
                </a:cubicBezTo>
                <a:close/>
                <a:moveTo>
                  <a:pt x="1386" y="1"/>
                </a:moveTo>
                <a:cubicBezTo>
                  <a:pt x="630" y="1"/>
                  <a:pt x="0" y="631"/>
                  <a:pt x="0" y="1356"/>
                </a:cubicBezTo>
                <a:cubicBezTo>
                  <a:pt x="0" y="2112"/>
                  <a:pt x="630" y="2742"/>
                  <a:pt x="1386" y="2742"/>
                </a:cubicBezTo>
                <a:cubicBezTo>
                  <a:pt x="2142" y="2742"/>
                  <a:pt x="2772" y="2112"/>
                  <a:pt x="2772" y="1356"/>
                </a:cubicBezTo>
                <a:cubicBezTo>
                  <a:pt x="2772" y="631"/>
                  <a:pt x="2142" y="1"/>
                  <a:pt x="138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50" name="Google Shape;12476;p89">
            <a:extLst>
              <a:ext uri="{FF2B5EF4-FFF2-40B4-BE49-F238E27FC236}">
                <a16:creationId xmlns:a16="http://schemas.microsoft.com/office/drawing/2014/main" id="{FD1DE6C3-6086-D67C-BC9A-A60F7D649F40}"/>
              </a:ext>
            </a:extLst>
          </p:cNvPr>
          <p:cNvSpPr/>
          <p:nvPr/>
        </p:nvSpPr>
        <p:spPr>
          <a:xfrm>
            <a:off x="7413150" y="2305714"/>
            <a:ext cx="84493" cy="84534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694"/>
                </a:moveTo>
                <a:cubicBezTo>
                  <a:pt x="1229" y="694"/>
                  <a:pt x="1386" y="851"/>
                  <a:pt x="1386" y="1040"/>
                </a:cubicBezTo>
                <a:cubicBezTo>
                  <a:pt x="1386" y="1229"/>
                  <a:pt x="1229" y="1387"/>
                  <a:pt x="1040" y="1387"/>
                </a:cubicBezTo>
                <a:cubicBezTo>
                  <a:pt x="819" y="1387"/>
                  <a:pt x="693" y="1229"/>
                  <a:pt x="693" y="1040"/>
                </a:cubicBezTo>
                <a:cubicBezTo>
                  <a:pt x="693" y="851"/>
                  <a:pt x="819" y="694"/>
                  <a:pt x="1040" y="694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5" y="2048"/>
                  <a:pt x="2048" y="1576"/>
                  <a:pt x="2048" y="1040"/>
                </a:cubicBezTo>
                <a:cubicBezTo>
                  <a:pt x="2048" y="473"/>
                  <a:pt x="1575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6" name="Google Shape;12509;p89">
            <a:extLst>
              <a:ext uri="{FF2B5EF4-FFF2-40B4-BE49-F238E27FC236}">
                <a16:creationId xmlns:a16="http://schemas.microsoft.com/office/drawing/2014/main" id="{0E5F3151-5B08-C4DE-896B-CFE67171A0DB}"/>
              </a:ext>
            </a:extLst>
          </p:cNvPr>
          <p:cNvSpPr/>
          <p:nvPr/>
        </p:nvSpPr>
        <p:spPr>
          <a:xfrm>
            <a:off x="4630215" y="2024348"/>
            <a:ext cx="422506" cy="422465"/>
          </a:xfrm>
          <a:custGeom>
            <a:avLst/>
            <a:gdLst/>
            <a:ahLst/>
            <a:cxnLst/>
            <a:rect l="l" t="t" r="r" b="b"/>
            <a:pathLst>
              <a:path w="10241" h="10240" extrusionOk="0">
                <a:moveTo>
                  <a:pt x="4758" y="693"/>
                </a:moveTo>
                <a:lnTo>
                  <a:pt x="4758" y="5167"/>
                </a:lnTo>
                <a:cubicBezTo>
                  <a:pt x="4758" y="5356"/>
                  <a:pt x="4916" y="5513"/>
                  <a:pt x="5105" y="5513"/>
                </a:cubicBezTo>
                <a:lnTo>
                  <a:pt x="9578" y="5513"/>
                </a:lnTo>
                <a:cubicBezTo>
                  <a:pt x="9358" y="7813"/>
                  <a:pt x="7436" y="9609"/>
                  <a:pt x="5105" y="9609"/>
                </a:cubicBezTo>
                <a:cubicBezTo>
                  <a:pt x="2679" y="9609"/>
                  <a:pt x="663" y="7593"/>
                  <a:pt x="663" y="5167"/>
                </a:cubicBezTo>
                <a:cubicBezTo>
                  <a:pt x="663" y="2835"/>
                  <a:pt x="2490" y="914"/>
                  <a:pt x="4758" y="693"/>
                </a:cubicBezTo>
                <a:close/>
                <a:moveTo>
                  <a:pt x="5105" y="0"/>
                </a:moveTo>
                <a:cubicBezTo>
                  <a:pt x="2269" y="0"/>
                  <a:pt x="1" y="2300"/>
                  <a:pt x="1" y="5104"/>
                </a:cubicBezTo>
                <a:cubicBezTo>
                  <a:pt x="1" y="7939"/>
                  <a:pt x="2269" y="10239"/>
                  <a:pt x="5105" y="10239"/>
                </a:cubicBezTo>
                <a:cubicBezTo>
                  <a:pt x="7940" y="10239"/>
                  <a:pt x="10240" y="7939"/>
                  <a:pt x="10240" y="5104"/>
                </a:cubicBezTo>
                <a:cubicBezTo>
                  <a:pt x="10240" y="4978"/>
                  <a:pt x="10083" y="4820"/>
                  <a:pt x="9925" y="4820"/>
                </a:cubicBezTo>
                <a:lnTo>
                  <a:pt x="5483" y="4820"/>
                </a:lnTo>
                <a:lnTo>
                  <a:pt x="5483" y="347"/>
                </a:lnTo>
                <a:cubicBezTo>
                  <a:pt x="5483" y="158"/>
                  <a:pt x="5325" y="0"/>
                  <a:pt x="51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7" name="Google Shape;12510;p89">
            <a:extLst>
              <a:ext uri="{FF2B5EF4-FFF2-40B4-BE49-F238E27FC236}">
                <a16:creationId xmlns:a16="http://schemas.microsoft.com/office/drawing/2014/main" id="{F86252E4-2AF0-8964-1B64-7C2521C37FD9}"/>
              </a:ext>
            </a:extLst>
          </p:cNvPr>
          <p:cNvSpPr/>
          <p:nvPr/>
        </p:nvSpPr>
        <p:spPr>
          <a:xfrm>
            <a:off x="4884973" y="1967125"/>
            <a:ext cx="227528" cy="227528"/>
          </a:xfrm>
          <a:custGeom>
            <a:avLst/>
            <a:gdLst/>
            <a:ahLst/>
            <a:cxnLst/>
            <a:rect l="l" t="t" r="r" b="b"/>
            <a:pathLst>
              <a:path w="5515" h="5515" extrusionOk="0">
                <a:moveTo>
                  <a:pt x="663" y="694"/>
                </a:moveTo>
                <a:cubicBezTo>
                  <a:pt x="2836" y="851"/>
                  <a:pt x="4601" y="2616"/>
                  <a:pt x="4758" y="4790"/>
                </a:cubicBezTo>
                <a:lnTo>
                  <a:pt x="663" y="4790"/>
                </a:lnTo>
                <a:lnTo>
                  <a:pt x="663" y="694"/>
                </a:lnTo>
                <a:close/>
                <a:moveTo>
                  <a:pt x="348" y="1"/>
                </a:moveTo>
                <a:cubicBezTo>
                  <a:pt x="158" y="1"/>
                  <a:pt x="1" y="158"/>
                  <a:pt x="1" y="379"/>
                </a:cubicBezTo>
                <a:lnTo>
                  <a:pt x="1" y="5168"/>
                </a:lnTo>
                <a:cubicBezTo>
                  <a:pt x="1" y="5357"/>
                  <a:pt x="158" y="5514"/>
                  <a:pt x="348" y="5514"/>
                </a:cubicBezTo>
                <a:lnTo>
                  <a:pt x="5168" y="5514"/>
                </a:lnTo>
                <a:cubicBezTo>
                  <a:pt x="5357" y="5514"/>
                  <a:pt x="5514" y="5357"/>
                  <a:pt x="5514" y="5168"/>
                </a:cubicBezTo>
                <a:cubicBezTo>
                  <a:pt x="5483" y="3750"/>
                  <a:pt x="4979" y="2490"/>
                  <a:pt x="3971" y="1513"/>
                </a:cubicBezTo>
                <a:cubicBezTo>
                  <a:pt x="2994" y="536"/>
                  <a:pt x="1734" y="1"/>
                  <a:pt x="3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23" name="Google Shape;12519;p89">
            <a:extLst>
              <a:ext uri="{FF2B5EF4-FFF2-40B4-BE49-F238E27FC236}">
                <a16:creationId xmlns:a16="http://schemas.microsoft.com/office/drawing/2014/main" id="{D903AF91-4EE7-D930-0412-8C47ADD96029}"/>
              </a:ext>
            </a:extLst>
          </p:cNvPr>
          <p:cNvSpPr/>
          <p:nvPr/>
        </p:nvSpPr>
        <p:spPr>
          <a:xfrm>
            <a:off x="7748758" y="1965044"/>
            <a:ext cx="456254" cy="483565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4" name="Google Shape;12533;p89">
            <a:extLst>
              <a:ext uri="{FF2B5EF4-FFF2-40B4-BE49-F238E27FC236}">
                <a16:creationId xmlns:a16="http://schemas.microsoft.com/office/drawing/2014/main" id="{FFEF5026-7430-2B52-6508-86168D41BA06}"/>
              </a:ext>
            </a:extLst>
          </p:cNvPr>
          <p:cNvSpPr/>
          <p:nvPr/>
        </p:nvSpPr>
        <p:spPr>
          <a:xfrm>
            <a:off x="2156295" y="1966482"/>
            <a:ext cx="483564" cy="480966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2395" y="725"/>
                </a:moveTo>
                <a:cubicBezTo>
                  <a:pt x="2930" y="725"/>
                  <a:pt x="3403" y="1197"/>
                  <a:pt x="3403" y="1733"/>
                </a:cubicBezTo>
                <a:cubicBezTo>
                  <a:pt x="3403" y="2300"/>
                  <a:pt x="2930" y="2773"/>
                  <a:pt x="2395" y="2773"/>
                </a:cubicBezTo>
                <a:cubicBezTo>
                  <a:pt x="1828" y="2773"/>
                  <a:pt x="1355" y="2300"/>
                  <a:pt x="1355" y="1733"/>
                </a:cubicBezTo>
                <a:cubicBezTo>
                  <a:pt x="1355" y="1197"/>
                  <a:pt x="1828" y="725"/>
                  <a:pt x="2395" y="725"/>
                </a:cubicBezTo>
                <a:close/>
                <a:moveTo>
                  <a:pt x="10303" y="725"/>
                </a:moveTo>
                <a:lnTo>
                  <a:pt x="10303" y="6585"/>
                </a:lnTo>
                <a:lnTo>
                  <a:pt x="10334" y="6585"/>
                </a:lnTo>
                <a:cubicBezTo>
                  <a:pt x="10334" y="6774"/>
                  <a:pt x="10177" y="6931"/>
                  <a:pt x="9988" y="6931"/>
                </a:cubicBezTo>
                <a:lnTo>
                  <a:pt x="4789" y="6931"/>
                </a:lnTo>
                <a:lnTo>
                  <a:pt x="4789" y="5167"/>
                </a:lnTo>
                <a:cubicBezTo>
                  <a:pt x="4789" y="4253"/>
                  <a:pt x="4285" y="3434"/>
                  <a:pt x="3498" y="3025"/>
                </a:cubicBezTo>
                <a:cubicBezTo>
                  <a:pt x="3844" y="2710"/>
                  <a:pt x="4096" y="2237"/>
                  <a:pt x="4096" y="1733"/>
                </a:cubicBezTo>
                <a:cubicBezTo>
                  <a:pt x="4096" y="1355"/>
                  <a:pt x="3970" y="977"/>
                  <a:pt x="3718" y="725"/>
                </a:cubicBezTo>
                <a:close/>
                <a:moveTo>
                  <a:pt x="2710" y="3466"/>
                </a:moveTo>
                <a:cubicBezTo>
                  <a:pt x="3498" y="3623"/>
                  <a:pt x="4096" y="4316"/>
                  <a:pt x="4096" y="5167"/>
                </a:cubicBezTo>
                <a:lnTo>
                  <a:pt x="4096" y="7246"/>
                </a:lnTo>
                <a:cubicBezTo>
                  <a:pt x="4128" y="7435"/>
                  <a:pt x="3970" y="7593"/>
                  <a:pt x="3750" y="7593"/>
                </a:cubicBezTo>
                <a:cubicBezTo>
                  <a:pt x="3561" y="7593"/>
                  <a:pt x="3403" y="7750"/>
                  <a:pt x="3403" y="7971"/>
                </a:cubicBezTo>
                <a:lnTo>
                  <a:pt x="3403" y="10712"/>
                </a:lnTo>
                <a:cubicBezTo>
                  <a:pt x="3403" y="10901"/>
                  <a:pt x="3246" y="11058"/>
                  <a:pt x="3056" y="11058"/>
                </a:cubicBezTo>
                <a:lnTo>
                  <a:pt x="1670" y="11058"/>
                </a:lnTo>
                <a:cubicBezTo>
                  <a:pt x="1481" y="11058"/>
                  <a:pt x="1324" y="10901"/>
                  <a:pt x="1324" y="10712"/>
                </a:cubicBezTo>
                <a:lnTo>
                  <a:pt x="1324" y="7971"/>
                </a:lnTo>
                <a:cubicBezTo>
                  <a:pt x="1324" y="7750"/>
                  <a:pt x="1166" y="7593"/>
                  <a:pt x="977" y="7593"/>
                </a:cubicBezTo>
                <a:cubicBezTo>
                  <a:pt x="788" y="7593"/>
                  <a:pt x="631" y="7435"/>
                  <a:pt x="631" y="7246"/>
                </a:cubicBezTo>
                <a:lnTo>
                  <a:pt x="631" y="5167"/>
                </a:lnTo>
                <a:cubicBezTo>
                  <a:pt x="631" y="4316"/>
                  <a:pt x="1198" y="3623"/>
                  <a:pt x="1985" y="3466"/>
                </a:cubicBezTo>
                <a:lnTo>
                  <a:pt x="1985" y="5829"/>
                </a:lnTo>
                <a:cubicBezTo>
                  <a:pt x="1985" y="6018"/>
                  <a:pt x="2143" y="6175"/>
                  <a:pt x="2363" y="6175"/>
                </a:cubicBezTo>
                <a:cubicBezTo>
                  <a:pt x="2552" y="6175"/>
                  <a:pt x="2710" y="6018"/>
                  <a:pt x="2710" y="5829"/>
                </a:cubicBezTo>
                <a:lnTo>
                  <a:pt x="2710" y="3466"/>
                </a:lnTo>
                <a:close/>
                <a:moveTo>
                  <a:pt x="2395" y="0"/>
                </a:moveTo>
                <a:cubicBezTo>
                  <a:pt x="1450" y="0"/>
                  <a:pt x="694" y="756"/>
                  <a:pt x="694" y="1702"/>
                </a:cubicBezTo>
                <a:cubicBezTo>
                  <a:pt x="694" y="2206"/>
                  <a:pt x="946" y="2678"/>
                  <a:pt x="1292" y="2993"/>
                </a:cubicBezTo>
                <a:cubicBezTo>
                  <a:pt x="536" y="3403"/>
                  <a:pt x="1" y="4222"/>
                  <a:pt x="1" y="5136"/>
                </a:cubicBezTo>
                <a:lnTo>
                  <a:pt x="1" y="7215"/>
                </a:lnTo>
                <a:cubicBezTo>
                  <a:pt x="1" y="7656"/>
                  <a:pt x="253" y="8034"/>
                  <a:pt x="662" y="8192"/>
                </a:cubicBezTo>
                <a:lnTo>
                  <a:pt x="662" y="10649"/>
                </a:lnTo>
                <a:cubicBezTo>
                  <a:pt x="662" y="11184"/>
                  <a:pt x="1135" y="11657"/>
                  <a:pt x="1670" y="11657"/>
                </a:cubicBezTo>
                <a:lnTo>
                  <a:pt x="3056" y="11657"/>
                </a:lnTo>
                <a:cubicBezTo>
                  <a:pt x="3624" y="11657"/>
                  <a:pt x="4096" y="11184"/>
                  <a:pt x="4096" y="10649"/>
                </a:cubicBezTo>
                <a:lnTo>
                  <a:pt x="4096" y="8192"/>
                </a:lnTo>
                <a:cubicBezTo>
                  <a:pt x="4348" y="8065"/>
                  <a:pt x="4600" y="7876"/>
                  <a:pt x="4726" y="7561"/>
                </a:cubicBezTo>
                <a:lnTo>
                  <a:pt x="9988" y="7561"/>
                </a:lnTo>
                <a:cubicBezTo>
                  <a:pt x="10555" y="7561"/>
                  <a:pt x="11027" y="7089"/>
                  <a:pt x="11027" y="6553"/>
                </a:cubicBezTo>
                <a:lnTo>
                  <a:pt x="11027" y="662"/>
                </a:lnTo>
                <a:lnTo>
                  <a:pt x="11374" y="662"/>
                </a:lnTo>
                <a:cubicBezTo>
                  <a:pt x="11563" y="662"/>
                  <a:pt x="11720" y="504"/>
                  <a:pt x="11720" y="315"/>
                </a:cubicBezTo>
                <a:cubicBezTo>
                  <a:pt x="11720" y="158"/>
                  <a:pt x="11563" y="0"/>
                  <a:pt x="11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5" name="Google Shape;12534;p89">
            <a:extLst>
              <a:ext uri="{FF2B5EF4-FFF2-40B4-BE49-F238E27FC236}">
                <a16:creationId xmlns:a16="http://schemas.microsoft.com/office/drawing/2014/main" id="{329C6112-131B-AE7F-48F0-E7AEDDA4CAA1}"/>
              </a:ext>
            </a:extLst>
          </p:cNvPr>
          <p:cNvSpPr/>
          <p:nvPr/>
        </p:nvSpPr>
        <p:spPr>
          <a:xfrm>
            <a:off x="2385063" y="2023666"/>
            <a:ext cx="169027" cy="169027"/>
          </a:xfrm>
          <a:custGeom>
            <a:avLst/>
            <a:gdLst/>
            <a:ahLst/>
            <a:cxnLst/>
            <a:rect l="l" t="t" r="r" b="b"/>
            <a:pathLst>
              <a:path w="4097" h="4097" extrusionOk="0">
                <a:moveTo>
                  <a:pt x="2395" y="725"/>
                </a:moveTo>
                <a:cubicBezTo>
                  <a:pt x="2867" y="851"/>
                  <a:pt x="3245" y="1229"/>
                  <a:pt x="3371" y="1733"/>
                </a:cubicBezTo>
                <a:lnTo>
                  <a:pt x="2395" y="1733"/>
                </a:lnTo>
                <a:lnTo>
                  <a:pt x="2395" y="725"/>
                </a:lnTo>
                <a:close/>
                <a:moveTo>
                  <a:pt x="1733" y="757"/>
                </a:moveTo>
                <a:lnTo>
                  <a:pt x="1733" y="2080"/>
                </a:lnTo>
                <a:cubicBezTo>
                  <a:pt x="1733" y="2269"/>
                  <a:pt x="1891" y="2426"/>
                  <a:pt x="2080" y="2426"/>
                </a:cubicBezTo>
                <a:lnTo>
                  <a:pt x="3403" y="2426"/>
                </a:lnTo>
                <a:cubicBezTo>
                  <a:pt x="3245" y="3025"/>
                  <a:pt x="2741" y="3466"/>
                  <a:pt x="2080" y="3466"/>
                </a:cubicBezTo>
                <a:cubicBezTo>
                  <a:pt x="1324" y="3466"/>
                  <a:pt x="693" y="2836"/>
                  <a:pt x="693" y="2080"/>
                </a:cubicBezTo>
                <a:cubicBezTo>
                  <a:pt x="693" y="1418"/>
                  <a:pt x="1135" y="851"/>
                  <a:pt x="1733" y="757"/>
                </a:cubicBezTo>
                <a:close/>
                <a:moveTo>
                  <a:pt x="2048" y="0"/>
                </a:moveTo>
                <a:cubicBezTo>
                  <a:pt x="883" y="0"/>
                  <a:pt x="0" y="914"/>
                  <a:pt x="0" y="2048"/>
                </a:cubicBezTo>
                <a:cubicBezTo>
                  <a:pt x="0" y="3182"/>
                  <a:pt x="946" y="4096"/>
                  <a:pt x="2048" y="4096"/>
                </a:cubicBezTo>
                <a:cubicBezTo>
                  <a:pt x="3182" y="4096"/>
                  <a:pt x="4096" y="3182"/>
                  <a:pt x="4096" y="2048"/>
                </a:cubicBezTo>
                <a:cubicBezTo>
                  <a:pt x="4096" y="914"/>
                  <a:pt x="3182" y="0"/>
                  <a:pt x="20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2" name="Google Shape;12544;p89">
            <a:extLst>
              <a:ext uri="{FF2B5EF4-FFF2-40B4-BE49-F238E27FC236}">
                <a16:creationId xmlns:a16="http://schemas.microsoft.com/office/drawing/2014/main" id="{D30AFF34-1C34-C2DA-0359-271F2C2804D8}"/>
              </a:ext>
            </a:extLst>
          </p:cNvPr>
          <p:cNvSpPr/>
          <p:nvPr/>
        </p:nvSpPr>
        <p:spPr>
          <a:xfrm>
            <a:off x="5237668" y="1966482"/>
            <a:ext cx="483564" cy="480966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7624" y="694"/>
                </a:moveTo>
                <a:cubicBezTo>
                  <a:pt x="9515" y="694"/>
                  <a:pt x="11058" y="2206"/>
                  <a:pt x="11058" y="4096"/>
                </a:cubicBezTo>
                <a:cubicBezTo>
                  <a:pt x="11058" y="5987"/>
                  <a:pt x="9515" y="7530"/>
                  <a:pt x="7624" y="7530"/>
                </a:cubicBezTo>
                <a:cubicBezTo>
                  <a:pt x="5734" y="7530"/>
                  <a:pt x="4190" y="5987"/>
                  <a:pt x="4190" y="4096"/>
                </a:cubicBezTo>
                <a:cubicBezTo>
                  <a:pt x="4190" y="2206"/>
                  <a:pt x="5734" y="694"/>
                  <a:pt x="7624" y="694"/>
                </a:cubicBezTo>
                <a:close/>
                <a:moveTo>
                  <a:pt x="3336" y="8066"/>
                </a:moveTo>
                <a:cubicBezTo>
                  <a:pt x="3426" y="8066"/>
                  <a:pt x="3513" y="8098"/>
                  <a:pt x="3560" y="8161"/>
                </a:cubicBezTo>
                <a:cubicBezTo>
                  <a:pt x="3686" y="8287"/>
                  <a:pt x="3686" y="8507"/>
                  <a:pt x="3560" y="8633"/>
                </a:cubicBezTo>
                <a:lnTo>
                  <a:pt x="1323" y="10870"/>
                </a:lnTo>
                <a:cubicBezTo>
                  <a:pt x="1260" y="10933"/>
                  <a:pt x="1174" y="10964"/>
                  <a:pt x="1087" y="10964"/>
                </a:cubicBezTo>
                <a:cubicBezTo>
                  <a:pt x="1001" y="10964"/>
                  <a:pt x="914" y="10933"/>
                  <a:pt x="851" y="10870"/>
                </a:cubicBezTo>
                <a:cubicBezTo>
                  <a:pt x="725" y="10744"/>
                  <a:pt x="725" y="10523"/>
                  <a:pt x="851" y="10397"/>
                </a:cubicBezTo>
                <a:lnTo>
                  <a:pt x="3088" y="8161"/>
                </a:lnTo>
                <a:cubicBezTo>
                  <a:pt x="3151" y="8098"/>
                  <a:pt x="3245" y="8066"/>
                  <a:pt x="3336" y="8066"/>
                </a:cubicBezTo>
                <a:close/>
                <a:moveTo>
                  <a:pt x="7624" y="1"/>
                </a:moveTo>
                <a:cubicBezTo>
                  <a:pt x="5356" y="1"/>
                  <a:pt x="3529" y="1860"/>
                  <a:pt x="3529" y="4096"/>
                </a:cubicBezTo>
                <a:cubicBezTo>
                  <a:pt x="3529" y="5136"/>
                  <a:pt x="3875" y="6050"/>
                  <a:pt x="4505" y="6743"/>
                </a:cubicBezTo>
                <a:lnTo>
                  <a:pt x="3812" y="7467"/>
                </a:lnTo>
                <a:cubicBezTo>
                  <a:pt x="3661" y="7386"/>
                  <a:pt x="3500" y="7347"/>
                  <a:pt x="3342" y="7347"/>
                </a:cubicBezTo>
                <a:cubicBezTo>
                  <a:pt x="3074" y="7347"/>
                  <a:pt x="2813" y="7458"/>
                  <a:pt x="2615" y="7656"/>
                </a:cubicBezTo>
                <a:lnTo>
                  <a:pt x="378" y="9893"/>
                </a:lnTo>
                <a:cubicBezTo>
                  <a:pt x="0" y="10271"/>
                  <a:pt x="0" y="10964"/>
                  <a:pt x="378" y="11343"/>
                </a:cubicBezTo>
                <a:cubicBezTo>
                  <a:pt x="567" y="11532"/>
                  <a:pt x="851" y="11658"/>
                  <a:pt x="1103" y="11658"/>
                </a:cubicBezTo>
                <a:cubicBezTo>
                  <a:pt x="1355" y="11658"/>
                  <a:pt x="1607" y="11532"/>
                  <a:pt x="1796" y="11343"/>
                </a:cubicBezTo>
                <a:lnTo>
                  <a:pt x="4033" y="9106"/>
                </a:lnTo>
                <a:cubicBezTo>
                  <a:pt x="4348" y="8791"/>
                  <a:pt x="4442" y="8318"/>
                  <a:pt x="4253" y="7909"/>
                </a:cubicBezTo>
                <a:lnTo>
                  <a:pt x="4947" y="7215"/>
                </a:lnTo>
                <a:cubicBezTo>
                  <a:pt x="5671" y="7814"/>
                  <a:pt x="6616" y="8192"/>
                  <a:pt x="7593" y="8192"/>
                </a:cubicBezTo>
                <a:cubicBezTo>
                  <a:pt x="9861" y="8192"/>
                  <a:pt x="11689" y="6333"/>
                  <a:pt x="11689" y="4096"/>
                </a:cubicBezTo>
                <a:cubicBezTo>
                  <a:pt x="11720" y="1828"/>
                  <a:pt x="9861" y="1"/>
                  <a:pt x="762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3" name="Google Shape;12545;p89">
            <a:extLst>
              <a:ext uri="{FF2B5EF4-FFF2-40B4-BE49-F238E27FC236}">
                <a16:creationId xmlns:a16="http://schemas.microsoft.com/office/drawing/2014/main" id="{AF37A768-9A60-9903-B5BB-DC37A3312FB0}"/>
              </a:ext>
            </a:extLst>
          </p:cNvPr>
          <p:cNvSpPr/>
          <p:nvPr/>
        </p:nvSpPr>
        <p:spPr>
          <a:xfrm>
            <a:off x="5467714" y="2022385"/>
            <a:ext cx="170306" cy="197618"/>
          </a:xfrm>
          <a:custGeom>
            <a:avLst/>
            <a:gdLst/>
            <a:ahLst/>
            <a:cxnLst/>
            <a:rect l="l" t="t" r="r" b="b"/>
            <a:pathLst>
              <a:path w="4128" h="4790" extrusionOk="0">
                <a:moveTo>
                  <a:pt x="2048" y="694"/>
                </a:moveTo>
                <a:cubicBezTo>
                  <a:pt x="2458" y="694"/>
                  <a:pt x="2710" y="1009"/>
                  <a:pt x="2710" y="1387"/>
                </a:cubicBezTo>
                <a:cubicBezTo>
                  <a:pt x="2710" y="1765"/>
                  <a:pt x="2395" y="2048"/>
                  <a:pt x="2048" y="2048"/>
                </a:cubicBezTo>
                <a:cubicBezTo>
                  <a:pt x="1702" y="2048"/>
                  <a:pt x="1387" y="1733"/>
                  <a:pt x="1387" y="1387"/>
                </a:cubicBezTo>
                <a:cubicBezTo>
                  <a:pt x="1355" y="1009"/>
                  <a:pt x="1670" y="694"/>
                  <a:pt x="2048" y="694"/>
                </a:cubicBezTo>
                <a:close/>
                <a:moveTo>
                  <a:pt x="2363" y="2741"/>
                </a:moveTo>
                <a:cubicBezTo>
                  <a:pt x="2931" y="2741"/>
                  <a:pt x="3403" y="3214"/>
                  <a:pt x="3403" y="3781"/>
                </a:cubicBezTo>
                <a:lnTo>
                  <a:pt x="3403" y="4128"/>
                </a:lnTo>
                <a:lnTo>
                  <a:pt x="662" y="4128"/>
                </a:lnTo>
                <a:lnTo>
                  <a:pt x="662" y="3781"/>
                </a:lnTo>
                <a:cubicBezTo>
                  <a:pt x="662" y="3214"/>
                  <a:pt x="1135" y="2741"/>
                  <a:pt x="1702" y="2741"/>
                </a:cubicBezTo>
                <a:close/>
                <a:moveTo>
                  <a:pt x="2048" y="1"/>
                </a:moveTo>
                <a:cubicBezTo>
                  <a:pt x="1292" y="1"/>
                  <a:pt x="662" y="631"/>
                  <a:pt x="662" y="1387"/>
                </a:cubicBezTo>
                <a:cubicBezTo>
                  <a:pt x="662" y="1702"/>
                  <a:pt x="788" y="2017"/>
                  <a:pt x="977" y="2237"/>
                </a:cubicBezTo>
                <a:cubicBezTo>
                  <a:pt x="410" y="2521"/>
                  <a:pt x="1" y="3119"/>
                  <a:pt x="1" y="3781"/>
                </a:cubicBezTo>
                <a:lnTo>
                  <a:pt x="1" y="4443"/>
                </a:lnTo>
                <a:cubicBezTo>
                  <a:pt x="1" y="4632"/>
                  <a:pt x="158" y="4789"/>
                  <a:pt x="347" y="4789"/>
                </a:cubicBezTo>
                <a:lnTo>
                  <a:pt x="3781" y="4789"/>
                </a:lnTo>
                <a:cubicBezTo>
                  <a:pt x="3970" y="4789"/>
                  <a:pt x="4128" y="4632"/>
                  <a:pt x="4128" y="4443"/>
                </a:cubicBezTo>
                <a:lnTo>
                  <a:pt x="4128" y="3781"/>
                </a:lnTo>
                <a:cubicBezTo>
                  <a:pt x="4096" y="3119"/>
                  <a:pt x="3718" y="2521"/>
                  <a:pt x="3120" y="2237"/>
                </a:cubicBezTo>
                <a:cubicBezTo>
                  <a:pt x="3309" y="2017"/>
                  <a:pt x="3435" y="1733"/>
                  <a:pt x="3435" y="1387"/>
                </a:cubicBezTo>
                <a:cubicBezTo>
                  <a:pt x="3435" y="631"/>
                  <a:pt x="2805" y="1"/>
                  <a:pt x="20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26" name="Google Shape;12552;p89">
            <a:extLst>
              <a:ext uri="{FF2B5EF4-FFF2-40B4-BE49-F238E27FC236}">
                <a16:creationId xmlns:a16="http://schemas.microsoft.com/office/drawing/2014/main" id="{6C4B5A40-1CB2-E732-5C27-1BECC320647F}"/>
              </a:ext>
            </a:extLst>
          </p:cNvPr>
          <p:cNvSpPr/>
          <p:nvPr/>
        </p:nvSpPr>
        <p:spPr>
          <a:xfrm>
            <a:off x="8363862" y="2024202"/>
            <a:ext cx="482244" cy="365242"/>
          </a:xfrm>
          <a:custGeom>
            <a:avLst/>
            <a:gdLst/>
            <a:ahLst/>
            <a:cxnLst/>
            <a:rect l="l" t="t" r="r" b="b"/>
            <a:pathLst>
              <a:path w="11689" h="8853" extrusionOk="0">
                <a:moveTo>
                  <a:pt x="1040" y="2709"/>
                </a:moveTo>
                <a:cubicBezTo>
                  <a:pt x="1229" y="2709"/>
                  <a:pt x="1386" y="2867"/>
                  <a:pt x="1386" y="3056"/>
                </a:cubicBezTo>
                <a:lnTo>
                  <a:pt x="1386" y="5828"/>
                </a:lnTo>
                <a:cubicBezTo>
                  <a:pt x="1386" y="6017"/>
                  <a:pt x="1229" y="6175"/>
                  <a:pt x="1040" y="6175"/>
                </a:cubicBezTo>
                <a:cubicBezTo>
                  <a:pt x="819" y="6175"/>
                  <a:pt x="662" y="6017"/>
                  <a:pt x="662" y="5828"/>
                </a:cubicBezTo>
                <a:lnTo>
                  <a:pt x="662" y="3056"/>
                </a:lnTo>
                <a:cubicBezTo>
                  <a:pt x="662" y="2867"/>
                  <a:pt x="819" y="2709"/>
                  <a:pt x="1040" y="2709"/>
                </a:cubicBezTo>
                <a:close/>
                <a:moveTo>
                  <a:pt x="9641" y="1449"/>
                </a:moveTo>
                <a:lnTo>
                  <a:pt x="9641" y="7435"/>
                </a:lnTo>
                <a:lnTo>
                  <a:pt x="2079" y="5545"/>
                </a:lnTo>
                <a:lnTo>
                  <a:pt x="2079" y="3340"/>
                </a:lnTo>
                <a:lnTo>
                  <a:pt x="9641" y="1449"/>
                </a:lnTo>
                <a:close/>
                <a:moveTo>
                  <a:pt x="3466" y="6616"/>
                </a:moveTo>
                <a:lnTo>
                  <a:pt x="6112" y="7278"/>
                </a:lnTo>
                <a:cubicBezTo>
                  <a:pt x="5954" y="7845"/>
                  <a:pt x="5450" y="8223"/>
                  <a:pt x="4820" y="8223"/>
                </a:cubicBezTo>
                <a:cubicBezTo>
                  <a:pt x="4064" y="8223"/>
                  <a:pt x="3434" y="7593"/>
                  <a:pt x="3434" y="6837"/>
                </a:cubicBezTo>
                <a:cubicBezTo>
                  <a:pt x="3434" y="6774"/>
                  <a:pt x="3434" y="6679"/>
                  <a:pt x="3466" y="6616"/>
                </a:cubicBezTo>
                <a:close/>
                <a:moveTo>
                  <a:pt x="10680" y="662"/>
                </a:moveTo>
                <a:cubicBezTo>
                  <a:pt x="10869" y="662"/>
                  <a:pt x="11027" y="819"/>
                  <a:pt x="11027" y="1008"/>
                </a:cubicBezTo>
                <a:lnTo>
                  <a:pt x="11027" y="7876"/>
                </a:lnTo>
                <a:cubicBezTo>
                  <a:pt x="11027" y="8065"/>
                  <a:pt x="10869" y="8223"/>
                  <a:pt x="10680" y="8223"/>
                </a:cubicBezTo>
                <a:cubicBezTo>
                  <a:pt x="10491" y="8223"/>
                  <a:pt x="10334" y="8065"/>
                  <a:pt x="10334" y="7876"/>
                </a:cubicBezTo>
                <a:lnTo>
                  <a:pt x="10334" y="1008"/>
                </a:lnTo>
                <a:cubicBezTo>
                  <a:pt x="10334" y="819"/>
                  <a:pt x="10491" y="662"/>
                  <a:pt x="10680" y="662"/>
                </a:cubicBezTo>
                <a:close/>
                <a:moveTo>
                  <a:pt x="10680" y="0"/>
                </a:moveTo>
                <a:cubicBezTo>
                  <a:pt x="10208" y="0"/>
                  <a:pt x="9798" y="315"/>
                  <a:pt x="9704" y="756"/>
                </a:cubicBezTo>
                <a:lnTo>
                  <a:pt x="1985" y="2678"/>
                </a:lnTo>
                <a:cubicBezTo>
                  <a:pt x="1827" y="2331"/>
                  <a:pt x="1449" y="2048"/>
                  <a:pt x="1040" y="2048"/>
                </a:cubicBezTo>
                <a:cubicBezTo>
                  <a:pt x="473" y="2048"/>
                  <a:pt x="0" y="2520"/>
                  <a:pt x="0" y="3056"/>
                </a:cubicBezTo>
                <a:lnTo>
                  <a:pt x="0" y="5828"/>
                </a:lnTo>
                <a:cubicBezTo>
                  <a:pt x="0" y="6364"/>
                  <a:pt x="473" y="6837"/>
                  <a:pt x="1040" y="6837"/>
                </a:cubicBezTo>
                <a:cubicBezTo>
                  <a:pt x="1449" y="6837"/>
                  <a:pt x="1827" y="6616"/>
                  <a:pt x="1985" y="6206"/>
                </a:cubicBezTo>
                <a:lnTo>
                  <a:pt x="2804" y="6427"/>
                </a:lnTo>
                <a:cubicBezTo>
                  <a:pt x="2772" y="6522"/>
                  <a:pt x="2772" y="6679"/>
                  <a:pt x="2772" y="6805"/>
                </a:cubicBezTo>
                <a:cubicBezTo>
                  <a:pt x="2772" y="7939"/>
                  <a:pt x="3655" y="8853"/>
                  <a:pt x="4820" y="8853"/>
                </a:cubicBezTo>
                <a:cubicBezTo>
                  <a:pt x="5324" y="8853"/>
                  <a:pt x="5828" y="8664"/>
                  <a:pt x="6175" y="8317"/>
                </a:cubicBezTo>
                <a:cubicBezTo>
                  <a:pt x="6459" y="8065"/>
                  <a:pt x="6648" y="7719"/>
                  <a:pt x="6774" y="7341"/>
                </a:cubicBezTo>
                <a:lnTo>
                  <a:pt x="9704" y="8065"/>
                </a:lnTo>
                <a:cubicBezTo>
                  <a:pt x="9798" y="8506"/>
                  <a:pt x="10208" y="8821"/>
                  <a:pt x="10680" y="8821"/>
                </a:cubicBezTo>
                <a:cubicBezTo>
                  <a:pt x="11216" y="8821"/>
                  <a:pt x="11688" y="8349"/>
                  <a:pt x="11688" y="7782"/>
                </a:cubicBezTo>
                <a:lnTo>
                  <a:pt x="11688" y="945"/>
                </a:lnTo>
                <a:cubicBezTo>
                  <a:pt x="11688" y="473"/>
                  <a:pt x="11279" y="0"/>
                  <a:pt x="106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9" name="Google Shape;12562;p89">
            <a:extLst>
              <a:ext uri="{FF2B5EF4-FFF2-40B4-BE49-F238E27FC236}">
                <a16:creationId xmlns:a16="http://schemas.microsoft.com/office/drawing/2014/main" id="{7D2E9DD7-3533-1DE2-0EAB-3E06A5BA0491}"/>
              </a:ext>
            </a:extLst>
          </p:cNvPr>
          <p:cNvSpPr/>
          <p:nvPr/>
        </p:nvSpPr>
        <p:spPr>
          <a:xfrm>
            <a:off x="3068961" y="2251793"/>
            <a:ext cx="84534" cy="81935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43" y="0"/>
                </a:moveTo>
                <a:cubicBezTo>
                  <a:pt x="253" y="0"/>
                  <a:pt x="158" y="32"/>
                  <a:pt x="95" y="95"/>
                </a:cubicBezTo>
                <a:cubicBezTo>
                  <a:pt x="1" y="189"/>
                  <a:pt x="1" y="441"/>
                  <a:pt x="95" y="536"/>
                </a:cubicBezTo>
                <a:lnTo>
                  <a:pt x="536" y="977"/>
                </a:lnTo>
                <a:lnTo>
                  <a:pt x="95" y="1418"/>
                </a:lnTo>
                <a:cubicBezTo>
                  <a:pt x="1" y="1544"/>
                  <a:pt x="1" y="1765"/>
                  <a:pt x="95" y="1891"/>
                </a:cubicBezTo>
                <a:cubicBezTo>
                  <a:pt x="158" y="1954"/>
                  <a:pt x="253" y="1985"/>
                  <a:pt x="343" y="1985"/>
                </a:cubicBezTo>
                <a:cubicBezTo>
                  <a:pt x="434" y="1985"/>
                  <a:pt x="521" y="1954"/>
                  <a:pt x="568" y="1891"/>
                </a:cubicBezTo>
                <a:lnTo>
                  <a:pt x="1009" y="1450"/>
                </a:lnTo>
                <a:lnTo>
                  <a:pt x="1450" y="1891"/>
                </a:lnTo>
                <a:cubicBezTo>
                  <a:pt x="1513" y="1954"/>
                  <a:pt x="1600" y="1985"/>
                  <a:pt x="1686" y="1985"/>
                </a:cubicBezTo>
                <a:cubicBezTo>
                  <a:pt x="1773" y="1985"/>
                  <a:pt x="1860" y="1954"/>
                  <a:pt x="1923" y="1891"/>
                </a:cubicBezTo>
                <a:cubicBezTo>
                  <a:pt x="2049" y="1765"/>
                  <a:pt x="2049" y="1544"/>
                  <a:pt x="1923" y="1418"/>
                </a:cubicBezTo>
                <a:lnTo>
                  <a:pt x="1482" y="977"/>
                </a:lnTo>
                <a:lnTo>
                  <a:pt x="1923" y="536"/>
                </a:lnTo>
                <a:cubicBezTo>
                  <a:pt x="2049" y="441"/>
                  <a:pt x="2049" y="189"/>
                  <a:pt x="1923" y="95"/>
                </a:cubicBezTo>
                <a:cubicBezTo>
                  <a:pt x="1860" y="32"/>
                  <a:pt x="1773" y="0"/>
                  <a:pt x="1686" y="0"/>
                </a:cubicBezTo>
                <a:cubicBezTo>
                  <a:pt x="1600" y="0"/>
                  <a:pt x="1513" y="32"/>
                  <a:pt x="1450" y="95"/>
                </a:cubicBezTo>
                <a:lnTo>
                  <a:pt x="1009" y="504"/>
                </a:lnTo>
                <a:lnTo>
                  <a:pt x="568" y="95"/>
                </a:lnTo>
                <a:cubicBezTo>
                  <a:pt x="521" y="32"/>
                  <a:pt x="434" y="0"/>
                  <a:pt x="3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0" name="Google Shape;12563;p89">
            <a:extLst>
              <a:ext uri="{FF2B5EF4-FFF2-40B4-BE49-F238E27FC236}">
                <a16:creationId xmlns:a16="http://schemas.microsoft.com/office/drawing/2014/main" id="{0BAE5CAA-1789-F3F3-B8E0-2E22C1F7278D}"/>
              </a:ext>
            </a:extLst>
          </p:cNvPr>
          <p:cNvSpPr/>
          <p:nvPr/>
        </p:nvSpPr>
        <p:spPr>
          <a:xfrm>
            <a:off x="2868829" y="2081196"/>
            <a:ext cx="84493" cy="82224"/>
          </a:xfrm>
          <a:custGeom>
            <a:avLst/>
            <a:gdLst/>
            <a:ahLst/>
            <a:cxnLst/>
            <a:rect l="l" t="t" r="r" b="b"/>
            <a:pathLst>
              <a:path w="2048" h="1992" extrusionOk="0">
                <a:moveTo>
                  <a:pt x="351" y="0"/>
                </a:moveTo>
                <a:cubicBezTo>
                  <a:pt x="260" y="0"/>
                  <a:pt x="173" y="24"/>
                  <a:pt x="126" y="71"/>
                </a:cubicBezTo>
                <a:cubicBezTo>
                  <a:pt x="0" y="197"/>
                  <a:pt x="0" y="449"/>
                  <a:pt x="126" y="544"/>
                </a:cubicBezTo>
                <a:lnTo>
                  <a:pt x="536" y="985"/>
                </a:lnTo>
                <a:lnTo>
                  <a:pt x="126" y="1426"/>
                </a:lnTo>
                <a:cubicBezTo>
                  <a:pt x="0" y="1552"/>
                  <a:pt x="0" y="1772"/>
                  <a:pt x="126" y="1898"/>
                </a:cubicBezTo>
                <a:cubicBezTo>
                  <a:pt x="173" y="1961"/>
                  <a:pt x="260" y="1993"/>
                  <a:pt x="351" y="1993"/>
                </a:cubicBezTo>
                <a:cubicBezTo>
                  <a:pt x="441" y="1993"/>
                  <a:pt x="536" y="1961"/>
                  <a:pt x="599" y="1898"/>
                </a:cubicBezTo>
                <a:lnTo>
                  <a:pt x="1008" y="1457"/>
                </a:lnTo>
                <a:lnTo>
                  <a:pt x="1449" y="1898"/>
                </a:lnTo>
                <a:cubicBezTo>
                  <a:pt x="1512" y="1961"/>
                  <a:pt x="1599" y="1993"/>
                  <a:pt x="1686" y="1993"/>
                </a:cubicBezTo>
                <a:cubicBezTo>
                  <a:pt x="1772" y="1993"/>
                  <a:pt x="1859" y="1961"/>
                  <a:pt x="1922" y="1898"/>
                </a:cubicBezTo>
                <a:cubicBezTo>
                  <a:pt x="2048" y="1772"/>
                  <a:pt x="2048" y="1520"/>
                  <a:pt x="1922" y="1426"/>
                </a:cubicBezTo>
                <a:lnTo>
                  <a:pt x="1481" y="985"/>
                </a:lnTo>
                <a:lnTo>
                  <a:pt x="1922" y="544"/>
                </a:lnTo>
                <a:cubicBezTo>
                  <a:pt x="2048" y="449"/>
                  <a:pt x="2048" y="197"/>
                  <a:pt x="1922" y="71"/>
                </a:cubicBezTo>
                <a:cubicBezTo>
                  <a:pt x="1875" y="24"/>
                  <a:pt x="1788" y="0"/>
                  <a:pt x="1697" y="0"/>
                </a:cubicBezTo>
                <a:cubicBezTo>
                  <a:pt x="1607" y="0"/>
                  <a:pt x="1512" y="24"/>
                  <a:pt x="1449" y="71"/>
                </a:cubicBezTo>
                <a:lnTo>
                  <a:pt x="1008" y="512"/>
                </a:lnTo>
                <a:lnTo>
                  <a:pt x="599" y="71"/>
                </a:lnTo>
                <a:cubicBezTo>
                  <a:pt x="536" y="24"/>
                  <a:pt x="441" y="0"/>
                  <a:pt x="3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41" name="Google Shape;12564;p89">
            <a:extLst>
              <a:ext uri="{FF2B5EF4-FFF2-40B4-BE49-F238E27FC236}">
                <a16:creationId xmlns:a16="http://schemas.microsoft.com/office/drawing/2014/main" id="{074C7872-4C70-DA9C-4653-31DDDD2865A2}"/>
              </a:ext>
            </a:extLst>
          </p:cNvPr>
          <p:cNvSpPr/>
          <p:nvPr/>
        </p:nvSpPr>
        <p:spPr>
          <a:xfrm>
            <a:off x="2783014" y="1965844"/>
            <a:ext cx="482286" cy="482244"/>
          </a:xfrm>
          <a:custGeom>
            <a:avLst/>
            <a:gdLst/>
            <a:ahLst/>
            <a:cxnLst/>
            <a:rect l="l" t="t" r="r" b="b"/>
            <a:pathLst>
              <a:path w="11690" h="11689" extrusionOk="0">
                <a:moveTo>
                  <a:pt x="10334" y="3119"/>
                </a:moveTo>
                <a:cubicBezTo>
                  <a:pt x="10712" y="3119"/>
                  <a:pt x="11028" y="3403"/>
                  <a:pt x="11028" y="3781"/>
                </a:cubicBezTo>
                <a:cubicBezTo>
                  <a:pt x="11028" y="4190"/>
                  <a:pt x="10712" y="4442"/>
                  <a:pt x="10334" y="4442"/>
                </a:cubicBezTo>
                <a:cubicBezTo>
                  <a:pt x="9956" y="4442"/>
                  <a:pt x="9673" y="4127"/>
                  <a:pt x="9673" y="3781"/>
                </a:cubicBezTo>
                <a:cubicBezTo>
                  <a:pt x="9673" y="3403"/>
                  <a:pt x="9988" y="3119"/>
                  <a:pt x="10334" y="3119"/>
                </a:cubicBezTo>
                <a:close/>
                <a:moveTo>
                  <a:pt x="4443" y="7593"/>
                </a:moveTo>
                <a:cubicBezTo>
                  <a:pt x="4853" y="7593"/>
                  <a:pt x="5105" y="7908"/>
                  <a:pt x="5105" y="8255"/>
                </a:cubicBezTo>
                <a:cubicBezTo>
                  <a:pt x="5105" y="8664"/>
                  <a:pt x="4790" y="8948"/>
                  <a:pt x="4443" y="8948"/>
                </a:cubicBezTo>
                <a:cubicBezTo>
                  <a:pt x="4065" y="8948"/>
                  <a:pt x="3781" y="8633"/>
                  <a:pt x="3781" y="8255"/>
                </a:cubicBezTo>
                <a:cubicBezTo>
                  <a:pt x="3781" y="7876"/>
                  <a:pt x="4096" y="7593"/>
                  <a:pt x="4443" y="7593"/>
                </a:cubicBezTo>
                <a:close/>
                <a:moveTo>
                  <a:pt x="5829" y="725"/>
                </a:moveTo>
                <a:cubicBezTo>
                  <a:pt x="7341" y="725"/>
                  <a:pt x="8822" y="1386"/>
                  <a:pt x="9799" y="2521"/>
                </a:cubicBezTo>
                <a:cubicBezTo>
                  <a:pt x="9326" y="2710"/>
                  <a:pt x="8980" y="3245"/>
                  <a:pt x="8980" y="3781"/>
                </a:cubicBezTo>
                <a:cubicBezTo>
                  <a:pt x="8980" y="3718"/>
                  <a:pt x="8917" y="3623"/>
                  <a:pt x="8885" y="3560"/>
                </a:cubicBezTo>
                <a:lnTo>
                  <a:pt x="8854" y="3497"/>
                </a:lnTo>
                <a:lnTo>
                  <a:pt x="8192" y="2836"/>
                </a:lnTo>
                <a:cubicBezTo>
                  <a:pt x="8129" y="2773"/>
                  <a:pt x="8035" y="2741"/>
                  <a:pt x="7944" y="2741"/>
                </a:cubicBezTo>
                <a:cubicBezTo>
                  <a:pt x="7853" y="2741"/>
                  <a:pt x="7767" y="2773"/>
                  <a:pt x="7719" y="2836"/>
                </a:cubicBezTo>
                <a:cubicBezTo>
                  <a:pt x="7593" y="2962"/>
                  <a:pt x="7593" y="3182"/>
                  <a:pt x="7719" y="3308"/>
                </a:cubicBezTo>
                <a:lnTo>
                  <a:pt x="7814" y="3434"/>
                </a:lnTo>
                <a:cubicBezTo>
                  <a:pt x="6869" y="3466"/>
                  <a:pt x="5987" y="3875"/>
                  <a:pt x="5262" y="4568"/>
                </a:cubicBezTo>
                <a:cubicBezTo>
                  <a:pt x="4600" y="5230"/>
                  <a:pt x="4254" y="6081"/>
                  <a:pt x="4159" y="6963"/>
                </a:cubicBezTo>
                <a:cubicBezTo>
                  <a:pt x="3561" y="7120"/>
                  <a:pt x="3151" y="7656"/>
                  <a:pt x="3151" y="8318"/>
                </a:cubicBezTo>
                <a:cubicBezTo>
                  <a:pt x="3151" y="9074"/>
                  <a:pt x="3781" y="9704"/>
                  <a:pt x="4506" y="9704"/>
                </a:cubicBezTo>
                <a:cubicBezTo>
                  <a:pt x="5262" y="9704"/>
                  <a:pt x="5892" y="9074"/>
                  <a:pt x="5892" y="8318"/>
                </a:cubicBezTo>
                <a:cubicBezTo>
                  <a:pt x="5892" y="7687"/>
                  <a:pt x="5451" y="7120"/>
                  <a:pt x="4884" y="6963"/>
                </a:cubicBezTo>
                <a:cubicBezTo>
                  <a:pt x="5042" y="5482"/>
                  <a:pt x="6302" y="4222"/>
                  <a:pt x="7814" y="4127"/>
                </a:cubicBezTo>
                <a:lnTo>
                  <a:pt x="7814" y="4127"/>
                </a:lnTo>
                <a:lnTo>
                  <a:pt x="7751" y="4222"/>
                </a:lnTo>
                <a:cubicBezTo>
                  <a:pt x="7625" y="4348"/>
                  <a:pt x="7625" y="4568"/>
                  <a:pt x="7751" y="4694"/>
                </a:cubicBezTo>
                <a:cubicBezTo>
                  <a:pt x="7814" y="4757"/>
                  <a:pt x="7901" y="4789"/>
                  <a:pt x="7987" y="4789"/>
                </a:cubicBezTo>
                <a:cubicBezTo>
                  <a:pt x="8074" y="4789"/>
                  <a:pt x="8161" y="4757"/>
                  <a:pt x="8224" y="4694"/>
                </a:cubicBezTo>
                <a:lnTo>
                  <a:pt x="8885" y="4033"/>
                </a:lnTo>
                <a:cubicBezTo>
                  <a:pt x="8980" y="3938"/>
                  <a:pt x="9011" y="3875"/>
                  <a:pt x="9011" y="3781"/>
                </a:cubicBezTo>
                <a:cubicBezTo>
                  <a:pt x="9011" y="4537"/>
                  <a:pt x="9641" y="5167"/>
                  <a:pt x="10397" y="5167"/>
                </a:cubicBezTo>
                <a:cubicBezTo>
                  <a:pt x="10618" y="5167"/>
                  <a:pt x="10807" y="5136"/>
                  <a:pt x="11028" y="5010"/>
                </a:cubicBezTo>
                <a:cubicBezTo>
                  <a:pt x="11059" y="5293"/>
                  <a:pt x="11091" y="5545"/>
                  <a:pt x="11091" y="5829"/>
                </a:cubicBezTo>
                <a:cubicBezTo>
                  <a:pt x="11028" y="8696"/>
                  <a:pt x="8696" y="11027"/>
                  <a:pt x="5829" y="11027"/>
                </a:cubicBezTo>
                <a:cubicBezTo>
                  <a:pt x="2994" y="11027"/>
                  <a:pt x="694" y="8696"/>
                  <a:pt x="694" y="5829"/>
                </a:cubicBezTo>
                <a:cubicBezTo>
                  <a:pt x="694" y="2993"/>
                  <a:pt x="2994" y="725"/>
                  <a:pt x="5829" y="725"/>
                </a:cubicBezTo>
                <a:close/>
                <a:moveTo>
                  <a:pt x="5829" y="0"/>
                </a:moveTo>
                <a:cubicBezTo>
                  <a:pt x="2584" y="0"/>
                  <a:pt x="1" y="2615"/>
                  <a:pt x="1" y="5829"/>
                </a:cubicBezTo>
                <a:cubicBezTo>
                  <a:pt x="1" y="7404"/>
                  <a:pt x="599" y="8853"/>
                  <a:pt x="1702" y="9956"/>
                </a:cubicBezTo>
                <a:cubicBezTo>
                  <a:pt x="2773" y="11058"/>
                  <a:pt x="4254" y="11689"/>
                  <a:pt x="5829" y="11689"/>
                </a:cubicBezTo>
                <a:cubicBezTo>
                  <a:pt x="6617" y="11689"/>
                  <a:pt x="7341" y="11531"/>
                  <a:pt x="8098" y="11216"/>
                </a:cubicBezTo>
                <a:cubicBezTo>
                  <a:pt x="8822" y="10901"/>
                  <a:pt x="9452" y="10523"/>
                  <a:pt x="9956" y="9956"/>
                </a:cubicBezTo>
                <a:cubicBezTo>
                  <a:pt x="10492" y="9420"/>
                  <a:pt x="10901" y="8790"/>
                  <a:pt x="11217" y="8128"/>
                </a:cubicBezTo>
                <a:cubicBezTo>
                  <a:pt x="11532" y="7404"/>
                  <a:pt x="11689" y="6616"/>
                  <a:pt x="11689" y="5829"/>
                </a:cubicBezTo>
                <a:cubicBezTo>
                  <a:pt x="11689" y="5356"/>
                  <a:pt x="11658" y="4884"/>
                  <a:pt x="11532" y="4442"/>
                </a:cubicBezTo>
                <a:cubicBezTo>
                  <a:pt x="11595" y="4253"/>
                  <a:pt x="11689" y="4033"/>
                  <a:pt x="11689" y="3781"/>
                </a:cubicBezTo>
                <a:cubicBezTo>
                  <a:pt x="11689" y="3119"/>
                  <a:pt x="11217" y="2552"/>
                  <a:pt x="10586" y="2458"/>
                </a:cubicBezTo>
                <a:cubicBezTo>
                  <a:pt x="9484" y="945"/>
                  <a:pt x="7719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2" name="Google Shape;12568;p89">
            <a:extLst>
              <a:ext uri="{FF2B5EF4-FFF2-40B4-BE49-F238E27FC236}">
                <a16:creationId xmlns:a16="http://schemas.microsoft.com/office/drawing/2014/main" id="{0F0D22FF-F644-E47E-D114-BD4BC5133513}"/>
              </a:ext>
            </a:extLst>
          </p:cNvPr>
          <p:cNvSpPr/>
          <p:nvPr/>
        </p:nvSpPr>
        <p:spPr>
          <a:xfrm>
            <a:off x="5997414" y="2307053"/>
            <a:ext cx="84534" cy="83214"/>
          </a:xfrm>
          <a:custGeom>
            <a:avLst/>
            <a:gdLst/>
            <a:ahLst/>
            <a:cxnLst/>
            <a:rect l="l" t="t" r="r" b="b"/>
            <a:pathLst>
              <a:path w="2049" h="2017" extrusionOk="0">
                <a:moveTo>
                  <a:pt x="1009" y="662"/>
                </a:moveTo>
                <a:cubicBezTo>
                  <a:pt x="1198" y="662"/>
                  <a:pt x="1355" y="819"/>
                  <a:pt x="1355" y="1008"/>
                </a:cubicBezTo>
                <a:cubicBezTo>
                  <a:pt x="1355" y="1197"/>
                  <a:pt x="1166" y="1355"/>
                  <a:pt x="1009" y="1355"/>
                </a:cubicBezTo>
                <a:cubicBezTo>
                  <a:pt x="820" y="1355"/>
                  <a:pt x="662" y="1197"/>
                  <a:pt x="662" y="1008"/>
                </a:cubicBezTo>
                <a:cubicBezTo>
                  <a:pt x="662" y="819"/>
                  <a:pt x="820" y="662"/>
                  <a:pt x="1009" y="662"/>
                </a:cubicBezTo>
                <a:close/>
                <a:moveTo>
                  <a:pt x="1009" y="0"/>
                </a:moveTo>
                <a:cubicBezTo>
                  <a:pt x="473" y="0"/>
                  <a:pt x="0" y="441"/>
                  <a:pt x="0" y="1008"/>
                </a:cubicBezTo>
                <a:cubicBezTo>
                  <a:pt x="0" y="1575"/>
                  <a:pt x="473" y="2016"/>
                  <a:pt x="1009" y="2016"/>
                </a:cubicBezTo>
                <a:cubicBezTo>
                  <a:pt x="1576" y="2016"/>
                  <a:pt x="2048" y="1575"/>
                  <a:pt x="2048" y="1008"/>
                </a:cubicBezTo>
                <a:cubicBezTo>
                  <a:pt x="2048" y="441"/>
                  <a:pt x="1576" y="0"/>
                  <a:pt x="1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3" name="Google Shape;12569;p89">
            <a:extLst>
              <a:ext uri="{FF2B5EF4-FFF2-40B4-BE49-F238E27FC236}">
                <a16:creationId xmlns:a16="http://schemas.microsoft.com/office/drawing/2014/main" id="{1AF7870B-63B4-BAFA-6255-BB6DFCC6849A}"/>
              </a:ext>
            </a:extLst>
          </p:cNvPr>
          <p:cNvSpPr/>
          <p:nvPr/>
        </p:nvSpPr>
        <p:spPr>
          <a:xfrm>
            <a:off x="5997414" y="2082168"/>
            <a:ext cx="84534" cy="81935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43" y="1"/>
                </a:moveTo>
                <a:cubicBezTo>
                  <a:pt x="252" y="1"/>
                  <a:pt x="158" y="32"/>
                  <a:pt x="95" y="95"/>
                </a:cubicBezTo>
                <a:cubicBezTo>
                  <a:pt x="0" y="190"/>
                  <a:pt x="0" y="442"/>
                  <a:pt x="95" y="536"/>
                </a:cubicBezTo>
                <a:lnTo>
                  <a:pt x="536" y="977"/>
                </a:lnTo>
                <a:lnTo>
                  <a:pt x="95" y="1418"/>
                </a:lnTo>
                <a:cubicBezTo>
                  <a:pt x="0" y="1544"/>
                  <a:pt x="0" y="1765"/>
                  <a:pt x="95" y="1891"/>
                </a:cubicBezTo>
                <a:cubicBezTo>
                  <a:pt x="158" y="1954"/>
                  <a:pt x="252" y="1986"/>
                  <a:pt x="343" y="1986"/>
                </a:cubicBezTo>
                <a:cubicBezTo>
                  <a:pt x="434" y="1986"/>
                  <a:pt x="520" y="1954"/>
                  <a:pt x="568" y="1891"/>
                </a:cubicBezTo>
                <a:lnTo>
                  <a:pt x="1009" y="1450"/>
                </a:lnTo>
                <a:lnTo>
                  <a:pt x="1450" y="1891"/>
                </a:lnTo>
                <a:cubicBezTo>
                  <a:pt x="1513" y="1954"/>
                  <a:pt x="1599" y="1986"/>
                  <a:pt x="1686" y="1986"/>
                </a:cubicBezTo>
                <a:cubicBezTo>
                  <a:pt x="1773" y="1986"/>
                  <a:pt x="1859" y="1954"/>
                  <a:pt x="1922" y="1891"/>
                </a:cubicBezTo>
                <a:cubicBezTo>
                  <a:pt x="2048" y="1765"/>
                  <a:pt x="2048" y="1544"/>
                  <a:pt x="1922" y="1418"/>
                </a:cubicBezTo>
                <a:lnTo>
                  <a:pt x="1481" y="977"/>
                </a:lnTo>
                <a:lnTo>
                  <a:pt x="1922" y="536"/>
                </a:lnTo>
                <a:cubicBezTo>
                  <a:pt x="2048" y="442"/>
                  <a:pt x="2048" y="190"/>
                  <a:pt x="1922" y="95"/>
                </a:cubicBezTo>
                <a:cubicBezTo>
                  <a:pt x="1859" y="32"/>
                  <a:pt x="1773" y="1"/>
                  <a:pt x="1686" y="1"/>
                </a:cubicBezTo>
                <a:cubicBezTo>
                  <a:pt x="1599" y="1"/>
                  <a:pt x="1513" y="32"/>
                  <a:pt x="1450" y="95"/>
                </a:cubicBezTo>
                <a:lnTo>
                  <a:pt x="1009" y="505"/>
                </a:lnTo>
                <a:lnTo>
                  <a:pt x="568" y="95"/>
                </a:lnTo>
                <a:cubicBezTo>
                  <a:pt x="520" y="32"/>
                  <a:pt x="434" y="1"/>
                  <a:pt x="34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4" name="Google Shape;12570;p89">
            <a:extLst>
              <a:ext uri="{FF2B5EF4-FFF2-40B4-BE49-F238E27FC236}">
                <a16:creationId xmlns:a16="http://schemas.microsoft.com/office/drawing/2014/main" id="{08B72ACE-F06C-E6DB-B126-6D6C5599CA6C}"/>
              </a:ext>
            </a:extLst>
          </p:cNvPr>
          <p:cNvSpPr/>
          <p:nvPr/>
        </p:nvSpPr>
        <p:spPr>
          <a:xfrm>
            <a:off x="5997414" y="2195251"/>
            <a:ext cx="84534" cy="81935"/>
          </a:xfrm>
          <a:custGeom>
            <a:avLst/>
            <a:gdLst/>
            <a:ahLst/>
            <a:cxnLst/>
            <a:rect l="l" t="t" r="r" b="b"/>
            <a:pathLst>
              <a:path w="2049" h="1986" extrusionOk="0">
                <a:moveTo>
                  <a:pt x="343" y="1"/>
                </a:moveTo>
                <a:cubicBezTo>
                  <a:pt x="252" y="1"/>
                  <a:pt x="158" y="32"/>
                  <a:pt x="95" y="95"/>
                </a:cubicBezTo>
                <a:cubicBezTo>
                  <a:pt x="0" y="221"/>
                  <a:pt x="0" y="442"/>
                  <a:pt x="95" y="568"/>
                </a:cubicBezTo>
                <a:lnTo>
                  <a:pt x="536" y="1009"/>
                </a:lnTo>
                <a:lnTo>
                  <a:pt x="95" y="1418"/>
                </a:lnTo>
                <a:cubicBezTo>
                  <a:pt x="0" y="1544"/>
                  <a:pt x="0" y="1796"/>
                  <a:pt x="95" y="1891"/>
                </a:cubicBezTo>
                <a:cubicBezTo>
                  <a:pt x="158" y="1954"/>
                  <a:pt x="252" y="1985"/>
                  <a:pt x="343" y="1985"/>
                </a:cubicBezTo>
                <a:cubicBezTo>
                  <a:pt x="434" y="1985"/>
                  <a:pt x="520" y="1954"/>
                  <a:pt x="568" y="1891"/>
                </a:cubicBezTo>
                <a:lnTo>
                  <a:pt x="1009" y="1481"/>
                </a:lnTo>
                <a:lnTo>
                  <a:pt x="1450" y="1891"/>
                </a:lnTo>
                <a:cubicBezTo>
                  <a:pt x="1513" y="1954"/>
                  <a:pt x="1599" y="1985"/>
                  <a:pt x="1686" y="1985"/>
                </a:cubicBezTo>
                <a:cubicBezTo>
                  <a:pt x="1773" y="1985"/>
                  <a:pt x="1859" y="1954"/>
                  <a:pt x="1922" y="1891"/>
                </a:cubicBezTo>
                <a:cubicBezTo>
                  <a:pt x="2048" y="1796"/>
                  <a:pt x="2048" y="1544"/>
                  <a:pt x="1922" y="1418"/>
                </a:cubicBezTo>
                <a:lnTo>
                  <a:pt x="1481" y="1009"/>
                </a:lnTo>
                <a:lnTo>
                  <a:pt x="1922" y="568"/>
                </a:lnTo>
                <a:cubicBezTo>
                  <a:pt x="2048" y="410"/>
                  <a:pt x="2048" y="221"/>
                  <a:pt x="1922" y="95"/>
                </a:cubicBezTo>
                <a:cubicBezTo>
                  <a:pt x="1859" y="32"/>
                  <a:pt x="1773" y="1"/>
                  <a:pt x="1686" y="1"/>
                </a:cubicBezTo>
                <a:cubicBezTo>
                  <a:pt x="1599" y="1"/>
                  <a:pt x="1513" y="32"/>
                  <a:pt x="1450" y="95"/>
                </a:cubicBezTo>
                <a:lnTo>
                  <a:pt x="1009" y="536"/>
                </a:lnTo>
                <a:lnTo>
                  <a:pt x="568" y="95"/>
                </a:lnTo>
                <a:cubicBezTo>
                  <a:pt x="520" y="32"/>
                  <a:pt x="434" y="1"/>
                  <a:pt x="34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5" name="Google Shape;12571;p89">
            <a:extLst>
              <a:ext uri="{FF2B5EF4-FFF2-40B4-BE49-F238E27FC236}">
                <a16:creationId xmlns:a16="http://schemas.microsoft.com/office/drawing/2014/main" id="{786CD52A-8F91-966F-F24B-17BB1E2A0FFA}"/>
              </a:ext>
            </a:extLst>
          </p:cNvPr>
          <p:cNvSpPr/>
          <p:nvPr/>
        </p:nvSpPr>
        <p:spPr>
          <a:xfrm>
            <a:off x="5936316" y="1966482"/>
            <a:ext cx="370481" cy="480966"/>
          </a:xfrm>
          <a:custGeom>
            <a:avLst/>
            <a:gdLst/>
            <a:ahLst/>
            <a:cxnLst/>
            <a:rect l="l" t="t" r="r" b="b"/>
            <a:pathLst>
              <a:path w="8980" h="11658" extrusionOk="0">
                <a:moveTo>
                  <a:pt x="5924" y="694"/>
                </a:moveTo>
                <a:cubicBezTo>
                  <a:pt x="6113" y="694"/>
                  <a:pt x="6270" y="851"/>
                  <a:pt x="6270" y="1040"/>
                </a:cubicBezTo>
                <a:cubicBezTo>
                  <a:pt x="6270" y="1229"/>
                  <a:pt x="6113" y="1387"/>
                  <a:pt x="5924" y="1387"/>
                </a:cubicBezTo>
                <a:lnTo>
                  <a:pt x="3151" y="1387"/>
                </a:lnTo>
                <a:cubicBezTo>
                  <a:pt x="2962" y="1387"/>
                  <a:pt x="2805" y="1229"/>
                  <a:pt x="2805" y="1040"/>
                </a:cubicBezTo>
                <a:cubicBezTo>
                  <a:pt x="2805" y="851"/>
                  <a:pt x="2962" y="694"/>
                  <a:pt x="3151" y="694"/>
                </a:cubicBezTo>
                <a:close/>
                <a:moveTo>
                  <a:pt x="8034" y="1356"/>
                </a:moveTo>
                <a:cubicBezTo>
                  <a:pt x="8255" y="1356"/>
                  <a:pt x="8413" y="1513"/>
                  <a:pt x="8413" y="1702"/>
                </a:cubicBezTo>
                <a:lnTo>
                  <a:pt x="8413" y="10649"/>
                </a:lnTo>
                <a:lnTo>
                  <a:pt x="8287" y="10649"/>
                </a:lnTo>
                <a:cubicBezTo>
                  <a:pt x="8287" y="10838"/>
                  <a:pt x="8129" y="10996"/>
                  <a:pt x="7940" y="10996"/>
                </a:cubicBezTo>
                <a:lnTo>
                  <a:pt x="1103" y="10996"/>
                </a:lnTo>
                <a:cubicBezTo>
                  <a:pt x="914" y="10996"/>
                  <a:pt x="757" y="10838"/>
                  <a:pt x="757" y="10649"/>
                </a:cubicBezTo>
                <a:lnTo>
                  <a:pt x="757" y="1702"/>
                </a:lnTo>
                <a:cubicBezTo>
                  <a:pt x="757" y="1513"/>
                  <a:pt x="914" y="1356"/>
                  <a:pt x="1103" y="1356"/>
                </a:cubicBezTo>
                <a:lnTo>
                  <a:pt x="2206" y="1356"/>
                </a:lnTo>
                <a:cubicBezTo>
                  <a:pt x="2364" y="1734"/>
                  <a:pt x="2742" y="2017"/>
                  <a:pt x="3214" y="2017"/>
                </a:cubicBezTo>
                <a:lnTo>
                  <a:pt x="5955" y="2017"/>
                </a:lnTo>
                <a:cubicBezTo>
                  <a:pt x="6396" y="2017"/>
                  <a:pt x="6774" y="1734"/>
                  <a:pt x="6932" y="1356"/>
                </a:cubicBezTo>
                <a:close/>
                <a:moveTo>
                  <a:pt x="3120" y="1"/>
                </a:moveTo>
                <a:cubicBezTo>
                  <a:pt x="2679" y="1"/>
                  <a:pt x="2301" y="284"/>
                  <a:pt x="2143" y="694"/>
                </a:cubicBezTo>
                <a:lnTo>
                  <a:pt x="1040" y="694"/>
                </a:lnTo>
                <a:cubicBezTo>
                  <a:pt x="473" y="694"/>
                  <a:pt x="1" y="1166"/>
                  <a:pt x="1" y="1702"/>
                </a:cubicBezTo>
                <a:lnTo>
                  <a:pt x="1" y="10649"/>
                </a:lnTo>
                <a:cubicBezTo>
                  <a:pt x="1" y="11185"/>
                  <a:pt x="473" y="11658"/>
                  <a:pt x="1040" y="11658"/>
                </a:cubicBezTo>
                <a:lnTo>
                  <a:pt x="7877" y="11658"/>
                </a:lnTo>
                <a:cubicBezTo>
                  <a:pt x="8444" y="11658"/>
                  <a:pt x="8917" y="11185"/>
                  <a:pt x="8917" y="10649"/>
                </a:cubicBezTo>
                <a:lnTo>
                  <a:pt x="8917" y="1702"/>
                </a:lnTo>
                <a:cubicBezTo>
                  <a:pt x="8980" y="1166"/>
                  <a:pt x="8507" y="694"/>
                  <a:pt x="7971" y="694"/>
                </a:cubicBezTo>
                <a:lnTo>
                  <a:pt x="6869" y="694"/>
                </a:lnTo>
                <a:cubicBezTo>
                  <a:pt x="6711" y="284"/>
                  <a:pt x="6365" y="1"/>
                  <a:pt x="589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6" name="Google Shape;12572;p89">
            <a:extLst>
              <a:ext uri="{FF2B5EF4-FFF2-40B4-BE49-F238E27FC236}">
                <a16:creationId xmlns:a16="http://schemas.microsoft.com/office/drawing/2014/main" id="{10D043B3-93DB-7692-E2FD-6FA4407CA710}"/>
              </a:ext>
            </a:extLst>
          </p:cNvPr>
          <p:cNvSpPr/>
          <p:nvPr/>
        </p:nvSpPr>
        <p:spPr>
          <a:xfrm>
            <a:off x="6107899" y="2109479"/>
            <a:ext cx="142994" cy="29911"/>
          </a:xfrm>
          <a:custGeom>
            <a:avLst/>
            <a:gdLst/>
            <a:ahLst/>
            <a:cxnLst/>
            <a:rect l="l" t="t" r="r" b="b"/>
            <a:pathLst>
              <a:path w="3466" h="725" extrusionOk="0">
                <a:moveTo>
                  <a:pt x="347" y="0"/>
                </a:moveTo>
                <a:cubicBezTo>
                  <a:pt x="158" y="0"/>
                  <a:pt x="0" y="158"/>
                  <a:pt x="0" y="378"/>
                </a:cubicBezTo>
                <a:cubicBezTo>
                  <a:pt x="0" y="567"/>
                  <a:pt x="158" y="725"/>
                  <a:pt x="347" y="725"/>
                </a:cubicBezTo>
                <a:lnTo>
                  <a:pt x="3088" y="725"/>
                </a:lnTo>
                <a:cubicBezTo>
                  <a:pt x="3308" y="725"/>
                  <a:pt x="3466" y="567"/>
                  <a:pt x="3466" y="378"/>
                </a:cubicBezTo>
                <a:cubicBezTo>
                  <a:pt x="3466" y="158"/>
                  <a:pt x="3308" y="0"/>
                  <a:pt x="30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7" name="Google Shape;12573;p89">
            <a:extLst>
              <a:ext uri="{FF2B5EF4-FFF2-40B4-BE49-F238E27FC236}">
                <a16:creationId xmlns:a16="http://schemas.microsoft.com/office/drawing/2014/main" id="{171F85BB-D402-F90C-1001-360AE4E2C82F}"/>
              </a:ext>
            </a:extLst>
          </p:cNvPr>
          <p:cNvSpPr/>
          <p:nvPr/>
        </p:nvSpPr>
        <p:spPr>
          <a:xfrm>
            <a:off x="6107899" y="2222560"/>
            <a:ext cx="142994" cy="28632"/>
          </a:xfrm>
          <a:custGeom>
            <a:avLst/>
            <a:gdLst/>
            <a:ahLst/>
            <a:cxnLst/>
            <a:rect l="l" t="t" r="r" b="b"/>
            <a:pathLst>
              <a:path w="3466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088" y="693"/>
                </a:lnTo>
                <a:cubicBezTo>
                  <a:pt x="3308" y="693"/>
                  <a:pt x="3466" y="536"/>
                  <a:pt x="3466" y="347"/>
                </a:cubicBezTo>
                <a:cubicBezTo>
                  <a:pt x="3466" y="158"/>
                  <a:pt x="3308" y="0"/>
                  <a:pt x="30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8" name="Google Shape;12574;p89">
            <a:extLst>
              <a:ext uri="{FF2B5EF4-FFF2-40B4-BE49-F238E27FC236}">
                <a16:creationId xmlns:a16="http://schemas.microsoft.com/office/drawing/2014/main" id="{3EAEE640-367B-9C4D-FD75-F4DD6BB34A94}"/>
              </a:ext>
            </a:extLst>
          </p:cNvPr>
          <p:cNvSpPr/>
          <p:nvPr/>
        </p:nvSpPr>
        <p:spPr>
          <a:xfrm>
            <a:off x="6107899" y="2335646"/>
            <a:ext cx="142994" cy="29911"/>
          </a:xfrm>
          <a:custGeom>
            <a:avLst/>
            <a:gdLst/>
            <a:ahLst/>
            <a:cxnLst/>
            <a:rect l="l" t="t" r="r" b="b"/>
            <a:pathLst>
              <a:path w="3466" h="725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725"/>
                  <a:pt x="347" y="725"/>
                </a:cubicBezTo>
                <a:lnTo>
                  <a:pt x="3088" y="725"/>
                </a:lnTo>
                <a:cubicBezTo>
                  <a:pt x="3308" y="725"/>
                  <a:pt x="3466" y="567"/>
                  <a:pt x="3466" y="347"/>
                </a:cubicBezTo>
                <a:cubicBezTo>
                  <a:pt x="3466" y="158"/>
                  <a:pt x="3308" y="0"/>
                  <a:pt x="30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0" name="Google Shape;12603;p89">
            <a:extLst>
              <a:ext uri="{FF2B5EF4-FFF2-40B4-BE49-F238E27FC236}">
                <a16:creationId xmlns:a16="http://schemas.microsoft.com/office/drawing/2014/main" id="{763855A0-93F5-5F79-2534-53D7B6E8D62D}"/>
              </a:ext>
            </a:extLst>
          </p:cNvPr>
          <p:cNvSpPr/>
          <p:nvPr/>
        </p:nvSpPr>
        <p:spPr>
          <a:xfrm>
            <a:off x="1547696" y="1983281"/>
            <a:ext cx="468090" cy="469331"/>
          </a:xfrm>
          <a:custGeom>
            <a:avLst/>
            <a:gdLst/>
            <a:ahLst/>
            <a:cxnLst/>
            <a:rect l="l" t="t" r="r" b="b"/>
            <a:pathLst>
              <a:path w="10315" h="10343" extrusionOk="0">
                <a:moveTo>
                  <a:pt x="5102" y="670"/>
                </a:moveTo>
                <a:cubicBezTo>
                  <a:pt x="5604" y="670"/>
                  <a:pt x="6022" y="1088"/>
                  <a:pt x="6022" y="1562"/>
                </a:cubicBezTo>
                <a:cubicBezTo>
                  <a:pt x="6022" y="2063"/>
                  <a:pt x="5604" y="2481"/>
                  <a:pt x="5102" y="2481"/>
                </a:cubicBezTo>
                <a:cubicBezTo>
                  <a:pt x="4600" y="2481"/>
                  <a:pt x="4182" y="2063"/>
                  <a:pt x="4182" y="1562"/>
                </a:cubicBezTo>
                <a:cubicBezTo>
                  <a:pt x="4182" y="1088"/>
                  <a:pt x="4600" y="670"/>
                  <a:pt x="5102" y="670"/>
                </a:cubicBezTo>
                <a:close/>
                <a:moveTo>
                  <a:pt x="1757" y="1896"/>
                </a:moveTo>
                <a:cubicBezTo>
                  <a:pt x="2063" y="1896"/>
                  <a:pt x="2342" y="2175"/>
                  <a:pt x="2342" y="2481"/>
                </a:cubicBezTo>
                <a:cubicBezTo>
                  <a:pt x="2342" y="2788"/>
                  <a:pt x="2063" y="3067"/>
                  <a:pt x="1757" y="3067"/>
                </a:cubicBezTo>
                <a:cubicBezTo>
                  <a:pt x="1422" y="3067"/>
                  <a:pt x="1143" y="2788"/>
                  <a:pt x="1143" y="2481"/>
                </a:cubicBezTo>
                <a:cubicBezTo>
                  <a:pt x="1143" y="2119"/>
                  <a:pt x="1422" y="1896"/>
                  <a:pt x="1757" y="1896"/>
                </a:cubicBezTo>
                <a:close/>
                <a:moveTo>
                  <a:pt x="8447" y="1896"/>
                </a:moveTo>
                <a:cubicBezTo>
                  <a:pt x="8781" y="1896"/>
                  <a:pt x="9032" y="2175"/>
                  <a:pt x="9032" y="2481"/>
                </a:cubicBezTo>
                <a:cubicBezTo>
                  <a:pt x="9032" y="2788"/>
                  <a:pt x="8753" y="3067"/>
                  <a:pt x="8447" y="3067"/>
                </a:cubicBezTo>
                <a:cubicBezTo>
                  <a:pt x="8112" y="3067"/>
                  <a:pt x="7834" y="2788"/>
                  <a:pt x="7834" y="2481"/>
                </a:cubicBezTo>
                <a:cubicBezTo>
                  <a:pt x="7834" y="2119"/>
                  <a:pt x="8112" y="1896"/>
                  <a:pt x="8447" y="1896"/>
                </a:cubicBezTo>
                <a:close/>
                <a:moveTo>
                  <a:pt x="1701" y="3624"/>
                </a:moveTo>
                <a:cubicBezTo>
                  <a:pt x="2370" y="3624"/>
                  <a:pt x="2927" y="4182"/>
                  <a:pt x="2927" y="4851"/>
                </a:cubicBezTo>
                <a:lnTo>
                  <a:pt x="2927" y="6412"/>
                </a:lnTo>
                <a:cubicBezTo>
                  <a:pt x="2955" y="6635"/>
                  <a:pt x="2816" y="6719"/>
                  <a:pt x="2649" y="6719"/>
                </a:cubicBezTo>
                <a:cubicBezTo>
                  <a:pt x="2481" y="6719"/>
                  <a:pt x="2342" y="6858"/>
                  <a:pt x="2342" y="7053"/>
                </a:cubicBezTo>
                <a:lnTo>
                  <a:pt x="2342" y="8865"/>
                </a:lnTo>
                <a:cubicBezTo>
                  <a:pt x="2342" y="9032"/>
                  <a:pt x="2203" y="9172"/>
                  <a:pt x="2035" y="9172"/>
                </a:cubicBezTo>
                <a:lnTo>
                  <a:pt x="1422" y="9172"/>
                </a:lnTo>
                <a:cubicBezTo>
                  <a:pt x="1255" y="9172"/>
                  <a:pt x="1116" y="9032"/>
                  <a:pt x="1116" y="8865"/>
                </a:cubicBezTo>
                <a:lnTo>
                  <a:pt x="1116" y="7053"/>
                </a:lnTo>
                <a:cubicBezTo>
                  <a:pt x="1116" y="6858"/>
                  <a:pt x="976" y="6719"/>
                  <a:pt x="809" y="6719"/>
                </a:cubicBezTo>
                <a:cubicBezTo>
                  <a:pt x="642" y="6719"/>
                  <a:pt x="502" y="6579"/>
                  <a:pt x="502" y="6412"/>
                </a:cubicBezTo>
                <a:lnTo>
                  <a:pt x="502" y="4851"/>
                </a:lnTo>
                <a:cubicBezTo>
                  <a:pt x="502" y="4182"/>
                  <a:pt x="1060" y="3624"/>
                  <a:pt x="1701" y="3624"/>
                </a:cubicBezTo>
                <a:close/>
                <a:moveTo>
                  <a:pt x="8391" y="3624"/>
                </a:moveTo>
                <a:cubicBezTo>
                  <a:pt x="9060" y="3624"/>
                  <a:pt x="9618" y="4182"/>
                  <a:pt x="9618" y="4851"/>
                </a:cubicBezTo>
                <a:lnTo>
                  <a:pt x="9618" y="6440"/>
                </a:lnTo>
                <a:lnTo>
                  <a:pt x="9645" y="6440"/>
                </a:lnTo>
                <a:cubicBezTo>
                  <a:pt x="9645" y="6635"/>
                  <a:pt x="9506" y="6774"/>
                  <a:pt x="9339" y="6774"/>
                </a:cubicBezTo>
                <a:cubicBezTo>
                  <a:pt x="9172" y="6774"/>
                  <a:pt x="9032" y="6914"/>
                  <a:pt x="9032" y="7081"/>
                </a:cubicBezTo>
                <a:lnTo>
                  <a:pt x="9032" y="8893"/>
                </a:lnTo>
                <a:cubicBezTo>
                  <a:pt x="9032" y="9060"/>
                  <a:pt x="8893" y="9199"/>
                  <a:pt x="8726" y="9199"/>
                </a:cubicBezTo>
                <a:lnTo>
                  <a:pt x="8112" y="9199"/>
                </a:lnTo>
                <a:cubicBezTo>
                  <a:pt x="7945" y="9199"/>
                  <a:pt x="7806" y="9060"/>
                  <a:pt x="7806" y="8893"/>
                </a:cubicBezTo>
                <a:lnTo>
                  <a:pt x="7806" y="7053"/>
                </a:lnTo>
                <a:cubicBezTo>
                  <a:pt x="7806" y="6858"/>
                  <a:pt x="7666" y="6719"/>
                  <a:pt x="7499" y="6719"/>
                </a:cubicBezTo>
                <a:cubicBezTo>
                  <a:pt x="7332" y="6719"/>
                  <a:pt x="7192" y="6579"/>
                  <a:pt x="7192" y="6412"/>
                </a:cubicBezTo>
                <a:lnTo>
                  <a:pt x="7192" y="4851"/>
                </a:lnTo>
                <a:cubicBezTo>
                  <a:pt x="7192" y="4182"/>
                  <a:pt x="7750" y="3624"/>
                  <a:pt x="8391" y="3624"/>
                </a:cubicBezTo>
                <a:close/>
                <a:moveTo>
                  <a:pt x="5381" y="3095"/>
                </a:moveTo>
                <a:cubicBezTo>
                  <a:pt x="6077" y="3234"/>
                  <a:pt x="6635" y="3875"/>
                  <a:pt x="6635" y="4600"/>
                </a:cubicBezTo>
                <a:lnTo>
                  <a:pt x="6635" y="6440"/>
                </a:lnTo>
                <a:cubicBezTo>
                  <a:pt x="6663" y="6635"/>
                  <a:pt x="6523" y="6719"/>
                  <a:pt x="6356" y="6719"/>
                </a:cubicBezTo>
                <a:cubicBezTo>
                  <a:pt x="6161" y="6719"/>
                  <a:pt x="6022" y="6858"/>
                  <a:pt x="6022" y="7053"/>
                </a:cubicBezTo>
                <a:lnTo>
                  <a:pt x="6022" y="9478"/>
                </a:lnTo>
                <a:cubicBezTo>
                  <a:pt x="6022" y="9645"/>
                  <a:pt x="5882" y="9785"/>
                  <a:pt x="5715" y="9785"/>
                </a:cubicBezTo>
                <a:lnTo>
                  <a:pt x="4461" y="9785"/>
                </a:lnTo>
                <a:cubicBezTo>
                  <a:pt x="4293" y="9785"/>
                  <a:pt x="4154" y="9645"/>
                  <a:pt x="4154" y="9478"/>
                </a:cubicBezTo>
                <a:lnTo>
                  <a:pt x="4154" y="7053"/>
                </a:lnTo>
                <a:cubicBezTo>
                  <a:pt x="4154" y="6858"/>
                  <a:pt x="4015" y="6719"/>
                  <a:pt x="3847" y="6719"/>
                </a:cubicBezTo>
                <a:cubicBezTo>
                  <a:pt x="3652" y="6719"/>
                  <a:pt x="3513" y="6579"/>
                  <a:pt x="3513" y="6412"/>
                </a:cubicBezTo>
                <a:lnTo>
                  <a:pt x="3513" y="4851"/>
                </a:lnTo>
                <a:lnTo>
                  <a:pt x="3513" y="4600"/>
                </a:lnTo>
                <a:cubicBezTo>
                  <a:pt x="3513" y="3875"/>
                  <a:pt x="4043" y="3234"/>
                  <a:pt x="4739" y="3095"/>
                </a:cubicBezTo>
                <a:lnTo>
                  <a:pt x="4739" y="5185"/>
                </a:lnTo>
                <a:cubicBezTo>
                  <a:pt x="4739" y="5381"/>
                  <a:pt x="4879" y="5520"/>
                  <a:pt x="5046" y="5520"/>
                </a:cubicBezTo>
                <a:cubicBezTo>
                  <a:pt x="5241" y="5520"/>
                  <a:pt x="5381" y="5381"/>
                  <a:pt x="5381" y="5185"/>
                </a:cubicBezTo>
                <a:lnTo>
                  <a:pt x="5381" y="3095"/>
                </a:lnTo>
                <a:close/>
                <a:moveTo>
                  <a:pt x="5130" y="1"/>
                </a:moveTo>
                <a:cubicBezTo>
                  <a:pt x="4293" y="1"/>
                  <a:pt x="3624" y="670"/>
                  <a:pt x="3624" y="1506"/>
                </a:cubicBezTo>
                <a:cubicBezTo>
                  <a:pt x="3624" y="1952"/>
                  <a:pt x="3847" y="2370"/>
                  <a:pt x="4154" y="2649"/>
                </a:cubicBezTo>
                <a:cubicBezTo>
                  <a:pt x="3736" y="2872"/>
                  <a:pt x="3373" y="3234"/>
                  <a:pt x="3206" y="3652"/>
                </a:cubicBezTo>
                <a:cubicBezTo>
                  <a:pt x="3067" y="3485"/>
                  <a:pt x="2900" y="3346"/>
                  <a:pt x="2677" y="3234"/>
                </a:cubicBezTo>
                <a:cubicBezTo>
                  <a:pt x="2900" y="3039"/>
                  <a:pt x="3039" y="2732"/>
                  <a:pt x="3039" y="2398"/>
                </a:cubicBezTo>
                <a:cubicBezTo>
                  <a:pt x="3039" y="1757"/>
                  <a:pt x="2481" y="1199"/>
                  <a:pt x="1812" y="1199"/>
                </a:cubicBezTo>
                <a:cubicBezTo>
                  <a:pt x="1143" y="1199"/>
                  <a:pt x="586" y="1757"/>
                  <a:pt x="586" y="2398"/>
                </a:cubicBezTo>
                <a:cubicBezTo>
                  <a:pt x="586" y="2732"/>
                  <a:pt x="725" y="3039"/>
                  <a:pt x="948" y="3234"/>
                </a:cubicBezTo>
                <a:cubicBezTo>
                  <a:pt x="391" y="3569"/>
                  <a:pt x="1" y="4154"/>
                  <a:pt x="1" y="4851"/>
                </a:cubicBezTo>
                <a:lnTo>
                  <a:pt x="1" y="6412"/>
                </a:lnTo>
                <a:cubicBezTo>
                  <a:pt x="1" y="6802"/>
                  <a:pt x="251" y="7137"/>
                  <a:pt x="586" y="7276"/>
                </a:cubicBezTo>
                <a:lnTo>
                  <a:pt x="586" y="8865"/>
                </a:lnTo>
                <a:cubicBezTo>
                  <a:pt x="586" y="9339"/>
                  <a:pt x="1004" y="9757"/>
                  <a:pt x="1506" y="9757"/>
                </a:cubicBezTo>
                <a:lnTo>
                  <a:pt x="2091" y="9757"/>
                </a:lnTo>
                <a:cubicBezTo>
                  <a:pt x="2593" y="9757"/>
                  <a:pt x="3011" y="9339"/>
                  <a:pt x="3011" y="8865"/>
                </a:cubicBezTo>
                <a:lnTo>
                  <a:pt x="3011" y="7276"/>
                </a:lnTo>
                <a:cubicBezTo>
                  <a:pt x="3095" y="7248"/>
                  <a:pt x="3206" y="7192"/>
                  <a:pt x="3318" y="7109"/>
                </a:cubicBezTo>
                <a:cubicBezTo>
                  <a:pt x="3429" y="7192"/>
                  <a:pt x="3485" y="7248"/>
                  <a:pt x="3624" y="7276"/>
                </a:cubicBezTo>
                <a:lnTo>
                  <a:pt x="3624" y="9450"/>
                </a:lnTo>
                <a:cubicBezTo>
                  <a:pt x="3624" y="9924"/>
                  <a:pt x="4043" y="10342"/>
                  <a:pt x="4544" y="10342"/>
                </a:cubicBezTo>
                <a:lnTo>
                  <a:pt x="5799" y="10342"/>
                </a:lnTo>
                <a:cubicBezTo>
                  <a:pt x="6273" y="10342"/>
                  <a:pt x="6691" y="9924"/>
                  <a:pt x="6691" y="9450"/>
                </a:cubicBezTo>
                <a:lnTo>
                  <a:pt x="6691" y="7276"/>
                </a:lnTo>
                <a:cubicBezTo>
                  <a:pt x="6802" y="7248"/>
                  <a:pt x="6914" y="7192"/>
                  <a:pt x="6997" y="7109"/>
                </a:cubicBezTo>
                <a:cubicBezTo>
                  <a:pt x="7109" y="7192"/>
                  <a:pt x="7192" y="7248"/>
                  <a:pt x="7332" y="7276"/>
                </a:cubicBezTo>
                <a:lnTo>
                  <a:pt x="7332" y="8865"/>
                </a:lnTo>
                <a:cubicBezTo>
                  <a:pt x="7332" y="9339"/>
                  <a:pt x="7750" y="9757"/>
                  <a:pt x="8224" y="9757"/>
                </a:cubicBezTo>
                <a:lnTo>
                  <a:pt x="8809" y="9757"/>
                </a:lnTo>
                <a:cubicBezTo>
                  <a:pt x="9311" y="9757"/>
                  <a:pt x="9729" y="9339"/>
                  <a:pt x="9729" y="8865"/>
                </a:cubicBezTo>
                <a:lnTo>
                  <a:pt x="9729" y="7276"/>
                </a:lnTo>
                <a:cubicBezTo>
                  <a:pt x="10064" y="7137"/>
                  <a:pt x="10314" y="6830"/>
                  <a:pt x="10314" y="6412"/>
                </a:cubicBezTo>
                <a:lnTo>
                  <a:pt x="10314" y="4851"/>
                </a:lnTo>
                <a:cubicBezTo>
                  <a:pt x="10287" y="4210"/>
                  <a:pt x="9896" y="3596"/>
                  <a:pt x="9339" y="3318"/>
                </a:cubicBezTo>
                <a:cubicBezTo>
                  <a:pt x="9562" y="3095"/>
                  <a:pt x="9701" y="2788"/>
                  <a:pt x="9701" y="2481"/>
                </a:cubicBezTo>
                <a:cubicBezTo>
                  <a:pt x="9701" y="1812"/>
                  <a:pt x="9144" y="1255"/>
                  <a:pt x="8475" y="1255"/>
                </a:cubicBezTo>
                <a:cubicBezTo>
                  <a:pt x="7806" y="1255"/>
                  <a:pt x="7248" y="1812"/>
                  <a:pt x="7248" y="2481"/>
                </a:cubicBezTo>
                <a:cubicBezTo>
                  <a:pt x="7248" y="2788"/>
                  <a:pt x="7388" y="3095"/>
                  <a:pt x="7611" y="3318"/>
                </a:cubicBezTo>
                <a:cubicBezTo>
                  <a:pt x="7388" y="3429"/>
                  <a:pt x="7220" y="3569"/>
                  <a:pt x="7081" y="3736"/>
                </a:cubicBezTo>
                <a:cubicBezTo>
                  <a:pt x="6969" y="3485"/>
                  <a:pt x="6802" y="3290"/>
                  <a:pt x="6635" y="3067"/>
                </a:cubicBezTo>
                <a:cubicBezTo>
                  <a:pt x="6496" y="2927"/>
                  <a:pt x="6300" y="2788"/>
                  <a:pt x="6105" y="2677"/>
                </a:cubicBezTo>
                <a:cubicBezTo>
                  <a:pt x="6440" y="2370"/>
                  <a:pt x="6663" y="1952"/>
                  <a:pt x="6663" y="1534"/>
                </a:cubicBezTo>
                <a:cubicBezTo>
                  <a:pt x="6663" y="1116"/>
                  <a:pt x="6496" y="725"/>
                  <a:pt x="6217" y="447"/>
                </a:cubicBezTo>
                <a:cubicBezTo>
                  <a:pt x="5938" y="168"/>
                  <a:pt x="5520" y="1"/>
                  <a:pt x="513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31" name="Google Shape;12604;p89">
            <a:extLst>
              <a:ext uri="{FF2B5EF4-FFF2-40B4-BE49-F238E27FC236}">
                <a16:creationId xmlns:a16="http://schemas.microsoft.com/office/drawing/2014/main" id="{483FBC34-6B2B-BB60-4E40-29B20BE9CC68}"/>
              </a:ext>
            </a:extLst>
          </p:cNvPr>
          <p:cNvSpPr/>
          <p:nvPr/>
        </p:nvSpPr>
        <p:spPr>
          <a:xfrm flipH="1">
            <a:off x="1547696" y="1983281"/>
            <a:ext cx="468090" cy="469331"/>
          </a:xfrm>
          <a:custGeom>
            <a:avLst/>
            <a:gdLst/>
            <a:ahLst/>
            <a:cxnLst/>
            <a:rect l="l" t="t" r="r" b="b"/>
            <a:pathLst>
              <a:path w="10315" h="10343" extrusionOk="0">
                <a:moveTo>
                  <a:pt x="5102" y="670"/>
                </a:moveTo>
                <a:cubicBezTo>
                  <a:pt x="5604" y="670"/>
                  <a:pt x="6022" y="1088"/>
                  <a:pt x="6022" y="1562"/>
                </a:cubicBezTo>
                <a:cubicBezTo>
                  <a:pt x="6022" y="2063"/>
                  <a:pt x="5604" y="2481"/>
                  <a:pt x="5102" y="2481"/>
                </a:cubicBezTo>
                <a:cubicBezTo>
                  <a:pt x="4600" y="2481"/>
                  <a:pt x="4182" y="2063"/>
                  <a:pt x="4182" y="1562"/>
                </a:cubicBezTo>
                <a:cubicBezTo>
                  <a:pt x="4182" y="1088"/>
                  <a:pt x="4600" y="670"/>
                  <a:pt x="5102" y="670"/>
                </a:cubicBezTo>
                <a:close/>
                <a:moveTo>
                  <a:pt x="1757" y="1896"/>
                </a:moveTo>
                <a:cubicBezTo>
                  <a:pt x="2063" y="1896"/>
                  <a:pt x="2342" y="2175"/>
                  <a:pt x="2342" y="2481"/>
                </a:cubicBezTo>
                <a:cubicBezTo>
                  <a:pt x="2342" y="2788"/>
                  <a:pt x="2063" y="3067"/>
                  <a:pt x="1757" y="3067"/>
                </a:cubicBezTo>
                <a:cubicBezTo>
                  <a:pt x="1422" y="3067"/>
                  <a:pt x="1143" y="2788"/>
                  <a:pt x="1143" y="2481"/>
                </a:cubicBezTo>
                <a:cubicBezTo>
                  <a:pt x="1143" y="2119"/>
                  <a:pt x="1422" y="1896"/>
                  <a:pt x="1757" y="1896"/>
                </a:cubicBezTo>
                <a:close/>
                <a:moveTo>
                  <a:pt x="8447" y="1896"/>
                </a:moveTo>
                <a:cubicBezTo>
                  <a:pt x="8781" y="1896"/>
                  <a:pt x="9032" y="2175"/>
                  <a:pt x="9032" y="2481"/>
                </a:cubicBezTo>
                <a:cubicBezTo>
                  <a:pt x="9032" y="2788"/>
                  <a:pt x="8753" y="3067"/>
                  <a:pt x="8447" y="3067"/>
                </a:cubicBezTo>
                <a:cubicBezTo>
                  <a:pt x="8112" y="3067"/>
                  <a:pt x="7834" y="2788"/>
                  <a:pt x="7834" y="2481"/>
                </a:cubicBezTo>
                <a:cubicBezTo>
                  <a:pt x="7834" y="2119"/>
                  <a:pt x="8112" y="1896"/>
                  <a:pt x="8447" y="1896"/>
                </a:cubicBezTo>
                <a:close/>
                <a:moveTo>
                  <a:pt x="1701" y="3624"/>
                </a:moveTo>
                <a:cubicBezTo>
                  <a:pt x="2370" y="3624"/>
                  <a:pt x="2927" y="4182"/>
                  <a:pt x="2927" y="4851"/>
                </a:cubicBezTo>
                <a:lnTo>
                  <a:pt x="2927" y="6412"/>
                </a:lnTo>
                <a:cubicBezTo>
                  <a:pt x="2955" y="6635"/>
                  <a:pt x="2816" y="6719"/>
                  <a:pt x="2649" y="6719"/>
                </a:cubicBezTo>
                <a:cubicBezTo>
                  <a:pt x="2481" y="6719"/>
                  <a:pt x="2342" y="6858"/>
                  <a:pt x="2342" y="7053"/>
                </a:cubicBezTo>
                <a:lnTo>
                  <a:pt x="2342" y="8865"/>
                </a:lnTo>
                <a:cubicBezTo>
                  <a:pt x="2342" y="9032"/>
                  <a:pt x="2203" y="9172"/>
                  <a:pt x="2035" y="9172"/>
                </a:cubicBezTo>
                <a:lnTo>
                  <a:pt x="1422" y="9172"/>
                </a:lnTo>
                <a:cubicBezTo>
                  <a:pt x="1255" y="9172"/>
                  <a:pt x="1116" y="9032"/>
                  <a:pt x="1116" y="8865"/>
                </a:cubicBezTo>
                <a:lnTo>
                  <a:pt x="1116" y="7053"/>
                </a:lnTo>
                <a:cubicBezTo>
                  <a:pt x="1116" y="6858"/>
                  <a:pt x="976" y="6719"/>
                  <a:pt x="809" y="6719"/>
                </a:cubicBezTo>
                <a:cubicBezTo>
                  <a:pt x="642" y="6719"/>
                  <a:pt x="502" y="6579"/>
                  <a:pt x="502" y="6412"/>
                </a:cubicBezTo>
                <a:lnTo>
                  <a:pt x="502" y="4851"/>
                </a:lnTo>
                <a:cubicBezTo>
                  <a:pt x="502" y="4182"/>
                  <a:pt x="1060" y="3624"/>
                  <a:pt x="1701" y="3624"/>
                </a:cubicBezTo>
                <a:close/>
                <a:moveTo>
                  <a:pt x="8391" y="3624"/>
                </a:moveTo>
                <a:cubicBezTo>
                  <a:pt x="9060" y="3624"/>
                  <a:pt x="9618" y="4182"/>
                  <a:pt x="9618" y="4851"/>
                </a:cubicBezTo>
                <a:lnTo>
                  <a:pt x="9618" y="6440"/>
                </a:lnTo>
                <a:lnTo>
                  <a:pt x="9645" y="6440"/>
                </a:lnTo>
                <a:cubicBezTo>
                  <a:pt x="9645" y="6635"/>
                  <a:pt x="9506" y="6774"/>
                  <a:pt x="9339" y="6774"/>
                </a:cubicBezTo>
                <a:cubicBezTo>
                  <a:pt x="9172" y="6774"/>
                  <a:pt x="9032" y="6914"/>
                  <a:pt x="9032" y="7081"/>
                </a:cubicBezTo>
                <a:lnTo>
                  <a:pt x="9032" y="8893"/>
                </a:lnTo>
                <a:cubicBezTo>
                  <a:pt x="9032" y="9060"/>
                  <a:pt x="8893" y="9199"/>
                  <a:pt x="8726" y="9199"/>
                </a:cubicBezTo>
                <a:lnTo>
                  <a:pt x="8112" y="9199"/>
                </a:lnTo>
                <a:cubicBezTo>
                  <a:pt x="7945" y="9199"/>
                  <a:pt x="7806" y="9060"/>
                  <a:pt x="7806" y="8893"/>
                </a:cubicBezTo>
                <a:lnTo>
                  <a:pt x="7806" y="7053"/>
                </a:lnTo>
                <a:cubicBezTo>
                  <a:pt x="7806" y="6858"/>
                  <a:pt x="7666" y="6719"/>
                  <a:pt x="7499" y="6719"/>
                </a:cubicBezTo>
                <a:cubicBezTo>
                  <a:pt x="7332" y="6719"/>
                  <a:pt x="7192" y="6579"/>
                  <a:pt x="7192" y="6412"/>
                </a:cubicBezTo>
                <a:lnTo>
                  <a:pt x="7192" y="4851"/>
                </a:lnTo>
                <a:cubicBezTo>
                  <a:pt x="7192" y="4182"/>
                  <a:pt x="7750" y="3624"/>
                  <a:pt x="8391" y="3624"/>
                </a:cubicBezTo>
                <a:close/>
                <a:moveTo>
                  <a:pt x="5381" y="3095"/>
                </a:moveTo>
                <a:cubicBezTo>
                  <a:pt x="6077" y="3234"/>
                  <a:pt x="6635" y="3875"/>
                  <a:pt x="6635" y="4600"/>
                </a:cubicBezTo>
                <a:lnTo>
                  <a:pt x="6635" y="6440"/>
                </a:lnTo>
                <a:cubicBezTo>
                  <a:pt x="6663" y="6635"/>
                  <a:pt x="6523" y="6719"/>
                  <a:pt x="6356" y="6719"/>
                </a:cubicBezTo>
                <a:cubicBezTo>
                  <a:pt x="6161" y="6719"/>
                  <a:pt x="6022" y="6858"/>
                  <a:pt x="6022" y="7053"/>
                </a:cubicBezTo>
                <a:lnTo>
                  <a:pt x="6022" y="9478"/>
                </a:lnTo>
                <a:cubicBezTo>
                  <a:pt x="6022" y="9645"/>
                  <a:pt x="5882" y="9785"/>
                  <a:pt x="5715" y="9785"/>
                </a:cubicBezTo>
                <a:lnTo>
                  <a:pt x="4461" y="9785"/>
                </a:lnTo>
                <a:cubicBezTo>
                  <a:pt x="4293" y="9785"/>
                  <a:pt x="4154" y="9645"/>
                  <a:pt x="4154" y="9478"/>
                </a:cubicBezTo>
                <a:lnTo>
                  <a:pt x="4154" y="7053"/>
                </a:lnTo>
                <a:cubicBezTo>
                  <a:pt x="4154" y="6858"/>
                  <a:pt x="4015" y="6719"/>
                  <a:pt x="3847" y="6719"/>
                </a:cubicBezTo>
                <a:cubicBezTo>
                  <a:pt x="3652" y="6719"/>
                  <a:pt x="3513" y="6579"/>
                  <a:pt x="3513" y="6412"/>
                </a:cubicBezTo>
                <a:lnTo>
                  <a:pt x="3513" y="4851"/>
                </a:lnTo>
                <a:lnTo>
                  <a:pt x="3513" y="4600"/>
                </a:lnTo>
                <a:cubicBezTo>
                  <a:pt x="3513" y="3875"/>
                  <a:pt x="4043" y="3234"/>
                  <a:pt x="4739" y="3095"/>
                </a:cubicBezTo>
                <a:lnTo>
                  <a:pt x="4739" y="5185"/>
                </a:lnTo>
                <a:cubicBezTo>
                  <a:pt x="4739" y="5381"/>
                  <a:pt x="4879" y="5520"/>
                  <a:pt x="5046" y="5520"/>
                </a:cubicBezTo>
                <a:cubicBezTo>
                  <a:pt x="5241" y="5520"/>
                  <a:pt x="5381" y="5381"/>
                  <a:pt x="5381" y="5185"/>
                </a:cubicBezTo>
                <a:lnTo>
                  <a:pt x="5381" y="3095"/>
                </a:lnTo>
                <a:close/>
                <a:moveTo>
                  <a:pt x="5130" y="1"/>
                </a:moveTo>
                <a:cubicBezTo>
                  <a:pt x="4293" y="1"/>
                  <a:pt x="3624" y="670"/>
                  <a:pt x="3624" y="1506"/>
                </a:cubicBezTo>
                <a:cubicBezTo>
                  <a:pt x="3624" y="1952"/>
                  <a:pt x="3847" y="2370"/>
                  <a:pt x="4154" y="2649"/>
                </a:cubicBezTo>
                <a:cubicBezTo>
                  <a:pt x="3736" y="2872"/>
                  <a:pt x="3373" y="3234"/>
                  <a:pt x="3206" y="3652"/>
                </a:cubicBezTo>
                <a:cubicBezTo>
                  <a:pt x="3067" y="3485"/>
                  <a:pt x="2900" y="3346"/>
                  <a:pt x="2677" y="3234"/>
                </a:cubicBezTo>
                <a:cubicBezTo>
                  <a:pt x="2900" y="3039"/>
                  <a:pt x="3039" y="2732"/>
                  <a:pt x="3039" y="2398"/>
                </a:cubicBezTo>
                <a:cubicBezTo>
                  <a:pt x="3039" y="1757"/>
                  <a:pt x="2481" y="1199"/>
                  <a:pt x="1812" y="1199"/>
                </a:cubicBezTo>
                <a:cubicBezTo>
                  <a:pt x="1143" y="1199"/>
                  <a:pt x="586" y="1757"/>
                  <a:pt x="586" y="2398"/>
                </a:cubicBezTo>
                <a:cubicBezTo>
                  <a:pt x="586" y="2732"/>
                  <a:pt x="725" y="3039"/>
                  <a:pt x="948" y="3234"/>
                </a:cubicBezTo>
                <a:cubicBezTo>
                  <a:pt x="391" y="3569"/>
                  <a:pt x="1" y="4154"/>
                  <a:pt x="1" y="4851"/>
                </a:cubicBezTo>
                <a:lnTo>
                  <a:pt x="1" y="6412"/>
                </a:lnTo>
                <a:cubicBezTo>
                  <a:pt x="1" y="6802"/>
                  <a:pt x="251" y="7137"/>
                  <a:pt x="586" y="7276"/>
                </a:cubicBezTo>
                <a:lnTo>
                  <a:pt x="586" y="8865"/>
                </a:lnTo>
                <a:cubicBezTo>
                  <a:pt x="586" y="9339"/>
                  <a:pt x="1004" y="9757"/>
                  <a:pt x="1506" y="9757"/>
                </a:cubicBezTo>
                <a:lnTo>
                  <a:pt x="2091" y="9757"/>
                </a:lnTo>
                <a:cubicBezTo>
                  <a:pt x="2593" y="9757"/>
                  <a:pt x="3011" y="9339"/>
                  <a:pt x="3011" y="8865"/>
                </a:cubicBezTo>
                <a:lnTo>
                  <a:pt x="3011" y="7276"/>
                </a:lnTo>
                <a:cubicBezTo>
                  <a:pt x="3095" y="7248"/>
                  <a:pt x="3206" y="7192"/>
                  <a:pt x="3318" y="7109"/>
                </a:cubicBezTo>
                <a:cubicBezTo>
                  <a:pt x="3429" y="7192"/>
                  <a:pt x="3485" y="7248"/>
                  <a:pt x="3624" y="7276"/>
                </a:cubicBezTo>
                <a:lnTo>
                  <a:pt x="3624" y="9450"/>
                </a:lnTo>
                <a:cubicBezTo>
                  <a:pt x="3624" y="9924"/>
                  <a:pt x="4043" y="10342"/>
                  <a:pt x="4544" y="10342"/>
                </a:cubicBezTo>
                <a:lnTo>
                  <a:pt x="5799" y="10342"/>
                </a:lnTo>
                <a:cubicBezTo>
                  <a:pt x="6273" y="10342"/>
                  <a:pt x="6691" y="9924"/>
                  <a:pt x="6691" y="9450"/>
                </a:cubicBezTo>
                <a:lnTo>
                  <a:pt x="6691" y="7276"/>
                </a:lnTo>
                <a:cubicBezTo>
                  <a:pt x="6802" y="7248"/>
                  <a:pt x="6914" y="7192"/>
                  <a:pt x="6997" y="7109"/>
                </a:cubicBezTo>
                <a:cubicBezTo>
                  <a:pt x="7109" y="7192"/>
                  <a:pt x="7192" y="7248"/>
                  <a:pt x="7332" y="7276"/>
                </a:cubicBezTo>
                <a:lnTo>
                  <a:pt x="7332" y="8865"/>
                </a:lnTo>
                <a:cubicBezTo>
                  <a:pt x="7332" y="9339"/>
                  <a:pt x="7750" y="9757"/>
                  <a:pt x="8224" y="9757"/>
                </a:cubicBezTo>
                <a:lnTo>
                  <a:pt x="8809" y="9757"/>
                </a:lnTo>
                <a:cubicBezTo>
                  <a:pt x="9311" y="9757"/>
                  <a:pt x="9729" y="9339"/>
                  <a:pt x="9729" y="8865"/>
                </a:cubicBezTo>
                <a:lnTo>
                  <a:pt x="9729" y="7276"/>
                </a:lnTo>
                <a:cubicBezTo>
                  <a:pt x="10064" y="7137"/>
                  <a:pt x="10314" y="6830"/>
                  <a:pt x="10314" y="6412"/>
                </a:cubicBezTo>
                <a:lnTo>
                  <a:pt x="10314" y="4851"/>
                </a:lnTo>
                <a:cubicBezTo>
                  <a:pt x="10287" y="4210"/>
                  <a:pt x="9896" y="3596"/>
                  <a:pt x="9339" y="3318"/>
                </a:cubicBezTo>
                <a:cubicBezTo>
                  <a:pt x="9562" y="3095"/>
                  <a:pt x="9701" y="2788"/>
                  <a:pt x="9701" y="2481"/>
                </a:cubicBezTo>
                <a:cubicBezTo>
                  <a:pt x="9701" y="1812"/>
                  <a:pt x="9144" y="1255"/>
                  <a:pt x="8475" y="1255"/>
                </a:cubicBezTo>
                <a:cubicBezTo>
                  <a:pt x="7806" y="1255"/>
                  <a:pt x="7248" y="1812"/>
                  <a:pt x="7248" y="2481"/>
                </a:cubicBezTo>
                <a:cubicBezTo>
                  <a:pt x="7248" y="2788"/>
                  <a:pt x="7388" y="3095"/>
                  <a:pt x="7611" y="3318"/>
                </a:cubicBezTo>
                <a:cubicBezTo>
                  <a:pt x="7388" y="3429"/>
                  <a:pt x="7220" y="3569"/>
                  <a:pt x="7081" y="3736"/>
                </a:cubicBezTo>
                <a:cubicBezTo>
                  <a:pt x="6969" y="3485"/>
                  <a:pt x="6802" y="3290"/>
                  <a:pt x="6635" y="3067"/>
                </a:cubicBezTo>
                <a:cubicBezTo>
                  <a:pt x="6496" y="2927"/>
                  <a:pt x="6300" y="2788"/>
                  <a:pt x="6105" y="2677"/>
                </a:cubicBezTo>
                <a:cubicBezTo>
                  <a:pt x="6440" y="2370"/>
                  <a:pt x="6663" y="1952"/>
                  <a:pt x="6663" y="1534"/>
                </a:cubicBezTo>
                <a:cubicBezTo>
                  <a:pt x="6663" y="1116"/>
                  <a:pt x="6496" y="725"/>
                  <a:pt x="6217" y="447"/>
                </a:cubicBezTo>
                <a:cubicBezTo>
                  <a:pt x="5938" y="168"/>
                  <a:pt x="5520" y="1"/>
                  <a:pt x="513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4" name="Google Shape;12424;p89">
            <a:extLst>
              <a:ext uri="{FF2B5EF4-FFF2-40B4-BE49-F238E27FC236}">
                <a16:creationId xmlns:a16="http://schemas.microsoft.com/office/drawing/2014/main" id="{66B5CA57-ADB6-8483-D770-7AFD578AEDF6}"/>
              </a:ext>
            </a:extLst>
          </p:cNvPr>
          <p:cNvSpPr/>
          <p:nvPr/>
        </p:nvSpPr>
        <p:spPr>
          <a:xfrm>
            <a:off x="441659" y="2829850"/>
            <a:ext cx="114445" cy="28632"/>
          </a:xfrm>
          <a:custGeom>
            <a:avLst/>
            <a:gdLst/>
            <a:ahLst/>
            <a:cxnLst/>
            <a:rect l="l" t="t" r="r" b="b"/>
            <a:pathLst>
              <a:path w="2774" h="694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79" y="693"/>
                </a:cubicBezTo>
                <a:lnTo>
                  <a:pt x="2427" y="693"/>
                </a:lnTo>
                <a:cubicBezTo>
                  <a:pt x="2616" y="693"/>
                  <a:pt x="2773" y="536"/>
                  <a:pt x="2773" y="347"/>
                </a:cubicBezTo>
                <a:cubicBezTo>
                  <a:pt x="2773" y="158"/>
                  <a:pt x="2616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5" name="Google Shape;12425;p89">
            <a:extLst>
              <a:ext uri="{FF2B5EF4-FFF2-40B4-BE49-F238E27FC236}">
                <a16:creationId xmlns:a16="http://schemas.microsoft.com/office/drawing/2014/main" id="{FFDAB750-B8BC-C293-FBEC-FDBDB19E36D4}"/>
              </a:ext>
            </a:extLst>
          </p:cNvPr>
          <p:cNvSpPr/>
          <p:nvPr/>
        </p:nvSpPr>
        <p:spPr>
          <a:xfrm>
            <a:off x="301303" y="2718045"/>
            <a:ext cx="487442" cy="480966"/>
          </a:xfrm>
          <a:custGeom>
            <a:avLst/>
            <a:gdLst/>
            <a:ahLst/>
            <a:cxnLst/>
            <a:rect l="l" t="t" r="r" b="b"/>
            <a:pathLst>
              <a:path w="11815" h="11658" extrusionOk="0">
                <a:moveTo>
                  <a:pt x="2048" y="1167"/>
                </a:moveTo>
                <a:lnTo>
                  <a:pt x="2048" y="2017"/>
                </a:lnTo>
                <a:lnTo>
                  <a:pt x="1166" y="2017"/>
                </a:lnTo>
                <a:lnTo>
                  <a:pt x="2048" y="1167"/>
                </a:lnTo>
                <a:close/>
                <a:moveTo>
                  <a:pt x="10330" y="2773"/>
                </a:moveTo>
                <a:cubicBezTo>
                  <a:pt x="10507" y="2773"/>
                  <a:pt x="10680" y="2836"/>
                  <a:pt x="10806" y="2962"/>
                </a:cubicBezTo>
                <a:cubicBezTo>
                  <a:pt x="11058" y="3246"/>
                  <a:pt x="11058" y="3687"/>
                  <a:pt x="10775" y="3908"/>
                </a:cubicBezTo>
                <a:lnTo>
                  <a:pt x="10176" y="4506"/>
                </a:lnTo>
                <a:lnTo>
                  <a:pt x="9231" y="3561"/>
                </a:lnTo>
                <a:lnTo>
                  <a:pt x="9830" y="2962"/>
                </a:lnTo>
                <a:cubicBezTo>
                  <a:pt x="9972" y="2836"/>
                  <a:pt x="10153" y="2773"/>
                  <a:pt x="10330" y="2773"/>
                </a:cubicBezTo>
                <a:close/>
                <a:moveTo>
                  <a:pt x="8727" y="4034"/>
                </a:moveTo>
                <a:lnTo>
                  <a:pt x="9672" y="4979"/>
                </a:lnTo>
                <a:cubicBezTo>
                  <a:pt x="8538" y="6207"/>
                  <a:pt x="7026" y="7688"/>
                  <a:pt x="5892" y="8854"/>
                </a:cubicBezTo>
                <a:lnTo>
                  <a:pt x="4915" y="7846"/>
                </a:lnTo>
                <a:lnTo>
                  <a:pt x="8727" y="4034"/>
                </a:lnTo>
                <a:close/>
                <a:moveTo>
                  <a:pt x="4600" y="8539"/>
                </a:moveTo>
                <a:lnTo>
                  <a:pt x="5230" y="9169"/>
                </a:lnTo>
                <a:lnTo>
                  <a:pt x="4285" y="9421"/>
                </a:lnTo>
                <a:cubicBezTo>
                  <a:pt x="4348" y="9232"/>
                  <a:pt x="4505" y="8728"/>
                  <a:pt x="4600" y="8539"/>
                </a:cubicBezTo>
                <a:close/>
                <a:moveTo>
                  <a:pt x="7908" y="694"/>
                </a:moveTo>
                <a:cubicBezTo>
                  <a:pt x="8097" y="694"/>
                  <a:pt x="8255" y="852"/>
                  <a:pt x="8255" y="1041"/>
                </a:cubicBezTo>
                <a:lnTo>
                  <a:pt x="8255" y="3592"/>
                </a:lnTo>
                <a:lnTo>
                  <a:pt x="7467" y="4380"/>
                </a:lnTo>
                <a:cubicBezTo>
                  <a:pt x="7435" y="4286"/>
                  <a:pt x="7309" y="4160"/>
                  <a:pt x="7152" y="4160"/>
                </a:cubicBezTo>
                <a:lnTo>
                  <a:pt x="1733" y="4160"/>
                </a:lnTo>
                <a:cubicBezTo>
                  <a:pt x="1512" y="4160"/>
                  <a:pt x="1386" y="4317"/>
                  <a:pt x="1386" y="4506"/>
                </a:cubicBezTo>
                <a:cubicBezTo>
                  <a:pt x="1386" y="4695"/>
                  <a:pt x="1512" y="4853"/>
                  <a:pt x="1733" y="4853"/>
                </a:cubicBezTo>
                <a:lnTo>
                  <a:pt x="6994" y="4853"/>
                </a:lnTo>
                <a:lnTo>
                  <a:pt x="6333" y="5546"/>
                </a:lnTo>
                <a:lnTo>
                  <a:pt x="1733" y="5546"/>
                </a:lnTo>
                <a:cubicBezTo>
                  <a:pt x="1512" y="5546"/>
                  <a:pt x="1355" y="5703"/>
                  <a:pt x="1355" y="5892"/>
                </a:cubicBezTo>
                <a:cubicBezTo>
                  <a:pt x="1355" y="6081"/>
                  <a:pt x="1512" y="6239"/>
                  <a:pt x="1733" y="6239"/>
                </a:cubicBezTo>
                <a:lnTo>
                  <a:pt x="5608" y="6239"/>
                </a:lnTo>
                <a:lnTo>
                  <a:pt x="4947" y="6901"/>
                </a:lnTo>
                <a:lnTo>
                  <a:pt x="1733" y="6901"/>
                </a:lnTo>
                <a:cubicBezTo>
                  <a:pt x="1512" y="6901"/>
                  <a:pt x="1355" y="7058"/>
                  <a:pt x="1355" y="7279"/>
                </a:cubicBezTo>
                <a:cubicBezTo>
                  <a:pt x="1355" y="7468"/>
                  <a:pt x="1512" y="7625"/>
                  <a:pt x="1733" y="7625"/>
                </a:cubicBezTo>
                <a:lnTo>
                  <a:pt x="4285" y="7625"/>
                </a:lnTo>
                <a:cubicBezTo>
                  <a:pt x="4190" y="7688"/>
                  <a:pt x="4159" y="7751"/>
                  <a:pt x="4127" y="7814"/>
                </a:cubicBezTo>
                <a:lnTo>
                  <a:pt x="3970" y="8287"/>
                </a:lnTo>
                <a:lnTo>
                  <a:pt x="1733" y="8287"/>
                </a:lnTo>
                <a:cubicBezTo>
                  <a:pt x="1512" y="8287"/>
                  <a:pt x="1355" y="8444"/>
                  <a:pt x="1355" y="8633"/>
                </a:cubicBezTo>
                <a:cubicBezTo>
                  <a:pt x="1355" y="8854"/>
                  <a:pt x="1512" y="9011"/>
                  <a:pt x="1733" y="9011"/>
                </a:cubicBezTo>
                <a:lnTo>
                  <a:pt x="3718" y="9011"/>
                </a:lnTo>
                <a:lnTo>
                  <a:pt x="3466" y="9893"/>
                </a:lnTo>
                <a:cubicBezTo>
                  <a:pt x="3385" y="10136"/>
                  <a:pt x="3557" y="10355"/>
                  <a:pt x="3766" y="10355"/>
                </a:cubicBezTo>
                <a:cubicBezTo>
                  <a:pt x="3802" y="10355"/>
                  <a:pt x="3839" y="10348"/>
                  <a:pt x="3875" y="10335"/>
                </a:cubicBezTo>
                <a:lnTo>
                  <a:pt x="6018" y="9704"/>
                </a:lnTo>
                <a:cubicBezTo>
                  <a:pt x="6049" y="9704"/>
                  <a:pt x="6144" y="9673"/>
                  <a:pt x="6175" y="9641"/>
                </a:cubicBezTo>
                <a:lnTo>
                  <a:pt x="8286" y="7499"/>
                </a:lnTo>
                <a:lnTo>
                  <a:pt x="8286" y="10681"/>
                </a:lnTo>
                <a:cubicBezTo>
                  <a:pt x="8255" y="10839"/>
                  <a:pt x="8097" y="10996"/>
                  <a:pt x="7908" y="10996"/>
                </a:cubicBezTo>
                <a:lnTo>
                  <a:pt x="1040" y="10996"/>
                </a:lnTo>
                <a:cubicBezTo>
                  <a:pt x="851" y="10996"/>
                  <a:pt x="693" y="10839"/>
                  <a:pt x="693" y="10650"/>
                </a:cubicBezTo>
                <a:lnTo>
                  <a:pt x="693" y="2742"/>
                </a:lnTo>
                <a:lnTo>
                  <a:pt x="2395" y="2742"/>
                </a:lnTo>
                <a:cubicBezTo>
                  <a:pt x="2584" y="2742"/>
                  <a:pt x="2741" y="2584"/>
                  <a:pt x="2741" y="2395"/>
                </a:cubicBezTo>
                <a:lnTo>
                  <a:pt x="2741" y="694"/>
                </a:lnTo>
                <a:close/>
                <a:moveTo>
                  <a:pt x="2363" y="1"/>
                </a:moveTo>
                <a:cubicBezTo>
                  <a:pt x="2237" y="1"/>
                  <a:pt x="2143" y="64"/>
                  <a:pt x="2111" y="127"/>
                </a:cubicBezTo>
                <a:lnTo>
                  <a:pt x="158" y="2112"/>
                </a:lnTo>
                <a:cubicBezTo>
                  <a:pt x="63" y="2175"/>
                  <a:pt x="0" y="2269"/>
                  <a:pt x="0" y="2364"/>
                </a:cubicBezTo>
                <a:lnTo>
                  <a:pt x="0" y="10650"/>
                </a:lnTo>
                <a:cubicBezTo>
                  <a:pt x="0" y="11217"/>
                  <a:pt x="473" y="11658"/>
                  <a:pt x="1008" y="11658"/>
                </a:cubicBezTo>
                <a:lnTo>
                  <a:pt x="7908" y="11658"/>
                </a:lnTo>
                <a:cubicBezTo>
                  <a:pt x="8444" y="11658"/>
                  <a:pt x="8916" y="11217"/>
                  <a:pt x="8916" y="10650"/>
                </a:cubicBezTo>
                <a:lnTo>
                  <a:pt x="8916" y="6774"/>
                </a:lnTo>
                <a:lnTo>
                  <a:pt x="11279" y="4412"/>
                </a:lnTo>
                <a:cubicBezTo>
                  <a:pt x="11815" y="3876"/>
                  <a:pt x="11815" y="3025"/>
                  <a:pt x="11279" y="2490"/>
                </a:cubicBezTo>
                <a:cubicBezTo>
                  <a:pt x="11011" y="2222"/>
                  <a:pt x="10657" y="2088"/>
                  <a:pt x="10306" y="2088"/>
                </a:cubicBezTo>
                <a:cubicBezTo>
                  <a:pt x="9956" y="2088"/>
                  <a:pt x="9609" y="2222"/>
                  <a:pt x="9357" y="2490"/>
                </a:cubicBezTo>
                <a:lnTo>
                  <a:pt x="8916" y="2931"/>
                </a:lnTo>
                <a:lnTo>
                  <a:pt x="8916" y="1041"/>
                </a:ln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65" name="Google Shape;12430;p89">
            <a:extLst>
              <a:ext uri="{FF2B5EF4-FFF2-40B4-BE49-F238E27FC236}">
                <a16:creationId xmlns:a16="http://schemas.microsoft.com/office/drawing/2014/main" id="{50E6262E-42B3-7AD4-3F85-44F81C5D5549}"/>
              </a:ext>
            </a:extLst>
          </p:cNvPr>
          <p:cNvSpPr/>
          <p:nvPr/>
        </p:nvSpPr>
        <p:spPr>
          <a:xfrm>
            <a:off x="3394482" y="2718522"/>
            <a:ext cx="480966" cy="479687"/>
          </a:xfrm>
          <a:custGeom>
            <a:avLst/>
            <a:gdLst/>
            <a:ahLst/>
            <a:cxnLst/>
            <a:rect l="l" t="t" r="r" b="b"/>
            <a:pathLst>
              <a:path w="11658" h="11627" extrusionOk="0">
                <a:moveTo>
                  <a:pt x="6806" y="2017"/>
                </a:moveTo>
                <a:lnTo>
                  <a:pt x="6806" y="2773"/>
                </a:lnTo>
                <a:lnTo>
                  <a:pt x="4758" y="2773"/>
                </a:lnTo>
                <a:lnTo>
                  <a:pt x="4758" y="2017"/>
                </a:lnTo>
                <a:close/>
                <a:moveTo>
                  <a:pt x="7152" y="694"/>
                </a:moveTo>
                <a:cubicBezTo>
                  <a:pt x="7688" y="694"/>
                  <a:pt x="8192" y="1167"/>
                  <a:pt x="8192" y="1702"/>
                </a:cubicBezTo>
                <a:lnTo>
                  <a:pt x="8192" y="2773"/>
                </a:lnTo>
                <a:lnTo>
                  <a:pt x="7499" y="2773"/>
                </a:lnTo>
                <a:lnTo>
                  <a:pt x="7499" y="1702"/>
                </a:lnTo>
                <a:cubicBezTo>
                  <a:pt x="7499" y="1513"/>
                  <a:pt x="7341" y="1356"/>
                  <a:pt x="7152" y="1356"/>
                </a:cubicBezTo>
                <a:lnTo>
                  <a:pt x="4411" y="1356"/>
                </a:lnTo>
                <a:cubicBezTo>
                  <a:pt x="4191" y="1356"/>
                  <a:pt x="4033" y="1513"/>
                  <a:pt x="4033" y="1702"/>
                </a:cubicBezTo>
                <a:lnTo>
                  <a:pt x="4033" y="2773"/>
                </a:lnTo>
                <a:lnTo>
                  <a:pt x="3371" y="2773"/>
                </a:lnTo>
                <a:lnTo>
                  <a:pt x="3371" y="1702"/>
                </a:lnTo>
                <a:cubicBezTo>
                  <a:pt x="3371" y="1167"/>
                  <a:pt x="3844" y="694"/>
                  <a:pt x="4411" y="694"/>
                </a:cubicBezTo>
                <a:close/>
                <a:moveTo>
                  <a:pt x="10618" y="3498"/>
                </a:moveTo>
                <a:cubicBezTo>
                  <a:pt x="10807" y="3498"/>
                  <a:pt x="10964" y="3656"/>
                  <a:pt x="10964" y="3845"/>
                </a:cubicBezTo>
                <a:lnTo>
                  <a:pt x="10964" y="5010"/>
                </a:lnTo>
                <a:cubicBezTo>
                  <a:pt x="9546" y="6239"/>
                  <a:pt x="7688" y="6901"/>
                  <a:pt x="5766" y="6901"/>
                </a:cubicBezTo>
                <a:cubicBezTo>
                  <a:pt x="3876" y="6901"/>
                  <a:pt x="2080" y="6239"/>
                  <a:pt x="662" y="5010"/>
                </a:cubicBezTo>
                <a:lnTo>
                  <a:pt x="662" y="3971"/>
                </a:lnTo>
                <a:cubicBezTo>
                  <a:pt x="662" y="3687"/>
                  <a:pt x="851" y="3498"/>
                  <a:pt x="1135" y="3498"/>
                </a:cubicBezTo>
                <a:close/>
                <a:moveTo>
                  <a:pt x="6806" y="7531"/>
                </a:moveTo>
                <a:lnTo>
                  <a:pt x="6806" y="7940"/>
                </a:lnTo>
                <a:cubicBezTo>
                  <a:pt x="6806" y="8129"/>
                  <a:pt x="6648" y="8287"/>
                  <a:pt x="6459" y="8287"/>
                </a:cubicBezTo>
                <a:lnTo>
                  <a:pt x="5073" y="8287"/>
                </a:lnTo>
                <a:cubicBezTo>
                  <a:pt x="4884" y="8287"/>
                  <a:pt x="4726" y="8129"/>
                  <a:pt x="4726" y="7940"/>
                </a:cubicBezTo>
                <a:lnTo>
                  <a:pt x="4726" y="7531"/>
                </a:lnTo>
                <a:lnTo>
                  <a:pt x="4758" y="7531"/>
                </a:lnTo>
                <a:cubicBezTo>
                  <a:pt x="5104" y="7594"/>
                  <a:pt x="5419" y="7625"/>
                  <a:pt x="5766" y="7625"/>
                </a:cubicBezTo>
                <a:cubicBezTo>
                  <a:pt x="6112" y="7625"/>
                  <a:pt x="6427" y="7594"/>
                  <a:pt x="6806" y="7531"/>
                </a:cubicBezTo>
                <a:close/>
                <a:moveTo>
                  <a:pt x="10964" y="5892"/>
                </a:moveTo>
                <a:lnTo>
                  <a:pt x="10964" y="9988"/>
                </a:lnTo>
                <a:cubicBezTo>
                  <a:pt x="10964" y="10524"/>
                  <a:pt x="10492" y="10996"/>
                  <a:pt x="9956" y="10996"/>
                </a:cubicBezTo>
                <a:lnTo>
                  <a:pt x="1670" y="10996"/>
                </a:lnTo>
                <a:cubicBezTo>
                  <a:pt x="1135" y="10996"/>
                  <a:pt x="662" y="10524"/>
                  <a:pt x="662" y="9988"/>
                </a:cubicBezTo>
                <a:lnTo>
                  <a:pt x="662" y="5892"/>
                </a:lnTo>
                <a:cubicBezTo>
                  <a:pt x="1670" y="6649"/>
                  <a:pt x="2804" y="7184"/>
                  <a:pt x="4065" y="7436"/>
                </a:cubicBezTo>
                <a:lnTo>
                  <a:pt x="4065" y="7940"/>
                </a:lnTo>
                <a:cubicBezTo>
                  <a:pt x="4065" y="8476"/>
                  <a:pt x="4537" y="8948"/>
                  <a:pt x="5104" y="8948"/>
                </a:cubicBezTo>
                <a:lnTo>
                  <a:pt x="6490" y="8948"/>
                </a:lnTo>
                <a:cubicBezTo>
                  <a:pt x="7026" y="8948"/>
                  <a:pt x="7499" y="8476"/>
                  <a:pt x="7499" y="7940"/>
                </a:cubicBezTo>
                <a:lnTo>
                  <a:pt x="7499" y="7436"/>
                </a:lnTo>
                <a:cubicBezTo>
                  <a:pt x="7971" y="7342"/>
                  <a:pt x="8444" y="7184"/>
                  <a:pt x="8916" y="7027"/>
                </a:cubicBezTo>
                <a:cubicBezTo>
                  <a:pt x="9672" y="6743"/>
                  <a:pt x="10334" y="6365"/>
                  <a:pt x="10964" y="5892"/>
                </a:cubicBezTo>
                <a:close/>
                <a:moveTo>
                  <a:pt x="4411" y="1"/>
                </a:moveTo>
                <a:cubicBezTo>
                  <a:pt x="3466" y="1"/>
                  <a:pt x="2710" y="757"/>
                  <a:pt x="2710" y="1702"/>
                </a:cubicBezTo>
                <a:lnTo>
                  <a:pt x="2710" y="2773"/>
                </a:lnTo>
                <a:lnTo>
                  <a:pt x="1135" y="2773"/>
                </a:lnTo>
                <a:cubicBezTo>
                  <a:pt x="505" y="2773"/>
                  <a:pt x="0" y="3277"/>
                  <a:pt x="0" y="3908"/>
                </a:cubicBezTo>
                <a:lnTo>
                  <a:pt x="0" y="9957"/>
                </a:lnTo>
                <a:cubicBezTo>
                  <a:pt x="0" y="10902"/>
                  <a:pt x="725" y="11626"/>
                  <a:pt x="1670" y="11626"/>
                </a:cubicBezTo>
                <a:lnTo>
                  <a:pt x="9956" y="11626"/>
                </a:lnTo>
                <a:cubicBezTo>
                  <a:pt x="10901" y="11626"/>
                  <a:pt x="11657" y="10902"/>
                  <a:pt x="11657" y="9957"/>
                </a:cubicBezTo>
                <a:lnTo>
                  <a:pt x="11657" y="3813"/>
                </a:lnTo>
                <a:cubicBezTo>
                  <a:pt x="11626" y="3246"/>
                  <a:pt x="11153" y="2773"/>
                  <a:pt x="10618" y="2773"/>
                </a:cubicBezTo>
                <a:lnTo>
                  <a:pt x="8853" y="2773"/>
                </a:lnTo>
                <a:lnTo>
                  <a:pt x="8853" y="1702"/>
                </a:lnTo>
                <a:cubicBezTo>
                  <a:pt x="8853" y="757"/>
                  <a:pt x="8097" y="1"/>
                  <a:pt x="715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9" name="Google Shape;12439;p89">
            <a:extLst>
              <a:ext uri="{FF2B5EF4-FFF2-40B4-BE49-F238E27FC236}">
                <a16:creationId xmlns:a16="http://schemas.microsoft.com/office/drawing/2014/main" id="{96CF9EA5-4B11-FCA4-A4D7-90DE808E11D2}"/>
              </a:ext>
            </a:extLst>
          </p:cNvPr>
          <p:cNvSpPr/>
          <p:nvPr/>
        </p:nvSpPr>
        <p:spPr>
          <a:xfrm>
            <a:off x="6498902" y="2717490"/>
            <a:ext cx="480966" cy="482080"/>
          </a:xfrm>
          <a:custGeom>
            <a:avLst/>
            <a:gdLst/>
            <a:ahLst/>
            <a:cxnLst/>
            <a:rect l="l" t="t" r="r" b="b"/>
            <a:pathLst>
              <a:path w="11658" h="11685" extrusionOk="0">
                <a:moveTo>
                  <a:pt x="10618" y="662"/>
                </a:moveTo>
                <a:cubicBezTo>
                  <a:pt x="10807" y="662"/>
                  <a:pt x="10964" y="851"/>
                  <a:pt x="10964" y="1040"/>
                </a:cubicBezTo>
                <a:lnTo>
                  <a:pt x="10964" y="2741"/>
                </a:lnTo>
                <a:lnTo>
                  <a:pt x="662" y="2741"/>
                </a:lnTo>
                <a:lnTo>
                  <a:pt x="662" y="1040"/>
                </a:lnTo>
                <a:cubicBezTo>
                  <a:pt x="662" y="851"/>
                  <a:pt x="820" y="662"/>
                  <a:pt x="1009" y="662"/>
                </a:cubicBezTo>
                <a:close/>
                <a:moveTo>
                  <a:pt x="10964" y="3403"/>
                </a:moveTo>
                <a:lnTo>
                  <a:pt x="10964" y="8601"/>
                </a:lnTo>
                <a:cubicBezTo>
                  <a:pt x="10964" y="8790"/>
                  <a:pt x="10838" y="8947"/>
                  <a:pt x="10618" y="8947"/>
                </a:cubicBezTo>
                <a:lnTo>
                  <a:pt x="10145" y="8947"/>
                </a:lnTo>
                <a:cubicBezTo>
                  <a:pt x="10208" y="8727"/>
                  <a:pt x="10240" y="8443"/>
                  <a:pt x="10240" y="8160"/>
                </a:cubicBezTo>
                <a:lnTo>
                  <a:pt x="10240" y="5860"/>
                </a:lnTo>
                <a:cubicBezTo>
                  <a:pt x="10240" y="5673"/>
                  <a:pt x="10058" y="5531"/>
                  <a:pt x="9868" y="5531"/>
                </a:cubicBezTo>
                <a:cubicBezTo>
                  <a:pt x="9835" y="5531"/>
                  <a:pt x="9801" y="5535"/>
                  <a:pt x="9767" y="5545"/>
                </a:cubicBezTo>
                <a:cubicBezTo>
                  <a:pt x="9545" y="5641"/>
                  <a:pt x="9341" y="5691"/>
                  <a:pt x="9142" y="5691"/>
                </a:cubicBezTo>
                <a:cubicBezTo>
                  <a:pt x="8693" y="5691"/>
                  <a:pt x="8275" y="5439"/>
                  <a:pt x="7751" y="4915"/>
                </a:cubicBezTo>
                <a:cubicBezTo>
                  <a:pt x="7688" y="4868"/>
                  <a:pt x="7601" y="4844"/>
                  <a:pt x="7515" y="4844"/>
                </a:cubicBezTo>
                <a:cubicBezTo>
                  <a:pt x="7428" y="4844"/>
                  <a:pt x="7341" y="4868"/>
                  <a:pt x="7278" y="4915"/>
                </a:cubicBezTo>
                <a:cubicBezTo>
                  <a:pt x="6753" y="5440"/>
                  <a:pt x="6334" y="5677"/>
                  <a:pt x="5884" y="5677"/>
                </a:cubicBezTo>
                <a:cubicBezTo>
                  <a:pt x="5686" y="5677"/>
                  <a:pt x="5483" y="5631"/>
                  <a:pt x="5262" y="5545"/>
                </a:cubicBezTo>
                <a:cubicBezTo>
                  <a:pt x="5229" y="5535"/>
                  <a:pt x="5195" y="5531"/>
                  <a:pt x="5161" y="5531"/>
                </a:cubicBezTo>
                <a:cubicBezTo>
                  <a:pt x="4971" y="5531"/>
                  <a:pt x="4789" y="5673"/>
                  <a:pt x="4789" y="5860"/>
                </a:cubicBezTo>
                <a:lnTo>
                  <a:pt x="4789" y="8160"/>
                </a:lnTo>
                <a:cubicBezTo>
                  <a:pt x="4789" y="8443"/>
                  <a:pt x="4821" y="8664"/>
                  <a:pt x="4884" y="8947"/>
                </a:cubicBezTo>
                <a:lnTo>
                  <a:pt x="1009" y="8947"/>
                </a:lnTo>
                <a:cubicBezTo>
                  <a:pt x="820" y="8947"/>
                  <a:pt x="662" y="8790"/>
                  <a:pt x="662" y="8601"/>
                </a:cubicBezTo>
                <a:lnTo>
                  <a:pt x="662" y="3403"/>
                </a:lnTo>
                <a:close/>
                <a:moveTo>
                  <a:pt x="7152" y="5923"/>
                </a:moveTo>
                <a:lnTo>
                  <a:pt x="7152" y="10838"/>
                </a:lnTo>
                <a:cubicBezTo>
                  <a:pt x="6144" y="10365"/>
                  <a:pt x="5451" y="9357"/>
                  <a:pt x="5451" y="8160"/>
                </a:cubicBezTo>
                <a:lnTo>
                  <a:pt x="5451" y="6301"/>
                </a:lnTo>
                <a:cubicBezTo>
                  <a:pt x="5604" y="6330"/>
                  <a:pt x="5750" y="6344"/>
                  <a:pt x="5891" y="6344"/>
                </a:cubicBezTo>
                <a:cubicBezTo>
                  <a:pt x="6359" y="6344"/>
                  <a:pt x="6765" y="6189"/>
                  <a:pt x="7152" y="5923"/>
                </a:cubicBezTo>
                <a:close/>
                <a:moveTo>
                  <a:pt x="7877" y="5923"/>
                </a:moveTo>
                <a:cubicBezTo>
                  <a:pt x="8242" y="6166"/>
                  <a:pt x="8644" y="6353"/>
                  <a:pt x="9128" y="6353"/>
                </a:cubicBezTo>
                <a:cubicBezTo>
                  <a:pt x="9271" y="6353"/>
                  <a:pt x="9420" y="6337"/>
                  <a:pt x="9578" y="6301"/>
                </a:cubicBezTo>
                <a:lnTo>
                  <a:pt x="9578" y="8160"/>
                </a:lnTo>
                <a:cubicBezTo>
                  <a:pt x="9547" y="9357"/>
                  <a:pt x="8885" y="10365"/>
                  <a:pt x="7877" y="10838"/>
                </a:cubicBezTo>
                <a:lnTo>
                  <a:pt x="7877" y="5923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40"/>
                </a:cubicBezTo>
                <a:lnTo>
                  <a:pt x="1" y="8601"/>
                </a:lnTo>
                <a:cubicBezTo>
                  <a:pt x="1" y="9136"/>
                  <a:pt x="473" y="9609"/>
                  <a:pt x="1009" y="9609"/>
                </a:cubicBezTo>
                <a:lnTo>
                  <a:pt x="5073" y="9609"/>
                </a:lnTo>
                <a:cubicBezTo>
                  <a:pt x="5199" y="9893"/>
                  <a:pt x="5357" y="10145"/>
                  <a:pt x="5514" y="10365"/>
                </a:cubicBezTo>
                <a:cubicBezTo>
                  <a:pt x="5987" y="10995"/>
                  <a:pt x="6617" y="11436"/>
                  <a:pt x="7404" y="11657"/>
                </a:cubicBezTo>
                <a:cubicBezTo>
                  <a:pt x="7446" y="11657"/>
                  <a:pt x="7488" y="11685"/>
                  <a:pt x="7530" y="11685"/>
                </a:cubicBezTo>
                <a:cubicBezTo>
                  <a:pt x="7551" y="11685"/>
                  <a:pt x="7572" y="11678"/>
                  <a:pt x="7593" y="11657"/>
                </a:cubicBezTo>
                <a:cubicBezTo>
                  <a:pt x="8350" y="11436"/>
                  <a:pt x="9011" y="10995"/>
                  <a:pt x="9484" y="10365"/>
                </a:cubicBezTo>
                <a:cubicBezTo>
                  <a:pt x="9641" y="10145"/>
                  <a:pt x="9799" y="9893"/>
                  <a:pt x="9925" y="9609"/>
                </a:cubicBezTo>
                <a:lnTo>
                  <a:pt x="10618" y="9609"/>
                </a:lnTo>
                <a:cubicBezTo>
                  <a:pt x="11185" y="9609"/>
                  <a:pt x="11658" y="9136"/>
                  <a:pt x="11658" y="8601"/>
                </a:cubicBezTo>
                <a:lnTo>
                  <a:pt x="11658" y="1040"/>
                </a:lnTo>
                <a:cubicBezTo>
                  <a:pt x="11658" y="473"/>
                  <a:pt x="11217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0" name="Google Shape;12440;p89">
            <a:extLst>
              <a:ext uri="{FF2B5EF4-FFF2-40B4-BE49-F238E27FC236}">
                <a16:creationId xmlns:a16="http://schemas.microsoft.com/office/drawing/2014/main" id="{D37498CF-5A92-5430-3D23-C47744D962E0}"/>
              </a:ext>
            </a:extLst>
          </p:cNvPr>
          <p:cNvSpPr/>
          <p:nvPr/>
        </p:nvSpPr>
        <p:spPr>
          <a:xfrm>
            <a:off x="6553484" y="2773350"/>
            <a:ext cx="29952" cy="28632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348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8" y="694"/>
                </a:cubicBezTo>
                <a:cubicBezTo>
                  <a:pt x="568" y="694"/>
                  <a:pt x="726" y="536"/>
                  <a:pt x="726" y="347"/>
                </a:cubicBezTo>
                <a:cubicBezTo>
                  <a:pt x="726" y="158"/>
                  <a:pt x="568" y="1"/>
                  <a:pt x="3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1" name="Google Shape;12441;p89">
            <a:extLst>
              <a:ext uri="{FF2B5EF4-FFF2-40B4-BE49-F238E27FC236}">
                <a16:creationId xmlns:a16="http://schemas.microsoft.com/office/drawing/2014/main" id="{4E2E39B0-D451-C5AF-632F-1D048FC96BDE}"/>
              </a:ext>
            </a:extLst>
          </p:cNvPr>
          <p:cNvSpPr/>
          <p:nvPr/>
        </p:nvSpPr>
        <p:spPr>
          <a:xfrm>
            <a:off x="6610706" y="2773350"/>
            <a:ext cx="28632" cy="28632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cubicBezTo>
                  <a:pt x="536" y="694"/>
                  <a:pt x="693" y="536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2" name="Google Shape;12442;p89">
            <a:extLst>
              <a:ext uri="{FF2B5EF4-FFF2-40B4-BE49-F238E27FC236}">
                <a16:creationId xmlns:a16="http://schemas.microsoft.com/office/drawing/2014/main" id="{1090F2F3-AC6D-143D-134F-F56E40D13D53}"/>
              </a:ext>
            </a:extLst>
          </p:cNvPr>
          <p:cNvSpPr/>
          <p:nvPr/>
        </p:nvSpPr>
        <p:spPr>
          <a:xfrm>
            <a:off x="6667887" y="2773350"/>
            <a:ext cx="28632" cy="28632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6"/>
                  <a:pt x="158" y="694"/>
                  <a:pt x="347" y="694"/>
                </a:cubicBezTo>
                <a:cubicBezTo>
                  <a:pt x="536" y="694"/>
                  <a:pt x="693" y="536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13" name="Google Shape;12443;p89">
            <a:extLst>
              <a:ext uri="{FF2B5EF4-FFF2-40B4-BE49-F238E27FC236}">
                <a16:creationId xmlns:a16="http://schemas.microsoft.com/office/drawing/2014/main" id="{DF569025-2211-9586-90E6-C78259492EA8}"/>
              </a:ext>
            </a:extLst>
          </p:cNvPr>
          <p:cNvSpPr/>
          <p:nvPr/>
        </p:nvSpPr>
        <p:spPr>
          <a:xfrm>
            <a:off x="6722471" y="2773350"/>
            <a:ext cx="198897" cy="28632"/>
          </a:xfrm>
          <a:custGeom>
            <a:avLst/>
            <a:gdLst/>
            <a:ahLst/>
            <a:cxnLst/>
            <a:rect l="l" t="t" r="r" b="b"/>
            <a:pathLst>
              <a:path w="4821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32" y="536"/>
                  <a:pt x="190" y="694"/>
                  <a:pt x="347" y="694"/>
                </a:cubicBezTo>
                <a:lnTo>
                  <a:pt x="4443" y="694"/>
                </a:lnTo>
                <a:cubicBezTo>
                  <a:pt x="4663" y="694"/>
                  <a:pt x="4821" y="536"/>
                  <a:pt x="4821" y="347"/>
                </a:cubicBezTo>
                <a:cubicBezTo>
                  <a:pt x="4821" y="158"/>
                  <a:pt x="4663" y="1"/>
                  <a:pt x="444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67" name="Google Shape;12455;p89">
            <a:extLst>
              <a:ext uri="{FF2B5EF4-FFF2-40B4-BE49-F238E27FC236}">
                <a16:creationId xmlns:a16="http://schemas.microsoft.com/office/drawing/2014/main" id="{35F8CDE0-B719-2D4D-16C1-2FDB08769506}"/>
              </a:ext>
            </a:extLst>
          </p:cNvPr>
          <p:cNvSpPr/>
          <p:nvPr/>
        </p:nvSpPr>
        <p:spPr>
          <a:xfrm>
            <a:off x="917524" y="2716744"/>
            <a:ext cx="486164" cy="483236"/>
          </a:xfrm>
          <a:custGeom>
            <a:avLst/>
            <a:gdLst/>
            <a:ahLst/>
            <a:cxnLst/>
            <a:rect l="l" t="t" r="r" b="b"/>
            <a:pathLst>
              <a:path w="11784" h="11713" extrusionOk="0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7" name="Google Shape;12465;p89">
            <a:extLst>
              <a:ext uri="{FF2B5EF4-FFF2-40B4-BE49-F238E27FC236}">
                <a16:creationId xmlns:a16="http://schemas.microsoft.com/office/drawing/2014/main" id="{135A4ACF-4566-D53A-02DD-0E6637A1E0EC}"/>
              </a:ext>
            </a:extLst>
          </p:cNvPr>
          <p:cNvSpPr/>
          <p:nvPr/>
        </p:nvSpPr>
        <p:spPr>
          <a:xfrm>
            <a:off x="4011220" y="2716087"/>
            <a:ext cx="486164" cy="484886"/>
          </a:xfrm>
          <a:custGeom>
            <a:avLst/>
            <a:gdLst/>
            <a:ahLst/>
            <a:cxnLst/>
            <a:rect l="l" t="t" r="r" b="b"/>
            <a:pathLst>
              <a:path w="11784" h="11753" extrusionOk="0">
                <a:moveTo>
                  <a:pt x="5734" y="694"/>
                </a:moveTo>
                <a:cubicBezTo>
                  <a:pt x="7624" y="694"/>
                  <a:pt x="9168" y="2238"/>
                  <a:pt x="9168" y="4128"/>
                </a:cubicBezTo>
                <a:cubicBezTo>
                  <a:pt x="9168" y="6050"/>
                  <a:pt x="7624" y="7594"/>
                  <a:pt x="5734" y="7594"/>
                </a:cubicBezTo>
                <a:cubicBezTo>
                  <a:pt x="3844" y="7594"/>
                  <a:pt x="2332" y="6018"/>
                  <a:pt x="2332" y="4128"/>
                </a:cubicBezTo>
                <a:cubicBezTo>
                  <a:pt x="2332" y="2238"/>
                  <a:pt x="3844" y="694"/>
                  <a:pt x="5734" y="694"/>
                </a:cubicBezTo>
                <a:close/>
                <a:moveTo>
                  <a:pt x="977" y="7531"/>
                </a:moveTo>
                <a:cubicBezTo>
                  <a:pt x="1166" y="7531"/>
                  <a:pt x="1323" y="7688"/>
                  <a:pt x="1323" y="7909"/>
                </a:cubicBezTo>
                <a:cubicBezTo>
                  <a:pt x="1292" y="8129"/>
                  <a:pt x="1134" y="8255"/>
                  <a:pt x="977" y="8255"/>
                </a:cubicBezTo>
                <a:cubicBezTo>
                  <a:pt x="788" y="8255"/>
                  <a:pt x="630" y="8098"/>
                  <a:pt x="630" y="7909"/>
                </a:cubicBezTo>
                <a:cubicBezTo>
                  <a:pt x="630" y="7688"/>
                  <a:pt x="788" y="7531"/>
                  <a:pt x="977" y="7531"/>
                </a:cubicBezTo>
                <a:close/>
                <a:moveTo>
                  <a:pt x="10586" y="7531"/>
                </a:moveTo>
                <a:cubicBezTo>
                  <a:pt x="10775" y="7531"/>
                  <a:pt x="10932" y="7688"/>
                  <a:pt x="10932" y="7909"/>
                </a:cubicBezTo>
                <a:cubicBezTo>
                  <a:pt x="10932" y="8129"/>
                  <a:pt x="10775" y="8255"/>
                  <a:pt x="10586" y="8255"/>
                </a:cubicBezTo>
                <a:cubicBezTo>
                  <a:pt x="10397" y="8255"/>
                  <a:pt x="10239" y="8098"/>
                  <a:pt x="10239" y="7909"/>
                </a:cubicBezTo>
                <a:cubicBezTo>
                  <a:pt x="10239" y="7688"/>
                  <a:pt x="10397" y="7531"/>
                  <a:pt x="10586" y="7531"/>
                </a:cubicBezTo>
                <a:close/>
                <a:moveTo>
                  <a:pt x="3025" y="9641"/>
                </a:moveTo>
                <a:cubicBezTo>
                  <a:pt x="3214" y="9641"/>
                  <a:pt x="3371" y="9799"/>
                  <a:pt x="3371" y="9988"/>
                </a:cubicBezTo>
                <a:cubicBezTo>
                  <a:pt x="3340" y="10177"/>
                  <a:pt x="3214" y="10335"/>
                  <a:pt x="3025" y="10335"/>
                </a:cubicBezTo>
                <a:cubicBezTo>
                  <a:pt x="2836" y="10335"/>
                  <a:pt x="2678" y="10177"/>
                  <a:pt x="2678" y="9988"/>
                </a:cubicBezTo>
                <a:cubicBezTo>
                  <a:pt x="2678" y="9799"/>
                  <a:pt x="2836" y="9641"/>
                  <a:pt x="3025" y="9641"/>
                </a:cubicBezTo>
                <a:close/>
                <a:moveTo>
                  <a:pt x="8475" y="9641"/>
                </a:moveTo>
                <a:cubicBezTo>
                  <a:pt x="8696" y="9641"/>
                  <a:pt x="8822" y="9799"/>
                  <a:pt x="8822" y="9988"/>
                </a:cubicBezTo>
                <a:cubicBezTo>
                  <a:pt x="8822" y="10177"/>
                  <a:pt x="8664" y="10335"/>
                  <a:pt x="8475" y="10335"/>
                </a:cubicBezTo>
                <a:cubicBezTo>
                  <a:pt x="8255" y="10335"/>
                  <a:pt x="8128" y="10177"/>
                  <a:pt x="8128" y="9988"/>
                </a:cubicBezTo>
                <a:cubicBezTo>
                  <a:pt x="8128" y="9799"/>
                  <a:pt x="8255" y="9641"/>
                  <a:pt x="8475" y="9641"/>
                </a:cubicBezTo>
                <a:close/>
                <a:moveTo>
                  <a:pt x="5734" y="10303"/>
                </a:moveTo>
                <a:cubicBezTo>
                  <a:pt x="5955" y="10303"/>
                  <a:pt x="6112" y="10461"/>
                  <a:pt x="6112" y="10650"/>
                </a:cubicBezTo>
                <a:cubicBezTo>
                  <a:pt x="6112" y="10839"/>
                  <a:pt x="5955" y="10996"/>
                  <a:pt x="5734" y="10996"/>
                </a:cubicBezTo>
                <a:cubicBezTo>
                  <a:pt x="5545" y="10996"/>
                  <a:pt x="5388" y="10839"/>
                  <a:pt x="5388" y="10650"/>
                </a:cubicBezTo>
                <a:cubicBezTo>
                  <a:pt x="5388" y="10461"/>
                  <a:pt x="5545" y="10303"/>
                  <a:pt x="5734" y="10303"/>
                </a:cubicBezTo>
                <a:close/>
                <a:moveTo>
                  <a:pt x="5797" y="1"/>
                </a:moveTo>
                <a:cubicBezTo>
                  <a:pt x="3497" y="1"/>
                  <a:pt x="1701" y="1860"/>
                  <a:pt x="1701" y="4097"/>
                </a:cubicBezTo>
                <a:cubicBezTo>
                  <a:pt x="1701" y="5010"/>
                  <a:pt x="2017" y="5924"/>
                  <a:pt x="2552" y="6617"/>
                </a:cubicBezTo>
                <a:lnTo>
                  <a:pt x="1701" y="7153"/>
                </a:lnTo>
                <a:cubicBezTo>
                  <a:pt x="1481" y="6995"/>
                  <a:pt x="1260" y="6901"/>
                  <a:pt x="1040" y="6901"/>
                </a:cubicBezTo>
                <a:cubicBezTo>
                  <a:pt x="473" y="6901"/>
                  <a:pt x="0" y="7373"/>
                  <a:pt x="0" y="7940"/>
                </a:cubicBezTo>
                <a:cubicBezTo>
                  <a:pt x="0" y="8476"/>
                  <a:pt x="473" y="8948"/>
                  <a:pt x="1040" y="8948"/>
                </a:cubicBezTo>
                <a:cubicBezTo>
                  <a:pt x="1575" y="8948"/>
                  <a:pt x="2048" y="8476"/>
                  <a:pt x="2048" y="7940"/>
                </a:cubicBezTo>
                <a:lnTo>
                  <a:pt x="2048" y="7751"/>
                </a:lnTo>
                <a:lnTo>
                  <a:pt x="3088" y="7153"/>
                </a:lnTo>
                <a:cubicBezTo>
                  <a:pt x="3340" y="7373"/>
                  <a:pt x="3623" y="7625"/>
                  <a:pt x="3970" y="7783"/>
                </a:cubicBezTo>
                <a:lnTo>
                  <a:pt x="3308" y="8948"/>
                </a:lnTo>
                <a:lnTo>
                  <a:pt x="3119" y="8948"/>
                </a:lnTo>
                <a:cubicBezTo>
                  <a:pt x="2552" y="8948"/>
                  <a:pt x="2080" y="9421"/>
                  <a:pt x="2080" y="9988"/>
                </a:cubicBezTo>
                <a:cubicBezTo>
                  <a:pt x="2080" y="10524"/>
                  <a:pt x="2552" y="10996"/>
                  <a:pt x="3119" y="10996"/>
                </a:cubicBezTo>
                <a:cubicBezTo>
                  <a:pt x="3655" y="10996"/>
                  <a:pt x="4127" y="10524"/>
                  <a:pt x="4127" y="9988"/>
                </a:cubicBezTo>
                <a:cubicBezTo>
                  <a:pt x="4127" y="9736"/>
                  <a:pt x="4064" y="9515"/>
                  <a:pt x="3907" y="9326"/>
                </a:cubicBezTo>
                <a:lnTo>
                  <a:pt x="4600" y="8098"/>
                </a:lnTo>
                <a:cubicBezTo>
                  <a:pt x="4883" y="8161"/>
                  <a:pt x="5199" y="8255"/>
                  <a:pt x="5514" y="8287"/>
                </a:cubicBezTo>
                <a:lnTo>
                  <a:pt x="5514" y="9736"/>
                </a:lnTo>
                <a:cubicBezTo>
                  <a:pt x="5136" y="9894"/>
                  <a:pt x="4852" y="10272"/>
                  <a:pt x="4852" y="10713"/>
                </a:cubicBezTo>
                <a:cubicBezTo>
                  <a:pt x="4852" y="11280"/>
                  <a:pt x="5325" y="11752"/>
                  <a:pt x="5860" y="11752"/>
                </a:cubicBezTo>
                <a:cubicBezTo>
                  <a:pt x="6427" y="11752"/>
                  <a:pt x="6900" y="11280"/>
                  <a:pt x="6900" y="10713"/>
                </a:cubicBezTo>
                <a:cubicBezTo>
                  <a:pt x="6900" y="10303"/>
                  <a:pt x="6616" y="9894"/>
                  <a:pt x="6238" y="9736"/>
                </a:cubicBezTo>
                <a:lnTo>
                  <a:pt x="6238" y="8287"/>
                </a:lnTo>
                <a:cubicBezTo>
                  <a:pt x="6553" y="8255"/>
                  <a:pt x="6868" y="8224"/>
                  <a:pt x="7120" y="8098"/>
                </a:cubicBezTo>
                <a:lnTo>
                  <a:pt x="7845" y="9326"/>
                </a:lnTo>
                <a:cubicBezTo>
                  <a:pt x="7687" y="9515"/>
                  <a:pt x="7593" y="9736"/>
                  <a:pt x="7593" y="9988"/>
                </a:cubicBezTo>
                <a:cubicBezTo>
                  <a:pt x="7593" y="10524"/>
                  <a:pt x="8065" y="10996"/>
                  <a:pt x="8633" y="10996"/>
                </a:cubicBezTo>
                <a:cubicBezTo>
                  <a:pt x="9168" y="10996"/>
                  <a:pt x="9641" y="10524"/>
                  <a:pt x="9641" y="9988"/>
                </a:cubicBezTo>
                <a:cubicBezTo>
                  <a:pt x="9641" y="9421"/>
                  <a:pt x="9168" y="8948"/>
                  <a:pt x="8633" y="8948"/>
                </a:cubicBezTo>
                <a:lnTo>
                  <a:pt x="8444" y="8948"/>
                </a:lnTo>
                <a:lnTo>
                  <a:pt x="7750" y="7783"/>
                </a:lnTo>
                <a:cubicBezTo>
                  <a:pt x="8065" y="7625"/>
                  <a:pt x="8381" y="7373"/>
                  <a:pt x="8664" y="7153"/>
                </a:cubicBezTo>
                <a:lnTo>
                  <a:pt x="9735" y="7751"/>
                </a:lnTo>
                <a:lnTo>
                  <a:pt x="9735" y="7940"/>
                </a:lnTo>
                <a:cubicBezTo>
                  <a:pt x="9735" y="8476"/>
                  <a:pt x="10208" y="8948"/>
                  <a:pt x="10743" y="8948"/>
                </a:cubicBezTo>
                <a:cubicBezTo>
                  <a:pt x="11310" y="8948"/>
                  <a:pt x="11783" y="8476"/>
                  <a:pt x="11783" y="7940"/>
                </a:cubicBezTo>
                <a:cubicBezTo>
                  <a:pt x="11626" y="7342"/>
                  <a:pt x="11153" y="6901"/>
                  <a:pt x="10586" y="6901"/>
                </a:cubicBezTo>
                <a:cubicBezTo>
                  <a:pt x="10302" y="6901"/>
                  <a:pt x="10082" y="6995"/>
                  <a:pt x="9924" y="7153"/>
                </a:cubicBezTo>
                <a:lnTo>
                  <a:pt x="9011" y="6617"/>
                </a:lnTo>
                <a:cubicBezTo>
                  <a:pt x="9578" y="5924"/>
                  <a:pt x="9893" y="5010"/>
                  <a:pt x="9893" y="4097"/>
                </a:cubicBezTo>
                <a:cubicBezTo>
                  <a:pt x="9893" y="1828"/>
                  <a:pt x="8034" y="1"/>
                  <a:pt x="579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8" name="Google Shape;12466;p89">
            <a:extLst>
              <a:ext uri="{FF2B5EF4-FFF2-40B4-BE49-F238E27FC236}">
                <a16:creationId xmlns:a16="http://schemas.microsoft.com/office/drawing/2014/main" id="{591FF023-8627-8E03-76E8-C18D578A1E19}"/>
              </a:ext>
            </a:extLst>
          </p:cNvPr>
          <p:cNvSpPr/>
          <p:nvPr/>
        </p:nvSpPr>
        <p:spPr>
          <a:xfrm>
            <a:off x="4163291" y="2771990"/>
            <a:ext cx="171585" cy="198897"/>
          </a:xfrm>
          <a:custGeom>
            <a:avLst/>
            <a:gdLst/>
            <a:ahLst/>
            <a:cxnLst/>
            <a:rect l="l" t="t" r="r" b="b"/>
            <a:pathLst>
              <a:path w="4159" h="4821" extrusionOk="0">
                <a:moveTo>
                  <a:pt x="2048" y="725"/>
                </a:moveTo>
                <a:cubicBezTo>
                  <a:pt x="2458" y="725"/>
                  <a:pt x="2741" y="1040"/>
                  <a:pt x="2741" y="1387"/>
                </a:cubicBezTo>
                <a:cubicBezTo>
                  <a:pt x="2741" y="1765"/>
                  <a:pt x="2426" y="2049"/>
                  <a:pt x="2048" y="2049"/>
                </a:cubicBezTo>
                <a:cubicBezTo>
                  <a:pt x="1702" y="2049"/>
                  <a:pt x="1387" y="1733"/>
                  <a:pt x="1387" y="1387"/>
                </a:cubicBezTo>
                <a:cubicBezTo>
                  <a:pt x="1387" y="1040"/>
                  <a:pt x="1702" y="725"/>
                  <a:pt x="2048" y="725"/>
                </a:cubicBezTo>
                <a:close/>
                <a:moveTo>
                  <a:pt x="2363" y="2773"/>
                </a:moveTo>
                <a:cubicBezTo>
                  <a:pt x="2930" y="2773"/>
                  <a:pt x="3403" y="3246"/>
                  <a:pt x="3403" y="3781"/>
                </a:cubicBezTo>
                <a:lnTo>
                  <a:pt x="3403" y="4128"/>
                </a:lnTo>
                <a:lnTo>
                  <a:pt x="630" y="4128"/>
                </a:lnTo>
                <a:lnTo>
                  <a:pt x="630" y="3781"/>
                </a:lnTo>
                <a:lnTo>
                  <a:pt x="693" y="3781"/>
                </a:lnTo>
                <a:cubicBezTo>
                  <a:pt x="693" y="3246"/>
                  <a:pt x="1166" y="2773"/>
                  <a:pt x="1702" y="2773"/>
                </a:cubicBezTo>
                <a:close/>
                <a:moveTo>
                  <a:pt x="2111" y="1"/>
                </a:moveTo>
                <a:cubicBezTo>
                  <a:pt x="1355" y="1"/>
                  <a:pt x="725" y="631"/>
                  <a:pt x="725" y="1387"/>
                </a:cubicBezTo>
                <a:cubicBezTo>
                  <a:pt x="725" y="1702"/>
                  <a:pt x="851" y="2017"/>
                  <a:pt x="1040" y="2238"/>
                </a:cubicBezTo>
                <a:cubicBezTo>
                  <a:pt x="441" y="2521"/>
                  <a:pt x="63" y="3120"/>
                  <a:pt x="63" y="3781"/>
                </a:cubicBezTo>
                <a:lnTo>
                  <a:pt x="63" y="4443"/>
                </a:lnTo>
                <a:cubicBezTo>
                  <a:pt x="0" y="4663"/>
                  <a:pt x="158" y="4821"/>
                  <a:pt x="378" y="4821"/>
                </a:cubicBezTo>
                <a:lnTo>
                  <a:pt x="3781" y="4821"/>
                </a:lnTo>
                <a:cubicBezTo>
                  <a:pt x="4001" y="4821"/>
                  <a:pt x="4159" y="4663"/>
                  <a:pt x="4159" y="4443"/>
                </a:cubicBezTo>
                <a:lnTo>
                  <a:pt x="4159" y="3781"/>
                </a:lnTo>
                <a:cubicBezTo>
                  <a:pt x="4159" y="3120"/>
                  <a:pt x="3749" y="2521"/>
                  <a:pt x="3151" y="2238"/>
                </a:cubicBezTo>
                <a:cubicBezTo>
                  <a:pt x="3371" y="2017"/>
                  <a:pt x="3466" y="1733"/>
                  <a:pt x="3466" y="1387"/>
                </a:cubicBezTo>
                <a:cubicBezTo>
                  <a:pt x="3466" y="631"/>
                  <a:pt x="2836" y="1"/>
                  <a:pt x="211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0" name="Google Shape;12478;p89">
            <a:extLst>
              <a:ext uri="{FF2B5EF4-FFF2-40B4-BE49-F238E27FC236}">
                <a16:creationId xmlns:a16="http://schemas.microsoft.com/office/drawing/2014/main" id="{25720321-F3FD-2ACF-A10C-2D0810999176}"/>
              </a:ext>
            </a:extLst>
          </p:cNvPr>
          <p:cNvSpPr/>
          <p:nvPr/>
        </p:nvSpPr>
        <p:spPr>
          <a:xfrm>
            <a:off x="7129635" y="2718068"/>
            <a:ext cx="482244" cy="480924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9547" y="725"/>
                </a:moveTo>
                <a:cubicBezTo>
                  <a:pt x="9704" y="725"/>
                  <a:pt x="9830" y="788"/>
                  <a:pt x="9893" y="914"/>
                </a:cubicBezTo>
                <a:lnTo>
                  <a:pt x="10681" y="2772"/>
                </a:lnTo>
                <a:lnTo>
                  <a:pt x="1135" y="2772"/>
                </a:lnTo>
                <a:lnTo>
                  <a:pt x="1891" y="914"/>
                </a:lnTo>
                <a:cubicBezTo>
                  <a:pt x="1922" y="788"/>
                  <a:pt x="2080" y="725"/>
                  <a:pt x="2206" y="725"/>
                </a:cubicBezTo>
                <a:close/>
                <a:moveTo>
                  <a:pt x="10649" y="3403"/>
                </a:moveTo>
                <a:cubicBezTo>
                  <a:pt x="10870" y="3403"/>
                  <a:pt x="11027" y="3560"/>
                  <a:pt x="11027" y="3749"/>
                </a:cubicBezTo>
                <a:lnTo>
                  <a:pt x="11027" y="5167"/>
                </a:lnTo>
                <a:cubicBezTo>
                  <a:pt x="11027" y="5356"/>
                  <a:pt x="10870" y="5513"/>
                  <a:pt x="10649" y="5513"/>
                </a:cubicBezTo>
                <a:lnTo>
                  <a:pt x="1040" y="5513"/>
                </a:lnTo>
                <a:cubicBezTo>
                  <a:pt x="851" y="5513"/>
                  <a:pt x="694" y="5356"/>
                  <a:pt x="694" y="5167"/>
                </a:cubicBezTo>
                <a:lnTo>
                  <a:pt x="694" y="3749"/>
                </a:lnTo>
                <a:cubicBezTo>
                  <a:pt x="694" y="3560"/>
                  <a:pt x="851" y="3403"/>
                  <a:pt x="1040" y="3403"/>
                </a:cubicBezTo>
                <a:close/>
                <a:moveTo>
                  <a:pt x="10681" y="6206"/>
                </a:moveTo>
                <a:cubicBezTo>
                  <a:pt x="10870" y="6238"/>
                  <a:pt x="11027" y="6364"/>
                  <a:pt x="11027" y="6553"/>
                </a:cubicBezTo>
                <a:lnTo>
                  <a:pt x="11027" y="7939"/>
                </a:lnTo>
                <a:cubicBezTo>
                  <a:pt x="11027" y="8128"/>
                  <a:pt x="10870" y="8286"/>
                  <a:pt x="10681" y="8286"/>
                </a:cubicBezTo>
                <a:lnTo>
                  <a:pt x="1072" y="8286"/>
                </a:lnTo>
                <a:cubicBezTo>
                  <a:pt x="851" y="8286"/>
                  <a:pt x="694" y="8128"/>
                  <a:pt x="694" y="7939"/>
                </a:cubicBezTo>
                <a:lnTo>
                  <a:pt x="694" y="6553"/>
                </a:lnTo>
                <a:cubicBezTo>
                  <a:pt x="694" y="6364"/>
                  <a:pt x="851" y="6206"/>
                  <a:pt x="1072" y="6206"/>
                </a:cubicBezTo>
                <a:close/>
                <a:moveTo>
                  <a:pt x="10681" y="8947"/>
                </a:moveTo>
                <a:cubicBezTo>
                  <a:pt x="10870" y="8947"/>
                  <a:pt x="11027" y="9105"/>
                  <a:pt x="11027" y="9294"/>
                </a:cubicBezTo>
                <a:lnTo>
                  <a:pt x="11027" y="10680"/>
                </a:lnTo>
                <a:cubicBezTo>
                  <a:pt x="11027" y="10869"/>
                  <a:pt x="10870" y="11027"/>
                  <a:pt x="10681" y="11027"/>
                </a:cubicBezTo>
                <a:lnTo>
                  <a:pt x="1072" y="11027"/>
                </a:lnTo>
                <a:cubicBezTo>
                  <a:pt x="851" y="11027"/>
                  <a:pt x="694" y="10869"/>
                  <a:pt x="694" y="10680"/>
                </a:cubicBezTo>
                <a:lnTo>
                  <a:pt x="694" y="9294"/>
                </a:lnTo>
                <a:cubicBezTo>
                  <a:pt x="694" y="9105"/>
                  <a:pt x="851" y="8947"/>
                  <a:pt x="1072" y="8947"/>
                </a:cubicBezTo>
                <a:close/>
                <a:moveTo>
                  <a:pt x="2174" y="0"/>
                </a:moveTo>
                <a:cubicBezTo>
                  <a:pt x="1733" y="0"/>
                  <a:pt x="1387" y="252"/>
                  <a:pt x="1229" y="630"/>
                </a:cubicBezTo>
                <a:lnTo>
                  <a:pt x="64" y="3403"/>
                </a:lnTo>
                <a:cubicBezTo>
                  <a:pt x="32" y="3529"/>
                  <a:pt x="0" y="3686"/>
                  <a:pt x="0" y="3781"/>
                </a:cubicBezTo>
                <a:lnTo>
                  <a:pt x="0" y="5198"/>
                </a:lnTo>
                <a:cubicBezTo>
                  <a:pt x="0" y="5482"/>
                  <a:pt x="127" y="5734"/>
                  <a:pt x="284" y="5860"/>
                </a:cubicBezTo>
                <a:cubicBezTo>
                  <a:pt x="127" y="6080"/>
                  <a:pt x="0" y="6301"/>
                  <a:pt x="0" y="6553"/>
                </a:cubicBezTo>
                <a:lnTo>
                  <a:pt x="0" y="7908"/>
                </a:lnTo>
                <a:cubicBezTo>
                  <a:pt x="0" y="8191"/>
                  <a:pt x="127" y="8443"/>
                  <a:pt x="284" y="8601"/>
                </a:cubicBezTo>
                <a:cubicBezTo>
                  <a:pt x="127" y="8790"/>
                  <a:pt x="0" y="9010"/>
                  <a:pt x="0" y="9262"/>
                </a:cubicBezTo>
                <a:lnTo>
                  <a:pt x="0" y="10649"/>
                </a:lnTo>
                <a:cubicBezTo>
                  <a:pt x="0" y="11184"/>
                  <a:pt x="473" y="11657"/>
                  <a:pt x="1009" y="11657"/>
                </a:cubicBezTo>
                <a:lnTo>
                  <a:pt x="10618" y="11657"/>
                </a:lnTo>
                <a:cubicBezTo>
                  <a:pt x="11185" y="11657"/>
                  <a:pt x="11657" y="11184"/>
                  <a:pt x="11657" y="10649"/>
                </a:cubicBezTo>
                <a:lnTo>
                  <a:pt x="11657" y="9262"/>
                </a:lnTo>
                <a:cubicBezTo>
                  <a:pt x="11657" y="8979"/>
                  <a:pt x="11531" y="8758"/>
                  <a:pt x="11374" y="8601"/>
                </a:cubicBezTo>
                <a:cubicBezTo>
                  <a:pt x="11531" y="8380"/>
                  <a:pt x="11657" y="8160"/>
                  <a:pt x="11657" y="7908"/>
                </a:cubicBezTo>
                <a:lnTo>
                  <a:pt x="11657" y="6553"/>
                </a:lnTo>
                <a:cubicBezTo>
                  <a:pt x="11657" y="6269"/>
                  <a:pt x="11531" y="6017"/>
                  <a:pt x="11374" y="5860"/>
                </a:cubicBezTo>
                <a:cubicBezTo>
                  <a:pt x="11531" y="5671"/>
                  <a:pt x="11657" y="5450"/>
                  <a:pt x="11657" y="5198"/>
                </a:cubicBezTo>
                <a:lnTo>
                  <a:pt x="11657" y="3781"/>
                </a:lnTo>
                <a:lnTo>
                  <a:pt x="11689" y="3781"/>
                </a:lnTo>
                <a:cubicBezTo>
                  <a:pt x="11689" y="3686"/>
                  <a:pt x="11657" y="3529"/>
                  <a:pt x="11594" y="3403"/>
                </a:cubicBezTo>
                <a:lnTo>
                  <a:pt x="10460" y="630"/>
                </a:lnTo>
                <a:cubicBezTo>
                  <a:pt x="10303" y="252"/>
                  <a:pt x="9925" y="0"/>
                  <a:pt x="95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1" name="Google Shape;12479;p89">
            <a:extLst>
              <a:ext uri="{FF2B5EF4-FFF2-40B4-BE49-F238E27FC236}">
                <a16:creationId xmlns:a16="http://schemas.microsoft.com/office/drawing/2014/main" id="{0F13E8A4-5D89-26DF-ABBB-5707E1B4ECD5}"/>
              </a:ext>
            </a:extLst>
          </p:cNvPr>
          <p:cNvSpPr/>
          <p:nvPr/>
        </p:nvSpPr>
        <p:spPr>
          <a:xfrm>
            <a:off x="7271178" y="3123245"/>
            <a:ext cx="285989" cy="29952"/>
          </a:xfrm>
          <a:custGeom>
            <a:avLst/>
            <a:gdLst/>
            <a:ahLst/>
            <a:cxnLst/>
            <a:rect l="l" t="t" r="r" b="b"/>
            <a:pathLst>
              <a:path w="6932" h="726" extrusionOk="0">
                <a:moveTo>
                  <a:pt x="378" y="1"/>
                </a:moveTo>
                <a:cubicBezTo>
                  <a:pt x="158" y="1"/>
                  <a:pt x="0" y="159"/>
                  <a:pt x="0" y="379"/>
                </a:cubicBezTo>
                <a:cubicBezTo>
                  <a:pt x="0" y="568"/>
                  <a:pt x="158" y="726"/>
                  <a:pt x="378" y="726"/>
                </a:cubicBezTo>
                <a:lnTo>
                  <a:pt x="6585" y="726"/>
                </a:lnTo>
                <a:cubicBezTo>
                  <a:pt x="6774" y="726"/>
                  <a:pt x="6931" y="568"/>
                  <a:pt x="6931" y="379"/>
                </a:cubicBezTo>
                <a:cubicBezTo>
                  <a:pt x="6931" y="159"/>
                  <a:pt x="6774" y="1"/>
                  <a:pt x="658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2" name="Google Shape;12480;p89">
            <a:extLst>
              <a:ext uri="{FF2B5EF4-FFF2-40B4-BE49-F238E27FC236}">
                <a16:creationId xmlns:a16="http://schemas.microsoft.com/office/drawing/2014/main" id="{AF89ACFA-6550-4535-62E8-3F9D06FC44CD}"/>
              </a:ext>
            </a:extLst>
          </p:cNvPr>
          <p:cNvSpPr/>
          <p:nvPr/>
        </p:nvSpPr>
        <p:spPr>
          <a:xfrm>
            <a:off x="7271178" y="2895800"/>
            <a:ext cx="285989" cy="29952"/>
          </a:xfrm>
          <a:custGeom>
            <a:avLst/>
            <a:gdLst/>
            <a:ahLst/>
            <a:cxnLst/>
            <a:rect l="l" t="t" r="r" b="b"/>
            <a:pathLst>
              <a:path w="6932" h="726" extrusionOk="0">
                <a:moveTo>
                  <a:pt x="378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78" y="725"/>
                </a:cubicBezTo>
                <a:lnTo>
                  <a:pt x="6585" y="725"/>
                </a:lnTo>
                <a:cubicBezTo>
                  <a:pt x="6774" y="725"/>
                  <a:pt x="6931" y="568"/>
                  <a:pt x="6931" y="379"/>
                </a:cubicBezTo>
                <a:cubicBezTo>
                  <a:pt x="6931" y="158"/>
                  <a:pt x="6774" y="1"/>
                  <a:pt x="658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3" name="Google Shape;12481;p89">
            <a:extLst>
              <a:ext uri="{FF2B5EF4-FFF2-40B4-BE49-F238E27FC236}">
                <a16:creationId xmlns:a16="http://schemas.microsoft.com/office/drawing/2014/main" id="{B8848281-E807-7413-1EBA-F744DA9A0B70}"/>
              </a:ext>
            </a:extLst>
          </p:cNvPr>
          <p:cNvSpPr/>
          <p:nvPr/>
        </p:nvSpPr>
        <p:spPr>
          <a:xfrm>
            <a:off x="7181706" y="2895802"/>
            <a:ext cx="29911" cy="31231"/>
          </a:xfrm>
          <a:custGeom>
            <a:avLst/>
            <a:gdLst/>
            <a:ahLst/>
            <a:cxnLst/>
            <a:rect l="l" t="t" r="r" b="b"/>
            <a:pathLst>
              <a:path w="725" h="757" extrusionOk="0">
                <a:moveTo>
                  <a:pt x="378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57"/>
                  <a:pt x="378" y="757"/>
                </a:cubicBezTo>
                <a:cubicBezTo>
                  <a:pt x="567" y="757"/>
                  <a:pt x="725" y="568"/>
                  <a:pt x="725" y="379"/>
                </a:cubicBezTo>
                <a:cubicBezTo>
                  <a:pt x="725" y="158"/>
                  <a:pt x="567" y="1"/>
                  <a:pt x="37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4" name="Google Shape;12482;p89">
            <a:extLst>
              <a:ext uri="{FF2B5EF4-FFF2-40B4-BE49-F238E27FC236}">
                <a16:creationId xmlns:a16="http://schemas.microsoft.com/office/drawing/2014/main" id="{57E0FB8F-1F0B-9B38-42BA-DB3D403580CB}"/>
              </a:ext>
            </a:extLst>
          </p:cNvPr>
          <p:cNvSpPr/>
          <p:nvPr/>
        </p:nvSpPr>
        <p:spPr>
          <a:xfrm>
            <a:off x="7271819" y="3010162"/>
            <a:ext cx="284709" cy="28632"/>
          </a:xfrm>
          <a:custGeom>
            <a:avLst/>
            <a:gdLst/>
            <a:ahLst/>
            <a:cxnLst/>
            <a:rect l="l" t="t" r="r" b="b"/>
            <a:pathLst>
              <a:path w="6901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32" y="536"/>
                  <a:pt x="158" y="693"/>
                  <a:pt x="347" y="693"/>
                </a:cubicBezTo>
                <a:lnTo>
                  <a:pt x="6554" y="693"/>
                </a:lnTo>
                <a:cubicBezTo>
                  <a:pt x="6774" y="693"/>
                  <a:pt x="6900" y="536"/>
                  <a:pt x="6900" y="347"/>
                </a:cubicBezTo>
                <a:cubicBezTo>
                  <a:pt x="6900" y="158"/>
                  <a:pt x="6774" y="0"/>
                  <a:pt x="65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5" name="Google Shape;12483;p89">
            <a:extLst>
              <a:ext uri="{FF2B5EF4-FFF2-40B4-BE49-F238E27FC236}">
                <a16:creationId xmlns:a16="http://schemas.microsoft.com/office/drawing/2014/main" id="{755DB37B-8ED2-B120-76B2-1AD6FD863763}"/>
              </a:ext>
            </a:extLst>
          </p:cNvPr>
          <p:cNvSpPr/>
          <p:nvPr/>
        </p:nvSpPr>
        <p:spPr>
          <a:xfrm>
            <a:off x="7181706" y="3010162"/>
            <a:ext cx="29911" cy="28632"/>
          </a:xfrm>
          <a:custGeom>
            <a:avLst/>
            <a:gdLst/>
            <a:ahLst/>
            <a:cxnLst/>
            <a:rect l="l" t="t" r="r" b="b"/>
            <a:pathLst>
              <a:path w="725" h="694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78" y="693"/>
                </a:cubicBezTo>
                <a:cubicBezTo>
                  <a:pt x="567" y="693"/>
                  <a:pt x="725" y="536"/>
                  <a:pt x="725" y="347"/>
                </a:cubicBezTo>
                <a:cubicBezTo>
                  <a:pt x="725" y="158"/>
                  <a:pt x="567" y="0"/>
                  <a:pt x="3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606" name="Google Shape;12484;p89">
            <a:extLst>
              <a:ext uri="{FF2B5EF4-FFF2-40B4-BE49-F238E27FC236}">
                <a16:creationId xmlns:a16="http://schemas.microsoft.com/office/drawing/2014/main" id="{D628DE80-EFAD-F628-9FB2-C9ADB182724F}"/>
              </a:ext>
            </a:extLst>
          </p:cNvPr>
          <p:cNvSpPr/>
          <p:nvPr/>
        </p:nvSpPr>
        <p:spPr>
          <a:xfrm>
            <a:off x="7181706" y="3123245"/>
            <a:ext cx="29911" cy="29952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78" y="1"/>
                </a:moveTo>
                <a:cubicBezTo>
                  <a:pt x="158" y="1"/>
                  <a:pt x="0" y="159"/>
                  <a:pt x="0" y="379"/>
                </a:cubicBezTo>
                <a:cubicBezTo>
                  <a:pt x="0" y="568"/>
                  <a:pt x="158" y="726"/>
                  <a:pt x="378" y="726"/>
                </a:cubicBezTo>
                <a:cubicBezTo>
                  <a:pt x="567" y="726"/>
                  <a:pt x="725" y="568"/>
                  <a:pt x="725" y="379"/>
                </a:cubicBezTo>
                <a:cubicBezTo>
                  <a:pt x="725" y="159"/>
                  <a:pt x="567" y="1"/>
                  <a:pt x="37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7" name="Google Shape;12512;p89">
            <a:extLst>
              <a:ext uri="{FF2B5EF4-FFF2-40B4-BE49-F238E27FC236}">
                <a16:creationId xmlns:a16="http://schemas.microsoft.com/office/drawing/2014/main" id="{B3E01F75-335F-D0EB-8B33-BBD1B9DE34CE}"/>
              </a:ext>
            </a:extLst>
          </p:cNvPr>
          <p:cNvSpPr/>
          <p:nvPr/>
        </p:nvSpPr>
        <p:spPr>
          <a:xfrm>
            <a:off x="4687416" y="2716087"/>
            <a:ext cx="367882" cy="484886"/>
          </a:xfrm>
          <a:custGeom>
            <a:avLst/>
            <a:gdLst/>
            <a:ahLst/>
            <a:cxnLst/>
            <a:rect l="l" t="t" r="r" b="b"/>
            <a:pathLst>
              <a:path w="8917" h="11753" extrusionOk="0">
                <a:moveTo>
                  <a:pt x="4474" y="694"/>
                </a:moveTo>
                <a:cubicBezTo>
                  <a:pt x="6553" y="694"/>
                  <a:pt x="8254" y="2395"/>
                  <a:pt x="8254" y="4475"/>
                </a:cubicBezTo>
                <a:cubicBezTo>
                  <a:pt x="8191" y="5262"/>
                  <a:pt x="7971" y="6018"/>
                  <a:pt x="7530" y="6649"/>
                </a:cubicBezTo>
                <a:lnTo>
                  <a:pt x="4474" y="10776"/>
                </a:lnTo>
                <a:lnTo>
                  <a:pt x="1418" y="6712"/>
                </a:lnTo>
                <a:cubicBezTo>
                  <a:pt x="945" y="6050"/>
                  <a:pt x="693" y="5294"/>
                  <a:pt x="693" y="4475"/>
                </a:cubicBezTo>
                <a:cubicBezTo>
                  <a:pt x="693" y="2395"/>
                  <a:pt x="2363" y="694"/>
                  <a:pt x="4474" y="694"/>
                </a:cubicBezTo>
                <a:close/>
                <a:moveTo>
                  <a:pt x="4474" y="1"/>
                </a:moveTo>
                <a:cubicBezTo>
                  <a:pt x="2017" y="1"/>
                  <a:pt x="0" y="2017"/>
                  <a:pt x="0" y="4475"/>
                </a:cubicBezTo>
                <a:cubicBezTo>
                  <a:pt x="0" y="5451"/>
                  <a:pt x="315" y="6365"/>
                  <a:pt x="882" y="7153"/>
                </a:cubicBezTo>
                <a:lnTo>
                  <a:pt x="4190" y="11595"/>
                </a:lnTo>
                <a:cubicBezTo>
                  <a:pt x="4253" y="11689"/>
                  <a:pt x="4348" y="11752"/>
                  <a:pt x="4474" y="11752"/>
                </a:cubicBezTo>
                <a:cubicBezTo>
                  <a:pt x="4568" y="11752"/>
                  <a:pt x="4663" y="11721"/>
                  <a:pt x="4726" y="11595"/>
                </a:cubicBezTo>
                <a:lnTo>
                  <a:pt x="8097" y="7058"/>
                </a:lnTo>
                <a:cubicBezTo>
                  <a:pt x="8633" y="6333"/>
                  <a:pt x="8916" y="5420"/>
                  <a:pt x="8916" y="4506"/>
                </a:cubicBezTo>
                <a:cubicBezTo>
                  <a:pt x="8916" y="1986"/>
                  <a:pt x="6900" y="1"/>
                  <a:pt x="447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8" name="Google Shape;12513;p89">
            <a:extLst>
              <a:ext uri="{FF2B5EF4-FFF2-40B4-BE49-F238E27FC236}">
                <a16:creationId xmlns:a16="http://schemas.microsoft.com/office/drawing/2014/main" id="{DFE1DFBE-9CBC-7205-3CED-0CA1ED7CF0BC}"/>
              </a:ext>
            </a:extLst>
          </p:cNvPr>
          <p:cNvSpPr/>
          <p:nvPr/>
        </p:nvSpPr>
        <p:spPr>
          <a:xfrm>
            <a:off x="4829090" y="2857805"/>
            <a:ext cx="84534" cy="84493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40" y="630"/>
                </a:moveTo>
                <a:cubicBezTo>
                  <a:pt x="1229" y="630"/>
                  <a:pt x="1386" y="788"/>
                  <a:pt x="1386" y="1008"/>
                </a:cubicBezTo>
                <a:cubicBezTo>
                  <a:pt x="1386" y="1197"/>
                  <a:pt x="1197" y="1355"/>
                  <a:pt x="1040" y="1355"/>
                </a:cubicBezTo>
                <a:cubicBezTo>
                  <a:pt x="819" y="1355"/>
                  <a:pt x="662" y="1197"/>
                  <a:pt x="662" y="1008"/>
                </a:cubicBezTo>
                <a:cubicBezTo>
                  <a:pt x="662" y="788"/>
                  <a:pt x="819" y="630"/>
                  <a:pt x="1040" y="630"/>
                </a:cubicBez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cubicBezTo>
                  <a:pt x="0" y="1575"/>
                  <a:pt x="473" y="2048"/>
                  <a:pt x="1040" y="2048"/>
                </a:cubicBezTo>
                <a:cubicBezTo>
                  <a:pt x="1575" y="2048"/>
                  <a:pt x="2048" y="1575"/>
                  <a:pt x="2048" y="1040"/>
                </a:cubicBezTo>
                <a:cubicBezTo>
                  <a:pt x="2048" y="441"/>
                  <a:pt x="1575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9" name="Google Shape;12514;p89">
            <a:extLst>
              <a:ext uri="{FF2B5EF4-FFF2-40B4-BE49-F238E27FC236}">
                <a16:creationId xmlns:a16="http://schemas.microsoft.com/office/drawing/2014/main" id="{71E4C9C6-D256-B605-E27A-3A59E602ACBD}"/>
              </a:ext>
            </a:extLst>
          </p:cNvPr>
          <p:cNvSpPr/>
          <p:nvPr/>
        </p:nvSpPr>
        <p:spPr>
          <a:xfrm>
            <a:off x="4741998" y="2771990"/>
            <a:ext cx="257398" cy="256119"/>
          </a:xfrm>
          <a:custGeom>
            <a:avLst/>
            <a:gdLst/>
            <a:ahLst/>
            <a:cxnLst/>
            <a:rect l="l" t="t" r="r" b="b"/>
            <a:pathLst>
              <a:path w="6239" h="6208" extrusionOk="0">
                <a:moveTo>
                  <a:pt x="3403" y="694"/>
                </a:moveTo>
                <a:lnTo>
                  <a:pt x="3403" y="1166"/>
                </a:lnTo>
                <a:cubicBezTo>
                  <a:pt x="3403" y="1324"/>
                  <a:pt x="3497" y="1450"/>
                  <a:pt x="3655" y="1481"/>
                </a:cubicBezTo>
                <a:cubicBezTo>
                  <a:pt x="3844" y="1576"/>
                  <a:pt x="4033" y="1670"/>
                  <a:pt x="4191" y="1828"/>
                </a:cubicBezTo>
                <a:cubicBezTo>
                  <a:pt x="4268" y="1867"/>
                  <a:pt x="4358" y="1894"/>
                  <a:pt x="4445" y="1894"/>
                </a:cubicBezTo>
                <a:cubicBezTo>
                  <a:pt x="4499" y="1894"/>
                  <a:pt x="4552" y="1884"/>
                  <a:pt x="4600" y="1859"/>
                </a:cubicBezTo>
                <a:lnTo>
                  <a:pt x="4978" y="1607"/>
                </a:lnTo>
                <a:lnTo>
                  <a:pt x="5356" y="2206"/>
                </a:lnTo>
                <a:lnTo>
                  <a:pt x="4947" y="2458"/>
                </a:lnTo>
                <a:cubicBezTo>
                  <a:pt x="4821" y="2521"/>
                  <a:pt x="4789" y="2647"/>
                  <a:pt x="4789" y="2805"/>
                </a:cubicBezTo>
                <a:cubicBezTo>
                  <a:pt x="4821" y="3025"/>
                  <a:pt x="4821" y="3183"/>
                  <a:pt x="4789" y="3435"/>
                </a:cubicBezTo>
                <a:cubicBezTo>
                  <a:pt x="4758" y="3592"/>
                  <a:pt x="4821" y="3687"/>
                  <a:pt x="4947" y="3781"/>
                </a:cubicBezTo>
                <a:lnTo>
                  <a:pt x="5356" y="4033"/>
                </a:lnTo>
                <a:lnTo>
                  <a:pt x="4978" y="4600"/>
                </a:lnTo>
                <a:lnTo>
                  <a:pt x="4600" y="4380"/>
                </a:lnTo>
                <a:cubicBezTo>
                  <a:pt x="4554" y="4345"/>
                  <a:pt x="4503" y="4332"/>
                  <a:pt x="4452" y="4332"/>
                </a:cubicBezTo>
                <a:cubicBezTo>
                  <a:pt x="4363" y="4332"/>
                  <a:pt x="4270" y="4372"/>
                  <a:pt x="4191" y="4411"/>
                </a:cubicBezTo>
                <a:cubicBezTo>
                  <a:pt x="4033" y="4537"/>
                  <a:pt x="3844" y="4632"/>
                  <a:pt x="3655" y="4726"/>
                </a:cubicBezTo>
                <a:cubicBezTo>
                  <a:pt x="3529" y="4758"/>
                  <a:pt x="3403" y="4915"/>
                  <a:pt x="3403" y="5041"/>
                </a:cubicBezTo>
                <a:lnTo>
                  <a:pt x="3403" y="5514"/>
                </a:lnTo>
                <a:lnTo>
                  <a:pt x="2741" y="5514"/>
                </a:lnTo>
                <a:lnTo>
                  <a:pt x="2741" y="5041"/>
                </a:lnTo>
                <a:cubicBezTo>
                  <a:pt x="2741" y="4884"/>
                  <a:pt x="2678" y="4758"/>
                  <a:pt x="2521" y="4726"/>
                </a:cubicBezTo>
                <a:cubicBezTo>
                  <a:pt x="2300" y="4663"/>
                  <a:pt x="2111" y="4569"/>
                  <a:pt x="1954" y="4411"/>
                </a:cubicBezTo>
                <a:cubicBezTo>
                  <a:pt x="1874" y="4372"/>
                  <a:pt x="1782" y="4332"/>
                  <a:pt x="1701" y="4332"/>
                </a:cubicBezTo>
                <a:cubicBezTo>
                  <a:pt x="1654" y="4332"/>
                  <a:pt x="1610" y="4345"/>
                  <a:pt x="1576" y="4380"/>
                </a:cubicBezTo>
                <a:lnTo>
                  <a:pt x="1166" y="4600"/>
                </a:lnTo>
                <a:lnTo>
                  <a:pt x="820" y="4033"/>
                </a:lnTo>
                <a:lnTo>
                  <a:pt x="1198" y="3781"/>
                </a:lnTo>
                <a:cubicBezTo>
                  <a:pt x="1324" y="3718"/>
                  <a:pt x="1418" y="3592"/>
                  <a:pt x="1355" y="3435"/>
                </a:cubicBezTo>
                <a:cubicBezTo>
                  <a:pt x="1324" y="3183"/>
                  <a:pt x="1324" y="3025"/>
                  <a:pt x="1355" y="2805"/>
                </a:cubicBezTo>
                <a:cubicBezTo>
                  <a:pt x="1418" y="2647"/>
                  <a:pt x="1324" y="2521"/>
                  <a:pt x="1198" y="2458"/>
                </a:cubicBezTo>
                <a:lnTo>
                  <a:pt x="820" y="2206"/>
                </a:lnTo>
                <a:lnTo>
                  <a:pt x="1166" y="1607"/>
                </a:lnTo>
                <a:lnTo>
                  <a:pt x="1576" y="1859"/>
                </a:lnTo>
                <a:cubicBezTo>
                  <a:pt x="1612" y="1884"/>
                  <a:pt x="1657" y="1894"/>
                  <a:pt x="1706" y="1894"/>
                </a:cubicBezTo>
                <a:cubicBezTo>
                  <a:pt x="1786" y="1894"/>
                  <a:pt x="1876" y="1867"/>
                  <a:pt x="1954" y="1828"/>
                </a:cubicBezTo>
                <a:cubicBezTo>
                  <a:pt x="2111" y="1702"/>
                  <a:pt x="2300" y="1576"/>
                  <a:pt x="2521" y="1481"/>
                </a:cubicBezTo>
                <a:cubicBezTo>
                  <a:pt x="2615" y="1450"/>
                  <a:pt x="2741" y="1292"/>
                  <a:pt x="2741" y="1166"/>
                </a:cubicBezTo>
                <a:lnTo>
                  <a:pt x="2741" y="694"/>
                </a:lnTo>
                <a:close/>
                <a:moveTo>
                  <a:pt x="2426" y="1"/>
                </a:moveTo>
                <a:cubicBezTo>
                  <a:pt x="2237" y="1"/>
                  <a:pt x="2080" y="158"/>
                  <a:pt x="2080" y="347"/>
                </a:cubicBezTo>
                <a:lnTo>
                  <a:pt x="2080" y="946"/>
                </a:lnTo>
                <a:cubicBezTo>
                  <a:pt x="1954" y="977"/>
                  <a:pt x="1828" y="1072"/>
                  <a:pt x="1765" y="1135"/>
                </a:cubicBezTo>
                <a:lnTo>
                  <a:pt x="1261" y="851"/>
                </a:lnTo>
                <a:cubicBezTo>
                  <a:pt x="1211" y="831"/>
                  <a:pt x="1158" y="821"/>
                  <a:pt x="1104" y="821"/>
                </a:cubicBezTo>
                <a:cubicBezTo>
                  <a:pt x="990" y="821"/>
                  <a:pt x="874" y="870"/>
                  <a:pt x="788" y="977"/>
                </a:cubicBezTo>
                <a:lnTo>
                  <a:pt x="126" y="2175"/>
                </a:lnTo>
                <a:cubicBezTo>
                  <a:pt x="32" y="2332"/>
                  <a:pt x="63" y="2521"/>
                  <a:pt x="221" y="2647"/>
                </a:cubicBezTo>
                <a:lnTo>
                  <a:pt x="757" y="2899"/>
                </a:lnTo>
                <a:lnTo>
                  <a:pt x="757" y="3120"/>
                </a:lnTo>
                <a:lnTo>
                  <a:pt x="757" y="3309"/>
                </a:lnTo>
                <a:lnTo>
                  <a:pt x="221" y="3592"/>
                </a:lnTo>
                <a:cubicBezTo>
                  <a:pt x="63" y="3655"/>
                  <a:pt x="0" y="3907"/>
                  <a:pt x="126" y="4065"/>
                </a:cubicBezTo>
                <a:lnTo>
                  <a:pt x="788" y="5231"/>
                </a:lnTo>
                <a:cubicBezTo>
                  <a:pt x="831" y="5337"/>
                  <a:pt x="960" y="5415"/>
                  <a:pt x="1088" y="5415"/>
                </a:cubicBezTo>
                <a:cubicBezTo>
                  <a:pt x="1149" y="5415"/>
                  <a:pt x="1210" y="5397"/>
                  <a:pt x="1261" y="5357"/>
                </a:cubicBezTo>
                <a:lnTo>
                  <a:pt x="1765" y="5073"/>
                </a:lnTo>
                <a:cubicBezTo>
                  <a:pt x="1891" y="5167"/>
                  <a:pt x="1954" y="5199"/>
                  <a:pt x="2080" y="5262"/>
                </a:cubicBezTo>
                <a:lnTo>
                  <a:pt x="2080" y="5861"/>
                </a:lnTo>
                <a:cubicBezTo>
                  <a:pt x="2080" y="6050"/>
                  <a:pt x="2237" y="6207"/>
                  <a:pt x="2426" y="6207"/>
                </a:cubicBezTo>
                <a:lnTo>
                  <a:pt x="3812" y="6207"/>
                </a:lnTo>
                <a:cubicBezTo>
                  <a:pt x="4002" y="6207"/>
                  <a:pt x="4159" y="6050"/>
                  <a:pt x="4159" y="5861"/>
                </a:cubicBezTo>
                <a:lnTo>
                  <a:pt x="4159" y="5262"/>
                </a:lnTo>
                <a:cubicBezTo>
                  <a:pt x="4285" y="5231"/>
                  <a:pt x="4411" y="5167"/>
                  <a:pt x="4474" y="5073"/>
                </a:cubicBezTo>
                <a:lnTo>
                  <a:pt x="4978" y="5357"/>
                </a:lnTo>
                <a:cubicBezTo>
                  <a:pt x="5028" y="5376"/>
                  <a:pt x="5084" y="5387"/>
                  <a:pt x="5141" y="5387"/>
                </a:cubicBezTo>
                <a:cubicBezTo>
                  <a:pt x="5263" y="5387"/>
                  <a:pt x="5386" y="5338"/>
                  <a:pt x="5451" y="5231"/>
                </a:cubicBezTo>
                <a:lnTo>
                  <a:pt x="6144" y="4065"/>
                </a:lnTo>
                <a:cubicBezTo>
                  <a:pt x="6207" y="3907"/>
                  <a:pt x="6175" y="3687"/>
                  <a:pt x="6018" y="3592"/>
                </a:cubicBezTo>
                <a:lnTo>
                  <a:pt x="5514" y="3309"/>
                </a:lnTo>
                <a:lnTo>
                  <a:pt x="5514" y="3120"/>
                </a:lnTo>
                <a:lnTo>
                  <a:pt x="5514" y="2899"/>
                </a:lnTo>
                <a:lnTo>
                  <a:pt x="6018" y="2647"/>
                </a:lnTo>
                <a:cubicBezTo>
                  <a:pt x="6175" y="2521"/>
                  <a:pt x="6238" y="2332"/>
                  <a:pt x="6144" y="2175"/>
                </a:cubicBezTo>
                <a:lnTo>
                  <a:pt x="5451" y="977"/>
                </a:lnTo>
                <a:cubicBezTo>
                  <a:pt x="5408" y="870"/>
                  <a:pt x="5278" y="807"/>
                  <a:pt x="5149" y="807"/>
                </a:cubicBezTo>
                <a:cubicBezTo>
                  <a:pt x="5089" y="807"/>
                  <a:pt x="5029" y="821"/>
                  <a:pt x="4978" y="851"/>
                </a:cubicBezTo>
                <a:lnTo>
                  <a:pt x="4474" y="1135"/>
                </a:lnTo>
                <a:cubicBezTo>
                  <a:pt x="4348" y="1072"/>
                  <a:pt x="4285" y="1009"/>
                  <a:pt x="4159" y="946"/>
                </a:cubicBezTo>
                <a:lnTo>
                  <a:pt x="4159" y="347"/>
                </a:lnTo>
                <a:cubicBezTo>
                  <a:pt x="4159" y="158"/>
                  <a:pt x="4002" y="1"/>
                  <a:pt x="381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0" name="Google Shape;12521;p89">
            <a:extLst>
              <a:ext uri="{FF2B5EF4-FFF2-40B4-BE49-F238E27FC236}">
                <a16:creationId xmlns:a16="http://schemas.microsoft.com/office/drawing/2014/main" id="{134C43EC-3CF7-478F-8949-E1BAA127FAAA}"/>
              </a:ext>
            </a:extLst>
          </p:cNvPr>
          <p:cNvSpPr/>
          <p:nvPr/>
        </p:nvSpPr>
        <p:spPr>
          <a:xfrm>
            <a:off x="7736222" y="2718046"/>
            <a:ext cx="480966" cy="480966"/>
          </a:xfrm>
          <a:custGeom>
            <a:avLst/>
            <a:gdLst/>
            <a:ahLst/>
            <a:cxnLst/>
            <a:rect l="l" t="t" r="r" b="b"/>
            <a:pathLst>
              <a:path w="11658" h="11658" extrusionOk="0">
                <a:moveTo>
                  <a:pt x="8948" y="725"/>
                </a:moveTo>
                <a:lnTo>
                  <a:pt x="8948" y="2489"/>
                </a:lnTo>
                <a:lnTo>
                  <a:pt x="8948" y="10366"/>
                </a:lnTo>
                <a:cubicBezTo>
                  <a:pt x="8948" y="10586"/>
                  <a:pt x="9011" y="10838"/>
                  <a:pt x="9137" y="11027"/>
                </a:cubicBezTo>
                <a:lnTo>
                  <a:pt x="1733" y="11027"/>
                </a:lnTo>
                <a:cubicBezTo>
                  <a:pt x="1134" y="11027"/>
                  <a:pt x="662" y="10586"/>
                  <a:pt x="662" y="10019"/>
                </a:cubicBezTo>
                <a:lnTo>
                  <a:pt x="662" y="725"/>
                </a:lnTo>
                <a:close/>
                <a:moveTo>
                  <a:pt x="11027" y="2836"/>
                </a:moveTo>
                <a:lnTo>
                  <a:pt x="11027" y="10366"/>
                </a:lnTo>
                <a:lnTo>
                  <a:pt x="10995" y="10366"/>
                </a:lnTo>
                <a:cubicBezTo>
                  <a:pt x="10995" y="10744"/>
                  <a:pt x="10680" y="11027"/>
                  <a:pt x="10334" y="11027"/>
                </a:cubicBezTo>
                <a:cubicBezTo>
                  <a:pt x="9987" y="11027"/>
                  <a:pt x="9672" y="10712"/>
                  <a:pt x="9672" y="10366"/>
                </a:cubicBezTo>
                <a:lnTo>
                  <a:pt x="9672" y="2836"/>
                </a:ln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9956"/>
                </a:lnTo>
                <a:cubicBezTo>
                  <a:pt x="0" y="10901"/>
                  <a:pt x="756" y="11657"/>
                  <a:pt x="1702" y="11657"/>
                </a:cubicBezTo>
                <a:lnTo>
                  <a:pt x="10302" y="11657"/>
                </a:lnTo>
                <a:cubicBezTo>
                  <a:pt x="11027" y="11657"/>
                  <a:pt x="11657" y="11027"/>
                  <a:pt x="11657" y="10271"/>
                </a:cubicBezTo>
                <a:lnTo>
                  <a:pt x="11657" y="2395"/>
                </a:lnTo>
                <a:cubicBezTo>
                  <a:pt x="11657" y="2300"/>
                  <a:pt x="11500" y="2143"/>
                  <a:pt x="11342" y="2143"/>
                </a:cubicBezTo>
                <a:lnTo>
                  <a:pt x="9641" y="2143"/>
                </a:lnTo>
                <a:lnTo>
                  <a:pt x="9641" y="347"/>
                </a:lnTo>
                <a:cubicBezTo>
                  <a:pt x="9641" y="158"/>
                  <a:pt x="9483" y="1"/>
                  <a:pt x="929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1" name="Google Shape;12522;p89">
            <a:extLst>
              <a:ext uri="{FF2B5EF4-FFF2-40B4-BE49-F238E27FC236}">
                <a16:creationId xmlns:a16="http://schemas.microsoft.com/office/drawing/2014/main" id="{CE463290-7FA2-D091-B11D-1E33F7E49F06}"/>
              </a:ext>
            </a:extLst>
          </p:cNvPr>
          <p:cNvSpPr/>
          <p:nvPr/>
        </p:nvSpPr>
        <p:spPr>
          <a:xfrm>
            <a:off x="7792083" y="2777827"/>
            <a:ext cx="286030" cy="143036"/>
          </a:xfrm>
          <a:custGeom>
            <a:avLst/>
            <a:gdLst/>
            <a:ahLst/>
            <a:cxnLst/>
            <a:rect l="l" t="t" r="r" b="b"/>
            <a:pathLst>
              <a:path w="6933" h="3467" extrusionOk="0">
                <a:moveTo>
                  <a:pt x="6207" y="694"/>
                </a:moveTo>
                <a:lnTo>
                  <a:pt x="6207" y="2742"/>
                </a:lnTo>
                <a:lnTo>
                  <a:pt x="694" y="2742"/>
                </a:lnTo>
                <a:lnTo>
                  <a:pt x="694" y="694"/>
                </a:lnTo>
                <a:close/>
                <a:moveTo>
                  <a:pt x="348" y="1"/>
                </a:moveTo>
                <a:cubicBezTo>
                  <a:pt x="159" y="1"/>
                  <a:pt x="1" y="158"/>
                  <a:pt x="1" y="379"/>
                </a:cubicBezTo>
                <a:lnTo>
                  <a:pt x="1" y="3120"/>
                </a:lnTo>
                <a:cubicBezTo>
                  <a:pt x="1" y="3309"/>
                  <a:pt x="159" y="3466"/>
                  <a:pt x="348" y="3466"/>
                </a:cubicBezTo>
                <a:lnTo>
                  <a:pt x="6554" y="3466"/>
                </a:lnTo>
                <a:cubicBezTo>
                  <a:pt x="6775" y="3466"/>
                  <a:pt x="6932" y="3309"/>
                  <a:pt x="6932" y="3120"/>
                </a:cubicBezTo>
                <a:lnTo>
                  <a:pt x="6932" y="379"/>
                </a:lnTo>
                <a:cubicBezTo>
                  <a:pt x="6869" y="158"/>
                  <a:pt x="6712" y="1"/>
                  <a:pt x="655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2" name="Google Shape;12523;p89">
            <a:extLst>
              <a:ext uri="{FF2B5EF4-FFF2-40B4-BE49-F238E27FC236}">
                <a16:creationId xmlns:a16="http://schemas.microsoft.com/office/drawing/2014/main" id="{9B6A53D1-6F7B-F07F-2E64-ACE2383ECB02}"/>
              </a:ext>
            </a:extLst>
          </p:cNvPr>
          <p:cNvSpPr/>
          <p:nvPr/>
        </p:nvSpPr>
        <p:spPr>
          <a:xfrm>
            <a:off x="7792084" y="2945491"/>
            <a:ext cx="143036" cy="143036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2742" y="757"/>
                </a:moveTo>
                <a:lnTo>
                  <a:pt x="2742" y="2805"/>
                </a:lnTo>
                <a:lnTo>
                  <a:pt x="694" y="2805"/>
                </a:lnTo>
                <a:lnTo>
                  <a:pt x="694" y="757"/>
                </a:lnTo>
                <a:close/>
                <a:moveTo>
                  <a:pt x="348" y="1"/>
                </a:moveTo>
                <a:cubicBezTo>
                  <a:pt x="159" y="1"/>
                  <a:pt x="1" y="158"/>
                  <a:pt x="1" y="347"/>
                </a:cubicBezTo>
                <a:lnTo>
                  <a:pt x="1" y="3120"/>
                </a:lnTo>
                <a:cubicBezTo>
                  <a:pt x="1" y="3309"/>
                  <a:pt x="159" y="3466"/>
                  <a:pt x="348" y="3466"/>
                </a:cubicBezTo>
                <a:lnTo>
                  <a:pt x="3088" y="3466"/>
                </a:lnTo>
                <a:cubicBezTo>
                  <a:pt x="3309" y="3466"/>
                  <a:pt x="3467" y="3309"/>
                  <a:pt x="3467" y="3120"/>
                </a:cubicBezTo>
                <a:lnTo>
                  <a:pt x="3467" y="347"/>
                </a:lnTo>
                <a:cubicBezTo>
                  <a:pt x="3467" y="158"/>
                  <a:pt x="3309" y="1"/>
                  <a:pt x="308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3" name="Google Shape;12524;p89">
            <a:extLst>
              <a:ext uri="{FF2B5EF4-FFF2-40B4-BE49-F238E27FC236}">
                <a16:creationId xmlns:a16="http://schemas.microsoft.com/office/drawing/2014/main" id="{A77F5E23-299F-70DE-2B71-BA7703B0F96C}"/>
              </a:ext>
            </a:extLst>
          </p:cNvPr>
          <p:cNvSpPr/>
          <p:nvPr/>
        </p:nvSpPr>
        <p:spPr>
          <a:xfrm>
            <a:off x="7963670" y="2946815"/>
            <a:ext cx="114445" cy="29911"/>
          </a:xfrm>
          <a:custGeom>
            <a:avLst/>
            <a:gdLst/>
            <a:ahLst/>
            <a:cxnLst/>
            <a:rect l="l" t="t" r="r" b="b"/>
            <a:pathLst>
              <a:path w="2774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2395" y="725"/>
                </a:lnTo>
                <a:cubicBezTo>
                  <a:pt x="2616" y="725"/>
                  <a:pt x="2773" y="567"/>
                  <a:pt x="2773" y="378"/>
                </a:cubicBezTo>
                <a:cubicBezTo>
                  <a:pt x="2710" y="158"/>
                  <a:pt x="2553" y="0"/>
                  <a:pt x="2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4" name="Google Shape;12525;p89">
            <a:extLst>
              <a:ext uri="{FF2B5EF4-FFF2-40B4-BE49-F238E27FC236}">
                <a16:creationId xmlns:a16="http://schemas.microsoft.com/office/drawing/2014/main" id="{16B2876E-8683-F1DA-D8A4-1FA92C97A1F9}"/>
              </a:ext>
            </a:extLst>
          </p:cNvPr>
          <p:cNvSpPr/>
          <p:nvPr/>
        </p:nvSpPr>
        <p:spPr>
          <a:xfrm>
            <a:off x="7963670" y="3003993"/>
            <a:ext cx="114445" cy="29952"/>
          </a:xfrm>
          <a:custGeom>
            <a:avLst/>
            <a:gdLst/>
            <a:ahLst/>
            <a:cxnLst/>
            <a:rect l="l" t="t" r="r" b="b"/>
            <a:pathLst>
              <a:path w="2774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47" y="725"/>
                </a:cubicBezTo>
                <a:lnTo>
                  <a:pt x="2395" y="725"/>
                </a:lnTo>
                <a:cubicBezTo>
                  <a:pt x="2616" y="725"/>
                  <a:pt x="2773" y="568"/>
                  <a:pt x="2773" y="347"/>
                </a:cubicBezTo>
                <a:cubicBezTo>
                  <a:pt x="2710" y="158"/>
                  <a:pt x="2553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5" name="Google Shape;12526;p89">
            <a:extLst>
              <a:ext uri="{FF2B5EF4-FFF2-40B4-BE49-F238E27FC236}">
                <a16:creationId xmlns:a16="http://schemas.microsoft.com/office/drawing/2014/main" id="{221DBA2B-33DB-A258-73FC-1084DF44BB02}"/>
              </a:ext>
            </a:extLst>
          </p:cNvPr>
          <p:cNvSpPr/>
          <p:nvPr/>
        </p:nvSpPr>
        <p:spPr>
          <a:xfrm>
            <a:off x="7963670" y="3061175"/>
            <a:ext cx="114445" cy="28632"/>
          </a:xfrm>
          <a:custGeom>
            <a:avLst/>
            <a:gdLst/>
            <a:ahLst/>
            <a:cxnLst/>
            <a:rect l="l" t="t" r="r" b="b"/>
            <a:pathLst>
              <a:path w="2774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2395" y="694"/>
                </a:lnTo>
                <a:cubicBezTo>
                  <a:pt x="2616" y="694"/>
                  <a:pt x="2773" y="536"/>
                  <a:pt x="2773" y="347"/>
                </a:cubicBezTo>
                <a:cubicBezTo>
                  <a:pt x="2710" y="158"/>
                  <a:pt x="2553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96" name="Google Shape;12527;p89">
            <a:extLst>
              <a:ext uri="{FF2B5EF4-FFF2-40B4-BE49-F238E27FC236}">
                <a16:creationId xmlns:a16="http://schemas.microsoft.com/office/drawing/2014/main" id="{45926FDB-3D73-6C33-4E9D-5F28B9424448}"/>
              </a:ext>
            </a:extLst>
          </p:cNvPr>
          <p:cNvSpPr/>
          <p:nvPr/>
        </p:nvSpPr>
        <p:spPr>
          <a:xfrm>
            <a:off x="7792083" y="3115757"/>
            <a:ext cx="286030" cy="29952"/>
          </a:xfrm>
          <a:custGeom>
            <a:avLst/>
            <a:gdLst/>
            <a:ahLst/>
            <a:cxnLst/>
            <a:rect l="l" t="t" r="r" b="b"/>
            <a:pathLst>
              <a:path w="6933" h="726" extrusionOk="0">
                <a:moveTo>
                  <a:pt x="348" y="1"/>
                </a:moveTo>
                <a:cubicBezTo>
                  <a:pt x="159" y="1"/>
                  <a:pt x="1" y="159"/>
                  <a:pt x="1" y="379"/>
                </a:cubicBezTo>
                <a:cubicBezTo>
                  <a:pt x="1" y="568"/>
                  <a:pt x="159" y="726"/>
                  <a:pt x="348" y="726"/>
                </a:cubicBezTo>
                <a:lnTo>
                  <a:pt x="6554" y="726"/>
                </a:lnTo>
                <a:cubicBezTo>
                  <a:pt x="6775" y="726"/>
                  <a:pt x="6932" y="568"/>
                  <a:pt x="6932" y="379"/>
                </a:cubicBezTo>
                <a:cubicBezTo>
                  <a:pt x="6869" y="159"/>
                  <a:pt x="6712" y="1"/>
                  <a:pt x="655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6" name="Google Shape;12536;p89">
            <a:extLst>
              <a:ext uri="{FF2B5EF4-FFF2-40B4-BE49-F238E27FC236}">
                <a16:creationId xmlns:a16="http://schemas.microsoft.com/office/drawing/2014/main" id="{5B491CE9-34F4-3FE6-6056-5C003DBD237A}"/>
              </a:ext>
            </a:extLst>
          </p:cNvPr>
          <p:cNvSpPr/>
          <p:nvPr/>
        </p:nvSpPr>
        <p:spPr>
          <a:xfrm>
            <a:off x="2257025" y="2965007"/>
            <a:ext cx="131319" cy="145635"/>
          </a:xfrm>
          <a:custGeom>
            <a:avLst/>
            <a:gdLst/>
            <a:ahLst/>
            <a:cxnLst/>
            <a:rect l="l" t="t" r="r" b="b"/>
            <a:pathLst>
              <a:path w="3183" h="3530" extrusionOk="0">
                <a:moveTo>
                  <a:pt x="1088" y="1"/>
                </a:moveTo>
                <a:cubicBezTo>
                  <a:pt x="1001" y="1"/>
                  <a:pt x="915" y="32"/>
                  <a:pt x="852" y="95"/>
                </a:cubicBezTo>
                <a:lnTo>
                  <a:pt x="379" y="568"/>
                </a:lnTo>
                <a:cubicBezTo>
                  <a:pt x="1" y="978"/>
                  <a:pt x="1" y="1639"/>
                  <a:pt x="379" y="2017"/>
                </a:cubicBezTo>
                <a:cubicBezTo>
                  <a:pt x="584" y="2222"/>
                  <a:pt x="852" y="2324"/>
                  <a:pt x="1115" y="2324"/>
                </a:cubicBezTo>
                <a:cubicBezTo>
                  <a:pt x="1379" y="2324"/>
                  <a:pt x="1639" y="2222"/>
                  <a:pt x="1828" y="2017"/>
                </a:cubicBezTo>
                <a:cubicBezTo>
                  <a:pt x="1891" y="1970"/>
                  <a:pt x="1986" y="1946"/>
                  <a:pt x="2076" y="1946"/>
                </a:cubicBezTo>
                <a:cubicBezTo>
                  <a:pt x="2167" y="1946"/>
                  <a:pt x="2253" y="1970"/>
                  <a:pt x="2301" y="2017"/>
                </a:cubicBezTo>
                <a:cubicBezTo>
                  <a:pt x="2427" y="2143"/>
                  <a:pt x="2427" y="2395"/>
                  <a:pt x="2301" y="2490"/>
                </a:cubicBezTo>
                <a:lnTo>
                  <a:pt x="1828" y="2962"/>
                </a:lnTo>
                <a:cubicBezTo>
                  <a:pt x="1734" y="3088"/>
                  <a:pt x="1734" y="3340"/>
                  <a:pt x="1828" y="3435"/>
                </a:cubicBezTo>
                <a:cubicBezTo>
                  <a:pt x="1891" y="3498"/>
                  <a:pt x="1986" y="3529"/>
                  <a:pt x="2076" y="3529"/>
                </a:cubicBezTo>
                <a:cubicBezTo>
                  <a:pt x="2167" y="3529"/>
                  <a:pt x="2253" y="3498"/>
                  <a:pt x="2301" y="3435"/>
                </a:cubicBezTo>
                <a:lnTo>
                  <a:pt x="2773" y="2962"/>
                </a:lnTo>
                <a:cubicBezTo>
                  <a:pt x="3183" y="2584"/>
                  <a:pt x="3183" y="1923"/>
                  <a:pt x="2773" y="1513"/>
                </a:cubicBezTo>
                <a:cubicBezTo>
                  <a:pt x="2569" y="1293"/>
                  <a:pt x="2309" y="1182"/>
                  <a:pt x="2049" y="1182"/>
                </a:cubicBezTo>
                <a:cubicBezTo>
                  <a:pt x="1789" y="1182"/>
                  <a:pt x="1529" y="1293"/>
                  <a:pt x="1324" y="1513"/>
                </a:cubicBezTo>
                <a:cubicBezTo>
                  <a:pt x="1261" y="1576"/>
                  <a:pt x="1174" y="1608"/>
                  <a:pt x="1088" y="1608"/>
                </a:cubicBezTo>
                <a:cubicBezTo>
                  <a:pt x="1001" y="1608"/>
                  <a:pt x="915" y="1576"/>
                  <a:pt x="852" y="1513"/>
                </a:cubicBezTo>
                <a:cubicBezTo>
                  <a:pt x="726" y="1387"/>
                  <a:pt x="726" y="1167"/>
                  <a:pt x="852" y="1041"/>
                </a:cubicBezTo>
                <a:lnTo>
                  <a:pt x="1324" y="568"/>
                </a:lnTo>
                <a:cubicBezTo>
                  <a:pt x="1450" y="442"/>
                  <a:pt x="1450" y="221"/>
                  <a:pt x="1324" y="95"/>
                </a:cubicBezTo>
                <a:cubicBezTo>
                  <a:pt x="1261" y="32"/>
                  <a:pt x="1174" y="1"/>
                  <a:pt x="108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7" name="Google Shape;12537;p89">
            <a:extLst>
              <a:ext uri="{FF2B5EF4-FFF2-40B4-BE49-F238E27FC236}">
                <a16:creationId xmlns:a16="http://schemas.microsoft.com/office/drawing/2014/main" id="{3B1EC3AE-623C-92FB-2007-78309BD2BC89}"/>
              </a:ext>
            </a:extLst>
          </p:cNvPr>
          <p:cNvSpPr/>
          <p:nvPr/>
        </p:nvSpPr>
        <p:spPr>
          <a:xfrm>
            <a:off x="2337637" y="2885754"/>
            <a:ext cx="140396" cy="134867"/>
          </a:xfrm>
          <a:custGeom>
            <a:avLst/>
            <a:gdLst/>
            <a:ahLst/>
            <a:cxnLst/>
            <a:rect l="l" t="t" r="r" b="b"/>
            <a:pathLst>
              <a:path w="3403" h="3269" extrusionOk="0">
                <a:moveTo>
                  <a:pt x="1107" y="0"/>
                </a:moveTo>
                <a:cubicBezTo>
                  <a:pt x="1016" y="0"/>
                  <a:pt x="930" y="32"/>
                  <a:pt x="882" y="95"/>
                </a:cubicBezTo>
                <a:lnTo>
                  <a:pt x="410" y="567"/>
                </a:lnTo>
                <a:cubicBezTo>
                  <a:pt x="0" y="945"/>
                  <a:pt x="0" y="1638"/>
                  <a:pt x="410" y="2016"/>
                </a:cubicBezTo>
                <a:lnTo>
                  <a:pt x="882" y="2489"/>
                </a:lnTo>
                <a:lnTo>
                  <a:pt x="1355" y="2962"/>
                </a:lnTo>
                <a:cubicBezTo>
                  <a:pt x="1544" y="3166"/>
                  <a:pt x="1804" y="3269"/>
                  <a:pt x="2068" y="3269"/>
                </a:cubicBezTo>
                <a:cubicBezTo>
                  <a:pt x="2332" y="3269"/>
                  <a:pt x="2599" y="3166"/>
                  <a:pt x="2804" y="2962"/>
                </a:cubicBezTo>
                <a:lnTo>
                  <a:pt x="3277" y="2489"/>
                </a:lnTo>
                <a:cubicBezTo>
                  <a:pt x="3403" y="2363"/>
                  <a:pt x="3403" y="2142"/>
                  <a:pt x="3277" y="2016"/>
                </a:cubicBezTo>
                <a:cubicBezTo>
                  <a:pt x="3178" y="1918"/>
                  <a:pt x="3070" y="1870"/>
                  <a:pt x="2977" y="1870"/>
                </a:cubicBezTo>
                <a:cubicBezTo>
                  <a:pt x="2892" y="1870"/>
                  <a:pt x="2818" y="1910"/>
                  <a:pt x="2773" y="1985"/>
                </a:cubicBezTo>
                <a:lnTo>
                  <a:pt x="2300" y="2457"/>
                </a:lnTo>
                <a:cubicBezTo>
                  <a:pt x="2237" y="2520"/>
                  <a:pt x="2143" y="2552"/>
                  <a:pt x="2052" y="2552"/>
                </a:cubicBezTo>
                <a:cubicBezTo>
                  <a:pt x="1961" y="2552"/>
                  <a:pt x="1875" y="2520"/>
                  <a:pt x="1827" y="2457"/>
                </a:cubicBezTo>
                <a:lnTo>
                  <a:pt x="1575" y="2205"/>
                </a:lnTo>
                <a:lnTo>
                  <a:pt x="2300" y="1512"/>
                </a:lnTo>
                <a:cubicBezTo>
                  <a:pt x="2395" y="1386"/>
                  <a:pt x="2395" y="1134"/>
                  <a:pt x="2300" y="1040"/>
                </a:cubicBezTo>
                <a:cubicBezTo>
                  <a:pt x="2237" y="977"/>
                  <a:pt x="2143" y="945"/>
                  <a:pt x="2052" y="945"/>
                </a:cubicBezTo>
                <a:cubicBezTo>
                  <a:pt x="1961" y="945"/>
                  <a:pt x="1875" y="977"/>
                  <a:pt x="1827" y="1040"/>
                </a:cubicBezTo>
                <a:lnTo>
                  <a:pt x="1103" y="1733"/>
                </a:lnTo>
                <a:lnTo>
                  <a:pt x="882" y="1512"/>
                </a:lnTo>
                <a:cubicBezTo>
                  <a:pt x="756" y="1386"/>
                  <a:pt x="756" y="1166"/>
                  <a:pt x="882" y="1040"/>
                </a:cubicBezTo>
                <a:lnTo>
                  <a:pt x="1355" y="567"/>
                </a:lnTo>
                <a:cubicBezTo>
                  <a:pt x="1449" y="441"/>
                  <a:pt x="1449" y="221"/>
                  <a:pt x="1355" y="95"/>
                </a:cubicBezTo>
                <a:cubicBezTo>
                  <a:pt x="1292" y="32"/>
                  <a:pt x="1197" y="0"/>
                  <a:pt x="11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8" name="Google Shape;12538;p89">
            <a:extLst>
              <a:ext uri="{FF2B5EF4-FFF2-40B4-BE49-F238E27FC236}">
                <a16:creationId xmlns:a16="http://schemas.microsoft.com/office/drawing/2014/main" id="{01D5FC2E-CEBB-5345-AFDB-5CF664B182AD}"/>
              </a:ext>
            </a:extLst>
          </p:cNvPr>
          <p:cNvSpPr/>
          <p:nvPr/>
        </p:nvSpPr>
        <p:spPr>
          <a:xfrm>
            <a:off x="2414294" y="2815536"/>
            <a:ext cx="132639" cy="124841"/>
          </a:xfrm>
          <a:custGeom>
            <a:avLst/>
            <a:gdLst/>
            <a:ahLst/>
            <a:cxnLst/>
            <a:rect l="l" t="t" r="r" b="b"/>
            <a:pathLst>
              <a:path w="3215" h="3026" extrusionOk="0">
                <a:moveTo>
                  <a:pt x="1100" y="686"/>
                </a:moveTo>
                <a:cubicBezTo>
                  <a:pt x="1190" y="686"/>
                  <a:pt x="1277" y="710"/>
                  <a:pt x="1324" y="757"/>
                </a:cubicBezTo>
                <a:lnTo>
                  <a:pt x="2332" y="1765"/>
                </a:lnTo>
                <a:cubicBezTo>
                  <a:pt x="2490" y="1860"/>
                  <a:pt x="2490" y="2112"/>
                  <a:pt x="2332" y="2238"/>
                </a:cubicBezTo>
                <a:cubicBezTo>
                  <a:pt x="2269" y="2285"/>
                  <a:pt x="2183" y="2309"/>
                  <a:pt x="2096" y="2309"/>
                </a:cubicBezTo>
                <a:cubicBezTo>
                  <a:pt x="2009" y="2309"/>
                  <a:pt x="1923" y="2285"/>
                  <a:pt x="1860" y="2238"/>
                </a:cubicBezTo>
                <a:lnTo>
                  <a:pt x="852" y="1229"/>
                </a:lnTo>
                <a:cubicBezTo>
                  <a:pt x="757" y="1135"/>
                  <a:pt x="757" y="883"/>
                  <a:pt x="852" y="757"/>
                </a:cubicBezTo>
                <a:cubicBezTo>
                  <a:pt x="915" y="710"/>
                  <a:pt x="1009" y="686"/>
                  <a:pt x="1100" y="686"/>
                </a:cubicBezTo>
                <a:close/>
                <a:moveTo>
                  <a:pt x="1119" y="1"/>
                </a:moveTo>
                <a:cubicBezTo>
                  <a:pt x="852" y="1"/>
                  <a:pt x="584" y="95"/>
                  <a:pt x="379" y="284"/>
                </a:cubicBezTo>
                <a:cubicBezTo>
                  <a:pt x="1" y="694"/>
                  <a:pt x="1" y="1356"/>
                  <a:pt x="379" y="1765"/>
                </a:cubicBezTo>
                <a:lnTo>
                  <a:pt x="1387" y="2742"/>
                </a:lnTo>
                <a:cubicBezTo>
                  <a:pt x="1576" y="2931"/>
                  <a:pt x="1836" y="3025"/>
                  <a:pt x="2100" y="3025"/>
                </a:cubicBezTo>
                <a:cubicBezTo>
                  <a:pt x="2364" y="3025"/>
                  <a:pt x="2632" y="2931"/>
                  <a:pt x="2836" y="2742"/>
                </a:cubicBezTo>
                <a:cubicBezTo>
                  <a:pt x="3214" y="2332"/>
                  <a:pt x="3214" y="1671"/>
                  <a:pt x="2836" y="1293"/>
                </a:cubicBezTo>
                <a:lnTo>
                  <a:pt x="1860" y="284"/>
                </a:lnTo>
                <a:cubicBezTo>
                  <a:pt x="1655" y="95"/>
                  <a:pt x="1387" y="1"/>
                  <a:pt x="11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9" name="Google Shape;12539;p89">
            <a:extLst>
              <a:ext uri="{FF2B5EF4-FFF2-40B4-BE49-F238E27FC236}">
                <a16:creationId xmlns:a16="http://schemas.microsoft.com/office/drawing/2014/main" id="{2C7AE57E-9EB4-A5DC-BAF3-9E140425614F}"/>
              </a:ext>
            </a:extLst>
          </p:cNvPr>
          <p:cNvSpPr/>
          <p:nvPr/>
        </p:nvSpPr>
        <p:spPr>
          <a:xfrm>
            <a:off x="2154337" y="2718045"/>
            <a:ext cx="487484" cy="480966"/>
          </a:xfrm>
          <a:custGeom>
            <a:avLst/>
            <a:gdLst/>
            <a:ahLst/>
            <a:cxnLst/>
            <a:rect l="l" t="t" r="r" b="b"/>
            <a:pathLst>
              <a:path w="11816" h="11658" extrusionOk="0">
                <a:moveTo>
                  <a:pt x="9185" y="1479"/>
                </a:moveTo>
                <a:cubicBezTo>
                  <a:pt x="9245" y="1479"/>
                  <a:pt x="9245" y="1482"/>
                  <a:pt x="9263" y="1482"/>
                </a:cubicBezTo>
                <a:cubicBezTo>
                  <a:pt x="9421" y="1482"/>
                  <a:pt x="9579" y="1513"/>
                  <a:pt x="9673" y="1545"/>
                </a:cubicBezTo>
                <a:lnTo>
                  <a:pt x="9106" y="2143"/>
                </a:lnTo>
                <a:cubicBezTo>
                  <a:pt x="8980" y="2269"/>
                  <a:pt x="8980" y="2490"/>
                  <a:pt x="9106" y="2616"/>
                </a:cubicBezTo>
                <a:cubicBezTo>
                  <a:pt x="9153" y="2679"/>
                  <a:pt x="9240" y="2710"/>
                  <a:pt x="9330" y="2710"/>
                </a:cubicBezTo>
                <a:cubicBezTo>
                  <a:pt x="9421" y="2710"/>
                  <a:pt x="9515" y="2679"/>
                  <a:pt x="9579" y="2616"/>
                </a:cubicBezTo>
                <a:lnTo>
                  <a:pt x="10146" y="2017"/>
                </a:lnTo>
                <a:cubicBezTo>
                  <a:pt x="10272" y="2175"/>
                  <a:pt x="10303" y="2332"/>
                  <a:pt x="10303" y="2553"/>
                </a:cubicBezTo>
                <a:lnTo>
                  <a:pt x="10146" y="5325"/>
                </a:lnTo>
                <a:cubicBezTo>
                  <a:pt x="10114" y="5798"/>
                  <a:pt x="9925" y="6239"/>
                  <a:pt x="9515" y="6554"/>
                </a:cubicBezTo>
                <a:lnTo>
                  <a:pt x="9484" y="6585"/>
                </a:lnTo>
                <a:lnTo>
                  <a:pt x="8570" y="7499"/>
                </a:lnTo>
                <a:cubicBezTo>
                  <a:pt x="5231" y="10902"/>
                  <a:pt x="5829" y="10303"/>
                  <a:pt x="5199" y="10902"/>
                </a:cubicBezTo>
                <a:cubicBezTo>
                  <a:pt x="5136" y="10949"/>
                  <a:pt x="5050" y="10972"/>
                  <a:pt x="4963" y="10972"/>
                </a:cubicBezTo>
                <a:cubicBezTo>
                  <a:pt x="4876" y="10972"/>
                  <a:pt x="4790" y="10949"/>
                  <a:pt x="4727" y="10902"/>
                </a:cubicBezTo>
                <a:lnTo>
                  <a:pt x="820" y="6995"/>
                </a:lnTo>
                <a:cubicBezTo>
                  <a:pt x="694" y="6869"/>
                  <a:pt x="694" y="6648"/>
                  <a:pt x="820" y="6522"/>
                </a:cubicBezTo>
                <a:lnTo>
                  <a:pt x="5262" y="2112"/>
                </a:lnTo>
                <a:cubicBezTo>
                  <a:pt x="5577" y="1797"/>
                  <a:pt x="5987" y="1639"/>
                  <a:pt x="6365" y="1608"/>
                </a:cubicBezTo>
                <a:cubicBezTo>
                  <a:pt x="8503" y="1495"/>
                  <a:pt x="9033" y="1479"/>
                  <a:pt x="9185" y="1479"/>
                </a:cubicBezTo>
                <a:close/>
                <a:moveTo>
                  <a:pt x="11422" y="1"/>
                </a:moveTo>
                <a:cubicBezTo>
                  <a:pt x="11335" y="1"/>
                  <a:pt x="11248" y="32"/>
                  <a:pt x="11185" y="95"/>
                </a:cubicBezTo>
                <a:lnTo>
                  <a:pt x="10240" y="1041"/>
                </a:lnTo>
                <a:cubicBezTo>
                  <a:pt x="9958" y="871"/>
                  <a:pt x="9650" y="752"/>
                  <a:pt x="9316" y="752"/>
                </a:cubicBezTo>
                <a:cubicBezTo>
                  <a:pt x="9278" y="752"/>
                  <a:pt x="9239" y="754"/>
                  <a:pt x="9200" y="757"/>
                </a:cubicBezTo>
                <a:lnTo>
                  <a:pt x="6428" y="883"/>
                </a:lnTo>
                <a:cubicBezTo>
                  <a:pt x="5829" y="915"/>
                  <a:pt x="5262" y="1167"/>
                  <a:pt x="4853" y="1608"/>
                </a:cubicBezTo>
                <a:lnTo>
                  <a:pt x="379" y="6018"/>
                </a:lnTo>
                <a:cubicBezTo>
                  <a:pt x="1" y="6396"/>
                  <a:pt x="1" y="7058"/>
                  <a:pt x="379" y="7468"/>
                </a:cubicBezTo>
                <a:lnTo>
                  <a:pt x="4286" y="11374"/>
                </a:lnTo>
                <a:cubicBezTo>
                  <a:pt x="4490" y="11563"/>
                  <a:pt x="4758" y="11658"/>
                  <a:pt x="5022" y="11658"/>
                </a:cubicBezTo>
                <a:cubicBezTo>
                  <a:pt x="5286" y="11658"/>
                  <a:pt x="5546" y="11563"/>
                  <a:pt x="5735" y="11374"/>
                </a:cubicBezTo>
                <a:lnTo>
                  <a:pt x="9137" y="7972"/>
                </a:lnTo>
                <a:lnTo>
                  <a:pt x="10051" y="7058"/>
                </a:lnTo>
                <a:cubicBezTo>
                  <a:pt x="10555" y="6648"/>
                  <a:pt x="10870" y="6018"/>
                  <a:pt x="10902" y="5388"/>
                </a:cubicBezTo>
                <a:lnTo>
                  <a:pt x="11059" y="2584"/>
                </a:lnTo>
                <a:cubicBezTo>
                  <a:pt x="11059" y="2238"/>
                  <a:pt x="10996" y="1828"/>
                  <a:pt x="10776" y="1545"/>
                </a:cubicBezTo>
                <a:lnTo>
                  <a:pt x="11721" y="600"/>
                </a:lnTo>
                <a:cubicBezTo>
                  <a:pt x="11815" y="442"/>
                  <a:pt x="11815" y="221"/>
                  <a:pt x="11658" y="95"/>
                </a:cubicBezTo>
                <a:cubicBezTo>
                  <a:pt x="11595" y="32"/>
                  <a:pt x="11508" y="1"/>
                  <a:pt x="1142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4" name="Google Shape;12547;p89">
            <a:extLst>
              <a:ext uri="{FF2B5EF4-FFF2-40B4-BE49-F238E27FC236}">
                <a16:creationId xmlns:a16="http://schemas.microsoft.com/office/drawing/2014/main" id="{DB1D620D-F4D8-89DB-24E7-3F92180EDBF6}"/>
              </a:ext>
            </a:extLst>
          </p:cNvPr>
          <p:cNvSpPr/>
          <p:nvPr/>
        </p:nvSpPr>
        <p:spPr>
          <a:xfrm>
            <a:off x="5236369" y="2716108"/>
            <a:ext cx="486164" cy="484844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6994" y="694"/>
                </a:moveTo>
                <a:lnTo>
                  <a:pt x="6994" y="1103"/>
                </a:lnTo>
                <a:cubicBezTo>
                  <a:pt x="6994" y="1261"/>
                  <a:pt x="7120" y="1387"/>
                  <a:pt x="7278" y="1418"/>
                </a:cubicBezTo>
                <a:cubicBezTo>
                  <a:pt x="7467" y="1481"/>
                  <a:pt x="7719" y="1576"/>
                  <a:pt x="7908" y="1702"/>
                </a:cubicBezTo>
                <a:cubicBezTo>
                  <a:pt x="7954" y="1736"/>
                  <a:pt x="8009" y="1750"/>
                  <a:pt x="8066" y="1750"/>
                </a:cubicBezTo>
                <a:cubicBezTo>
                  <a:pt x="8164" y="1750"/>
                  <a:pt x="8269" y="1710"/>
                  <a:pt x="8349" y="1670"/>
                </a:cubicBezTo>
                <a:lnTo>
                  <a:pt x="8664" y="1355"/>
                </a:lnTo>
                <a:lnTo>
                  <a:pt x="9137" y="1828"/>
                </a:lnTo>
                <a:lnTo>
                  <a:pt x="8822" y="2143"/>
                </a:lnTo>
                <a:cubicBezTo>
                  <a:pt x="8696" y="2269"/>
                  <a:pt x="8696" y="2426"/>
                  <a:pt x="8759" y="2584"/>
                </a:cubicBezTo>
                <a:cubicBezTo>
                  <a:pt x="8885" y="2773"/>
                  <a:pt x="8979" y="2962"/>
                  <a:pt x="9042" y="3214"/>
                </a:cubicBezTo>
                <a:cubicBezTo>
                  <a:pt x="9074" y="3372"/>
                  <a:pt x="9200" y="3466"/>
                  <a:pt x="9357" y="3466"/>
                </a:cubicBezTo>
                <a:lnTo>
                  <a:pt x="9798" y="3466"/>
                </a:lnTo>
                <a:lnTo>
                  <a:pt x="9798" y="4159"/>
                </a:lnTo>
                <a:lnTo>
                  <a:pt x="9357" y="4159"/>
                </a:lnTo>
                <a:cubicBezTo>
                  <a:pt x="9200" y="4159"/>
                  <a:pt x="9074" y="4222"/>
                  <a:pt x="9042" y="4380"/>
                </a:cubicBezTo>
                <a:cubicBezTo>
                  <a:pt x="9011" y="4569"/>
                  <a:pt x="8885" y="4821"/>
                  <a:pt x="8759" y="5010"/>
                </a:cubicBezTo>
                <a:cubicBezTo>
                  <a:pt x="8696" y="5136"/>
                  <a:pt x="8727" y="5325"/>
                  <a:pt x="8822" y="5451"/>
                </a:cubicBezTo>
                <a:lnTo>
                  <a:pt x="9137" y="5766"/>
                </a:lnTo>
                <a:lnTo>
                  <a:pt x="8664" y="6238"/>
                </a:lnTo>
                <a:lnTo>
                  <a:pt x="8349" y="5923"/>
                </a:lnTo>
                <a:cubicBezTo>
                  <a:pt x="8275" y="5850"/>
                  <a:pt x="8191" y="5819"/>
                  <a:pt x="8101" y="5819"/>
                </a:cubicBezTo>
                <a:cubicBezTo>
                  <a:pt x="8038" y="5819"/>
                  <a:pt x="7973" y="5834"/>
                  <a:pt x="7908" y="5860"/>
                </a:cubicBezTo>
                <a:cubicBezTo>
                  <a:pt x="7719" y="5986"/>
                  <a:pt x="7498" y="6081"/>
                  <a:pt x="7278" y="6144"/>
                </a:cubicBezTo>
                <a:cubicBezTo>
                  <a:pt x="7120" y="6175"/>
                  <a:pt x="6994" y="6301"/>
                  <a:pt x="6994" y="6459"/>
                </a:cubicBezTo>
                <a:lnTo>
                  <a:pt x="6994" y="6900"/>
                </a:lnTo>
                <a:lnTo>
                  <a:pt x="6333" y="6900"/>
                </a:lnTo>
                <a:lnTo>
                  <a:pt x="6333" y="6459"/>
                </a:lnTo>
                <a:cubicBezTo>
                  <a:pt x="6333" y="6301"/>
                  <a:pt x="6207" y="6207"/>
                  <a:pt x="6049" y="6144"/>
                </a:cubicBezTo>
                <a:cubicBezTo>
                  <a:pt x="5860" y="6112"/>
                  <a:pt x="5608" y="5986"/>
                  <a:pt x="5419" y="5860"/>
                </a:cubicBezTo>
                <a:cubicBezTo>
                  <a:pt x="5374" y="5838"/>
                  <a:pt x="5322" y="5828"/>
                  <a:pt x="5267" y="5828"/>
                </a:cubicBezTo>
                <a:cubicBezTo>
                  <a:pt x="5167" y="5828"/>
                  <a:pt x="5059" y="5862"/>
                  <a:pt x="4978" y="5923"/>
                </a:cubicBezTo>
                <a:lnTo>
                  <a:pt x="4663" y="6238"/>
                </a:lnTo>
                <a:lnTo>
                  <a:pt x="4190" y="5766"/>
                </a:lnTo>
                <a:lnTo>
                  <a:pt x="4505" y="5451"/>
                </a:lnTo>
                <a:cubicBezTo>
                  <a:pt x="4631" y="5325"/>
                  <a:pt x="4631" y="5167"/>
                  <a:pt x="4568" y="5010"/>
                </a:cubicBezTo>
                <a:cubicBezTo>
                  <a:pt x="4442" y="4821"/>
                  <a:pt x="4348" y="4632"/>
                  <a:pt x="4285" y="4380"/>
                </a:cubicBezTo>
                <a:cubicBezTo>
                  <a:pt x="4253" y="4254"/>
                  <a:pt x="4127" y="4159"/>
                  <a:pt x="4001" y="4159"/>
                </a:cubicBezTo>
                <a:lnTo>
                  <a:pt x="3529" y="4159"/>
                </a:lnTo>
                <a:lnTo>
                  <a:pt x="3529" y="3466"/>
                </a:lnTo>
                <a:lnTo>
                  <a:pt x="3970" y="3466"/>
                </a:lnTo>
                <a:cubicBezTo>
                  <a:pt x="4127" y="3466"/>
                  <a:pt x="4253" y="3372"/>
                  <a:pt x="4285" y="3214"/>
                </a:cubicBezTo>
                <a:cubicBezTo>
                  <a:pt x="4316" y="2993"/>
                  <a:pt x="4442" y="2773"/>
                  <a:pt x="4568" y="2584"/>
                </a:cubicBezTo>
                <a:cubicBezTo>
                  <a:pt x="4631" y="2458"/>
                  <a:pt x="4600" y="2269"/>
                  <a:pt x="4505" y="2143"/>
                </a:cubicBezTo>
                <a:lnTo>
                  <a:pt x="4190" y="1828"/>
                </a:lnTo>
                <a:lnTo>
                  <a:pt x="4663" y="1355"/>
                </a:lnTo>
                <a:lnTo>
                  <a:pt x="4978" y="1670"/>
                </a:lnTo>
                <a:cubicBezTo>
                  <a:pt x="5046" y="1738"/>
                  <a:pt x="5122" y="1769"/>
                  <a:pt x="5203" y="1769"/>
                </a:cubicBezTo>
                <a:cubicBezTo>
                  <a:pt x="5273" y="1769"/>
                  <a:pt x="5346" y="1746"/>
                  <a:pt x="5419" y="1702"/>
                </a:cubicBezTo>
                <a:cubicBezTo>
                  <a:pt x="5608" y="1576"/>
                  <a:pt x="5829" y="1513"/>
                  <a:pt x="6049" y="1418"/>
                </a:cubicBezTo>
                <a:cubicBezTo>
                  <a:pt x="6207" y="1387"/>
                  <a:pt x="6333" y="1261"/>
                  <a:pt x="6333" y="1103"/>
                </a:cubicBezTo>
                <a:lnTo>
                  <a:pt x="6333" y="694"/>
                </a:lnTo>
                <a:close/>
                <a:moveTo>
                  <a:pt x="10964" y="4821"/>
                </a:moveTo>
                <a:lnTo>
                  <a:pt x="9830" y="8255"/>
                </a:lnTo>
                <a:lnTo>
                  <a:pt x="2773" y="8255"/>
                </a:lnTo>
                <a:lnTo>
                  <a:pt x="2143" y="4821"/>
                </a:lnTo>
                <a:lnTo>
                  <a:pt x="3686" y="4821"/>
                </a:lnTo>
                <a:cubicBezTo>
                  <a:pt x="3718" y="4947"/>
                  <a:pt x="3781" y="5010"/>
                  <a:pt x="3812" y="5136"/>
                </a:cubicBezTo>
                <a:lnTo>
                  <a:pt x="3466" y="5482"/>
                </a:lnTo>
                <a:cubicBezTo>
                  <a:pt x="3340" y="5608"/>
                  <a:pt x="3340" y="5829"/>
                  <a:pt x="3466" y="5955"/>
                </a:cubicBezTo>
                <a:lnTo>
                  <a:pt x="4442" y="6932"/>
                </a:lnTo>
                <a:cubicBezTo>
                  <a:pt x="4505" y="6995"/>
                  <a:pt x="4592" y="7026"/>
                  <a:pt x="4679" y="7026"/>
                </a:cubicBezTo>
                <a:cubicBezTo>
                  <a:pt x="4765" y="7026"/>
                  <a:pt x="4852" y="6995"/>
                  <a:pt x="4915" y="6932"/>
                </a:cubicBezTo>
                <a:lnTo>
                  <a:pt x="5262" y="6585"/>
                </a:lnTo>
                <a:cubicBezTo>
                  <a:pt x="5356" y="6617"/>
                  <a:pt x="5451" y="6680"/>
                  <a:pt x="5577" y="6711"/>
                </a:cubicBezTo>
                <a:lnTo>
                  <a:pt x="5577" y="7215"/>
                </a:lnTo>
                <a:cubicBezTo>
                  <a:pt x="5577" y="7404"/>
                  <a:pt x="5734" y="7562"/>
                  <a:pt x="5923" y="7562"/>
                </a:cubicBezTo>
                <a:lnTo>
                  <a:pt x="7309" y="7562"/>
                </a:lnTo>
                <a:cubicBezTo>
                  <a:pt x="7498" y="7562"/>
                  <a:pt x="7656" y="7404"/>
                  <a:pt x="7656" y="7215"/>
                </a:cubicBezTo>
                <a:lnTo>
                  <a:pt x="7656" y="6711"/>
                </a:lnTo>
                <a:cubicBezTo>
                  <a:pt x="7782" y="6680"/>
                  <a:pt x="7876" y="6617"/>
                  <a:pt x="7971" y="6585"/>
                </a:cubicBezTo>
                <a:lnTo>
                  <a:pt x="8349" y="6932"/>
                </a:lnTo>
                <a:cubicBezTo>
                  <a:pt x="8396" y="6995"/>
                  <a:pt x="8483" y="7026"/>
                  <a:pt x="8574" y="7026"/>
                </a:cubicBezTo>
                <a:cubicBezTo>
                  <a:pt x="8664" y="7026"/>
                  <a:pt x="8759" y="6995"/>
                  <a:pt x="8822" y="6932"/>
                </a:cubicBezTo>
                <a:lnTo>
                  <a:pt x="9798" y="5955"/>
                </a:lnTo>
                <a:cubicBezTo>
                  <a:pt x="9924" y="5829"/>
                  <a:pt x="9924" y="5608"/>
                  <a:pt x="9798" y="5482"/>
                </a:cubicBezTo>
                <a:lnTo>
                  <a:pt x="9452" y="5136"/>
                </a:lnTo>
                <a:cubicBezTo>
                  <a:pt x="9483" y="5041"/>
                  <a:pt x="9515" y="4947"/>
                  <a:pt x="9546" y="4821"/>
                </a:cubicBezTo>
                <a:close/>
                <a:moveTo>
                  <a:pt x="3907" y="10334"/>
                </a:moveTo>
                <a:cubicBezTo>
                  <a:pt x="4096" y="10366"/>
                  <a:pt x="4253" y="10523"/>
                  <a:pt x="4253" y="10681"/>
                </a:cubicBezTo>
                <a:cubicBezTo>
                  <a:pt x="4253" y="10870"/>
                  <a:pt x="4096" y="11027"/>
                  <a:pt x="3907" y="11027"/>
                </a:cubicBezTo>
                <a:cubicBezTo>
                  <a:pt x="3686" y="11027"/>
                  <a:pt x="3529" y="10870"/>
                  <a:pt x="3529" y="10681"/>
                </a:cubicBezTo>
                <a:cubicBezTo>
                  <a:pt x="3529" y="10492"/>
                  <a:pt x="3686" y="10334"/>
                  <a:pt x="3907" y="10334"/>
                </a:cubicBezTo>
                <a:close/>
                <a:moveTo>
                  <a:pt x="8664" y="10334"/>
                </a:moveTo>
                <a:cubicBezTo>
                  <a:pt x="8853" y="10366"/>
                  <a:pt x="9011" y="10523"/>
                  <a:pt x="9011" y="10681"/>
                </a:cubicBezTo>
                <a:cubicBezTo>
                  <a:pt x="9011" y="10870"/>
                  <a:pt x="8853" y="11027"/>
                  <a:pt x="8664" y="11027"/>
                </a:cubicBezTo>
                <a:cubicBezTo>
                  <a:pt x="8444" y="11027"/>
                  <a:pt x="8286" y="10870"/>
                  <a:pt x="8286" y="10681"/>
                </a:cubicBezTo>
                <a:cubicBezTo>
                  <a:pt x="8286" y="10492"/>
                  <a:pt x="8444" y="10334"/>
                  <a:pt x="8664" y="10334"/>
                </a:cubicBezTo>
                <a:close/>
                <a:moveTo>
                  <a:pt x="5892" y="0"/>
                </a:moveTo>
                <a:cubicBezTo>
                  <a:pt x="5703" y="0"/>
                  <a:pt x="5545" y="158"/>
                  <a:pt x="5545" y="379"/>
                </a:cubicBezTo>
                <a:lnTo>
                  <a:pt x="5545" y="883"/>
                </a:lnTo>
                <a:cubicBezTo>
                  <a:pt x="5419" y="914"/>
                  <a:pt x="5356" y="946"/>
                  <a:pt x="5230" y="1009"/>
                </a:cubicBezTo>
                <a:lnTo>
                  <a:pt x="4883" y="631"/>
                </a:lnTo>
                <a:cubicBezTo>
                  <a:pt x="4820" y="583"/>
                  <a:pt x="4734" y="560"/>
                  <a:pt x="4647" y="560"/>
                </a:cubicBezTo>
                <a:cubicBezTo>
                  <a:pt x="4561" y="560"/>
                  <a:pt x="4474" y="583"/>
                  <a:pt x="4411" y="631"/>
                </a:cubicBezTo>
                <a:lnTo>
                  <a:pt x="3434" y="1639"/>
                </a:lnTo>
                <a:cubicBezTo>
                  <a:pt x="3308" y="1733"/>
                  <a:pt x="3308" y="1985"/>
                  <a:pt x="3434" y="2111"/>
                </a:cubicBezTo>
                <a:lnTo>
                  <a:pt x="3781" y="2458"/>
                </a:lnTo>
                <a:cubicBezTo>
                  <a:pt x="3718" y="2521"/>
                  <a:pt x="3686" y="2647"/>
                  <a:pt x="3655" y="2773"/>
                </a:cubicBezTo>
                <a:lnTo>
                  <a:pt x="3151" y="2773"/>
                </a:lnTo>
                <a:cubicBezTo>
                  <a:pt x="2930" y="2773"/>
                  <a:pt x="2773" y="2930"/>
                  <a:pt x="2773" y="3119"/>
                </a:cubicBezTo>
                <a:lnTo>
                  <a:pt x="2773" y="4159"/>
                </a:lnTo>
                <a:lnTo>
                  <a:pt x="1985" y="4159"/>
                </a:lnTo>
                <a:lnTo>
                  <a:pt x="1765" y="2930"/>
                </a:lnTo>
                <a:cubicBezTo>
                  <a:pt x="1670" y="2458"/>
                  <a:pt x="1197" y="2111"/>
                  <a:pt x="693" y="2111"/>
                </a:cubicBezTo>
                <a:lnTo>
                  <a:pt x="347" y="2111"/>
                </a:lnTo>
                <a:cubicBezTo>
                  <a:pt x="158" y="2111"/>
                  <a:pt x="0" y="2269"/>
                  <a:pt x="0" y="2458"/>
                </a:cubicBezTo>
                <a:cubicBezTo>
                  <a:pt x="0" y="2647"/>
                  <a:pt x="158" y="2804"/>
                  <a:pt x="347" y="2804"/>
                </a:cubicBezTo>
                <a:lnTo>
                  <a:pt x="693" y="2804"/>
                </a:lnTo>
                <a:cubicBezTo>
                  <a:pt x="882" y="2804"/>
                  <a:pt x="1103" y="2930"/>
                  <a:pt x="1103" y="3088"/>
                </a:cubicBezTo>
                <a:lnTo>
                  <a:pt x="2080" y="8570"/>
                </a:lnTo>
                <a:cubicBezTo>
                  <a:pt x="1891" y="8759"/>
                  <a:pt x="1765" y="9042"/>
                  <a:pt x="1765" y="9357"/>
                </a:cubicBezTo>
                <a:cubicBezTo>
                  <a:pt x="1765" y="9861"/>
                  <a:pt x="2143" y="10366"/>
                  <a:pt x="2867" y="10366"/>
                </a:cubicBezTo>
                <a:cubicBezTo>
                  <a:pt x="2836" y="10492"/>
                  <a:pt x="2836" y="10618"/>
                  <a:pt x="2836" y="10712"/>
                </a:cubicBezTo>
                <a:cubicBezTo>
                  <a:pt x="2836" y="11279"/>
                  <a:pt x="3308" y="11752"/>
                  <a:pt x="3844" y="11752"/>
                </a:cubicBezTo>
                <a:cubicBezTo>
                  <a:pt x="4411" y="11752"/>
                  <a:pt x="4883" y="11279"/>
                  <a:pt x="4883" y="10712"/>
                </a:cubicBezTo>
                <a:cubicBezTo>
                  <a:pt x="4883" y="10618"/>
                  <a:pt x="4820" y="10492"/>
                  <a:pt x="4820" y="10366"/>
                </a:cubicBezTo>
                <a:lnTo>
                  <a:pt x="7719" y="10366"/>
                </a:lnTo>
                <a:cubicBezTo>
                  <a:pt x="7656" y="10492"/>
                  <a:pt x="7656" y="10618"/>
                  <a:pt x="7656" y="10712"/>
                </a:cubicBezTo>
                <a:cubicBezTo>
                  <a:pt x="7656" y="11279"/>
                  <a:pt x="8129" y="11752"/>
                  <a:pt x="8696" y="11752"/>
                </a:cubicBezTo>
                <a:cubicBezTo>
                  <a:pt x="9231" y="11752"/>
                  <a:pt x="9735" y="11279"/>
                  <a:pt x="9735" y="10712"/>
                </a:cubicBezTo>
                <a:cubicBezTo>
                  <a:pt x="9735" y="10618"/>
                  <a:pt x="9672" y="10492"/>
                  <a:pt x="9672" y="10366"/>
                </a:cubicBezTo>
                <a:lnTo>
                  <a:pt x="10082" y="10366"/>
                </a:lnTo>
                <a:cubicBezTo>
                  <a:pt x="10271" y="10366"/>
                  <a:pt x="10428" y="10208"/>
                  <a:pt x="10428" y="10019"/>
                </a:cubicBezTo>
                <a:cubicBezTo>
                  <a:pt x="10428" y="9830"/>
                  <a:pt x="10271" y="9672"/>
                  <a:pt x="10082" y="9672"/>
                </a:cubicBezTo>
                <a:lnTo>
                  <a:pt x="2867" y="9672"/>
                </a:lnTo>
                <a:cubicBezTo>
                  <a:pt x="2678" y="9672"/>
                  <a:pt x="2521" y="9515"/>
                  <a:pt x="2521" y="9294"/>
                </a:cubicBezTo>
                <a:cubicBezTo>
                  <a:pt x="2521" y="9137"/>
                  <a:pt x="2678" y="8948"/>
                  <a:pt x="2867" y="8948"/>
                </a:cubicBezTo>
                <a:lnTo>
                  <a:pt x="10082" y="8948"/>
                </a:lnTo>
                <a:cubicBezTo>
                  <a:pt x="10239" y="8948"/>
                  <a:pt x="10334" y="8885"/>
                  <a:pt x="10397" y="8727"/>
                </a:cubicBezTo>
                <a:lnTo>
                  <a:pt x="11720" y="4663"/>
                </a:lnTo>
                <a:cubicBezTo>
                  <a:pt x="11783" y="4537"/>
                  <a:pt x="11720" y="4411"/>
                  <a:pt x="11689" y="4348"/>
                </a:cubicBezTo>
                <a:cubicBezTo>
                  <a:pt x="11563" y="4191"/>
                  <a:pt x="11405" y="4191"/>
                  <a:pt x="11279" y="4191"/>
                </a:cubicBezTo>
                <a:lnTo>
                  <a:pt x="10397" y="4191"/>
                </a:lnTo>
                <a:lnTo>
                  <a:pt x="10397" y="3119"/>
                </a:lnTo>
                <a:cubicBezTo>
                  <a:pt x="10397" y="2930"/>
                  <a:pt x="10239" y="2773"/>
                  <a:pt x="10019" y="2773"/>
                </a:cubicBezTo>
                <a:lnTo>
                  <a:pt x="9515" y="2773"/>
                </a:lnTo>
                <a:cubicBezTo>
                  <a:pt x="9483" y="2647"/>
                  <a:pt x="9452" y="2584"/>
                  <a:pt x="9389" y="2458"/>
                </a:cubicBezTo>
                <a:lnTo>
                  <a:pt x="9767" y="2080"/>
                </a:lnTo>
                <a:cubicBezTo>
                  <a:pt x="9861" y="1985"/>
                  <a:pt x="9861" y="1733"/>
                  <a:pt x="9767" y="1607"/>
                </a:cubicBezTo>
                <a:lnTo>
                  <a:pt x="8759" y="631"/>
                </a:lnTo>
                <a:cubicBezTo>
                  <a:pt x="8711" y="568"/>
                  <a:pt x="8625" y="536"/>
                  <a:pt x="8534" y="536"/>
                </a:cubicBezTo>
                <a:cubicBezTo>
                  <a:pt x="8444" y="536"/>
                  <a:pt x="8349" y="568"/>
                  <a:pt x="8286" y="631"/>
                </a:cubicBezTo>
                <a:lnTo>
                  <a:pt x="7939" y="1009"/>
                </a:lnTo>
                <a:cubicBezTo>
                  <a:pt x="7876" y="946"/>
                  <a:pt x="7750" y="914"/>
                  <a:pt x="7624" y="883"/>
                </a:cubicBezTo>
                <a:lnTo>
                  <a:pt x="7624" y="379"/>
                </a:lnTo>
                <a:cubicBezTo>
                  <a:pt x="7624" y="158"/>
                  <a:pt x="7467" y="0"/>
                  <a:pt x="727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5" name="Google Shape;12548;p89">
            <a:extLst>
              <a:ext uri="{FF2B5EF4-FFF2-40B4-BE49-F238E27FC236}">
                <a16:creationId xmlns:a16="http://schemas.microsoft.com/office/drawing/2014/main" id="{04CB2596-DFC9-2FB4-E754-D4DE4BD31CCE}"/>
              </a:ext>
            </a:extLst>
          </p:cNvPr>
          <p:cNvSpPr/>
          <p:nvPr/>
        </p:nvSpPr>
        <p:spPr>
          <a:xfrm>
            <a:off x="5439143" y="2804479"/>
            <a:ext cx="139116" cy="139116"/>
          </a:xfrm>
          <a:custGeom>
            <a:avLst/>
            <a:gdLst/>
            <a:ahLst/>
            <a:cxnLst/>
            <a:rect l="l" t="t" r="r" b="b"/>
            <a:pathLst>
              <a:path w="3372" h="3372" extrusionOk="0">
                <a:moveTo>
                  <a:pt x="1701" y="631"/>
                </a:moveTo>
                <a:cubicBezTo>
                  <a:pt x="2237" y="631"/>
                  <a:pt x="2709" y="1103"/>
                  <a:pt x="2709" y="1639"/>
                </a:cubicBezTo>
                <a:cubicBezTo>
                  <a:pt x="2709" y="2206"/>
                  <a:pt x="2237" y="2679"/>
                  <a:pt x="1701" y="2679"/>
                </a:cubicBezTo>
                <a:cubicBezTo>
                  <a:pt x="1134" y="2679"/>
                  <a:pt x="662" y="2206"/>
                  <a:pt x="662" y="1639"/>
                </a:cubicBezTo>
                <a:cubicBezTo>
                  <a:pt x="662" y="1103"/>
                  <a:pt x="1134" y="631"/>
                  <a:pt x="1701" y="631"/>
                </a:cubicBezTo>
                <a:close/>
                <a:moveTo>
                  <a:pt x="1701" y="1"/>
                </a:moveTo>
                <a:cubicBezTo>
                  <a:pt x="756" y="1"/>
                  <a:pt x="0" y="725"/>
                  <a:pt x="0" y="1702"/>
                </a:cubicBezTo>
                <a:cubicBezTo>
                  <a:pt x="0" y="2647"/>
                  <a:pt x="756" y="3372"/>
                  <a:pt x="1701" y="3372"/>
                </a:cubicBezTo>
                <a:cubicBezTo>
                  <a:pt x="2646" y="3372"/>
                  <a:pt x="3371" y="2647"/>
                  <a:pt x="3371" y="1702"/>
                </a:cubicBezTo>
                <a:cubicBezTo>
                  <a:pt x="3371" y="725"/>
                  <a:pt x="2646" y="1"/>
                  <a:pt x="170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74" name="Google Shape;12553;p89">
            <a:extLst>
              <a:ext uri="{FF2B5EF4-FFF2-40B4-BE49-F238E27FC236}">
                <a16:creationId xmlns:a16="http://schemas.microsoft.com/office/drawing/2014/main" id="{5B65528F-7074-2C60-E1D0-9F2BC760D742}"/>
              </a:ext>
            </a:extLst>
          </p:cNvPr>
          <p:cNvSpPr/>
          <p:nvPr/>
        </p:nvSpPr>
        <p:spPr>
          <a:xfrm>
            <a:off x="8363862" y="2717900"/>
            <a:ext cx="482244" cy="480924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75" name="Google Shape;12565;p89">
            <a:extLst>
              <a:ext uri="{FF2B5EF4-FFF2-40B4-BE49-F238E27FC236}">
                <a16:creationId xmlns:a16="http://schemas.microsoft.com/office/drawing/2014/main" id="{FBD0555D-DF22-1252-E87F-51440AF6DB86}"/>
              </a:ext>
            </a:extLst>
          </p:cNvPr>
          <p:cNvSpPr/>
          <p:nvPr/>
        </p:nvSpPr>
        <p:spPr>
          <a:xfrm>
            <a:off x="2778861" y="2732341"/>
            <a:ext cx="491362" cy="452045"/>
          </a:xfrm>
          <a:custGeom>
            <a:avLst/>
            <a:gdLst/>
            <a:ahLst/>
            <a:cxnLst/>
            <a:rect l="l" t="t" r="r" b="b"/>
            <a:pathLst>
              <a:path w="11910" h="10957" extrusionOk="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0" name="Google Shape;12576;p89">
            <a:extLst>
              <a:ext uri="{FF2B5EF4-FFF2-40B4-BE49-F238E27FC236}">
                <a16:creationId xmlns:a16="http://schemas.microsoft.com/office/drawing/2014/main" id="{C96D5236-9BAA-96DB-9E9A-3CFCCAE3AFA9}"/>
              </a:ext>
            </a:extLst>
          </p:cNvPr>
          <p:cNvSpPr/>
          <p:nvPr/>
        </p:nvSpPr>
        <p:spPr>
          <a:xfrm>
            <a:off x="5908385" y="2716749"/>
            <a:ext cx="426343" cy="483565"/>
          </a:xfrm>
          <a:custGeom>
            <a:avLst/>
            <a:gdLst/>
            <a:ahLst/>
            <a:cxnLst/>
            <a:rect l="l" t="t" r="r" b="b"/>
            <a:pathLst>
              <a:path w="10334" h="11721" extrusionOk="0">
                <a:moveTo>
                  <a:pt x="6018" y="694"/>
                </a:moveTo>
                <a:cubicBezTo>
                  <a:pt x="6175" y="694"/>
                  <a:pt x="6301" y="757"/>
                  <a:pt x="6333" y="915"/>
                </a:cubicBezTo>
                <a:lnTo>
                  <a:pt x="6490" y="1450"/>
                </a:lnTo>
                <a:lnTo>
                  <a:pt x="3781" y="1450"/>
                </a:lnTo>
                <a:lnTo>
                  <a:pt x="3970" y="915"/>
                </a:lnTo>
                <a:cubicBezTo>
                  <a:pt x="4033" y="757"/>
                  <a:pt x="4127" y="694"/>
                  <a:pt x="4285" y="694"/>
                </a:cubicBezTo>
                <a:close/>
                <a:moveTo>
                  <a:pt x="9326" y="2049"/>
                </a:moveTo>
                <a:cubicBezTo>
                  <a:pt x="9546" y="2049"/>
                  <a:pt x="9704" y="2206"/>
                  <a:pt x="9704" y="2427"/>
                </a:cubicBezTo>
                <a:lnTo>
                  <a:pt x="9704" y="2773"/>
                </a:lnTo>
                <a:lnTo>
                  <a:pt x="756" y="2773"/>
                </a:lnTo>
                <a:lnTo>
                  <a:pt x="756" y="2427"/>
                </a:lnTo>
                <a:cubicBezTo>
                  <a:pt x="756" y="2206"/>
                  <a:pt x="914" y="2049"/>
                  <a:pt x="1103" y="2049"/>
                </a:cubicBezTo>
                <a:close/>
                <a:moveTo>
                  <a:pt x="8916" y="3498"/>
                </a:moveTo>
                <a:lnTo>
                  <a:pt x="8317" y="10681"/>
                </a:lnTo>
                <a:cubicBezTo>
                  <a:pt x="8317" y="10839"/>
                  <a:pt x="8160" y="10996"/>
                  <a:pt x="7971" y="10996"/>
                </a:cubicBezTo>
                <a:lnTo>
                  <a:pt x="2363" y="10996"/>
                </a:lnTo>
                <a:cubicBezTo>
                  <a:pt x="2174" y="10996"/>
                  <a:pt x="2048" y="10902"/>
                  <a:pt x="2016" y="10681"/>
                </a:cubicBezTo>
                <a:lnTo>
                  <a:pt x="1418" y="3498"/>
                </a:lnTo>
                <a:close/>
                <a:moveTo>
                  <a:pt x="4285" y="1"/>
                </a:moveTo>
                <a:cubicBezTo>
                  <a:pt x="3875" y="1"/>
                  <a:pt x="3466" y="285"/>
                  <a:pt x="3308" y="726"/>
                </a:cubicBezTo>
                <a:lnTo>
                  <a:pt x="3088" y="1450"/>
                </a:lnTo>
                <a:lnTo>
                  <a:pt x="1040" y="1450"/>
                </a:lnTo>
                <a:cubicBezTo>
                  <a:pt x="473" y="1450"/>
                  <a:pt x="0" y="1923"/>
                  <a:pt x="0" y="2458"/>
                </a:cubicBezTo>
                <a:lnTo>
                  <a:pt x="0" y="3120"/>
                </a:lnTo>
                <a:cubicBezTo>
                  <a:pt x="0" y="3341"/>
                  <a:pt x="158" y="3498"/>
                  <a:pt x="347" y="3498"/>
                </a:cubicBezTo>
                <a:lnTo>
                  <a:pt x="725" y="3498"/>
                </a:lnTo>
                <a:lnTo>
                  <a:pt x="1292" y="10776"/>
                </a:lnTo>
                <a:cubicBezTo>
                  <a:pt x="1355" y="11311"/>
                  <a:pt x="1764" y="11721"/>
                  <a:pt x="2331" y="11721"/>
                </a:cubicBezTo>
                <a:lnTo>
                  <a:pt x="7908" y="11721"/>
                </a:lnTo>
                <a:cubicBezTo>
                  <a:pt x="8475" y="11721"/>
                  <a:pt x="8916" y="11311"/>
                  <a:pt x="8948" y="10776"/>
                </a:cubicBezTo>
                <a:lnTo>
                  <a:pt x="9546" y="3498"/>
                </a:lnTo>
                <a:lnTo>
                  <a:pt x="9893" y="3498"/>
                </a:lnTo>
                <a:cubicBezTo>
                  <a:pt x="10082" y="3498"/>
                  <a:pt x="10239" y="3341"/>
                  <a:pt x="10239" y="3120"/>
                </a:cubicBezTo>
                <a:lnTo>
                  <a:pt x="10239" y="2458"/>
                </a:lnTo>
                <a:cubicBezTo>
                  <a:pt x="10334" y="1860"/>
                  <a:pt x="9861" y="1450"/>
                  <a:pt x="9294" y="1450"/>
                </a:cubicBezTo>
                <a:lnTo>
                  <a:pt x="7246" y="1450"/>
                </a:lnTo>
                <a:lnTo>
                  <a:pt x="7026" y="726"/>
                </a:lnTo>
                <a:cubicBezTo>
                  <a:pt x="6868" y="285"/>
                  <a:pt x="6490" y="1"/>
                  <a:pt x="601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1" name="Google Shape;12577;p89">
            <a:extLst>
              <a:ext uri="{FF2B5EF4-FFF2-40B4-BE49-F238E27FC236}">
                <a16:creationId xmlns:a16="http://schemas.microsoft.com/office/drawing/2014/main" id="{C422B08F-E52B-55C5-A614-80009BB035BB}"/>
              </a:ext>
            </a:extLst>
          </p:cNvPr>
          <p:cNvSpPr/>
          <p:nvPr/>
        </p:nvSpPr>
        <p:spPr>
          <a:xfrm>
            <a:off x="6024066" y="2888333"/>
            <a:ext cx="28632" cy="254799"/>
          </a:xfrm>
          <a:custGeom>
            <a:avLst/>
            <a:gdLst/>
            <a:ahLst/>
            <a:cxnLst/>
            <a:rect l="l" t="t" r="r" b="b"/>
            <a:pathLst>
              <a:path w="694" h="617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5829"/>
                </a:lnTo>
                <a:cubicBezTo>
                  <a:pt x="0" y="6018"/>
                  <a:pt x="158" y="6176"/>
                  <a:pt x="347" y="6176"/>
                </a:cubicBezTo>
                <a:cubicBezTo>
                  <a:pt x="536" y="6176"/>
                  <a:pt x="693" y="6018"/>
                  <a:pt x="693" y="5829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2" name="Google Shape;12578;p89">
            <a:extLst>
              <a:ext uri="{FF2B5EF4-FFF2-40B4-BE49-F238E27FC236}">
                <a16:creationId xmlns:a16="http://schemas.microsoft.com/office/drawing/2014/main" id="{6B5632C1-E3A6-EBC4-23BD-8291925F1CE6}"/>
              </a:ext>
            </a:extLst>
          </p:cNvPr>
          <p:cNvSpPr/>
          <p:nvPr/>
        </p:nvSpPr>
        <p:spPr>
          <a:xfrm>
            <a:off x="6108518" y="2888333"/>
            <a:ext cx="28632" cy="254799"/>
          </a:xfrm>
          <a:custGeom>
            <a:avLst/>
            <a:gdLst/>
            <a:ahLst/>
            <a:cxnLst/>
            <a:rect l="l" t="t" r="r" b="b"/>
            <a:pathLst>
              <a:path w="694" h="617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5829"/>
                </a:lnTo>
                <a:cubicBezTo>
                  <a:pt x="1" y="6018"/>
                  <a:pt x="158" y="6176"/>
                  <a:pt x="347" y="6176"/>
                </a:cubicBezTo>
                <a:cubicBezTo>
                  <a:pt x="536" y="6176"/>
                  <a:pt x="694" y="6018"/>
                  <a:pt x="694" y="5829"/>
                </a:cubicBezTo>
                <a:lnTo>
                  <a:pt x="694" y="347"/>
                </a:ln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83" name="Google Shape;12579;p89">
            <a:extLst>
              <a:ext uri="{FF2B5EF4-FFF2-40B4-BE49-F238E27FC236}">
                <a16:creationId xmlns:a16="http://schemas.microsoft.com/office/drawing/2014/main" id="{2E85F9DD-0A3A-5016-F98B-03925C44BB94}"/>
              </a:ext>
            </a:extLst>
          </p:cNvPr>
          <p:cNvSpPr/>
          <p:nvPr/>
        </p:nvSpPr>
        <p:spPr>
          <a:xfrm>
            <a:off x="6193010" y="2888333"/>
            <a:ext cx="28632" cy="254799"/>
          </a:xfrm>
          <a:custGeom>
            <a:avLst/>
            <a:gdLst/>
            <a:ahLst/>
            <a:cxnLst/>
            <a:rect l="l" t="t" r="r" b="b"/>
            <a:pathLst>
              <a:path w="694" h="617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5829"/>
                </a:lnTo>
                <a:cubicBezTo>
                  <a:pt x="1" y="6018"/>
                  <a:pt x="158" y="6176"/>
                  <a:pt x="347" y="6176"/>
                </a:cubicBezTo>
                <a:cubicBezTo>
                  <a:pt x="536" y="6176"/>
                  <a:pt x="694" y="6018"/>
                  <a:pt x="694" y="5829"/>
                </a:cubicBezTo>
                <a:lnTo>
                  <a:pt x="694" y="347"/>
                </a:ln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78" name="Google Shape;12606;p89">
            <a:extLst>
              <a:ext uri="{FF2B5EF4-FFF2-40B4-BE49-F238E27FC236}">
                <a16:creationId xmlns:a16="http://schemas.microsoft.com/office/drawing/2014/main" id="{CFB8599B-235A-243E-4F65-203F89B0DAB3}"/>
              </a:ext>
            </a:extLst>
          </p:cNvPr>
          <p:cNvSpPr/>
          <p:nvPr/>
        </p:nvSpPr>
        <p:spPr>
          <a:xfrm>
            <a:off x="1535778" y="2719988"/>
            <a:ext cx="480664" cy="476927"/>
          </a:xfrm>
          <a:custGeom>
            <a:avLst/>
            <a:gdLst/>
            <a:ahLst/>
            <a:cxnLst/>
            <a:rect l="l" t="t" r="r" b="b"/>
            <a:pathLst>
              <a:path w="10510" h="10427" extrusionOk="0">
                <a:moveTo>
                  <a:pt x="5269" y="1924"/>
                </a:moveTo>
                <a:cubicBezTo>
                  <a:pt x="6022" y="1924"/>
                  <a:pt x="6635" y="2454"/>
                  <a:pt x="6774" y="3151"/>
                </a:cubicBezTo>
                <a:lnTo>
                  <a:pt x="3791" y="3151"/>
                </a:lnTo>
                <a:cubicBezTo>
                  <a:pt x="3931" y="2454"/>
                  <a:pt x="4544" y="1924"/>
                  <a:pt x="5269" y="1924"/>
                </a:cubicBezTo>
                <a:close/>
                <a:moveTo>
                  <a:pt x="4962" y="3764"/>
                </a:moveTo>
                <a:lnTo>
                  <a:pt x="4962" y="9785"/>
                </a:lnTo>
                <a:cubicBezTo>
                  <a:pt x="3959" y="9646"/>
                  <a:pt x="3150" y="8754"/>
                  <a:pt x="3150" y="7694"/>
                </a:cubicBezTo>
                <a:lnTo>
                  <a:pt x="3150" y="4071"/>
                </a:lnTo>
                <a:cubicBezTo>
                  <a:pt x="3150" y="3903"/>
                  <a:pt x="3290" y="3764"/>
                  <a:pt x="3485" y="3764"/>
                </a:cubicBezTo>
                <a:close/>
                <a:moveTo>
                  <a:pt x="7109" y="3764"/>
                </a:moveTo>
                <a:cubicBezTo>
                  <a:pt x="7276" y="3764"/>
                  <a:pt x="7415" y="3903"/>
                  <a:pt x="7415" y="4071"/>
                </a:cubicBezTo>
                <a:lnTo>
                  <a:pt x="7415" y="7694"/>
                </a:lnTo>
                <a:cubicBezTo>
                  <a:pt x="7415" y="8754"/>
                  <a:pt x="6607" y="9646"/>
                  <a:pt x="5603" y="9785"/>
                </a:cubicBezTo>
                <a:lnTo>
                  <a:pt x="5603" y="3764"/>
                </a:lnTo>
                <a:close/>
                <a:moveTo>
                  <a:pt x="3987" y="1"/>
                </a:moveTo>
                <a:cubicBezTo>
                  <a:pt x="3819" y="1"/>
                  <a:pt x="3680" y="140"/>
                  <a:pt x="3680" y="307"/>
                </a:cubicBezTo>
                <a:lnTo>
                  <a:pt x="3680" y="921"/>
                </a:lnTo>
                <a:cubicBezTo>
                  <a:pt x="3680" y="1199"/>
                  <a:pt x="3819" y="1422"/>
                  <a:pt x="3987" y="1618"/>
                </a:cubicBezTo>
                <a:cubicBezTo>
                  <a:pt x="3513" y="1952"/>
                  <a:pt x="3150" y="2482"/>
                  <a:pt x="3095" y="3095"/>
                </a:cubicBezTo>
                <a:cubicBezTo>
                  <a:pt x="2732" y="3206"/>
                  <a:pt x="2453" y="3569"/>
                  <a:pt x="2453" y="3987"/>
                </a:cubicBezTo>
                <a:lnTo>
                  <a:pt x="2453" y="4294"/>
                </a:lnTo>
                <a:lnTo>
                  <a:pt x="1840" y="4294"/>
                </a:lnTo>
                <a:cubicBezTo>
                  <a:pt x="1450" y="4294"/>
                  <a:pt x="1115" y="4043"/>
                  <a:pt x="976" y="3652"/>
                </a:cubicBezTo>
                <a:lnTo>
                  <a:pt x="642" y="2677"/>
                </a:lnTo>
                <a:cubicBezTo>
                  <a:pt x="600" y="2551"/>
                  <a:pt x="511" y="2489"/>
                  <a:pt x="399" y="2489"/>
                </a:cubicBezTo>
                <a:cubicBezTo>
                  <a:pt x="361" y="2489"/>
                  <a:pt x="321" y="2496"/>
                  <a:pt x="279" y="2510"/>
                </a:cubicBezTo>
                <a:cubicBezTo>
                  <a:pt x="84" y="2565"/>
                  <a:pt x="28" y="2705"/>
                  <a:pt x="84" y="2900"/>
                </a:cubicBezTo>
                <a:lnTo>
                  <a:pt x="419" y="3875"/>
                </a:lnTo>
                <a:cubicBezTo>
                  <a:pt x="614" y="4489"/>
                  <a:pt x="1171" y="4907"/>
                  <a:pt x="1840" y="4907"/>
                </a:cubicBezTo>
                <a:lnTo>
                  <a:pt x="2453" y="4907"/>
                </a:lnTo>
                <a:lnTo>
                  <a:pt x="2453" y="6133"/>
                </a:lnTo>
                <a:lnTo>
                  <a:pt x="335" y="6133"/>
                </a:lnTo>
                <a:cubicBezTo>
                  <a:pt x="168" y="6133"/>
                  <a:pt x="28" y="6273"/>
                  <a:pt x="28" y="6440"/>
                </a:cubicBezTo>
                <a:cubicBezTo>
                  <a:pt x="28" y="6635"/>
                  <a:pt x="168" y="6775"/>
                  <a:pt x="335" y="6775"/>
                </a:cubicBezTo>
                <a:lnTo>
                  <a:pt x="2453" y="6775"/>
                </a:lnTo>
                <a:lnTo>
                  <a:pt x="2453" y="7667"/>
                </a:lnTo>
                <a:lnTo>
                  <a:pt x="2453" y="7973"/>
                </a:lnTo>
                <a:lnTo>
                  <a:pt x="1812" y="7973"/>
                </a:lnTo>
                <a:cubicBezTo>
                  <a:pt x="1143" y="7973"/>
                  <a:pt x="586" y="8391"/>
                  <a:pt x="363" y="9032"/>
                </a:cubicBezTo>
                <a:lnTo>
                  <a:pt x="56" y="10008"/>
                </a:lnTo>
                <a:cubicBezTo>
                  <a:pt x="0" y="10175"/>
                  <a:pt x="84" y="10315"/>
                  <a:pt x="223" y="10398"/>
                </a:cubicBezTo>
                <a:cubicBezTo>
                  <a:pt x="259" y="10408"/>
                  <a:pt x="292" y="10413"/>
                  <a:pt x="323" y="10413"/>
                </a:cubicBezTo>
                <a:cubicBezTo>
                  <a:pt x="466" y="10413"/>
                  <a:pt x="568" y="10317"/>
                  <a:pt x="614" y="10203"/>
                </a:cubicBezTo>
                <a:lnTo>
                  <a:pt x="920" y="9228"/>
                </a:lnTo>
                <a:cubicBezTo>
                  <a:pt x="1060" y="8865"/>
                  <a:pt x="1394" y="8614"/>
                  <a:pt x="1812" y="8614"/>
                </a:cubicBezTo>
                <a:lnTo>
                  <a:pt x="2593" y="8614"/>
                </a:lnTo>
                <a:cubicBezTo>
                  <a:pt x="2983" y="9646"/>
                  <a:pt x="3987" y="10426"/>
                  <a:pt x="5185" y="10426"/>
                </a:cubicBezTo>
                <a:cubicBezTo>
                  <a:pt x="6356" y="10426"/>
                  <a:pt x="7387" y="9646"/>
                  <a:pt x="7750" y="8614"/>
                </a:cubicBezTo>
                <a:lnTo>
                  <a:pt x="8586" y="8614"/>
                </a:lnTo>
                <a:cubicBezTo>
                  <a:pt x="8976" y="8614"/>
                  <a:pt x="9339" y="8837"/>
                  <a:pt x="9478" y="9228"/>
                </a:cubicBezTo>
                <a:lnTo>
                  <a:pt x="9785" y="10203"/>
                </a:lnTo>
                <a:cubicBezTo>
                  <a:pt x="9827" y="10351"/>
                  <a:pt x="9917" y="10419"/>
                  <a:pt x="10043" y="10419"/>
                </a:cubicBezTo>
                <a:cubicBezTo>
                  <a:pt x="10084" y="10419"/>
                  <a:pt x="10128" y="10412"/>
                  <a:pt x="10175" y="10398"/>
                </a:cubicBezTo>
                <a:cubicBezTo>
                  <a:pt x="10342" y="10315"/>
                  <a:pt x="10398" y="10175"/>
                  <a:pt x="10342" y="10008"/>
                </a:cubicBezTo>
                <a:lnTo>
                  <a:pt x="10119" y="9032"/>
                </a:lnTo>
                <a:cubicBezTo>
                  <a:pt x="9924" y="8391"/>
                  <a:pt x="9367" y="7973"/>
                  <a:pt x="8698" y="7973"/>
                </a:cubicBezTo>
                <a:lnTo>
                  <a:pt x="8001" y="7973"/>
                </a:lnTo>
                <a:lnTo>
                  <a:pt x="8001" y="7667"/>
                </a:lnTo>
                <a:lnTo>
                  <a:pt x="8001" y="6775"/>
                </a:lnTo>
                <a:lnTo>
                  <a:pt x="10175" y="6775"/>
                </a:lnTo>
                <a:cubicBezTo>
                  <a:pt x="10342" y="6775"/>
                  <a:pt x="10482" y="6635"/>
                  <a:pt x="10482" y="6440"/>
                </a:cubicBezTo>
                <a:cubicBezTo>
                  <a:pt x="10482" y="6273"/>
                  <a:pt x="10342" y="6133"/>
                  <a:pt x="10175" y="6133"/>
                </a:cubicBezTo>
                <a:lnTo>
                  <a:pt x="8001" y="6133"/>
                </a:lnTo>
                <a:lnTo>
                  <a:pt x="8001" y="4907"/>
                </a:lnTo>
                <a:lnTo>
                  <a:pt x="8698" y="4907"/>
                </a:lnTo>
                <a:cubicBezTo>
                  <a:pt x="9367" y="4907"/>
                  <a:pt x="9924" y="4489"/>
                  <a:pt x="10119" y="3875"/>
                </a:cubicBezTo>
                <a:lnTo>
                  <a:pt x="10454" y="2900"/>
                </a:lnTo>
                <a:cubicBezTo>
                  <a:pt x="10509" y="2705"/>
                  <a:pt x="10398" y="2565"/>
                  <a:pt x="10259" y="2510"/>
                </a:cubicBezTo>
                <a:cubicBezTo>
                  <a:pt x="10223" y="2498"/>
                  <a:pt x="10188" y="2492"/>
                  <a:pt x="10156" y="2492"/>
                </a:cubicBezTo>
                <a:cubicBezTo>
                  <a:pt x="10036" y="2492"/>
                  <a:pt x="9940" y="2567"/>
                  <a:pt x="9896" y="2677"/>
                </a:cubicBezTo>
                <a:lnTo>
                  <a:pt x="9562" y="3652"/>
                </a:lnTo>
                <a:cubicBezTo>
                  <a:pt x="9422" y="4043"/>
                  <a:pt x="9116" y="4294"/>
                  <a:pt x="8698" y="4294"/>
                </a:cubicBezTo>
                <a:lnTo>
                  <a:pt x="8001" y="4294"/>
                </a:lnTo>
                <a:lnTo>
                  <a:pt x="8001" y="3987"/>
                </a:lnTo>
                <a:cubicBezTo>
                  <a:pt x="8001" y="3597"/>
                  <a:pt x="7750" y="3234"/>
                  <a:pt x="7387" y="3095"/>
                </a:cubicBezTo>
                <a:cubicBezTo>
                  <a:pt x="7304" y="2482"/>
                  <a:pt x="6969" y="1952"/>
                  <a:pt x="6468" y="1618"/>
                </a:cubicBezTo>
                <a:cubicBezTo>
                  <a:pt x="6691" y="1422"/>
                  <a:pt x="6774" y="1199"/>
                  <a:pt x="6774" y="921"/>
                </a:cubicBezTo>
                <a:lnTo>
                  <a:pt x="6774" y="307"/>
                </a:lnTo>
                <a:cubicBezTo>
                  <a:pt x="6774" y="140"/>
                  <a:pt x="6635" y="1"/>
                  <a:pt x="6468" y="1"/>
                </a:cubicBezTo>
                <a:cubicBezTo>
                  <a:pt x="6300" y="1"/>
                  <a:pt x="6161" y="140"/>
                  <a:pt x="6161" y="307"/>
                </a:cubicBezTo>
                <a:lnTo>
                  <a:pt x="6161" y="921"/>
                </a:lnTo>
                <a:cubicBezTo>
                  <a:pt x="6161" y="1088"/>
                  <a:pt x="6022" y="1255"/>
                  <a:pt x="5854" y="1255"/>
                </a:cubicBezTo>
                <a:lnTo>
                  <a:pt x="4628" y="1255"/>
                </a:lnTo>
                <a:cubicBezTo>
                  <a:pt x="4488" y="1255"/>
                  <a:pt x="4321" y="1088"/>
                  <a:pt x="4321" y="921"/>
                </a:cubicBezTo>
                <a:lnTo>
                  <a:pt x="4321" y="307"/>
                </a:lnTo>
                <a:cubicBezTo>
                  <a:pt x="4321" y="140"/>
                  <a:pt x="4182" y="1"/>
                  <a:pt x="39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79" name="Google Shape;12607;p89">
            <a:extLst>
              <a:ext uri="{FF2B5EF4-FFF2-40B4-BE49-F238E27FC236}">
                <a16:creationId xmlns:a16="http://schemas.microsoft.com/office/drawing/2014/main" id="{DA196168-C841-E510-F626-E82BE9AD5321}"/>
              </a:ext>
            </a:extLst>
          </p:cNvPr>
          <p:cNvSpPr/>
          <p:nvPr/>
        </p:nvSpPr>
        <p:spPr>
          <a:xfrm flipH="1">
            <a:off x="1535778" y="2719988"/>
            <a:ext cx="480664" cy="476927"/>
          </a:xfrm>
          <a:custGeom>
            <a:avLst/>
            <a:gdLst/>
            <a:ahLst/>
            <a:cxnLst/>
            <a:rect l="l" t="t" r="r" b="b"/>
            <a:pathLst>
              <a:path w="10510" h="10427" extrusionOk="0">
                <a:moveTo>
                  <a:pt x="5269" y="1924"/>
                </a:moveTo>
                <a:cubicBezTo>
                  <a:pt x="6022" y="1924"/>
                  <a:pt x="6635" y="2454"/>
                  <a:pt x="6774" y="3151"/>
                </a:cubicBezTo>
                <a:lnTo>
                  <a:pt x="3791" y="3151"/>
                </a:lnTo>
                <a:cubicBezTo>
                  <a:pt x="3931" y="2454"/>
                  <a:pt x="4544" y="1924"/>
                  <a:pt x="5269" y="1924"/>
                </a:cubicBezTo>
                <a:close/>
                <a:moveTo>
                  <a:pt x="4962" y="3764"/>
                </a:moveTo>
                <a:lnTo>
                  <a:pt x="4962" y="9785"/>
                </a:lnTo>
                <a:cubicBezTo>
                  <a:pt x="3959" y="9646"/>
                  <a:pt x="3150" y="8754"/>
                  <a:pt x="3150" y="7694"/>
                </a:cubicBezTo>
                <a:lnTo>
                  <a:pt x="3150" y="4071"/>
                </a:lnTo>
                <a:cubicBezTo>
                  <a:pt x="3150" y="3903"/>
                  <a:pt x="3290" y="3764"/>
                  <a:pt x="3485" y="3764"/>
                </a:cubicBezTo>
                <a:close/>
                <a:moveTo>
                  <a:pt x="7109" y="3764"/>
                </a:moveTo>
                <a:cubicBezTo>
                  <a:pt x="7276" y="3764"/>
                  <a:pt x="7415" y="3903"/>
                  <a:pt x="7415" y="4071"/>
                </a:cubicBezTo>
                <a:lnTo>
                  <a:pt x="7415" y="7694"/>
                </a:lnTo>
                <a:cubicBezTo>
                  <a:pt x="7415" y="8754"/>
                  <a:pt x="6607" y="9646"/>
                  <a:pt x="5603" y="9785"/>
                </a:cubicBezTo>
                <a:lnTo>
                  <a:pt x="5603" y="3764"/>
                </a:lnTo>
                <a:close/>
                <a:moveTo>
                  <a:pt x="3987" y="1"/>
                </a:moveTo>
                <a:cubicBezTo>
                  <a:pt x="3819" y="1"/>
                  <a:pt x="3680" y="140"/>
                  <a:pt x="3680" y="307"/>
                </a:cubicBezTo>
                <a:lnTo>
                  <a:pt x="3680" y="921"/>
                </a:lnTo>
                <a:cubicBezTo>
                  <a:pt x="3680" y="1199"/>
                  <a:pt x="3819" y="1422"/>
                  <a:pt x="3987" y="1618"/>
                </a:cubicBezTo>
                <a:cubicBezTo>
                  <a:pt x="3513" y="1952"/>
                  <a:pt x="3150" y="2482"/>
                  <a:pt x="3095" y="3095"/>
                </a:cubicBezTo>
                <a:cubicBezTo>
                  <a:pt x="2732" y="3206"/>
                  <a:pt x="2453" y="3569"/>
                  <a:pt x="2453" y="3987"/>
                </a:cubicBezTo>
                <a:lnTo>
                  <a:pt x="2453" y="4294"/>
                </a:lnTo>
                <a:lnTo>
                  <a:pt x="1840" y="4294"/>
                </a:lnTo>
                <a:cubicBezTo>
                  <a:pt x="1450" y="4294"/>
                  <a:pt x="1115" y="4043"/>
                  <a:pt x="976" y="3652"/>
                </a:cubicBezTo>
                <a:lnTo>
                  <a:pt x="642" y="2677"/>
                </a:lnTo>
                <a:cubicBezTo>
                  <a:pt x="600" y="2551"/>
                  <a:pt x="511" y="2489"/>
                  <a:pt x="399" y="2489"/>
                </a:cubicBezTo>
                <a:cubicBezTo>
                  <a:pt x="361" y="2489"/>
                  <a:pt x="321" y="2496"/>
                  <a:pt x="279" y="2510"/>
                </a:cubicBezTo>
                <a:cubicBezTo>
                  <a:pt x="84" y="2565"/>
                  <a:pt x="28" y="2705"/>
                  <a:pt x="84" y="2900"/>
                </a:cubicBezTo>
                <a:lnTo>
                  <a:pt x="419" y="3875"/>
                </a:lnTo>
                <a:cubicBezTo>
                  <a:pt x="614" y="4489"/>
                  <a:pt x="1171" y="4907"/>
                  <a:pt x="1840" y="4907"/>
                </a:cubicBezTo>
                <a:lnTo>
                  <a:pt x="2453" y="4907"/>
                </a:lnTo>
                <a:lnTo>
                  <a:pt x="2453" y="6133"/>
                </a:lnTo>
                <a:lnTo>
                  <a:pt x="335" y="6133"/>
                </a:lnTo>
                <a:cubicBezTo>
                  <a:pt x="168" y="6133"/>
                  <a:pt x="28" y="6273"/>
                  <a:pt x="28" y="6440"/>
                </a:cubicBezTo>
                <a:cubicBezTo>
                  <a:pt x="28" y="6635"/>
                  <a:pt x="168" y="6775"/>
                  <a:pt x="335" y="6775"/>
                </a:cubicBezTo>
                <a:lnTo>
                  <a:pt x="2453" y="6775"/>
                </a:lnTo>
                <a:lnTo>
                  <a:pt x="2453" y="7667"/>
                </a:lnTo>
                <a:lnTo>
                  <a:pt x="2453" y="7973"/>
                </a:lnTo>
                <a:lnTo>
                  <a:pt x="1812" y="7973"/>
                </a:lnTo>
                <a:cubicBezTo>
                  <a:pt x="1143" y="7973"/>
                  <a:pt x="586" y="8391"/>
                  <a:pt x="363" y="9032"/>
                </a:cubicBezTo>
                <a:lnTo>
                  <a:pt x="56" y="10008"/>
                </a:lnTo>
                <a:cubicBezTo>
                  <a:pt x="0" y="10175"/>
                  <a:pt x="84" y="10315"/>
                  <a:pt x="223" y="10398"/>
                </a:cubicBezTo>
                <a:cubicBezTo>
                  <a:pt x="259" y="10408"/>
                  <a:pt x="292" y="10413"/>
                  <a:pt x="323" y="10413"/>
                </a:cubicBezTo>
                <a:cubicBezTo>
                  <a:pt x="466" y="10413"/>
                  <a:pt x="568" y="10317"/>
                  <a:pt x="614" y="10203"/>
                </a:cubicBezTo>
                <a:lnTo>
                  <a:pt x="920" y="9228"/>
                </a:lnTo>
                <a:cubicBezTo>
                  <a:pt x="1060" y="8865"/>
                  <a:pt x="1394" y="8614"/>
                  <a:pt x="1812" y="8614"/>
                </a:cubicBezTo>
                <a:lnTo>
                  <a:pt x="2593" y="8614"/>
                </a:lnTo>
                <a:cubicBezTo>
                  <a:pt x="2983" y="9646"/>
                  <a:pt x="3987" y="10426"/>
                  <a:pt x="5185" y="10426"/>
                </a:cubicBezTo>
                <a:cubicBezTo>
                  <a:pt x="6356" y="10426"/>
                  <a:pt x="7387" y="9646"/>
                  <a:pt x="7750" y="8614"/>
                </a:cubicBezTo>
                <a:lnTo>
                  <a:pt x="8586" y="8614"/>
                </a:lnTo>
                <a:cubicBezTo>
                  <a:pt x="8976" y="8614"/>
                  <a:pt x="9339" y="8837"/>
                  <a:pt x="9478" y="9228"/>
                </a:cubicBezTo>
                <a:lnTo>
                  <a:pt x="9785" y="10203"/>
                </a:lnTo>
                <a:cubicBezTo>
                  <a:pt x="9827" y="10351"/>
                  <a:pt x="9917" y="10419"/>
                  <a:pt x="10043" y="10419"/>
                </a:cubicBezTo>
                <a:cubicBezTo>
                  <a:pt x="10084" y="10419"/>
                  <a:pt x="10128" y="10412"/>
                  <a:pt x="10175" y="10398"/>
                </a:cubicBezTo>
                <a:cubicBezTo>
                  <a:pt x="10342" y="10315"/>
                  <a:pt x="10398" y="10175"/>
                  <a:pt x="10342" y="10008"/>
                </a:cubicBezTo>
                <a:lnTo>
                  <a:pt x="10119" y="9032"/>
                </a:lnTo>
                <a:cubicBezTo>
                  <a:pt x="9924" y="8391"/>
                  <a:pt x="9367" y="7973"/>
                  <a:pt x="8698" y="7973"/>
                </a:cubicBezTo>
                <a:lnTo>
                  <a:pt x="8001" y="7973"/>
                </a:lnTo>
                <a:lnTo>
                  <a:pt x="8001" y="7667"/>
                </a:lnTo>
                <a:lnTo>
                  <a:pt x="8001" y="6775"/>
                </a:lnTo>
                <a:lnTo>
                  <a:pt x="10175" y="6775"/>
                </a:lnTo>
                <a:cubicBezTo>
                  <a:pt x="10342" y="6775"/>
                  <a:pt x="10482" y="6635"/>
                  <a:pt x="10482" y="6440"/>
                </a:cubicBezTo>
                <a:cubicBezTo>
                  <a:pt x="10482" y="6273"/>
                  <a:pt x="10342" y="6133"/>
                  <a:pt x="10175" y="6133"/>
                </a:cubicBezTo>
                <a:lnTo>
                  <a:pt x="8001" y="6133"/>
                </a:lnTo>
                <a:lnTo>
                  <a:pt x="8001" y="4907"/>
                </a:lnTo>
                <a:lnTo>
                  <a:pt x="8698" y="4907"/>
                </a:lnTo>
                <a:cubicBezTo>
                  <a:pt x="9367" y="4907"/>
                  <a:pt x="9924" y="4489"/>
                  <a:pt x="10119" y="3875"/>
                </a:cubicBezTo>
                <a:lnTo>
                  <a:pt x="10454" y="2900"/>
                </a:lnTo>
                <a:cubicBezTo>
                  <a:pt x="10509" y="2705"/>
                  <a:pt x="10398" y="2565"/>
                  <a:pt x="10259" y="2510"/>
                </a:cubicBezTo>
                <a:cubicBezTo>
                  <a:pt x="10223" y="2498"/>
                  <a:pt x="10188" y="2492"/>
                  <a:pt x="10156" y="2492"/>
                </a:cubicBezTo>
                <a:cubicBezTo>
                  <a:pt x="10036" y="2492"/>
                  <a:pt x="9940" y="2567"/>
                  <a:pt x="9896" y="2677"/>
                </a:cubicBezTo>
                <a:lnTo>
                  <a:pt x="9562" y="3652"/>
                </a:lnTo>
                <a:cubicBezTo>
                  <a:pt x="9422" y="4043"/>
                  <a:pt x="9116" y="4294"/>
                  <a:pt x="8698" y="4294"/>
                </a:cubicBezTo>
                <a:lnTo>
                  <a:pt x="8001" y="4294"/>
                </a:lnTo>
                <a:lnTo>
                  <a:pt x="8001" y="3987"/>
                </a:lnTo>
                <a:cubicBezTo>
                  <a:pt x="8001" y="3597"/>
                  <a:pt x="7750" y="3234"/>
                  <a:pt x="7387" y="3095"/>
                </a:cubicBezTo>
                <a:cubicBezTo>
                  <a:pt x="7304" y="2482"/>
                  <a:pt x="6969" y="1952"/>
                  <a:pt x="6468" y="1618"/>
                </a:cubicBezTo>
                <a:cubicBezTo>
                  <a:pt x="6691" y="1422"/>
                  <a:pt x="6774" y="1199"/>
                  <a:pt x="6774" y="921"/>
                </a:cubicBezTo>
                <a:lnTo>
                  <a:pt x="6774" y="307"/>
                </a:lnTo>
                <a:cubicBezTo>
                  <a:pt x="6774" y="140"/>
                  <a:pt x="6635" y="1"/>
                  <a:pt x="6468" y="1"/>
                </a:cubicBezTo>
                <a:cubicBezTo>
                  <a:pt x="6300" y="1"/>
                  <a:pt x="6161" y="140"/>
                  <a:pt x="6161" y="307"/>
                </a:cubicBezTo>
                <a:lnTo>
                  <a:pt x="6161" y="921"/>
                </a:lnTo>
                <a:cubicBezTo>
                  <a:pt x="6161" y="1088"/>
                  <a:pt x="6022" y="1255"/>
                  <a:pt x="5854" y="1255"/>
                </a:cubicBezTo>
                <a:lnTo>
                  <a:pt x="4628" y="1255"/>
                </a:lnTo>
                <a:cubicBezTo>
                  <a:pt x="4488" y="1255"/>
                  <a:pt x="4321" y="1088"/>
                  <a:pt x="4321" y="921"/>
                </a:cubicBezTo>
                <a:lnTo>
                  <a:pt x="4321" y="307"/>
                </a:lnTo>
                <a:cubicBezTo>
                  <a:pt x="4321" y="140"/>
                  <a:pt x="4182" y="1"/>
                  <a:pt x="39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61" name="Google Shape;12609;p89">
            <a:extLst>
              <a:ext uri="{FF2B5EF4-FFF2-40B4-BE49-F238E27FC236}">
                <a16:creationId xmlns:a16="http://schemas.microsoft.com/office/drawing/2014/main" id="{F9611A71-3B2E-8A86-CBF6-834A64179A70}"/>
              </a:ext>
            </a:extLst>
          </p:cNvPr>
          <p:cNvSpPr/>
          <p:nvPr/>
        </p:nvSpPr>
        <p:spPr>
          <a:xfrm>
            <a:off x="7288541" y="5028711"/>
            <a:ext cx="164427" cy="163729"/>
          </a:xfrm>
          <a:custGeom>
            <a:avLst/>
            <a:gdLst/>
            <a:ahLst/>
            <a:cxnLst/>
            <a:rect l="l" t="t" r="r" b="b"/>
            <a:pathLst>
              <a:path w="7056" h="7026" extrusionOk="0">
                <a:moveTo>
                  <a:pt x="4114" y="2928"/>
                </a:moveTo>
                <a:lnTo>
                  <a:pt x="4114" y="4099"/>
                </a:lnTo>
                <a:lnTo>
                  <a:pt x="2943" y="4099"/>
                </a:lnTo>
                <a:lnTo>
                  <a:pt x="2943" y="2928"/>
                </a:lnTo>
                <a:close/>
                <a:moveTo>
                  <a:pt x="2354" y="1"/>
                </a:moveTo>
                <a:cubicBezTo>
                  <a:pt x="2032" y="1"/>
                  <a:pt x="1771" y="263"/>
                  <a:pt x="1771" y="586"/>
                </a:cubicBezTo>
                <a:lnTo>
                  <a:pt x="1771" y="1757"/>
                </a:lnTo>
                <a:lnTo>
                  <a:pt x="618" y="1757"/>
                </a:lnTo>
                <a:cubicBezTo>
                  <a:pt x="301" y="1757"/>
                  <a:pt x="31" y="1999"/>
                  <a:pt x="17" y="2314"/>
                </a:cubicBezTo>
                <a:cubicBezTo>
                  <a:pt x="1" y="2650"/>
                  <a:pt x="268" y="2928"/>
                  <a:pt x="600" y="2928"/>
                </a:cubicBezTo>
                <a:lnTo>
                  <a:pt x="1771" y="2928"/>
                </a:lnTo>
                <a:lnTo>
                  <a:pt x="1771" y="4099"/>
                </a:lnTo>
                <a:lnTo>
                  <a:pt x="618" y="4099"/>
                </a:lnTo>
                <a:cubicBezTo>
                  <a:pt x="301" y="4099"/>
                  <a:pt x="31" y="4341"/>
                  <a:pt x="17" y="4656"/>
                </a:cubicBezTo>
                <a:cubicBezTo>
                  <a:pt x="1" y="4992"/>
                  <a:pt x="268" y="5270"/>
                  <a:pt x="600" y="5270"/>
                </a:cubicBezTo>
                <a:lnTo>
                  <a:pt x="1771" y="5270"/>
                </a:lnTo>
                <a:lnTo>
                  <a:pt x="1771" y="6423"/>
                </a:lnTo>
                <a:cubicBezTo>
                  <a:pt x="1771" y="6738"/>
                  <a:pt x="2014" y="7011"/>
                  <a:pt x="2329" y="7025"/>
                </a:cubicBezTo>
                <a:cubicBezTo>
                  <a:pt x="2338" y="7025"/>
                  <a:pt x="2348" y="7025"/>
                  <a:pt x="2357" y="7025"/>
                </a:cubicBezTo>
                <a:cubicBezTo>
                  <a:pt x="2680" y="7025"/>
                  <a:pt x="2943" y="6764"/>
                  <a:pt x="2943" y="6441"/>
                </a:cubicBezTo>
                <a:lnTo>
                  <a:pt x="2943" y="5270"/>
                </a:lnTo>
                <a:lnTo>
                  <a:pt x="4114" y="5270"/>
                </a:lnTo>
                <a:lnTo>
                  <a:pt x="4114" y="6423"/>
                </a:lnTo>
                <a:cubicBezTo>
                  <a:pt x="4114" y="6738"/>
                  <a:pt x="4356" y="7011"/>
                  <a:pt x="4671" y="7025"/>
                </a:cubicBezTo>
                <a:cubicBezTo>
                  <a:pt x="4680" y="7025"/>
                  <a:pt x="4690" y="7025"/>
                  <a:pt x="4699" y="7025"/>
                </a:cubicBezTo>
                <a:cubicBezTo>
                  <a:pt x="5023" y="7025"/>
                  <a:pt x="5285" y="6764"/>
                  <a:pt x="5285" y="6441"/>
                </a:cubicBezTo>
                <a:lnTo>
                  <a:pt x="5285" y="5270"/>
                </a:lnTo>
                <a:lnTo>
                  <a:pt x="6456" y="5270"/>
                </a:lnTo>
                <a:cubicBezTo>
                  <a:pt x="6788" y="5270"/>
                  <a:pt x="7056" y="4992"/>
                  <a:pt x="7040" y="4656"/>
                </a:cubicBezTo>
                <a:cubicBezTo>
                  <a:pt x="7025" y="4341"/>
                  <a:pt x="6753" y="4099"/>
                  <a:pt x="6438" y="4099"/>
                </a:cubicBezTo>
                <a:lnTo>
                  <a:pt x="5285" y="4099"/>
                </a:lnTo>
                <a:lnTo>
                  <a:pt x="5285" y="2928"/>
                </a:lnTo>
                <a:lnTo>
                  <a:pt x="6438" y="2928"/>
                </a:lnTo>
                <a:cubicBezTo>
                  <a:pt x="6753" y="2928"/>
                  <a:pt x="7025" y="2685"/>
                  <a:pt x="7040" y="2370"/>
                </a:cubicBezTo>
                <a:cubicBezTo>
                  <a:pt x="7056" y="2034"/>
                  <a:pt x="6788" y="1757"/>
                  <a:pt x="6456" y="1757"/>
                </a:cubicBezTo>
                <a:lnTo>
                  <a:pt x="5285" y="1757"/>
                </a:lnTo>
                <a:lnTo>
                  <a:pt x="5285" y="603"/>
                </a:lnTo>
                <a:cubicBezTo>
                  <a:pt x="5285" y="287"/>
                  <a:pt x="5042" y="16"/>
                  <a:pt x="4727" y="2"/>
                </a:cubicBezTo>
                <a:cubicBezTo>
                  <a:pt x="4717" y="1"/>
                  <a:pt x="4707" y="1"/>
                  <a:pt x="4696" y="1"/>
                </a:cubicBezTo>
                <a:cubicBezTo>
                  <a:pt x="4374" y="1"/>
                  <a:pt x="4114" y="263"/>
                  <a:pt x="4114" y="586"/>
                </a:cubicBezTo>
                <a:lnTo>
                  <a:pt x="4114" y="1757"/>
                </a:lnTo>
                <a:lnTo>
                  <a:pt x="2943" y="1757"/>
                </a:lnTo>
                <a:lnTo>
                  <a:pt x="2943" y="603"/>
                </a:lnTo>
                <a:cubicBezTo>
                  <a:pt x="2943" y="287"/>
                  <a:pt x="2700" y="16"/>
                  <a:pt x="2385" y="2"/>
                </a:cubicBezTo>
                <a:cubicBezTo>
                  <a:pt x="2375" y="1"/>
                  <a:pt x="2364" y="1"/>
                  <a:pt x="235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62" name="Google Shape;12610;p89">
            <a:extLst>
              <a:ext uri="{FF2B5EF4-FFF2-40B4-BE49-F238E27FC236}">
                <a16:creationId xmlns:a16="http://schemas.microsoft.com/office/drawing/2014/main" id="{17F22721-0B91-CDA9-C7CD-67BE2D1594F9}"/>
              </a:ext>
            </a:extLst>
          </p:cNvPr>
          <p:cNvSpPr/>
          <p:nvPr/>
        </p:nvSpPr>
        <p:spPr>
          <a:xfrm>
            <a:off x="7244244" y="5206043"/>
            <a:ext cx="253072" cy="85733"/>
          </a:xfrm>
          <a:custGeom>
            <a:avLst/>
            <a:gdLst/>
            <a:ahLst/>
            <a:cxnLst/>
            <a:rect l="l" t="t" r="r" b="b"/>
            <a:pathLst>
              <a:path w="10860" h="3679" extrusionOk="0">
                <a:moveTo>
                  <a:pt x="747" y="0"/>
                </a:moveTo>
                <a:cubicBezTo>
                  <a:pt x="280" y="0"/>
                  <a:pt x="0" y="520"/>
                  <a:pt x="258" y="910"/>
                </a:cubicBezTo>
                <a:cubicBezTo>
                  <a:pt x="1470" y="2730"/>
                  <a:pt x="3430" y="3678"/>
                  <a:pt x="5429" y="3678"/>
                </a:cubicBezTo>
                <a:cubicBezTo>
                  <a:pt x="7423" y="3678"/>
                  <a:pt x="9385" y="2733"/>
                  <a:pt x="10600" y="911"/>
                </a:cubicBezTo>
                <a:cubicBezTo>
                  <a:pt x="10860" y="523"/>
                  <a:pt x="10578" y="2"/>
                  <a:pt x="10116" y="2"/>
                </a:cubicBezTo>
                <a:cubicBezTo>
                  <a:pt x="10115" y="2"/>
                  <a:pt x="10114" y="2"/>
                  <a:pt x="10113" y="2"/>
                </a:cubicBezTo>
                <a:cubicBezTo>
                  <a:pt x="9924" y="2"/>
                  <a:pt x="9738" y="92"/>
                  <a:pt x="9625" y="262"/>
                </a:cubicBezTo>
                <a:cubicBezTo>
                  <a:pt x="8688" y="1668"/>
                  <a:pt x="7119" y="2507"/>
                  <a:pt x="5429" y="2507"/>
                </a:cubicBezTo>
                <a:cubicBezTo>
                  <a:pt x="3740" y="2507"/>
                  <a:pt x="2172" y="1668"/>
                  <a:pt x="1235" y="264"/>
                </a:cubicBezTo>
                <a:cubicBezTo>
                  <a:pt x="1125" y="101"/>
                  <a:pt x="943" y="0"/>
                  <a:pt x="7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63" name="Google Shape;12611;p89">
            <a:extLst>
              <a:ext uri="{FF2B5EF4-FFF2-40B4-BE49-F238E27FC236}">
                <a16:creationId xmlns:a16="http://schemas.microsoft.com/office/drawing/2014/main" id="{D46E96C4-30A7-D418-1E49-8638267B13DF}"/>
              </a:ext>
            </a:extLst>
          </p:cNvPr>
          <p:cNvSpPr/>
          <p:nvPr/>
        </p:nvSpPr>
        <p:spPr>
          <a:xfrm>
            <a:off x="7166114" y="4959619"/>
            <a:ext cx="409297" cy="465644"/>
          </a:xfrm>
          <a:custGeom>
            <a:avLst/>
            <a:gdLst/>
            <a:ahLst/>
            <a:cxnLst/>
            <a:rect l="l" t="t" r="r" b="b"/>
            <a:pathLst>
              <a:path w="17564" h="19982" extrusionOk="0">
                <a:moveTo>
                  <a:pt x="14636" y="1169"/>
                </a:moveTo>
                <a:cubicBezTo>
                  <a:pt x="15587" y="1169"/>
                  <a:pt x="16392" y="1992"/>
                  <a:pt x="16392" y="2965"/>
                </a:cubicBezTo>
                <a:lnTo>
                  <a:pt x="16392" y="14674"/>
                </a:lnTo>
                <a:cubicBezTo>
                  <a:pt x="16392" y="15643"/>
                  <a:pt x="15607" y="16431"/>
                  <a:pt x="14636" y="16431"/>
                </a:cubicBezTo>
                <a:lnTo>
                  <a:pt x="11124" y="16431"/>
                </a:lnTo>
                <a:cubicBezTo>
                  <a:pt x="10967" y="16431"/>
                  <a:pt x="10816" y="16493"/>
                  <a:pt x="10707" y="16604"/>
                </a:cubicBezTo>
                <a:lnTo>
                  <a:pt x="8782" y="18561"/>
                </a:lnTo>
                <a:lnTo>
                  <a:pt x="6857" y="16604"/>
                </a:lnTo>
                <a:cubicBezTo>
                  <a:pt x="6748" y="16493"/>
                  <a:pt x="6597" y="16431"/>
                  <a:pt x="6440" y="16431"/>
                </a:cubicBezTo>
                <a:lnTo>
                  <a:pt x="2928" y="16431"/>
                </a:lnTo>
                <a:cubicBezTo>
                  <a:pt x="1959" y="16431"/>
                  <a:pt x="1172" y="15643"/>
                  <a:pt x="1172" y="14674"/>
                </a:cubicBezTo>
                <a:lnTo>
                  <a:pt x="1172" y="2965"/>
                </a:lnTo>
                <a:cubicBezTo>
                  <a:pt x="1172" y="1992"/>
                  <a:pt x="1977" y="1169"/>
                  <a:pt x="2928" y="1169"/>
                </a:cubicBezTo>
                <a:close/>
                <a:moveTo>
                  <a:pt x="2928" y="0"/>
                </a:moveTo>
                <a:cubicBezTo>
                  <a:pt x="1310" y="0"/>
                  <a:pt x="1" y="1346"/>
                  <a:pt x="1" y="2965"/>
                </a:cubicBezTo>
                <a:lnTo>
                  <a:pt x="1" y="14674"/>
                </a:lnTo>
                <a:cubicBezTo>
                  <a:pt x="1" y="16291"/>
                  <a:pt x="1312" y="17600"/>
                  <a:pt x="2928" y="17600"/>
                </a:cubicBezTo>
                <a:lnTo>
                  <a:pt x="6196" y="17600"/>
                </a:lnTo>
                <a:lnTo>
                  <a:pt x="8365" y="19806"/>
                </a:lnTo>
                <a:cubicBezTo>
                  <a:pt x="8474" y="19919"/>
                  <a:pt x="8625" y="19981"/>
                  <a:pt x="8782" y="19981"/>
                </a:cubicBezTo>
                <a:cubicBezTo>
                  <a:pt x="8940" y="19981"/>
                  <a:pt x="9090" y="19919"/>
                  <a:pt x="9200" y="19806"/>
                </a:cubicBezTo>
                <a:lnTo>
                  <a:pt x="11370" y="17600"/>
                </a:lnTo>
                <a:lnTo>
                  <a:pt x="14636" y="17600"/>
                </a:lnTo>
                <a:cubicBezTo>
                  <a:pt x="16251" y="17600"/>
                  <a:pt x="17563" y="16287"/>
                  <a:pt x="17563" y="14674"/>
                </a:cubicBezTo>
                <a:lnTo>
                  <a:pt x="17563" y="2965"/>
                </a:lnTo>
                <a:cubicBezTo>
                  <a:pt x="17563" y="1348"/>
                  <a:pt x="16254" y="0"/>
                  <a:pt x="146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9" name="Google Shape;12613;p89">
            <a:extLst>
              <a:ext uri="{FF2B5EF4-FFF2-40B4-BE49-F238E27FC236}">
                <a16:creationId xmlns:a16="http://schemas.microsoft.com/office/drawing/2014/main" id="{CF3CF9E6-3683-527A-38A4-EBE0B5580250}"/>
              </a:ext>
            </a:extLst>
          </p:cNvPr>
          <p:cNvSpPr/>
          <p:nvPr/>
        </p:nvSpPr>
        <p:spPr>
          <a:xfrm>
            <a:off x="4348273" y="4959619"/>
            <a:ext cx="465644" cy="465644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9990" y="1171"/>
                </a:moveTo>
                <a:cubicBezTo>
                  <a:pt x="14855" y="1171"/>
                  <a:pt x="18810" y="5127"/>
                  <a:pt x="18810" y="9991"/>
                </a:cubicBezTo>
                <a:cubicBezTo>
                  <a:pt x="18810" y="14854"/>
                  <a:pt x="14855" y="18810"/>
                  <a:pt x="9990" y="18810"/>
                </a:cubicBezTo>
                <a:cubicBezTo>
                  <a:pt x="5127" y="18810"/>
                  <a:pt x="1170" y="14854"/>
                  <a:pt x="1170" y="9991"/>
                </a:cubicBezTo>
                <a:cubicBezTo>
                  <a:pt x="1170" y="5127"/>
                  <a:pt x="5127" y="1171"/>
                  <a:pt x="9990" y="1171"/>
                </a:cubicBezTo>
                <a:close/>
                <a:moveTo>
                  <a:pt x="9990" y="0"/>
                </a:moveTo>
                <a:cubicBezTo>
                  <a:pt x="4488" y="0"/>
                  <a:pt x="0" y="4490"/>
                  <a:pt x="0" y="9990"/>
                </a:cubicBezTo>
                <a:cubicBezTo>
                  <a:pt x="0" y="15493"/>
                  <a:pt x="4490" y="19981"/>
                  <a:pt x="9990" y="19981"/>
                </a:cubicBezTo>
                <a:cubicBezTo>
                  <a:pt x="15492" y="19981"/>
                  <a:pt x="19981" y="15491"/>
                  <a:pt x="19981" y="9990"/>
                </a:cubicBezTo>
                <a:cubicBezTo>
                  <a:pt x="19981" y="4488"/>
                  <a:pt x="15492" y="0"/>
                  <a:pt x="999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60" name="Google Shape;12614;p89">
            <a:extLst>
              <a:ext uri="{FF2B5EF4-FFF2-40B4-BE49-F238E27FC236}">
                <a16:creationId xmlns:a16="http://schemas.microsoft.com/office/drawing/2014/main" id="{DB821ACB-CE01-3031-936B-141BF82FF90B}"/>
              </a:ext>
            </a:extLst>
          </p:cNvPr>
          <p:cNvSpPr/>
          <p:nvPr/>
        </p:nvSpPr>
        <p:spPr>
          <a:xfrm>
            <a:off x="4444652" y="5055998"/>
            <a:ext cx="231937" cy="271389"/>
          </a:xfrm>
          <a:custGeom>
            <a:avLst/>
            <a:gdLst/>
            <a:ahLst/>
            <a:cxnLst/>
            <a:rect l="l" t="t" r="r" b="b"/>
            <a:pathLst>
              <a:path w="9953" h="11646" extrusionOk="0">
                <a:moveTo>
                  <a:pt x="8782" y="1300"/>
                </a:moveTo>
                <a:lnTo>
                  <a:pt x="8782" y="2448"/>
                </a:lnTo>
                <a:lnTo>
                  <a:pt x="4099" y="3384"/>
                </a:lnTo>
                <a:lnTo>
                  <a:pt x="4099" y="2236"/>
                </a:lnTo>
                <a:lnTo>
                  <a:pt x="8782" y="1300"/>
                </a:lnTo>
                <a:close/>
                <a:moveTo>
                  <a:pt x="8782" y="7304"/>
                </a:moveTo>
                <a:lnTo>
                  <a:pt x="8782" y="8447"/>
                </a:lnTo>
                <a:cubicBezTo>
                  <a:pt x="8782" y="8766"/>
                  <a:pt x="8591" y="9047"/>
                  <a:pt x="8295" y="9165"/>
                </a:cubicBezTo>
                <a:cubicBezTo>
                  <a:pt x="8163" y="9218"/>
                  <a:pt x="7987" y="9306"/>
                  <a:pt x="7782" y="9306"/>
                </a:cubicBezTo>
                <a:cubicBezTo>
                  <a:pt x="7653" y="9306"/>
                  <a:pt x="7513" y="9271"/>
                  <a:pt x="7365" y="9171"/>
                </a:cubicBezTo>
                <a:cubicBezTo>
                  <a:pt x="6850" y="8824"/>
                  <a:pt x="6937" y="8042"/>
                  <a:pt x="7512" y="7812"/>
                </a:cubicBezTo>
                <a:lnTo>
                  <a:pt x="8782" y="7304"/>
                </a:lnTo>
                <a:close/>
                <a:moveTo>
                  <a:pt x="2928" y="8475"/>
                </a:moveTo>
                <a:lnTo>
                  <a:pt x="2928" y="9618"/>
                </a:lnTo>
                <a:cubicBezTo>
                  <a:pt x="2928" y="9937"/>
                  <a:pt x="2737" y="10218"/>
                  <a:pt x="2442" y="10336"/>
                </a:cubicBezTo>
                <a:cubicBezTo>
                  <a:pt x="2308" y="10389"/>
                  <a:pt x="2132" y="10476"/>
                  <a:pt x="1928" y="10476"/>
                </a:cubicBezTo>
                <a:cubicBezTo>
                  <a:pt x="1799" y="10476"/>
                  <a:pt x="1659" y="10442"/>
                  <a:pt x="1511" y="10342"/>
                </a:cubicBezTo>
                <a:cubicBezTo>
                  <a:pt x="996" y="9993"/>
                  <a:pt x="1083" y="9213"/>
                  <a:pt x="1658" y="8983"/>
                </a:cubicBezTo>
                <a:lnTo>
                  <a:pt x="2928" y="8475"/>
                </a:lnTo>
                <a:close/>
                <a:moveTo>
                  <a:pt x="9369" y="1"/>
                </a:moveTo>
                <a:cubicBezTo>
                  <a:pt x="9330" y="1"/>
                  <a:pt x="9291" y="4"/>
                  <a:pt x="9252" y="12"/>
                </a:cubicBezTo>
                <a:lnTo>
                  <a:pt x="3399" y="1182"/>
                </a:lnTo>
                <a:cubicBezTo>
                  <a:pt x="3124" y="1237"/>
                  <a:pt x="2928" y="1477"/>
                  <a:pt x="2928" y="1757"/>
                </a:cubicBezTo>
                <a:lnTo>
                  <a:pt x="2928" y="7214"/>
                </a:lnTo>
                <a:lnTo>
                  <a:pt x="1223" y="7897"/>
                </a:lnTo>
                <a:cubicBezTo>
                  <a:pt x="480" y="8192"/>
                  <a:pt x="0" y="8902"/>
                  <a:pt x="0" y="9701"/>
                </a:cubicBezTo>
                <a:cubicBezTo>
                  <a:pt x="0" y="10782"/>
                  <a:pt x="880" y="11645"/>
                  <a:pt x="1944" y="11645"/>
                </a:cubicBezTo>
                <a:cubicBezTo>
                  <a:pt x="2362" y="11645"/>
                  <a:pt x="2624" y="11523"/>
                  <a:pt x="2877" y="11423"/>
                </a:cubicBezTo>
                <a:cubicBezTo>
                  <a:pt x="3618" y="11125"/>
                  <a:pt x="4099" y="10418"/>
                  <a:pt x="4099" y="9618"/>
                </a:cubicBezTo>
                <a:lnTo>
                  <a:pt x="4099" y="4578"/>
                </a:lnTo>
                <a:lnTo>
                  <a:pt x="8782" y="3641"/>
                </a:lnTo>
                <a:lnTo>
                  <a:pt x="8782" y="6043"/>
                </a:lnTo>
                <a:lnTo>
                  <a:pt x="7076" y="6726"/>
                </a:lnTo>
                <a:cubicBezTo>
                  <a:pt x="6335" y="7023"/>
                  <a:pt x="5854" y="7731"/>
                  <a:pt x="5854" y="8530"/>
                </a:cubicBezTo>
                <a:cubicBezTo>
                  <a:pt x="5854" y="9611"/>
                  <a:pt x="6733" y="10476"/>
                  <a:pt x="7798" y="10476"/>
                </a:cubicBezTo>
                <a:cubicBezTo>
                  <a:pt x="8216" y="10476"/>
                  <a:pt x="8477" y="10354"/>
                  <a:pt x="8730" y="10251"/>
                </a:cubicBezTo>
                <a:cubicBezTo>
                  <a:pt x="9473" y="9956"/>
                  <a:pt x="9953" y="9247"/>
                  <a:pt x="9953" y="8447"/>
                </a:cubicBezTo>
                <a:lnTo>
                  <a:pt x="9953" y="586"/>
                </a:lnTo>
                <a:cubicBezTo>
                  <a:pt x="9953" y="410"/>
                  <a:pt x="9873" y="244"/>
                  <a:pt x="9739" y="133"/>
                </a:cubicBezTo>
                <a:cubicBezTo>
                  <a:pt x="9633" y="47"/>
                  <a:pt x="9503" y="1"/>
                  <a:pt x="936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5" name="Google Shape;12616;p89">
            <a:extLst>
              <a:ext uri="{FF2B5EF4-FFF2-40B4-BE49-F238E27FC236}">
                <a16:creationId xmlns:a16="http://schemas.microsoft.com/office/drawing/2014/main" id="{E58391B6-FF7F-AFA5-BDF5-0365DC9BBE8E}"/>
              </a:ext>
            </a:extLst>
          </p:cNvPr>
          <p:cNvSpPr/>
          <p:nvPr/>
        </p:nvSpPr>
        <p:spPr>
          <a:xfrm>
            <a:off x="5217344" y="5131021"/>
            <a:ext cx="68208" cy="177362"/>
          </a:xfrm>
          <a:custGeom>
            <a:avLst/>
            <a:gdLst/>
            <a:ahLst/>
            <a:cxnLst/>
            <a:rect l="l" t="t" r="r" b="b"/>
            <a:pathLst>
              <a:path w="2927" h="7611" extrusionOk="0">
                <a:moveTo>
                  <a:pt x="1463" y="1172"/>
                </a:moveTo>
                <a:cubicBezTo>
                  <a:pt x="1624" y="1172"/>
                  <a:pt x="1757" y="1303"/>
                  <a:pt x="1757" y="1465"/>
                </a:cubicBezTo>
                <a:lnTo>
                  <a:pt x="1757" y="6148"/>
                </a:lnTo>
                <a:cubicBezTo>
                  <a:pt x="1757" y="6309"/>
                  <a:pt x="1624" y="6440"/>
                  <a:pt x="1463" y="6440"/>
                </a:cubicBezTo>
                <a:cubicBezTo>
                  <a:pt x="1302" y="6440"/>
                  <a:pt x="1171" y="6309"/>
                  <a:pt x="1171" y="6148"/>
                </a:cubicBezTo>
                <a:lnTo>
                  <a:pt x="1171" y="1465"/>
                </a:lnTo>
                <a:cubicBezTo>
                  <a:pt x="1171" y="1303"/>
                  <a:pt x="1302" y="1172"/>
                  <a:pt x="1463" y="1172"/>
                </a:cubicBezTo>
                <a:close/>
                <a:moveTo>
                  <a:pt x="1463" y="1"/>
                </a:moveTo>
                <a:cubicBezTo>
                  <a:pt x="657" y="1"/>
                  <a:pt x="0" y="657"/>
                  <a:pt x="0" y="1465"/>
                </a:cubicBezTo>
                <a:lnTo>
                  <a:pt x="0" y="6148"/>
                </a:lnTo>
                <a:cubicBezTo>
                  <a:pt x="0" y="6955"/>
                  <a:pt x="657" y="7611"/>
                  <a:pt x="1463" y="7611"/>
                </a:cubicBezTo>
                <a:cubicBezTo>
                  <a:pt x="2270" y="7611"/>
                  <a:pt x="2926" y="6955"/>
                  <a:pt x="2926" y="6148"/>
                </a:cubicBezTo>
                <a:lnTo>
                  <a:pt x="2926" y="1465"/>
                </a:lnTo>
                <a:cubicBezTo>
                  <a:pt x="2926" y="657"/>
                  <a:pt x="2270" y="1"/>
                  <a:pt x="14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6" name="Google Shape;12617;p89">
            <a:extLst>
              <a:ext uri="{FF2B5EF4-FFF2-40B4-BE49-F238E27FC236}">
                <a16:creationId xmlns:a16="http://schemas.microsoft.com/office/drawing/2014/main" id="{6373454A-FEFA-BF8A-767A-A27E0F28EEF4}"/>
              </a:ext>
            </a:extLst>
          </p:cNvPr>
          <p:cNvSpPr/>
          <p:nvPr/>
        </p:nvSpPr>
        <p:spPr>
          <a:xfrm>
            <a:off x="5450160" y="5171963"/>
            <a:ext cx="68208" cy="68208"/>
          </a:xfrm>
          <a:custGeom>
            <a:avLst/>
            <a:gdLst/>
            <a:ahLst/>
            <a:cxnLst/>
            <a:rect l="l" t="t" r="r" b="b"/>
            <a:pathLst>
              <a:path w="2927" h="2927" extrusionOk="0">
                <a:moveTo>
                  <a:pt x="1464" y="1171"/>
                </a:moveTo>
                <a:cubicBezTo>
                  <a:pt x="1625" y="1171"/>
                  <a:pt x="1756" y="1302"/>
                  <a:pt x="1756" y="1463"/>
                </a:cubicBezTo>
                <a:cubicBezTo>
                  <a:pt x="1756" y="1626"/>
                  <a:pt x="1625" y="1757"/>
                  <a:pt x="1464" y="1757"/>
                </a:cubicBezTo>
                <a:cubicBezTo>
                  <a:pt x="1303" y="1757"/>
                  <a:pt x="1170" y="1626"/>
                  <a:pt x="1170" y="1463"/>
                </a:cubicBezTo>
                <a:cubicBezTo>
                  <a:pt x="1170" y="1302"/>
                  <a:pt x="1303" y="1171"/>
                  <a:pt x="1464" y="1171"/>
                </a:cubicBezTo>
                <a:close/>
                <a:moveTo>
                  <a:pt x="1464" y="0"/>
                </a:moveTo>
                <a:cubicBezTo>
                  <a:pt x="657" y="0"/>
                  <a:pt x="1" y="657"/>
                  <a:pt x="1" y="1463"/>
                </a:cubicBezTo>
                <a:cubicBezTo>
                  <a:pt x="1" y="2270"/>
                  <a:pt x="657" y="2926"/>
                  <a:pt x="1464" y="2926"/>
                </a:cubicBezTo>
                <a:cubicBezTo>
                  <a:pt x="2270" y="2926"/>
                  <a:pt x="2927" y="2270"/>
                  <a:pt x="2927" y="1463"/>
                </a:cubicBezTo>
                <a:cubicBezTo>
                  <a:pt x="2927" y="657"/>
                  <a:pt x="2270" y="0"/>
                  <a:pt x="146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7" name="Google Shape;12618;p89">
            <a:extLst>
              <a:ext uri="{FF2B5EF4-FFF2-40B4-BE49-F238E27FC236}">
                <a16:creationId xmlns:a16="http://schemas.microsoft.com/office/drawing/2014/main" id="{5D8F78C4-F755-DF17-E80A-01C0E0571F75}"/>
              </a:ext>
            </a:extLst>
          </p:cNvPr>
          <p:cNvSpPr/>
          <p:nvPr/>
        </p:nvSpPr>
        <p:spPr>
          <a:xfrm>
            <a:off x="5300068" y="5076493"/>
            <a:ext cx="151238" cy="231890"/>
          </a:xfrm>
          <a:custGeom>
            <a:avLst/>
            <a:gdLst/>
            <a:ahLst/>
            <a:cxnLst/>
            <a:rect l="l" t="t" r="r" b="b"/>
            <a:pathLst>
              <a:path w="6488" h="9951" extrusionOk="0">
                <a:moveTo>
                  <a:pt x="1466" y="1171"/>
                </a:moveTo>
                <a:cubicBezTo>
                  <a:pt x="1627" y="1171"/>
                  <a:pt x="1757" y="1302"/>
                  <a:pt x="1757" y="1463"/>
                </a:cubicBezTo>
                <a:lnTo>
                  <a:pt x="1757" y="6026"/>
                </a:lnTo>
                <a:lnTo>
                  <a:pt x="4186" y="3598"/>
                </a:lnTo>
                <a:cubicBezTo>
                  <a:pt x="4243" y="3541"/>
                  <a:pt x="4318" y="3512"/>
                  <a:pt x="4392" y="3512"/>
                </a:cubicBezTo>
                <a:cubicBezTo>
                  <a:pt x="4467" y="3512"/>
                  <a:pt x="4542" y="3541"/>
                  <a:pt x="4598" y="3598"/>
                </a:cubicBezTo>
                <a:cubicBezTo>
                  <a:pt x="4713" y="3712"/>
                  <a:pt x="4713" y="3897"/>
                  <a:pt x="4598" y="4012"/>
                </a:cubicBezTo>
                <a:lnTo>
                  <a:pt x="3247" y="5364"/>
                </a:lnTo>
                <a:lnTo>
                  <a:pt x="5221" y="8325"/>
                </a:lnTo>
                <a:cubicBezTo>
                  <a:pt x="5280" y="8414"/>
                  <a:pt x="5274" y="8500"/>
                  <a:pt x="5265" y="8546"/>
                </a:cubicBezTo>
                <a:cubicBezTo>
                  <a:pt x="5257" y="8591"/>
                  <a:pt x="5228" y="8674"/>
                  <a:pt x="5140" y="8732"/>
                </a:cubicBezTo>
                <a:cubicBezTo>
                  <a:pt x="5090" y="8764"/>
                  <a:pt x="5037" y="8780"/>
                  <a:pt x="4979" y="8780"/>
                </a:cubicBezTo>
                <a:cubicBezTo>
                  <a:pt x="4880" y="8780"/>
                  <a:pt x="4788" y="8732"/>
                  <a:pt x="4735" y="8651"/>
                </a:cubicBezTo>
                <a:lnTo>
                  <a:pt x="2824" y="5787"/>
                </a:lnTo>
                <a:lnTo>
                  <a:pt x="1757" y="6853"/>
                </a:lnTo>
                <a:lnTo>
                  <a:pt x="1757" y="8488"/>
                </a:lnTo>
                <a:cubicBezTo>
                  <a:pt x="1757" y="8649"/>
                  <a:pt x="1627" y="8782"/>
                  <a:pt x="1466" y="8782"/>
                </a:cubicBezTo>
                <a:cubicBezTo>
                  <a:pt x="1305" y="8782"/>
                  <a:pt x="1172" y="8649"/>
                  <a:pt x="1172" y="8488"/>
                </a:cubicBezTo>
                <a:lnTo>
                  <a:pt x="1172" y="1463"/>
                </a:lnTo>
                <a:cubicBezTo>
                  <a:pt x="1172" y="1302"/>
                  <a:pt x="1305" y="1171"/>
                  <a:pt x="1466" y="1171"/>
                </a:cubicBezTo>
                <a:close/>
                <a:moveTo>
                  <a:pt x="1466" y="0"/>
                </a:moveTo>
                <a:cubicBezTo>
                  <a:pt x="659" y="0"/>
                  <a:pt x="1" y="657"/>
                  <a:pt x="1" y="1463"/>
                </a:cubicBezTo>
                <a:lnTo>
                  <a:pt x="1" y="8488"/>
                </a:lnTo>
                <a:cubicBezTo>
                  <a:pt x="1" y="9295"/>
                  <a:pt x="659" y="9951"/>
                  <a:pt x="1466" y="9951"/>
                </a:cubicBezTo>
                <a:cubicBezTo>
                  <a:pt x="2272" y="9951"/>
                  <a:pt x="2929" y="9295"/>
                  <a:pt x="2929" y="8488"/>
                </a:cubicBezTo>
                <a:lnTo>
                  <a:pt x="2929" y="8053"/>
                </a:lnTo>
                <a:lnTo>
                  <a:pt x="3760" y="9300"/>
                </a:lnTo>
                <a:cubicBezTo>
                  <a:pt x="4032" y="9709"/>
                  <a:pt x="4487" y="9951"/>
                  <a:pt x="4979" y="9951"/>
                </a:cubicBezTo>
                <a:cubicBezTo>
                  <a:pt x="5269" y="9951"/>
                  <a:pt x="5548" y="9866"/>
                  <a:pt x="5789" y="9705"/>
                </a:cubicBezTo>
                <a:cubicBezTo>
                  <a:pt x="6114" y="9489"/>
                  <a:pt x="6336" y="9158"/>
                  <a:pt x="6413" y="8775"/>
                </a:cubicBezTo>
                <a:cubicBezTo>
                  <a:pt x="6490" y="8391"/>
                  <a:pt x="6412" y="8001"/>
                  <a:pt x="6196" y="7676"/>
                </a:cubicBezTo>
                <a:lnTo>
                  <a:pt x="4754" y="5512"/>
                </a:lnTo>
                <a:lnTo>
                  <a:pt x="5426" y="4840"/>
                </a:lnTo>
                <a:cubicBezTo>
                  <a:pt x="5998" y="4269"/>
                  <a:pt x="5998" y="3340"/>
                  <a:pt x="5426" y="2771"/>
                </a:cubicBezTo>
                <a:cubicBezTo>
                  <a:pt x="5142" y="2485"/>
                  <a:pt x="4767" y="2342"/>
                  <a:pt x="4392" y="2342"/>
                </a:cubicBezTo>
                <a:cubicBezTo>
                  <a:pt x="4017" y="2342"/>
                  <a:pt x="3642" y="2485"/>
                  <a:pt x="3357" y="2771"/>
                </a:cubicBezTo>
                <a:lnTo>
                  <a:pt x="2929" y="3199"/>
                </a:lnTo>
                <a:lnTo>
                  <a:pt x="2929" y="1463"/>
                </a:lnTo>
                <a:cubicBezTo>
                  <a:pt x="2929" y="657"/>
                  <a:pt x="2272" y="0"/>
                  <a:pt x="14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8" name="Google Shape;12619;p89">
            <a:extLst>
              <a:ext uri="{FF2B5EF4-FFF2-40B4-BE49-F238E27FC236}">
                <a16:creationId xmlns:a16="http://schemas.microsoft.com/office/drawing/2014/main" id="{CB335358-1FC0-D642-697C-41882CC00777}"/>
              </a:ext>
            </a:extLst>
          </p:cNvPr>
          <p:cNvSpPr/>
          <p:nvPr/>
        </p:nvSpPr>
        <p:spPr>
          <a:xfrm>
            <a:off x="5052738" y="5076493"/>
            <a:ext cx="151192" cy="231890"/>
          </a:xfrm>
          <a:custGeom>
            <a:avLst/>
            <a:gdLst/>
            <a:ahLst/>
            <a:cxnLst/>
            <a:rect l="l" t="t" r="r" b="b"/>
            <a:pathLst>
              <a:path w="6488" h="9951" extrusionOk="0">
                <a:moveTo>
                  <a:pt x="1464" y="1171"/>
                </a:moveTo>
                <a:cubicBezTo>
                  <a:pt x="1625" y="1171"/>
                  <a:pt x="1757" y="1302"/>
                  <a:pt x="1757" y="1463"/>
                </a:cubicBezTo>
                <a:lnTo>
                  <a:pt x="1757" y="6026"/>
                </a:lnTo>
                <a:lnTo>
                  <a:pt x="4184" y="3598"/>
                </a:lnTo>
                <a:cubicBezTo>
                  <a:pt x="4241" y="3541"/>
                  <a:pt x="4316" y="3512"/>
                  <a:pt x="4391" y="3512"/>
                </a:cubicBezTo>
                <a:cubicBezTo>
                  <a:pt x="4466" y="3512"/>
                  <a:pt x="4541" y="3541"/>
                  <a:pt x="4598" y="3598"/>
                </a:cubicBezTo>
                <a:cubicBezTo>
                  <a:pt x="4712" y="3712"/>
                  <a:pt x="4712" y="3897"/>
                  <a:pt x="4598" y="4012"/>
                </a:cubicBezTo>
                <a:lnTo>
                  <a:pt x="3245" y="5364"/>
                </a:lnTo>
                <a:lnTo>
                  <a:pt x="5219" y="8325"/>
                </a:lnTo>
                <a:cubicBezTo>
                  <a:pt x="5278" y="8414"/>
                  <a:pt x="5272" y="8500"/>
                  <a:pt x="5264" y="8546"/>
                </a:cubicBezTo>
                <a:cubicBezTo>
                  <a:pt x="5255" y="8591"/>
                  <a:pt x="5226" y="8674"/>
                  <a:pt x="5138" y="8732"/>
                </a:cubicBezTo>
                <a:cubicBezTo>
                  <a:pt x="5090" y="8764"/>
                  <a:pt x="5035" y="8780"/>
                  <a:pt x="4977" y="8780"/>
                </a:cubicBezTo>
                <a:cubicBezTo>
                  <a:pt x="4878" y="8780"/>
                  <a:pt x="4788" y="8732"/>
                  <a:pt x="4733" y="8651"/>
                </a:cubicBezTo>
                <a:lnTo>
                  <a:pt x="2824" y="5787"/>
                </a:lnTo>
                <a:lnTo>
                  <a:pt x="1757" y="6853"/>
                </a:lnTo>
                <a:lnTo>
                  <a:pt x="1757" y="8488"/>
                </a:lnTo>
                <a:cubicBezTo>
                  <a:pt x="1757" y="8649"/>
                  <a:pt x="1625" y="8782"/>
                  <a:pt x="1464" y="8782"/>
                </a:cubicBezTo>
                <a:cubicBezTo>
                  <a:pt x="1303" y="8782"/>
                  <a:pt x="1172" y="8649"/>
                  <a:pt x="1172" y="8488"/>
                </a:cubicBezTo>
                <a:lnTo>
                  <a:pt x="1172" y="1463"/>
                </a:lnTo>
                <a:cubicBezTo>
                  <a:pt x="1172" y="1302"/>
                  <a:pt x="1303" y="1171"/>
                  <a:pt x="1464" y="1171"/>
                </a:cubicBezTo>
                <a:close/>
                <a:moveTo>
                  <a:pt x="1464" y="0"/>
                </a:moveTo>
                <a:cubicBezTo>
                  <a:pt x="657" y="0"/>
                  <a:pt x="1" y="657"/>
                  <a:pt x="1" y="1463"/>
                </a:cubicBezTo>
                <a:lnTo>
                  <a:pt x="1" y="8488"/>
                </a:lnTo>
                <a:cubicBezTo>
                  <a:pt x="1" y="9295"/>
                  <a:pt x="657" y="9951"/>
                  <a:pt x="1464" y="9951"/>
                </a:cubicBezTo>
                <a:cubicBezTo>
                  <a:pt x="2270" y="9951"/>
                  <a:pt x="2927" y="9295"/>
                  <a:pt x="2927" y="8488"/>
                </a:cubicBezTo>
                <a:lnTo>
                  <a:pt x="2927" y="8053"/>
                </a:lnTo>
                <a:lnTo>
                  <a:pt x="3758" y="9300"/>
                </a:lnTo>
                <a:cubicBezTo>
                  <a:pt x="4031" y="9709"/>
                  <a:pt x="4485" y="9951"/>
                  <a:pt x="4977" y="9951"/>
                </a:cubicBezTo>
                <a:cubicBezTo>
                  <a:pt x="5267" y="9951"/>
                  <a:pt x="5548" y="9866"/>
                  <a:pt x="5787" y="9705"/>
                </a:cubicBezTo>
                <a:cubicBezTo>
                  <a:pt x="6113" y="9489"/>
                  <a:pt x="6336" y="9158"/>
                  <a:pt x="6412" y="8775"/>
                </a:cubicBezTo>
                <a:cubicBezTo>
                  <a:pt x="6488" y="8391"/>
                  <a:pt x="6410" y="8001"/>
                  <a:pt x="6194" y="7676"/>
                </a:cubicBezTo>
                <a:lnTo>
                  <a:pt x="4752" y="5512"/>
                </a:lnTo>
                <a:lnTo>
                  <a:pt x="5426" y="4840"/>
                </a:lnTo>
                <a:cubicBezTo>
                  <a:pt x="5996" y="4269"/>
                  <a:pt x="5996" y="3340"/>
                  <a:pt x="5426" y="2771"/>
                </a:cubicBezTo>
                <a:cubicBezTo>
                  <a:pt x="5141" y="2485"/>
                  <a:pt x="4766" y="2342"/>
                  <a:pt x="4391" y="2342"/>
                </a:cubicBezTo>
                <a:cubicBezTo>
                  <a:pt x="4016" y="2342"/>
                  <a:pt x="3641" y="2485"/>
                  <a:pt x="3357" y="2771"/>
                </a:cubicBezTo>
                <a:lnTo>
                  <a:pt x="2927" y="3199"/>
                </a:lnTo>
                <a:lnTo>
                  <a:pt x="2927" y="1463"/>
                </a:lnTo>
                <a:cubicBezTo>
                  <a:pt x="2927" y="657"/>
                  <a:pt x="2270" y="0"/>
                  <a:pt x="146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2" name="Google Shape;12621;p89">
            <a:extLst>
              <a:ext uri="{FF2B5EF4-FFF2-40B4-BE49-F238E27FC236}">
                <a16:creationId xmlns:a16="http://schemas.microsoft.com/office/drawing/2014/main" id="{E101198A-7FF5-939C-816A-9862699C1205}"/>
              </a:ext>
            </a:extLst>
          </p:cNvPr>
          <p:cNvSpPr/>
          <p:nvPr/>
        </p:nvSpPr>
        <p:spPr>
          <a:xfrm>
            <a:off x="6571661" y="5042342"/>
            <a:ext cx="245593" cy="300168"/>
          </a:xfrm>
          <a:custGeom>
            <a:avLst/>
            <a:gdLst/>
            <a:ahLst/>
            <a:cxnLst/>
            <a:rect l="l" t="t" r="r" b="b"/>
            <a:pathLst>
              <a:path w="10539" h="12881" extrusionOk="0">
                <a:moveTo>
                  <a:pt x="5271" y="1172"/>
                </a:moveTo>
                <a:cubicBezTo>
                  <a:pt x="7530" y="1172"/>
                  <a:pt x="9368" y="3010"/>
                  <a:pt x="9368" y="5270"/>
                </a:cubicBezTo>
                <a:cubicBezTo>
                  <a:pt x="9368" y="6273"/>
                  <a:pt x="8717" y="7797"/>
                  <a:pt x="7624" y="9343"/>
                </a:cubicBezTo>
                <a:cubicBezTo>
                  <a:pt x="6513" y="10917"/>
                  <a:pt x="5536" y="11665"/>
                  <a:pt x="5271" y="11708"/>
                </a:cubicBezTo>
                <a:cubicBezTo>
                  <a:pt x="5004" y="11665"/>
                  <a:pt x="4029" y="10917"/>
                  <a:pt x="2916" y="9343"/>
                </a:cubicBezTo>
                <a:cubicBezTo>
                  <a:pt x="1825" y="7797"/>
                  <a:pt x="1172" y="6273"/>
                  <a:pt x="1172" y="5270"/>
                </a:cubicBezTo>
                <a:cubicBezTo>
                  <a:pt x="1172" y="3010"/>
                  <a:pt x="3010" y="1172"/>
                  <a:pt x="5271" y="1172"/>
                </a:cubicBezTo>
                <a:close/>
                <a:moveTo>
                  <a:pt x="5271" y="1"/>
                </a:moveTo>
                <a:cubicBezTo>
                  <a:pt x="2366" y="1"/>
                  <a:pt x="1" y="2364"/>
                  <a:pt x="1" y="5270"/>
                </a:cubicBezTo>
                <a:cubicBezTo>
                  <a:pt x="1" y="7084"/>
                  <a:pt x="1409" y="9247"/>
                  <a:pt x="2014" y="10093"/>
                </a:cubicBezTo>
                <a:cubicBezTo>
                  <a:pt x="2481" y="10747"/>
                  <a:pt x="4098" y="12881"/>
                  <a:pt x="5271" y="12881"/>
                </a:cubicBezTo>
                <a:cubicBezTo>
                  <a:pt x="6444" y="12881"/>
                  <a:pt x="8059" y="10747"/>
                  <a:pt x="8528" y="10093"/>
                </a:cubicBezTo>
                <a:cubicBezTo>
                  <a:pt x="9133" y="9247"/>
                  <a:pt x="10539" y="7084"/>
                  <a:pt x="10539" y="5270"/>
                </a:cubicBezTo>
                <a:cubicBezTo>
                  <a:pt x="10539" y="2364"/>
                  <a:pt x="8175" y="1"/>
                  <a:pt x="52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3" name="Google Shape;12622;p89">
            <a:extLst>
              <a:ext uri="{FF2B5EF4-FFF2-40B4-BE49-F238E27FC236}">
                <a16:creationId xmlns:a16="http://schemas.microsoft.com/office/drawing/2014/main" id="{B6B18E10-473E-DDFA-9708-161C6E16562F}"/>
              </a:ext>
            </a:extLst>
          </p:cNvPr>
          <p:cNvSpPr/>
          <p:nvPr/>
        </p:nvSpPr>
        <p:spPr>
          <a:xfrm>
            <a:off x="6461650" y="4959619"/>
            <a:ext cx="465644" cy="465644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9992" y="1171"/>
                </a:moveTo>
                <a:cubicBezTo>
                  <a:pt x="14855" y="1171"/>
                  <a:pt x="18812" y="5127"/>
                  <a:pt x="18812" y="9991"/>
                </a:cubicBezTo>
                <a:cubicBezTo>
                  <a:pt x="18812" y="14854"/>
                  <a:pt x="14855" y="18810"/>
                  <a:pt x="9992" y="18810"/>
                </a:cubicBezTo>
                <a:cubicBezTo>
                  <a:pt x="5127" y="18810"/>
                  <a:pt x="1171" y="14854"/>
                  <a:pt x="1171" y="9991"/>
                </a:cubicBezTo>
                <a:cubicBezTo>
                  <a:pt x="1171" y="5127"/>
                  <a:pt x="5127" y="1171"/>
                  <a:pt x="9992" y="1171"/>
                </a:cubicBezTo>
                <a:close/>
                <a:moveTo>
                  <a:pt x="9992" y="0"/>
                </a:moveTo>
                <a:cubicBezTo>
                  <a:pt x="4490" y="0"/>
                  <a:pt x="0" y="4490"/>
                  <a:pt x="0" y="9990"/>
                </a:cubicBezTo>
                <a:cubicBezTo>
                  <a:pt x="0" y="15491"/>
                  <a:pt x="4490" y="19981"/>
                  <a:pt x="9992" y="19981"/>
                </a:cubicBezTo>
                <a:cubicBezTo>
                  <a:pt x="15493" y="19981"/>
                  <a:pt x="19981" y="15491"/>
                  <a:pt x="19981" y="9990"/>
                </a:cubicBezTo>
                <a:cubicBezTo>
                  <a:pt x="19981" y="4488"/>
                  <a:pt x="15492" y="0"/>
                  <a:pt x="99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4" name="Google Shape;12623;p89">
            <a:extLst>
              <a:ext uri="{FF2B5EF4-FFF2-40B4-BE49-F238E27FC236}">
                <a16:creationId xmlns:a16="http://schemas.microsoft.com/office/drawing/2014/main" id="{AECC4159-8932-73D1-7BFB-D7AE397B8D25}"/>
              </a:ext>
            </a:extLst>
          </p:cNvPr>
          <p:cNvSpPr/>
          <p:nvPr/>
        </p:nvSpPr>
        <p:spPr>
          <a:xfrm>
            <a:off x="6626259" y="5096918"/>
            <a:ext cx="136417" cy="136441"/>
          </a:xfrm>
          <a:custGeom>
            <a:avLst/>
            <a:gdLst/>
            <a:ahLst/>
            <a:cxnLst/>
            <a:rect l="l" t="t" r="r" b="b"/>
            <a:pathLst>
              <a:path w="5854" h="5855" extrusionOk="0">
                <a:moveTo>
                  <a:pt x="2928" y="1172"/>
                </a:moveTo>
                <a:cubicBezTo>
                  <a:pt x="3895" y="1172"/>
                  <a:pt x="4684" y="1959"/>
                  <a:pt x="4684" y="2928"/>
                </a:cubicBezTo>
                <a:cubicBezTo>
                  <a:pt x="4684" y="3896"/>
                  <a:pt x="3895" y="4683"/>
                  <a:pt x="2928" y="4683"/>
                </a:cubicBezTo>
                <a:cubicBezTo>
                  <a:pt x="1958" y="4683"/>
                  <a:pt x="1171" y="3896"/>
                  <a:pt x="1171" y="2928"/>
                </a:cubicBezTo>
                <a:cubicBezTo>
                  <a:pt x="2139" y="2928"/>
                  <a:pt x="2928" y="2139"/>
                  <a:pt x="2928" y="1172"/>
                </a:cubicBezTo>
                <a:close/>
                <a:moveTo>
                  <a:pt x="2928" y="1"/>
                </a:moveTo>
                <a:cubicBezTo>
                  <a:pt x="2655" y="1"/>
                  <a:pt x="2374" y="47"/>
                  <a:pt x="2066" y="142"/>
                </a:cubicBezTo>
                <a:cubicBezTo>
                  <a:pt x="1732" y="245"/>
                  <a:pt x="1562" y="616"/>
                  <a:pt x="1704" y="936"/>
                </a:cubicBezTo>
                <a:cubicBezTo>
                  <a:pt x="1885" y="1345"/>
                  <a:pt x="1569" y="1756"/>
                  <a:pt x="1177" y="1756"/>
                </a:cubicBezTo>
                <a:cubicBezTo>
                  <a:pt x="1099" y="1756"/>
                  <a:pt x="1018" y="1740"/>
                  <a:pt x="938" y="1704"/>
                </a:cubicBezTo>
                <a:cubicBezTo>
                  <a:pt x="860" y="1670"/>
                  <a:pt x="780" y="1654"/>
                  <a:pt x="701" y="1654"/>
                </a:cubicBezTo>
                <a:cubicBezTo>
                  <a:pt x="453" y="1654"/>
                  <a:pt x="219" y="1813"/>
                  <a:pt x="142" y="2067"/>
                </a:cubicBezTo>
                <a:cubicBezTo>
                  <a:pt x="46" y="2373"/>
                  <a:pt x="0" y="2656"/>
                  <a:pt x="0" y="2928"/>
                </a:cubicBezTo>
                <a:cubicBezTo>
                  <a:pt x="0" y="4542"/>
                  <a:pt x="1313" y="5854"/>
                  <a:pt x="2928" y="5854"/>
                </a:cubicBezTo>
                <a:cubicBezTo>
                  <a:pt x="4541" y="5854"/>
                  <a:pt x="5854" y="4542"/>
                  <a:pt x="5854" y="2928"/>
                </a:cubicBezTo>
                <a:cubicBezTo>
                  <a:pt x="5854" y="1313"/>
                  <a:pt x="4541" y="1"/>
                  <a:pt x="292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7" name="Google Shape;12625;p89">
            <a:extLst>
              <a:ext uri="{FF2B5EF4-FFF2-40B4-BE49-F238E27FC236}">
                <a16:creationId xmlns:a16="http://schemas.microsoft.com/office/drawing/2014/main" id="{B8862221-8728-0C29-89B9-F140A44903E2}"/>
              </a:ext>
            </a:extLst>
          </p:cNvPr>
          <p:cNvSpPr/>
          <p:nvPr/>
        </p:nvSpPr>
        <p:spPr>
          <a:xfrm>
            <a:off x="5757187" y="4959619"/>
            <a:ext cx="465644" cy="465644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9991" y="1171"/>
                </a:moveTo>
                <a:cubicBezTo>
                  <a:pt x="14854" y="1171"/>
                  <a:pt x="18812" y="5127"/>
                  <a:pt x="18812" y="9991"/>
                </a:cubicBezTo>
                <a:cubicBezTo>
                  <a:pt x="18812" y="14854"/>
                  <a:pt x="14854" y="18810"/>
                  <a:pt x="9991" y="18810"/>
                </a:cubicBezTo>
                <a:cubicBezTo>
                  <a:pt x="5127" y="18810"/>
                  <a:pt x="1171" y="14854"/>
                  <a:pt x="1171" y="9991"/>
                </a:cubicBezTo>
                <a:cubicBezTo>
                  <a:pt x="1171" y="5127"/>
                  <a:pt x="5127" y="1171"/>
                  <a:pt x="9991" y="1171"/>
                </a:cubicBezTo>
                <a:close/>
                <a:moveTo>
                  <a:pt x="9991" y="0"/>
                </a:moveTo>
                <a:cubicBezTo>
                  <a:pt x="4490" y="0"/>
                  <a:pt x="0" y="4490"/>
                  <a:pt x="0" y="9990"/>
                </a:cubicBezTo>
                <a:cubicBezTo>
                  <a:pt x="0" y="15493"/>
                  <a:pt x="4490" y="19981"/>
                  <a:pt x="9991" y="19981"/>
                </a:cubicBezTo>
                <a:cubicBezTo>
                  <a:pt x="15493" y="19981"/>
                  <a:pt x="19981" y="15491"/>
                  <a:pt x="19981" y="9990"/>
                </a:cubicBezTo>
                <a:cubicBezTo>
                  <a:pt x="19981" y="4488"/>
                  <a:pt x="15491" y="0"/>
                  <a:pt x="99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8" name="Google Shape;12626;p89">
            <a:extLst>
              <a:ext uri="{FF2B5EF4-FFF2-40B4-BE49-F238E27FC236}">
                <a16:creationId xmlns:a16="http://schemas.microsoft.com/office/drawing/2014/main" id="{C0B47E7D-4B6C-326B-3B89-5D7675375973}"/>
              </a:ext>
            </a:extLst>
          </p:cNvPr>
          <p:cNvSpPr/>
          <p:nvPr/>
        </p:nvSpPr>
        <p:spPr>
          <a:xfrm>
            <a:off x="5812625" y="5042342"/>
            <a:ext cx="354745" cy="300168"/>
          </a:xfrm>
          <a:custGeom>
            <a:avLst/>
            <a:gdLst/>
            <a:ahLst/>
            <a:cxnLst/>
            <a:rect l="l" t="t" r="r" b="b"/>
            <a:pathLst>
              <a:path w="15223" h="12881" extrusionOk="0">
                <a:moveTo>
                  <a:pt x="12295" y="1172"/>
                </a:moveTo>
                <a:cubicBezTo>
                  <a:pt x="12619" y="1172"/>
                  <a:pt x="12881" y="1435"/>
                  <a:pt x="12881" y="1757"/>
                </a:cubicBezTo>
                <a:cubicBezTo>
                  <a:pt x="12881" y="2079"/>
                  <a:pt x="12617" y="2343"/>
                  <a:pt x="12295" y="2343"/>
                </a:cubicBezTo>
                <a:cubicBezTo>
                  <a:pt x="11973" y="2343"/>
                  <a:pt x="11709" y="2079"/>
                  <a:pt x="11709" y="1757"/>
                </a:cubicBezTo>
                <a:cubicBezTo>
                  <a:pt x="11709" y="1435"/>
                  <a:pt x="11973" y="1172"/>
                  <a:pt x="12295" y="1172"/>
                </a:cubicBezTo>
                <a:close/>
                <a:moveTo>
                  <a:pt x="2343" y="4685"/>
                </a:moveTo>
                <a:cubicBezTo>
                  <a:pt x="2592" y="4685"/>
                  <a:pt x="2827" y="4763"/>
                  <a:pt x="3022" y="4902"/>
                </a:cubicBezTo>
                <a:cubicBezTo>
                  <a:pt x="2330" y="5410"/>
                  <a:pt x="1821" y="6015"/>
                  <a:pt x="1513" y="6677"/>
                </a:cubicBezTo>
                <a:cubicBezTo>
                  <a:pt x="1301" y="6461"/>
                  <a:pt x="1173" y="6167"/>
                  <a:pt x="1173" y="5856"/>
                </a:cubicBezTo>
                <a:cubicBezTo>
                  <a:pt x="1173" y="5210"/>
                  <a:pt x="1697" y="4685"/>
                  <a:pt x="2343" y="4685"/>
                </a:cubicBezTo>
                <a:close/>
                <a:moveTo>
                  <a:pt x="12881" y="4685"/>
                </a:moveTo>
                <a:cubicBezTo>
                  <a:pt x="13526" y="4685"/>
                  <a:pt x="14052" y="5208"/>
                  <a:pt x="14052" y="5854"/>
                </a:cubicBezTo>
                <a:cubicBezTo>
                  <a:pt x="14052" y="6167"/>
                  <a:pt x="13923" y="6461"/>
                  <a:pt x="13712" y="6677"/>
                </a:cubicBezTo>
                <a:cubicBezTo>
                  <a:pt x="13404" y="6015"/>
                  <a:pt x="12893" y="5410"/>
                  <a:pt x="12201" y="4902"/>
                </a:cubicBezTo>
                <a:cubicBezTo>
                  <a:pt x="12396" y="4763"/>
                  <a:pt x="12633" y="4685"/>
                  <a:pt x="12881" y="4685"/>
                </a:cubicBezTo>
                <a:close/>
                <a:moveTo>
                  <a:pt x="7616" y="4685"/>
                </a:moveTo>
                <a:cubicBezTo>
                  <a:pt x="9058" y="4685"/>
                  <a:pt x="10407" y="5074"/>
                  <a:pt x="11416" y="5778"/>
                </a:cubicBezTo>
                <a:cubicBezTo>
                  <a:pt x="12360" y="6440"/>
                  <a:pt x="12881" y="7299"/>
                  <a:pt x="12881" y="8196"/>
                </a:cubicBezTo>
                <a:cubicBezTo>
                  <a:pt x="12881" y="9095"/>
                  <a:pt x="12360" y="9953"/>
                  <a:pt x="11416" y="10615"/>
                </a:cubicBezTo>
                <a:cubicBezTo>
                  <a:pt x="10407" y="11320"/>
                  <a:pt x="9056" y="11710"/>
                  <a:pt x="7612" y="11710"/>
                </a:cubicBezTo>
                <a:cubicBezTo>
                  <a:pt x="6167" y="11710"/>
                  <a:pt x="4816" y="11320"/>
                  <a:pt x="3807" y="10615"/>
                </a:cubicBezTo>
                <a:cubicBezTo>
                  <a:pt x="2863" y="9953"/>
                  <a:pt x="2343" y="9095"/>
                  <a:pt x="2343" y="8196"/>
                </a:cubicBezTo>
                <a:cubicBezTo>
                  <a:pt x="2343" y="7299"/>
                  <a:pt x="2863" y="6440"/>
                  <a:pt x="3807" y="5778"/>
                </a:cubicBezTo>
                <a:cubicBezTo>
                  <a:pt x="4816" y="5074"/>
                  <a:pt x="6165" y="4685"/>
                  <a:pt x="7609" y="4685"/>
                </a:cubicBezTo>
                <a:close/>
                <a:moveTo>
                  <a:pt x="8782" y="0"/>
                </a:moveTo>
                <a:cubicBezTo>
                  <a:pt x="8538" y="0"/>
                  <a:pt x="8309" y="156"/>
                  <a:pt x="8228" y="402"/>
                </a:cubicBezTo>
                <a:lnTo>
                  <a:pt x="7186" y="3524"/>
                </a:lnTo>
                <a:cubicBezTo>
                  <a:pt x="6065" y="3576"/>
                  <a:pt x="4998" y="3836"/>
                  <a:pt x="4073" y="4276"/>
                </a:cubicBezTo>
                <a:cubicBezTo>
                  <a:pt x="3634" y="3797"/>
                  <a:pt x="3011" y="3514"/>
                  <a:pt x="2343" y="3514"/>
                </a:cubicBezTo>
                <a:cubicBezTo>
                  <a:pt x="1051" y="3514"/>
                  <a:pt x="0" y="4565"/>
                  <a:pt x="0" y="5856"/>
                </a:cubicBezTo>
                <a:cubicBezTo>
                  <a:pt x="0" y="6702"/>
                  <a:pt x="469" y="7478"/>
                  <a:pt x="1186" y="7889"/>
                </a:cubicBezTo>
                <a:cubicBezTo>
                  <a:pt x="1177" y="7991"/>
                  <a:pt x="1171" y="8094"/>
                  <a:pt x="1171" y="8196"/>
                </a:cubicBezTo>
                <a:cubicBezTo>
                  <a:pt x="1171" y="9488"/>
                  <a:pt x="1870" y="10687"/>
                  <a:pt x="3137" y="11573"/>
                </a:cubicBezTo>
                <a:cubicBezTo>
                  <a:pt x="4340" y="12415"/>
                  <a:pt x="5928" y="12881"/>
                  <a:pt x="7611" y="12881"/>
                </a:cubicBezTo>
                <a:cubicBezTo>
                  <a:pt x="9293" y="12881"/>
                  <a:pt x="10883" y="12415"/>
                  <a:pt x="12086" y="11573"/>
                </a:cubicBezTo>
                <a:cubicBezTo>
                  <a:pt x="13353" y="10687"/>
                  <a:pt x="14050" y="9488"/>
                  <a:pt x="14050" y="8196"/>
                </a:cubicBezTo>
                <a:cubicBezTo>
                  <a:pt x="14050" y="8094"/>
                  <a:pt x="14046" y="7991"/>
                  <a:pt x="14037" y="7889"/>
                </a:cubicBezTo>
                <a:cubicBezTo>
                  <a:pt x="14754" y="7478"/>
                  <a:pt x="15223" y="6702"/>
                  <a:pt x="15223" y="5856"/>
                </a:cubicBezTo>
                <a:cubicBezTo>
                  <a:pt x="15223" y="4565"/>
                  <a:pt x="14172" y="3514"/>
                  <a:pt x="12881" y="3514"/>
                </a:cubicBezTo>
                <a:cubicBezTo>
                  <a:pt x="12212" y="3514"/>
                  <a:pt x="11589" y="3797"/>
                  <a:pt x="11152" y="4276"/>
                </a:cubicBezTo>
                <a:cubicBezTo>
                  <a:pt x="10330" y="3885"/>
                  <a:pt x="9396" y="3636"/>
                  <a:pt x="8412" y="3549"/>
                </a:cubicBezTo>
                <a:lnTo>
                  <a:pt x="9153" y="1327"/>
                </a:lnTo>
                <a:lnTo>
                  <a:pt x="10540" y="1789"/>
                </a:lnTo>
                <a:cubicBezTo>
                  <a:pt x="10556" y="2742"/>
                  <a:pt x="11338" y="3514"/>
                  <a:pt x="12295" y="3514"/>
                </a:cubicBezTo>
                <a:cubicBezTo>
                  <a:pt x="13263" y="3514"/>
                  <a:pt x="14052" y="2725"/>
                  <a:pt x="14052" y="1757"/>
                </a:cubicBezTo>
                <a:cubicBezTo>
                  <a:pt x="14052" y="790"/>
                  <a:pt x="13263" y="1"/>
                  <a:pt x="12295" y="1"/>
                </a:cubicBezTo>
                <a:cubicBezTo>
                  <a:pt x="11732" y="1"/>
                  <a:pt x="11232" y="268"/>
                  <a:pt x="10910" y="678"/>
                </a:cubicBezTo>
                <a:lnTo>
                  <a:pt x="8968" y="31"/>
                </a:lnTo>
                <a:cubicBezTo>
                  <a:pt x="8906" y="10"/>
                  <a:pt x="8844" y="0"/>
                  <a:pt x="87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9" name="Google Shape;12627;p89">
            <a:extLst>
              <a:ext uri="{FF2B5EF4-FFF2-40B4-BE49-F238E27FC236}">
                <a16:creationId xmlns:a16="http://schemas.microsoft.com/office/drawing/2014/main" id="{490F16BC-C5B6-8FC2-25E4-7DA540F62E58}"/>
              </a:ext>
            </a:extLst>
          </p:cNvPr>
          <p:cNvSpPr/>
          <p:nvPr/>
        </p:nvSpPr>
        <p:spPr>
          <a:xfrm>
            <a:off x="5908141" y="5178779"/>
            <a:ext cx="54599" cy="54577"/>
          </a:xfrm>
          <a:custGeom>
            <a:avLst/>
            <a:gdLst/>
            <a:ahLst/>
            <a:cxnLst/>
            <a:rect l="l" t="t" r="r" b="b"/>
            <a:pathLst>
              <a:path w="2343" h="2342" extrusionOk="0">
                <a:moveTo>
                  <a:pt x="1171" y="1"/>
                </a:moveTo>
                <a:cubicBezTo>
                  <a:pt x="526" y="1"/>
                  <a:pt x="0" y="525"/>
                  <a:pt x="0" y="1170"/>
                </a:cubicBezTo>
                <a:cubicBezTo>
                  <a:pt x="0" y="1816"/>
                  <a:pt x="526" y="2341"/>
                  <a:pt x="1171" y="2341"/>
                </a:cubicBezTo>
                <a:cubicBezTo>
                  <a:pt x="1817" y="2341"/>
                  <a:pt x="2342" y="1816"/>
                  <a:pt x="2342" y="1170"/>
                </a:cubicBezTo>
                <a:cubicBezTo>
                  <a:pt x="2342" y="525"/>
                  <a:pt x="1817" y="1"/>
                  <a:pt x="11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0" name="Google Shape;12628;p89">
            <a:extLst>
              <a:ext uri="{FF2B5EF4-FFF2-40B4-BE49-F238E27FC236}">
                <a16:creationId xmlns:a16="http://schemas.microsoft.com/office/drawing/2014/main" id="{FED77B9A-1C88-6A07-C5A0-A8886F392E3C}"/>
              </a:ext>
            </a:extLst>
          </p:cNvPr>
          <p:cNvSpPr/>
          <p:nvPr/>
        </p:nvSpPr>
        <p:spPr>
          <a:xfrm>
            <a:off x="6017244" y="5178779"/>
            <a:ext cx="54599" cy="54577"/>
          </a:xfrm>
          <a:custGeom>
            <a:avLst/>
            <a:gdLst/>
            <a:ahLst/>
            <a:cxnLst/>
            <a:rect l="l" t="t" r="r" b="b"/>
            <a:pathLst>
              <a:path w="2343" h="2342" extrusionOk="0">
                <a:moveTo>
                  <a:pt x="1172" y="1"/>
                </a:moveTo>
                <a:cubicBezTo>
                  <a:pt x="526" y="1"/>
                  <a:pt x="1" y="525"/>
                  <a:pt x="1" y="1170"/>
                </a:cubicBezTo>
                <a:cubicBezTo>
                  <a:pt x="1" y="1816"/>
                  <a:pt x="526" y="2341"/>
                  <a:pt x="1172" y="2341"/>
                </a:cubicBezTo>
                <a:cubicBezTo>
                  <a:pt x="1818" y="2341"/>
                  <a:pt x="2343" y="1816"/>
                  <a:pt x="2343" y="1170"/>
                </a:cubicBezTo>
                <a:cubicBezTo>
                  <a:pt x="2343" y="525"/>
                  <a:pt x="1818" y="1"/>
                  <a:pt x="11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51" name="Google Shape;12629;p89">
            <a:extLst>
              <a:ext uri="{FF2B5EF4-FFF2-40B4-BE49-F238E27FC236}">
                <a16:creationId xmlns:a16="http://schemas.microsoft.com/office/drawing/2014/main" id="{744C9910-B573-3F37-3B2C-3AA9BF51AE8D}"/>
              </a:ext>
            </a:extLst>
          </p:cNvPr>
          <p:cNvSpPr/>
          <p:nvPr/>
        </p:nvSpPr>
        <p:spPr>
          <a:xfrm>
            <a:off x="5919839" y="5260616"/>
            <a:ext cx="140309" cy="40128"/>
          </a:xfrm>
          <a:custGeom>
            <a:avLst/>
            <a:gdLst/>
            <a:ahLst/>
            <a:cxnLst/>
            <a:rect l="l" t="t" r="r" b="b"/>
            <a:pathLst>
              <a:path w="6021" h="1722" extrusionOk="0">
                <a:moveTo>
                  <a:pt x="670" y="0"/>
                </a:moveTo>
                <a:cubicBezTo>
                  <a:pt x="455" y="0"/>
                  <a:pt x="249" y="119"/>
                  <a:pt x="146" y="324"/>
                </a:cubicBezTo>
                <a:cubicBezTo>
                  <a:pt x="1" y="614"/>
                  <a:pt x="117" y="965"/>
                  <a:pt x="407" y="1110"/>
                </a:cubicBezTo>
                <a:cubicBezTo>
                  <a:pt x="1223" y="1516"/>
                  <a:pt x="2116" y="1722"/>
                  <a:pt x="3011" y="1722"/>
                </a:cubicBezTo>
                <a:cubicBezTo>
                  <a:pt x="3905" y="1722"/>
                  <a:pt x="4800" y="1518"/>
                  <a:pt x="5614" y="1110"/>
                </a:cubicBezTo>
                <a:cubicBezTo>
                  <a:pt x="5904" y="965"/>
                  <a:pt x="6021" y="614"/>
                  <a:pt x="5875" y="324"/>
                </a:cubicBezTo>
                <a:cubicBezTo>
                  <a:pt x="5774" y="119"/>
                  <a:pt x="5567" y="0"/>
                  <a:pt x="5352" y="0"/>
                </a:cubicBezTo>
                <a:cubicBezTo>
                  <a:pt x="5264" y="0"/>
                  <a:pt x="5174" y="20"/>
                  <a:pt x="5090" y="62"/>
                </a:cubicBezTo>
                <a:cubicBezTo>
                  <a:pt x="4439" y="388"/>
                  <a:pt x="3725" y="551"/>
                  <a:pt x="3011" y="551"/>
                </a:cubicBezTo>
                <a:cubicBezTo>
                  <a:pt x="2296" y="551"/>
                  <a:pt x="1582" y="388"/>
                  <a:pt x="931" y="62"/>
                </a:cubicBezTo>
                <a:cubicBezTo>
                  <a:pt x="847" y="20"/>
                  <a:pt x="758" y="0"/>
                  <a:pt x="6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5" name="Google Shape;12634;p89">
            <a:extLst>
              <a:ext uri="{FF2B5EF4-FFF2-40B4-BE49-F238E27FC236}">
                <a16:creationId xmlns:a16="http://schemas.microsoft.com/office/drawing/2014/main" id="{9FA81A9C-BEF5-1EF6-FAC1-C1D719EAEF5A}"/>
              </a:ext>
            </a:extLst>
          </p:cNvPr>
          <p:cNvSpPr/>
          <p:nvPr/>
        </p:nvSpPr>
        <p:spPr>
          <a:xfrm>
            <a:off x="1530400" y="5028725"/>
            <a:ext cx="465644" cy="327433"/>
          </a:xfrm>
          <a:custGeom>
            <a:avLst/>
            <a:gdLst/>
            <a:ahLst/>
            <a:cxnLst/>
            <a:rect l="l" t="t" r="r" b="b"/>
            <a:pathLst>
              <a:path w="19982" h="14051" extrusionOk="0">
                <a:moveTo>
                  <a:pt x="17056" y="1172"/>
                </a:moveTo>
                <a:cubicBezTo>
                  <a:pt x="18023" y="1172"/>
                  <a:pt x="18811" y="1961"/>
                  <a:pt x="18811" y="2929"/>
                </a:cubicBezTo>
                <a:lnTo>
                  <a:pt x="18811" y="11124"/>
                </a:lnTo>
                <a:cubicBezTo>
                  <a:pt x="18811" y="12092"/>
                  <a:pt x="18023" y="12881"/>
                  <a:pt x="17056" y="12881"/>
                </a:cubicBezTo>
                <a:lnTo>
                  <a:pt x="2927" y="12881"/>
                </a:lnTo>
                <a:cubicBezTo>
                  <a:pt x="1959" y="12881"/>
                  <a:pt x="1172" y="12092"/>
                  <a:pt x="1172" y="11124"/>
                </a:cubicBezTo>
                <a:lnTo>
                  <a:pt x="1172" y="2929"/>
                </a:lnTo>
                <a:cubicBezTo>
                  <a:pt x="1172" y="1961"/>
                  <a:pt x="1959" y="1172"/>
                  <a:pt x="2927" y="1172"/>
                </a:cubicBezTo>
                <a:close/>
                <a:moveTo>
                  <a:pt x="2927" y="1"/>
                </a:moveTo>
                <a:cubicBezTo>
                  <a:pt x="1313" y="1"/>
                  <a:pt x="1" y="1315"/>
                  <a:pt x="1" y="2929"/>
                </a:cubicBezTo>
                <a:lnTo>
                  <a:pt x="1" y="11124"/>
                </a:lnTo>
                <a:cubicBezTo>
                  <a:pt x="1" y="12738"/>
                  <a:pt x="1313" y="14050"/>
                  <a:pt x="2927" y="14050"/>
                </a:cubicBezTo>
                <a:lnTo>
                  <a:pt x="17056" y="14050"/>
                </a:lnTo>
                <a:cubicBezTo>
                  <a:pt x="18669" y="14050"/>
                  <a:pt x="19982" y="12738"/>
                  <a:pt x="19982" y="11124"/>
                </a:cubicBezTo>
                <a:lnTo>
                  <a:pt x="19982" y="2929"/>
                </a:lnTo>
                <a:cubicBezTo>
                  <a:pt x="19982" y="1315"/>
                  <a:pt x="18669" y="1"/>
                  <a:pt x="170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6" name="Google Shape;12635;p89">
            <a:extLst>
              <a:ext uri="{FF2B5EF4-FFF2-40B4-BE49-F238E27FC236}">
                <a16:creationId xmlns:a16="http://schemas.microsoft.com/office/drawing/2014/main" id="{3D48BDB9-A564-0B60-769E-56ACAB6E25A5}"/>
              </a:ext>
            </a:extLst>
          </p:cNvPr>
          <p:cNvSpPr/>
          <p:nvPr/>
        </p:nvSpPr>
        <p:spPr>
          <a:xfrm>
            <a:off x="1708642" y="5110586"/>
            <a:ext cx="136441" cy="163729"/>
          </a:xfrm>
          <a:custGeom>
            <a:avLst/>
            <a:gdLst/>
            <a:ahLst/>
            <a:cxnLst/>
            <a:rect l="l" t="t" r="r" b="b"/>
            <a:pathLst>
              <a:path w="5855" h="7026" extrusionOk="0">
                <a:moveTo>
                  <a:pt x="1172" y="1643"/>
                </a:moveTo>
                <a:lnTo>
                  <a:pt x="4165" y="3514"/>
                </a:lnTo>
                <a:lnTo>
                  <a:pt x="1172" y="5384"/>
                </a:lnTo>
                <a:lnTo>
                  <a:pt x="1172" y="1643"/>
                </a:lnTo>
                <a:close/>
                <a:moveTo>
                  <a:pt x="586" y="0"/>
                </a:moveTo>
                <a:cubicBezTo>
                  <a:pt x="489" y="0"/>
                  <a:pt x="391" y="25"/>
                  <a:pt x="302" y="74"/>
                </a:cubicBezTo>
                <a:cubicBezTo>
                  <a:pt x="116" y="178"/>
                  <a:pt x="1" y="373"/>
                  <a:pt x="1" y="587"/>
                </a:cubicBezTo>
                <a:lnTo>
                  <a:pt x="1" y="6440"/>
                </a:lnTo>
                <a:cubicBezTo>
                  <a:pt x="1" y="6653"/>
                  <a:pt x="116" y="6849"/>
                  <a:pt x="302" y="6953"/>
                </a:cubicBezTo>
                <a:cubicBezTo>
                  <a:pt x="389" y="7001"/>
                  <a:pt x="487" y="7026"/>
                  <a:pt x="585" y="7026"/>
                </a:cubicBezTo>
                <a:cubicBezTo>
                  <a:pt x="693" y="7026"/>
                  <a:pt x="801" y="6997"/>
                  <a:pt x="896" y="6937"/>
                </a:cubicBezTo>
                <a:lnTo>
                  <a:pt x="5580" y="4010"/>
                </a:lnTo>
                <a:cubicBezTo>
                  <a:pt x="5750" y="3903"/>
                  <a:pt x="5854" y="3714"/>
                  <a:pt x="5854" y="3513"/>
                </a:cubicBezTo>
                <a:cubicBezTo>
                  <a:pt x="5854" y="3311"/>
                  <a:pt x="5750" y="3123"/>
                  <a:pt x="5580" y="3017"/>
                </a:cubicBezTo>
                <a:lnTo>
                  <a:pt x="896" y="90"/>
                </a:lnTo>
                <a:cubicBezTo>
                  <a:pt x="801" y="30"/>
                  <a:pt x="694" y="0"/>
                  <a:pt x="5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3" name="Google Shape;12637;p89">
            <a:extLst>
              <a:ext uri="{FF2B5EF4-FFF2-40B4-BE49-F238E27FC236}">
                <a16:creationId xmlns:a16="http://schemas.microsoft.com/office/drawing/2014/main" id="{8A241562-9005-84A9-8848-A7781A443CDD}"/>
              </a:ext>
            </a:extLst>
          </p:cNvPr>
          <p:cNvSpPr/>
          <p:nvPr/>
        </p:nvSpPr>
        <p:spPr>
          <a:xfrm>
            <a:off x="2348880" y="5047456"/>
            <a:ext cx="237972" cy="289496"/>
          </a:xfrm>
          <a:custGeom>
            <a:avLst/>
            <a:gdLst/>
            <a:ahLst/>
            <a:cxnLst/>
            <a:rect l="l" t="t" r="r" b="b"/>
            <a:pathLst>
              <a:path w="10212" h="12423" extrusionOk="0">
                <a:moveTo>
                  <a:pt x="4938" y="1172"/>
                </a:moveTo>
                <a:cubicBezTo>
                  <a:pt x="7267" y="1172"/>
                  <a:pt x="8610" y="2621"/>
                  <a:pt x="8610" y="3081"/>
                </a:cubicBezTo>
                <a:cubicBezTo>
                  <a:pt x="8610" y="3348"/>
                  <a:pt x="8308" y="3471"/>
                  <a:pt x="8102" y="3471"/>
                </a:cubicBezTo>
                <a:cubicBezTo>
                  <a:pt x="7867" y="3471"/>
                  <a:pt x="7733" y="3357"/>
                  <a:pt x="7407" y="3026"/>
                </a:cubicBezTo>
                <a:cubicBezTo>
                  <a:pt x="6933" y="2541"/>
                  <a:pt x="6282" y="1879"/>
                  <a:pt x="4821" y="1879"/>
                </a:cubicBezTo>
                <a:cubicBezTo>
                  <a:pt x="4177" y="1879"/>
                  <a:pt x="3602" y="2046"/>
                  <a:pt x="3162" y="2362"/>
                </a:cubicBezTo>
                <a:cubicBezTo>
                  <a:pt x="2687" y="2700"/>
                  <a:pt x="2417" y="3188"/>
                  <a:pt x="2417" y="3701"/>
                </a:cubicBezTo>
                <a:cubicBezTo>
                  <a:pt x="2417" y="4145"/>
                  <a:pt x="2603" y="4758"/>
                  <a:pt x="3491" y="5152"/>
                </a:cubicBezTo>
                <a:cubicBezTo>
                  <a:pt x="3997" y="5378"/>
                  <a:pt x="4646" y="5506"/>
                  <a:pt x="5334" y="5642"/>
                </a:cubicBezTo>
                <a:cubicBezTo>
                  <a:pt x="7566" y="6081"/>
                  <a:pt x="9029" y="6514"/>
                  <a:pt x="9029" y="8449"/>
                </a:cubicBezTo>
                <a:cubicBezTo>
                  <a:pt x="9029" y="8455"/>
                  <a:pt x="9029" y="8464"/>
                  <a:pt x="9029" y="8478"/>
                </a:cubicBezTo>
                <a:cubicBezTo>
                  <a:pt x="9035" y="8646"/>
                  <a:pt x="9028" y="9518"/>
                  <a:pt x="8347" y="10222"/>
                </a:cubicBezTo>
                <a:cubicBezTo>
                  <a:pt x="7688" y="10903"/>
                  <a:pt x="6597" y="11248"/>
                  <a:pt x="5102" y="11252"/>
                </a:cubicBezTo>
                <a:cubicBezTo>
                  <a:pt x="2240" y="11250"/>
                  <a:pt x="1171" y="9891"/>
                  <a:pt x="1171" y="9033"/>
                </a:cubicBezTo>
                <a:cubicBezTo>
                  <a:pt x="1171" y="8780"/>
                  <a:pt x="1518" y="8672"/>
                  <a:pt x="1656" y="8672"/>
                </a:cubicBezTo>
                <a:cubicBezTo>
                  <a:pt x="1844" y="8672"/>
                  <a:pt x="2005" y="8837"/>
                  <a:pt x="2327" y="9212"/>
                </a:cubicBezTo>
                <a:cubicBezTo>
                  <a:pt x="2843" y="9813"/>
                  <a:pt x="3551" y="10636"/>
                  <a:pt x="5095" y="10636"/>
                </a:cubicBezTo>
                <a:cubicBezTo>
                  <a:pt x="6363" y="10636"/>
                  <a:pt x="7727" y="9881"/>
                  <a:pt x="7727" y="8612"/>
                </a:cubicBezTo>
                <a:cubicBezTo>
                  <a:pt x="7727" y="7951"/>
                  <a:pt x="7363" y="7445"/>
                  <a:pt x="6647" y="7109"/>
                </a:cubicBezTo>
                <a:cubicBezTo>
                  <a:pt x="6130" y="6866"/>
                  <a:pt x="5472" y="6726"/>
                  <a:pt x="4773" y="6578"/>
                </a:cubicBezTo>
                <a:cubicBezTo>
                  <a:pt x="2620" y="6120"/>
                  <a:pt x="1209" y="5683"/>
                  <a:pt x="1209" y="3859"/>
                </a:cubicBezTo>
                <a:cubicBezTo>
                  <a:pt x="1209" y="2893"/>
                  <a:pt x="1667" y="2191"/>
                  <a:pt x="2606" y="1711"/>
                </a:cubicBezTo>
                <a:cubicBezTo>
                  <a:pt x="3388" y="1313"/>
                  <a:pt x="4350" y="1172"/>
                  <a:pt x="4938" y="1172"/>
                </a:cubicBezTo>
                <a:close/>
                <a:moveTo>
                  <a:pt x="4938" y="1"/>
                </a:moveTo>
                <a:cubicBezTo>
                  <a:pt x="2944" y="1"/>
                  <a:pt x="39" y="991"/>
                  <a:pt x="39" y="3861"/>
                </a:cubicBezTo>
                <a:cubicBezTo>
                  <a:pt x="39" y="5149"/>
                  <a:pt x="579" y="6129"/>
                  <a:pt x="1644" y="6772"/>
                </a:cubicBezTo>
                <a:cubicBezTo>
                  <a:pt x="2505" y="7293"/>
                  <a:pt x="3581" y="7523"/>
                  <a:pt x="4529" y="7724"/>
                </a:cubicBezTo>
                <a:cubicBezTo>
                  <a:pt x="5159" y="7857"/>
                  <a:pt x="5755" y="7984"/>
                  <a:pt x="6149" y="8170"/>
                </a:cubicBezTo>
                <a:cubicBezTo>
                  <a:pt x="6556" y="8359"/>
                  <a:pt x="6556" y="8518"/>
                  <a:pt x="6556" y="8612"/>
                </a:cubicBezTo>
                <a:cubicBezTo>
                  <a:pt x="6556" y="9100"/>
                  <a:pt x="5785" y="9465"/>
                  <a:pt x="5095" y="9465"/>
                </a:cubicBezTo>
                <a:cubicBezTo>
                  <a:pt x="4089" y="9465"/>
                  <a:pt x="3664" y="8971"/>
                  <a:pt x="3215" y="8449"/>
                </a:cubicBezTo>
                <a:cubicBezTo>
                  <a:pt x="2833" y="8005"/>
                  <a:pt x="2401" y="7501"/>
                  <a:pt x="1656" y="7501"/>
                </a:cubicBezTo>
                <a:cubicBezTo>
                  <a:pt x="860" y="7501"/>
                  <a:pt x="0" y="8087"/>
                  <a:pt x="0" y="9035"/>
                </a:cubicBezTo>
                <a:cubicBezTo>
                  <a:pt x="0" y="10459"/>
                  <a:pt x="1462" y="12423"/>
                  <a:pt x="5104" y="12423"/>
                </a:cubicBezTo>
                <a:cubicBezTo>
                  <a:pt x="6926" y="12419"/>
                  <a:pt x="8301" y="11954"/>
                  <a:pt x="9187" y="11036"/>
                </a:cubicBezTo>
                <a:cubicBezTo>
                  <a:pt x="10167" y="10024"/>
                  <a:pt x="10211" y="8803"/>
                  <a:pt x="10200" y="8442"/>
                </a:cubicBezTo>
                <a:cubicBezTo>
                  <a:pt x="10199" y="7101"/>
                  <a:pt x="9638" y="6090"/>
                  <a:pt x="8536" y="5435"/>
                </a:cubicBezTo>
                <a:cubicBezTo>
                  <a:pt x="7642" y="4904"/>
                  <a:pt x="6537" y="4685"/>
                  <a:pt x="5560" y="4492"/>
                </a:cubicBezTo>
                <a:cubicBezTo>
                  <a:pt x="4939" y="4370"/>
                  <a:pt x="4354" y="4255"/>
                  <a:pt x="3966" y="4084"/>
                </a:cubicBezTo>
                <a:cubicBezTo>
                  <a:pt x="3588" y="3916"/>
                  <a:pt x="3588" y="3781"/>
                  <a:pt x="3588" y="3703"/>
                </a:cubicBezTo>
                <a:cubicBezTo>
                  <a:pt x="3588" y="3429"/>
                  <a:pt x="4016" y="3050"/>
                  <a:pt x="4821" y="3050"/>
                </a:cubicBezTo>
                <a:cubicBezTo>
                  <a:pt x="5790" y="3050"/>
                  <a:pt x="6153" y="3418"/>
                  <a:pt x="6570" y="3847"/>
                </a:cubicBezTo>
                <a:cubicBezTo>
                  <a:pt x="6921" y="4202"/>
                  <a:pt x="7354" y="4644"/>
                  <a:pt x="8102" y="4644"/>
                </a:cubicBezTo>
                <a:cubicBezTo>
                  <a:pt x="8966" y="4644"/>
                  <a:pt x="9781" y="4016"/>
                  <a:pt x="9781" y="3082"/>
                </a:cubicBezTo>
                <a:cubicBezTo>
                  <a:pt x="9781" y="1768"/>
                  <a:pt x="7722" y="1"/>
                  <a:pt x="493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4" name="Google Shape;12638;p89">
            <a:extLst>
              <a:ext uri="{FF2B5EF4-FFF2-40B4-BE49-F238E27FC236}">
                <a16:creationId xmlns:a16="http://schemas.microsoft.com/office/drawing/2014/main" id="{76B7CA59-A378-354C-54D9-4E95508E9BCA}"/>
              </a:ext>
            </a:extLst>
          </p:cNvPr>
          <p:cNvSpPr/>
          <p:nvPr/>
        </p:nvSpPr>
        <p:spPr>
          <a:xfrm>
            <a:off x="2234860" y="4959700"/>
            <a:ext cx="465668" cy="465481"/>
          </a:xfrm>
          <a:custGeom>
            <a:avLst/>
            <a:gdLst/>
            <a:ahLst/>
            <a:cxnLst/>
            <a:rect l="l" t="t" r="r" b="b"/>
            <a:pathLst>
              <a:path w="19983" h="19975" extrusionOk="0">
                <a:moveTo>
                  <a:pt x="5465" y="1172"/>
                </a:moveTo>
                <a:cubicBezTo>
                  <a:pt x="6229" y="1172"/>
                  <a:pt x="6714" y="1356"/>
                  <a:pt x="7184" y="1548"/>
                </a:cubicBezTo>
                <a:cubicBezTo>
                  <a:pt x="7842" y="1820"/>
                  <a:pt x="8120" y="1882"/>
                  <a:pt x="8506" y="1882"/>
                </a:cubicBezTo>
                <a:cubicBezTo>
                  <a:pt x="8831" y="1882"/>
                  <a:pt x="9232" y="1838"/>
                  <a:pt x="10000" y="1838"/>
                </a:cubicBezTo>
                <a:cubicBezTo>
                  <a:pt x="13275" y="1838"/>
                  <a:pt x="15226" y="3478"/>
                  <a:pt x="16286" y="4855"/>
                </a:cubicBezTo>
                <a:cubicBezTo>
                  <a:pt x="17660" y="6641"/>
                  <a:pt x="18149" y="8709"/>
                  <a:pt x="18149" y="9937"/>
                </a:cubicBezTo>
                <a:cubicBezTo>
                  <a:pt x="18149" y="11304"/>
                  <a:pt x="17841" y="11405"/>
                  <a:pt x="18414" y="12744"/>
                </a:cubicBezTo>
                <a:cubicBezTo>
                  <a:pt x="18610" y="13203"/>
                  <a:pt x="18812" y="13675"/>
                  <a:pt x="18812" y="14565"/>
                </a:cubicBezTo>
                <a:cubicBezTo>
                  <a:pt x="18812" y="15702"/>
                  <a:pt x="18373" y="16765"/>
                  <a:pt x="17575" y="17561"/>
                </a:cubicBezTo>
                <a:cubicBezTo>
                  <a:pt x="16776" y="18358"/>
                  <a:pt x="15671" y="18803"/>
                  <a:pt x="14546" y="18803"/>
                </a:cubicBezTo>
                <a:cubicBezTo>
                  <a:pt x="14544" y="18803"/>
                  <a:pt x="14542" y="18803"/>
                  <a:pt x="14540" y="18803"/>
                </a:cubicBezTo>
                <a:lnTo>
                  <a:pt x="14519" y="18803"/>
                </a:lnTo>
                <a:cubicBezTo>
                  <a:pt x="13754" y="18803"/>
                  <a:pt x="13270" y="18612"/>
                  <a:pt x="12799" y="18418"/>
                </a:cubicBezTo>
                <a:cubicBezTo>
                  <a:pt x="12161" y="18154"/>
                  <a:pt x="11842" y="18085"/>
                  <a:pt x="11520" y="18085"/>
                </a:cubicBezTo>
                <a:cubicBezTo>
                  <a:pt x="11167" y="18085"/>
                  <a:pt x="10809" y="18168"/>
                  <a:pt x="10022" y="18168"/>
                </a:cubicBezTo>
                <a:cubicBezTo>
                  <a:pt x="6746" y="18168"/>
                  <a:pt x="4785" y="16516"/>
                  <a:pt x="3717" y="15131"/>
                </a:cubicBezTo>
                <a:cubicBezTo>
                  <a:pt x="2328" y="13328"/>
                  <a:pt x="1835" y="11257"/>
                  <a:pt x="1835" y="10031"/>
                </a:cubicBezTo>
                <a:cubicBezTo>
                  <a:pt x="1835" y="8674"/>
                  <a:pt x="2146" y="8571"/>
                  <a:pt x="1569" y="7222"/>
                </a:cubicBezTo>
                <a:cubicBezTo>
                  <a:pt x="1375" y="6765"/>
                  <a:pt x="1173" y="6293"/>
                  <a:pt x="1171" y="5408"/>
                </a:cubicBezTo>
                <a:cubicBezTo>
                  <a:pt x="1175" y="3063"/>
                  <a:pt x="3100" y="1172"/>
                  <a:pt x="5465" y="1172"/>
                </a:cubicBezTo>
                <a:close/>
                <a:moveTo>
                  <a:pt x="5465" y="0"/>
                </a:moveTo>
                <a:cubicBezTo>
                  <a:pt x="3993" y="0"/>
                  <a:pt x="2617" y="552"/>
                  <a:pt x="1587" y="1582"/>
                </a:cubicBezTo>
                <a:cubicBezTo>
                  <a:pt x="566" y="2603"/>
                  <a:pt x="4" y="3960"/>
                  <a:pt x="0" y="5403"/>
                </a:cubicBezTo>
                <a:lnTo>
                  <a:pt x="0" y="5414"/>
                </a:lnTo>
                <a:cubicBezTo>
                  <a:pt x="2" y="6535"/>
                  <a:pt x="274" y="7170"/>
                  <a:pt x="492" y="7682"/>
                </a:cubicBezTo>
                <a:cubicBezTo>
                  <a:pt x="938" y="8725"/>
                  <a:pt x="664" y="8547"/>
                  <a:pt x="664" y="10031"/>
                </a:cubicBezTo>
                <a:cubicBezTo>
                  <a:pt x="664" y="11738"/>
                  <a:pt x="1385" y="14023"/>
                  <a:pt x="2790" y="15845"/>
                </a:cubicBezTo>
                <a:cubicBezTo>
                  <a:pt x="4019" y="17439"/>
                  <a:pt x="6270" y="19339"/>
                  <a:pt x="10022" y="19339"/>
                </a:cubicBezTo>
                <a:cubicBezTo>
                  <a:pt x="10942" y="19339"/>
                  <a:pt x="11234" y="19255"/>
                  <a:pt x="11494" y="19255"/>
                </a:cubicBezTo>
                <a:cubicBezTo>
                  <a:pt x="11700" y="19255"/>
                  <a:pt x="11887" y="19308"/>
                  <a:pt x="12353" y="19500"/>
                </a:cubicBezTo>
                <a:cubicBezTo>
                  <a:pt x="12875" y="19716"/>
                  <a:pt x="13523" y="19974"/>
                  <a:pt x="14519" y="19974"/>
                </a:cubicBezTo>
                <a:lnTo>
                  <a:pt x="14554" y="19974"/>
                </a:lnTo>
                <a:cubicBezTo>
                  <a:pt x="15985" y="19974"/>
                  <a:pt x="17386" y="19403"/>
                  <a:pt x="18402" y="18391"/>
                </a:cubicBezTo>
                <a:cubicBezTo>
                  <a:pt x="19422" y="17374"/>
                  <a:pt x="19983" y="16015"/>
                  <a:pt x="19983" y="14565"/>
                </a:cubicBezTo>
                <a:cubicBezTo>
                  <a:pt x="19983" y="13436"/>
                  <a:pt x="19711" y="12797"/>
                  <a:pt x="19491" y="12284"/>
                </a:cubicBezTo>
                <a:cubicBezTo>
                  <a:pt x="19045" y="11243"/>
                  <a:pt x="19320" y="11421"/>
                  <a:pt x="19320" y="9937"/>
                </a:cubicBezTo>
                <a:cubicBezTo>
                  <a:pt x="19320" y="8218"/>
                  <a:pt x="18603" y="5946"/>
                  <a:pt x="17213" y="4140"/>
                </a:cubicBezTo>
                <a:cubicBezTo>
                  <a:pt x="15994" y="2557"/>
                  <a:pt x="13753" y="667"/>
                  <a:pt x="10000" y="667"/>
                </a:cubicBezTo>
                <a:cubicBezTo>
                  <a:pt x="9146" y="667"/>
                  <a:pt x="8785" y="712"/>
                  <a:pt x="8528" y="712"/>
                </a:cubicBezTo>
                <a:cubicBezTo>
                  <a:pt x="8261" y="712"/>
                  <a:pt x="8109" y="664"/>
                  <a:pt x="7630" y="466"/>
                </a:cubicBezTo>
                <a:cubicBezTo>
                  <a:pt x="7110" y="252"/>
                  <a:pt x="6461" y="0"/>
                  <a:pt x="546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1" name="Google Shape;12640;p89">
            <a:extLst>
              <a:ext uri="{FF2B5EF4-FFF2-40B4-BE49-F238E27FC236}">
                <a16:creationId xmlns:a16="http://schemas.microsoft.com/office/drawing/2014/main" id="{1E99F753-147E-3E42-1063-89A0B188099C}"/>
              </a:ext>
            </a:extLst>
          </p:cNvPr>
          <p:cNvSpPr/>
          <p:nvPr/>
        </p:nvSpPr>
        <p:spPr>
          <a:xfrm>
            <a:off x="2994832" y="5027802"/>
            <a:ext cx="354722" cy="327433"/>
          </a:xfrm>
          <a:custGeom>
            <a:avLst/>
            <a:gdLst/>
            <a:ahLst/>
            <a:cxnLst/>
            <a:rect l="l" t="t" r="r" b="b"/>
            <a:pathLst>
              <a:path w="15222" h="14051" extrusionOk="0">
                <a:moveTo>
                  <a:pt x="7616" y="1172"/>
                </a:moveTo>
                <a:cubicBezTo>
                  <a:pt x="8529" y="1202"/>
                  <a:pt x="10613" y="1570"/>
                  <a:pt x="10613" y="4280"/>
                </a:cubicBezTo>
                <a:cubicBezTo>
                  <a:pt x="10613" y="4791"/>
                  <a:pt x="10565" y="5662"/>
                  <a:pt x="10565" y="5683"/>
                </a:cubicBezTo>
                <a:cubicBezTo>
                  <a:pt x="10565" y="6490"/>
                  <a:pt x="11186" y="6530"/>
                  <a:pt x="11312" y="6530"/>
                </a:cubicBezTo>
                <a:cubicBezTo>
                  <a:pt x="11563" y="6530"/>
                  <a:pt x="11867" y="6461"/>
                  <a:pt x="12149" y="6399"/>
                </a:cubicBezTo>
                <a:lnTo>
                  <a:pt x="12149" y="6399"/>
                </a:lnTo>
                <a:cubicBezTo>
                  <a:pt x="11697" y="6589"/>
                  <a:pt x="10875" y="6838"/>
                  <a:pt x="10875" y="7608"/>
                </a:cubicBezTo>
                <a:cubicBezTo>
                  <a:pt x="10875" y="9260"/>
                  <a:pt x="12294" y="9897"/>
                  <a:pt x="13233" y="10316"/>
                </a:cubicBezTo>
                <a:cubicBezTo>
                  <a:pt x="13419" y="10399"/>
                  <a:pt x="13661" y="10509"/>
                  <a:pt x="13838" y="10608"/>
                </a:cubicBezTo>
                <a:cubicBezTo>
                  <a:pt x="13590" y="10652"/>
                  <a:pt x="13247" y="10703"/>
                  <a:pt x="12826" y="10802"/>
                </a:cubicBezTo>
                <a:cubicBezTo>
                  <a:pt x="12446" y="10894"/>
                  <a:pt x="12149" y="11195"/>
                  <a:pt x="12067" y="11574"/>
                </a:cubicBezTo>
                <a:cubicBezTo>
                  <a:pt x="12058" y="11614"/>
                  <a:pt x="12049" y="11652"/>
                  <a:pt x="12041" y="11683"/>
                </a:cubicBezTo>
                <a:cubicBezTo>
                  <a:pt x="11837" y="11646"/>
                  <a:pt x="11549" y="11584"/>
                  <a:pt x="11156" y="11584"/>
                </a:cubicBezTo>
                <a:cubicBezTo>
                  <a:pt x="10220" y="11584"/>
                  <a:pt x="9658" y="11968"/>
                  <a:pt x="9161" y="12306"/>
                </a:cubicBezTo>
                <a:cubicBezTo>
                  <a:pt x="8711" y="12614"/>
                  <a:pt x="8322" y="12879"/>
                  <a:pt x="7611" y="12881"/>
                </a:cubicBezTo>
                <a:cubicBezTo>
                  <a:pt x="6900" y="12879"/>
                  <a:pt x="6511" y="12614"/>
                  <a:pt x="6060" y="12306"/>
                </a:cubicBezTo>
                <a:cubicBezTo>
                  <a:pt x="5563" y="11968"/>
                  <a:pt x="5000" y="11584"/>
                  <a:pt x="4064" y="11584"/>
                </a:cubicBezTo>
                <a:cubicBezTo>
                  <a:pt x="3671" y="11584"/>
                  <a:pt x="3381" y="11646"/>
                  <a:pt x="3180" y="11683"/>
                </a:cubicBezTo>
                <a:cubicBezTo>
                  <a:pt x="3171" y="11652"/>
                  <a:pt x="3164" y="11614"/>
                  <a:pt x="3155" y="11574"/>
                </a:cubicBezTo>
                <a:cubicBezTo>
                  <a:pt x="3072" y="11195"/>
                  <a:pt x="2775" y="10894"/>
                  <a:pt x="2394" y="10802"/>
                </a:cubicBezTo>
                <a:cubicBezTo>
                  <a:pt x="1973" y="10703"/>
                  <a:pt x="1630" y="10652"/>
                  <a:pt x="1384" y="10608"/>
                </a:cubicBezTo>
                <a:cubicBezTo>
                  <a:pt x="1559" y="10509"/>
                  <a:pt x="1803" y="10399"/>
                  <a:pt x="1987" y="10316"/>
                </a:cubicBezTo>
                <a:cubicBezTo>
                  <a:pt x="2927" y="9897"/>
                  <a:pt x="4347" y="9260"/>
                  <a:pt x="4347" y="7608"/>
                </a:cubicBezTo>
                <a:cubicBezTo>
                  <a:pt x="4347" y="6838"/>
                  <a:pt x="3525" y="6589"/>
                  <a:pt x="3072" y="6399"/>
                </a:cubicBezTo>
                <a:lnTo>
                  <a:pt x="3072" y="6399"/>
                </a:lnTo>
                <a:cubicBezTo>
                  <a:pt x="3355" y="6461"/>
                  <a:pt x="3657" y="6530"/>
                  <a:pt x="3910" y="6530"/>
                </a:cubicBezTo>
                <a:cubicBezTo>
                  <a:pt x="4034" y="6530"/>
                  <a:pt x="4655" y="6490"/>
                  <a:pt x="4655" y="5683"/>
                </a:cubicBezTo>
                <a:cubicBezTo>
                  <a:pt x="4655" y="5662"/>
                  <a:pt x="4609" y="4793"/>
                  <a:pt x="4609" y="4280"/>
                </a:cubicBezTo>
                <a:cubicBezTo>
                  <a:pt x="4609" y="1558"/>
                  <a:pt x="6698" y="1199"/>
                  <a:pt x="7616" y="1172"/>
                </a:cubicBezTo>
                <a:close/>
                <a:moveTo>
                  <a:pt x="7602" y="1"/>
                </a:moveTo>
                <a:cubicBezTo>
                  <a:pt x="7201" y="11"/>
                  <a:pt x="6164" y="98"/>
                  <a:pt x="5219" y="691"/>
                </a:cubicBezTo>
                <a:cubicBezTo>
                  <a:pt x="4407" y="1200"/>
                  <a:pt x="3438" y="2237"/>
                  <a:pt x="3438" y="4280"/>
                </a:cubicBezTo>
                <a:cubicBezTo>
                  <a:pt x="3438" y="4714"/>
                  <a:pt x="3454" y="5041"/>
                  <a:pt x="3466" y="5288"/>
                </a:cubicBezTo>
                <a:cubicBezTo>
                  <a:pt x="3176" y="5225"/>
                  <a:pt x="2914" y="5159"/>
                  <a:pt x="2711" y="5159"/>
                </a:cubicBezTo>
                <a:cubicBezTo>
                  <a:pt x="2005" y="5159"/>
                  <a:pt x="1492" y="5593"/>
                  <a:pt x="1492" y="6187"/>
                </a:cubicBezTo>
                <a:cubicBezTo>
                  <a:pt x="1492" y="7031"/>
                  <a:pt x="2302" y="7355"/>
                  <a:pt x="2785" y="7547"/>
                </a:cubicBezTo>
                <a:cubicBezTo>
                  <a:pt x="2907" y="7595"/>
                  <a:pt x="3077" y="7664"/>
                  <a:pt x="3173" y="7717"/>
                </a:cubicBezTo>
                <a:cubicBezTo>
                  <a:pt x="3084" y="8885"/>
                  <a:pt x="1453" y="9124"/>
                  <a:pt x="595" y="9723"/>
                </a:cubicBezTo>
                <a:cubicBezTo>
                  <a:pt x="201" y="9999"/>
                  <a:pt x="1" y="10337"/>
                  <a:pt x="1" y="10730"/>
                </a:cubicBezTo>
                <a:cubicBezTo>
                  <a:pt x="1" y="11119"/>
                  <a:pt x="194" y="11425"/>
                  <a:pt x="547" y="11590"/>
                </a:cubicBezTo>
                <a:cubicBezTo>
                  <a:pt x="892" y="11752"/>
                  <a:pt x="1340" y="11765"/>
                  <a:pt x="2032" y="11920"/>
                </a:cubicBezTo>
                <a:cubicBezTo>
                  <a:pt x="2081" y="12138"/>
                  <a:pt x="2134" y="12318"/>
                  <a:pt x="2231" y="12474"/>
                </a:cubicBezTo>
                <a:cubicBezTo>
                  <a:pt x="2428" y="12789"/>
                  <a:pt x="2691" y="12874"/>
                  <a:pt x="2981" y="12874"/>
                </a:cubicBezTo>
                <a:cubicBezTo>
                  <a:pt x="3325" y="12874"/>
                  <a:pt x="3708" y="12754"/>
                  <a:pt x="4064" y="12754"/>
                </a:cubicBezTo>
                <a:cubicBezTo>
                  <a:pt x="4639" y="12754"/>
                  <a:pt x="4975" y="12984"/>
                  <a:pt x="5400" y="13274"/>
                </a:cubicBezTo>
                <a:cubicBezTo>
                  <a:pt x="5907" y="13619"/>
                  <a:pt x="6537" y="14050"/>
                  <a:pt x="7609" y="14050"/>
                </a:cubicBezTo>
                <a:lnTo>
                  <a:pt x="7611" y="14050"/>
                </a:lnTo>
                <a:cubicBezTo>
                  <a:pt x="8683" y="14050"/>
                  <a:pt x="9315" y="13620"/>
                  <a:pt x="9821" y="13274"/>
                </a:cubicBezTo>
                <a:cubicBezTo>
                  <a:pt x="10247" y="12984"/>
                  <a:pt x="10581" y="12754"/>
                  <a:pt x="11156" y="12754"/>
                </a:cubicBezTo>
                <a:cubicBezTo>
                  <a:pt x="11621" y="12754"/>
                  <a:pt x="11881" y="12881"/>
                  <a:pt x="12228" y="12881"/>
                </a:cubicBezTo>
                <a:cubicBezTo>
                  <a:pt x="12647" y="12881"/>
                  <a:pt x="12874" y="12660"/>
                  <a:pt x="12991" y="12474"/>
                </a:cubicBezTo>
                <a:cubicBezTo>
                  <a:pt x="13088" y="12318"/>
                  <a:pt x="13139" y="12136"/>
                  <a:pt x="13189" y="11920"/>
                </a:cubicBezTo>
                <a:cubicBezTo>
                  <a:pt x="13880" y="11765"/>
                  <a:pt x="14328" y="11752"/>
                  <a:pt x="14673" y="11590"/>
                </a:cubicBezTo>
                <a:cubicBezTo>
                  <a:pt x="15027" y="11425"/>
                  <a:pt x="15221" y="11119"/>
                  <a:pt x="15221" y="10730"/>
                </a:cubicBezTo>
                <a:cubicBezTo>
                  <a:pt x="15221" y="10337"/>
                  <a:pt x="15020" y="9999"/>
                  <a:pt x="14625" y="9723"/>
                </a:cubicBezTo>
                <a:cubicBezTo>
                  <a:pt x="13769" y="9124"/>
                  <a:pt x="12136" y="8885"/>
                  <a:pt x="12048" y="7717"/>
                </a:cubicBezTo>
                <a:cubicBezTo>
                  <a:pt x="12143" y="7664"/>
                  <a:pt x="12313" y="7595"/>
                  <a:pt x="12435" y="7547"/>
                </a:cubicBezTo>
                <a:cubicBezTo>
                  <a:pt x="12918" y="7355"/>
                  <a:pt x="13728" y="7031"/>
                  <a:pt x="13728" y="6187"/>
                </a:cubicBezTo>
                <a:cubicBezTo>
                  <a:pt x="13728" y="5593"/>
                  <a:pt x="13215" y="5159"/>
                  <a:pt x="12509" y="5159"/>
                </a:cubicBezTo>
                <a:cubicBezTo>
                  <a:pt x="12306" y="5159"/>
                  <a:pt x="12044" y="5225"/>
                  <a:pt x="11754" y="5288"/>
                </a:cubicBezTo>
                <a:cubicBezTo>
                  <a:pt x="11768" y="5041"/>
                  <a:pt x="11782" y="4714"/>
                  <a:pt x="11782" y="4280"/>
                </a:cubicBezTo>
                <a:cubicBezTo>
                  <a:pt x="11782" y="2246"/>
                  <a:pt x="10822" y="1211"/>
                  <a:pt x="10017" y="700"/>
                </a:cubicBezTo>
                <a:cubicBezTo>
                  <a:pt x="9076" y="105"/>
                  <a:pt x="8037" y="13"/>
                  <a:pt x="763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2" name="Google Shape;12641;p89">
            <a:extLst>
              <a:ext uri="{FF2B5EF4-FFF2-40B4-BE49-F238E27FC236}">
                <a16:creationId xmlns:a16="http://schemas.microsoft.com/office/drawing/2014/main" id="{7DD7EF5D-DBC8-0FBD-2E64-5B395FA005F3}"/>
              </a:ext>
            </a:extLst>
          </p:cNvPr>
          <p:cNvSpPr/>
          <p:nvPr/>
        </p:nvSpPr>
        <p:spPr>
          <a:xfrm>
            <a:off x="2939347" y="4959619"/>
            <a:ext cx="465644" cy="465644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7017" y="1172"/>
                </a:moveTo>
                <a:cubicBezTo>
                  <a:pt x="17990" y="1172"/>
                  <a:pt x="18812" y="1975"/>
                  <a:pt x="18812" y="2927"/>
                </a:cubicBezTo>
                <a:lnTo>
                  <a:pt x="18812" y="17017"/>
                </a:lnTo>
                <a:cubicBezTo>
                  <a:pt x="18812" y="17990"/>
                  <a:pt x="17990" y="18811"/>
                  <a:pt x="17017" y="18811"/>
                </a:cubicBezTo>
                <a:lnTo>
                  <a:pt x="2966" y="18811"/>
                </a:lnTo>
                <a:cubicBezTo>
                  <a:pt x="1993" y="18811"/>
                  <a:pt x="1172" y="17990"/>
                  <a:pt x="1172" y="17017"/>
                </a:cubicBezTo>
                <a:lnTo>
                  <a:pt x="1172" y="2927"/>
                </a:lnTo>
                <a:cubicBezTo>
                  <a:pt x="1172" y="1975"/>
                  <a:pt x="1993" y="1172"/>
                  <a:pt x="2966" y="1172"/>
                </a:cubicBezTo>
                <a:close/>
                <a:moveTo>
                  <a:pt x="2966" y="1"/>
                </a:moveTo>
                <a:cubicBezTo>
                  <a:pt x="1349" y="1"/>
                  <a:pt x="1" y="1310"/>
                  <a:pt x="1" y="2927"/>
                </a:cubicBezTo>
                <a:lnTo>
                  <a:pt x="1" y="17015"/>
                </a:lnTo>
                <a:cubicBezTo>
                  <a:pt x="1" y="18636"/>
                  <a:pt x="1349" y="19982"/>
                  <a:pt x="2966" y="19982"/>
                </a:cubicBezTo>
                <a:lnTo>
                  <a:pt x="17017" y="19982"/>
                </a:lnTo>
                <a:cubicBezTo>
                  <a:pt x="18635" y="19982"/>
                  <a:pt x="19982" y="18634"/>
                  <a:pt x="19982" y="17015"/>
                </a:cubicBezTo>
                <a:lnTo>
                  <a:pt x="19982" y="2927"/>
                </a:lnTo>
                <a:cubicBezTo>
                  <a:pt x="19982" y="1310"/>
                  <a:pt x="18635" y="1"/>
                  <a:pt x="1701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39" name="Google Shape;12643;p89">
            <a:extLst>
              <a:ext uri="{FF2B5EF4-FFF2-40B4-BE49-F238E27FC236}">
                <a16:creationId xmlns:a16="http://schemas.microsoft.com/office/drawing/2014/main" id="{39094F4D-A75D-60CC-B0ED-173D4D0A8258}"/>
              </a:ext>
            </a:extLst>
          </p:cNvPr>
          <p:cNvSpPr/>
          <p:nvPr/>
        </p:nvSpPr>
        <p:spPr>
          <a:xfrm>
            <a:off x="3778384" y="5026006"/>
            <a:ext cx="201899" cy="335030"/>
          </a:xfrm>
          <a:custGeom>
            <a:avLst/>
            <a:gdLst/>
            <a:ahLst/>
            <a:cxnLst/>
            <a:rect l="l" t="t" r="r" b="b"/>
            <a:pathLst>
              <a:path w="8664" h="14377" extrusionOk="0">
                <a:moveTo>
                  <a:pt x="4683" y="1171"/>
                </a:moveTo>
                <a:lnTo>
                  <a:pt x="4683" y="3395"/>
                </a:lnTo>
                <a:cubicBezTo>
                  <a:pt x="4683" y="3719"/>
                  <a:pt x="4945" y="3980"/>
                  <a:pt x="5269" y="3980"/>
                </a:cubicBezTo>
                <a:lnTo>
                  <a:pt x="7493" y="3980"/>
                </a:lnTo>
                <a:lnTo>
                  <a:pt x="7493" y="5620"/>
                </a:lnTo>
                <a:lnTo>
                  <a:pt x="5269" y="5620"/>
                </a:lnTo>
                <a:cubicBezTo>
                  <a:pt x="4945" y="5620"/>
                  <a:pt x="4683" y="5882"/>
                  <a:pt x="4683" y="6206"/>
                </a:cubicBezTo>
                <a:lnTo>
                  <a:pt x="4683" y="9859"/>
                </a:lnTo>
                <a:cubicBezTo>
                  <a:pt x="4683" y="10227"/>
                  <a:pt x="4706" y="10648"/>
                  <a:pt x="4975" y="10986"/>
                </a:cubicBezTo>
                <a:cubicBezTo>
                  <a:pt x="5327" y="11423"/>
                  <a:pt x="5899" y="11474"/>
                  <a:pt x="6299" y="11474"/>
                </a:cubicBezTo>
                <a:lnTo>
                  <a:pt x="7494" y="11474"/>
                </a:lnTo>
                <a:lnTo>
                  <a:pt x="7494" y="13158"/>
                </a:lnTo>
                <a:cubicBezTo>
                  <a:pt x="7137" y="13183"/>
                  <a:pt x="6635" y="13207"/>
                  <a:pt x="6113" y="13207"/>
                </a:cubicBezTo>
                <a:cubicBezTo>
                  <a:pt x="3848" y="13207"/>
                  <a:pt x="3044" y="11806"/>
                  <a:pt x="3044" y="10607"/>
                </a:cubicBezTo>
                <a:lnTo>
                  <a:pt x="3044" y="6206"/>
                </a:lnTo>
                <a:cubicBezTo>
                  <a:pt x="3044" y="5882"/>
                  <a:pt x="2782" y="5620"/>
                  <a:pt x="2460" y="5620"/>
                </a:cubicBezTo>
                <a:lnTo>
                  <a:pt x="1172" y="5620"/>
                </a:lnTo>
                <a:lnTo>
                  <a:pt x="1172" y="4090"/>
                </a:lnTo>
                <a:cubicBezTo>
                  <a:pt x="2035" y="3913"/>
                  <a:pt x="2690" y="3487"/>
                  <a:pt x="3120" y="2820"/>
                </a:cubicBezTo>
                <a:cubicBezTo>
                  <a:pt x="3463" y="2289"/>
                  <a:pt x="3608" y="1697"/>
                  <a:pt x="3703" y="1171"/>
                </a:cubicBezTo>
                <a:close/>
                <a:moveTo>
                  <a:pt x="3208" y="0"/>
                </a:moveTo>
                <a:cubicBezTo>
                  <a:pt x="2922" y="0"/>
                  <a:pt x="2677" y="207"/>
                  <a:pt x="2631" y="490"/>
                </a:cubicBezTo>
                <a:cubicBezTo>
                  <a:pt x="2409" y="1822"/>
                  <a:pt x="2209" y="2861"/>
                  <a:pt x="537" y="3000"/>
                </a:cubicBezTo>
                <a:cubicBezTo>
                  <a:pt x="234" y="3025"/>
                  <a:pt x="1" y="3278"/>
                  <a:pt x="1" y="3582"/>
                </a:cubicBezTo>
                <a:lnTo>
                  <a:pt x="1" y="6206"/>
                </a:lnTo>
                <a:cubicBezTo>
                  <a:pt x="1" y="6529"/>
                  <a:pt x="263" y="6791"/>
                  <a:pt x="586" y="6791"/>
                </a:cubicBezTo>
                <a:lnTo>
                  <a:pt x="1874" y="6791"/>
                </a:lnTo>
                <a:lnTo>
                  <a:pt x="1874" y="10607"/>
                </a:lnTo>
                <a:cubicBezTo>
                  <a:pt x="1874" y="12618"/>
                  <a:pt x="3355" y="14377"/>
                  <a:pt x="6111" y="14377"/>
                </a:cubicBezTo>
                <a:cubicBezTo>
                  <a:pt x="7158" y="14377"/>
                  <a:pt x="8098" y="14285"/>
                  <a:pt x="8137" y="14281"/>
                </a:cubicBezTo>
                <a:cubicBezTo>
                  <a:pt x="8436" y="14251"/>
                  <a:pt x="8664" y="14000"/>
                  <a:pt x="8664" y="13699"/>
                </a:cubicBezTo>
                <a:lnTo>
                  <a:pt x="8664" y="10888"/>
                </a:lnTo>
                <a:cubicBezTo>
                  <a:pt x="8664" y="10565"/>
                  <a:pt x="8402" y="10303"/>
                  <a:pt x="8078" y="10303"/>
                </a:cubicBezTo>
                <a:lnTo>
                  <a:pt x="6299" y="10303"/>
                </a:lnTo>
                <a:cubicBezTo>
                  <a:pt x="5828" y="10303"/>
                  <a:pt x="5855" y="10292"/>
                  <a:pt x="5855" y="9859"/>
                </a:cubicBezTo>
                <a:lnTo>
                  <a:pt x="5855" y="6791"/>
                </a:lnTo>
                <a:lnTo>
                  <a:pt x="8078" y="6791"/>
                </a:lnTo>
                <a:cubicBezTo>
                  <a:pt x="8402" y="6791"/>
                  <a:pt x="8664" y="6529"/>
                  <a:pt x="8664" y="6206"/>
                </a:cubicBezTo>
                <a:lnTo>
                  <a:pt x="8664" y="3397"/>
                </a:lnTo>
                <a:cubicBezTo>
                  <a:pt x="8664" y="3073"/>
                  <a:pt x="8402" y="2811"/>
                  <a:pt x="8078" y="2811"/>
                </a:cubicBezTo>
                <a:lnTo>
                  <a:pt x="5855" y="2811"/>
                </a:lnTo>
                <a:lnTo>
                  <a:pt x="5855" y="586"/>
                </a:lnTo>
                <a:cubicBezTo>
                  <a:pt x="5855" y="262"/>
                  <a:pt x="5593" y="0"/>
                  <a:pt x="52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40" name="Google Shape;12644;p89">
            <a:extLst>
              <a:ext uri="{FF2B5EF4-FFF2-40B4-BE49-F238E27FC236}">
                <a16:creationId xmlns:a16="http://schemas.microsoft.com/office/drawing/2014/main" id="{76479215-3B60-49E0-1C36-B7F5AF172C2B}"/>
              </a:ext>
            </a:extLst>
          </p:cNvPr>
          <p:cNvSpPr/>
          <p:nvPr/>
        </p:nvSpPr>
        <p:spPr>
          <a:xfrm>
            <a:off x="3643810" y="4959619"/>
            <a:ext cx="465644" cy="465644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7053" y="1172"/>
                </a:moveTo>
                <a:cubicBezTo>
                  <a:pt x="18007" y="1172"/>
                  <a:pt x="18810" y="1993"/>
                  <a:pt x="18810" y="2966"/>
                </a:cubicBezTo>
                <a:lnTo>
                  <a:pt x="18810" y="17017"/>
                </a:lnTo>
                <a:cubicBezTo>
                  <a:pt x="18810" y="17990"/>
                  <a:pt x="18007" y="18811"/>
                  <a:pt x="17053" y="18811"/>
                </a:cubicBezTo>
                <a:lnTo>
                  <a:pt x="2965" y="18811"/>
                </a:lnTo>
                <a:cubicBezTo>
                  <a:pt x="1992" y="18811"/>
                  <a:pt x="1169" y="17990"/>
                  <a:pt x="1169" y="17017"/>
                </a:cubicBezTo>
                <a:lnTo>
                  <a:pt x="1169" y="2966"/>
                </a:lnTo>
                <a:cubicBezTo>
                  <a:pt x="1169" y="1993"/>
                  <a:pt x="1992" y="1172"/>
                  <a:pt x="2965" y="1172"/>
                </a:cubicBezTo>
                <a:close/>
                <a:moveTo>
                  <a:pt x="2965" y="1"/>
                </a:moveTo>
                <a:cubicBezTo>
                  <a:pt x="1346" y="1"/>
                  <a:pt x="0" y="1349"/>
                  <a:pt x="0" y="2966"/>
                </a:cubicBezTo>
                <a:lnTo>
                  <a:pt x="0" y="17015"/>
                </a:lnTo>
                <a:cubicBezTo>
                  <a:pt x="0" y="18636"/>
                  <a:pt x="1348" y="19982"/>
                  <a:pt x="2965" y="19982"/>
                </a:cubicBezTo>
                <a:lnTo>
                  <a:pt x="17053" y="19982"/>
                </a:lnTo>
                <a:cubicBezTo>
                  <a:pt x="18672" y="19982"/>
                  <a:pt x="19981" y="18634"/>
                  <a:pt x="19981" y="17015"/>
                </a:cubicBezTo>
                <a:lnTo>
                  <a:pt x="19981" y="2966"/>
                </a:lnTo>
                <a:cubicBezTo>
                  <a:pt x="19981" y="1349"/>
                  <a:pt x="18672" y="1"/>
                  <a:pt x="1705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79" name="Google Shape;12453;p89">
            <a:extLst>
              <a:ext uri="{FF2B5EF4-FFF2-40B4-BE49-F238E27FC236}">
                <a16:creationId xmlns:a16="http://schemas.microsoft.com/office/drawing/2014/main" id="{B5C00035-259B-1563-A875-D3FC07F7B6F7}"/>
              </a:ext>
            </a:extLst>
          </p:cNvPr>
          <p:cNvSpPr/>
          <p:nvPr/>
        </p:nvSpPr>
        <p:spPr>
          <a:xfrm>
            <a:off x="886574" y="4284908"/>
            <a:ext cx="480966" cy="337971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2" name="Google Shape;12490;p89">
            <a:extLst>
              <a:ext uri="{FF2B5EF4-FFF2-40B4-BE49-F238E27FC236}">
                <a16:creationId xmlns:a16="http://schemas.microsoft.com/office/drawing/2014/main" id="{DF67E35A-ECC0-2A70-6543-773D00FD2FED}"/>
              </a:ext>
            </a:extLst>
          </p:cNvPr>
          <p:cNvSpPr/>
          <p:nvPr/>
        </p:nvSpPr>
        <p:spPr>
          <a:xfrm>
            <a:off x="2866271" y="4211666"/>
            <a:ext cx="315569" cy="484473"/>
          </a:xfrm>
          <a:custGeom>
            <a:avLst/>
            <a:gdLst/>
            <a:ahLst/>
            <a:cxnLst/>
            <a:rect l="l" t="t" r="r" b="b"/>
            <a:pathLst>
              <a:path w="7649" h="11743" extrusionOk="0">
                <a:moveTo>
                  <a:pt x="3813" y="684"/>
                </a:moveTo>
                <a:cubicBezTo>
                  <a:pt x="5545" y="684"/>
                  <a:pt x="6900" y="2039"/>
                  <a:pt x="6900" y="3740"/>
                </a:cubicBezTo>
                <a:cubicBezTo>
                  <a:pt x="6931" y="4780"/>
                  <a:pt x="6553" y="5347"/>
                  <a:pt x="6270" y="5788"/>
                </a:cubicBezTo>
                <a:cubicBezTo>
                  <a:pt x="5797" y="6544"/>
                  <a:pt x="5608" y="6922"/>
                  <a:pt x="5608" y="7930"/>
                </a:cubicBezTo>
                <a:cubicBezTo>
                  <a:pt x="5608" y="8119"/>
                  <a:pt x="5451" y="8277"/>
                  <a:pt x="5230" y="8277"/>
                </a:cubicBezTo>
                <a:lnTo>
                  <a:pt x="2489" y="8277"/>
                </a:lnTo>
                <a:cubicBezTo>
                  <a:pt x="2300" y="8277"/>
                  <a:pt x="2143" y="8119"/>
                  <a:pt x="2143" y="7930"/>
                </a:cubicBezTo>
                <a:cubicBezTo>
                  <a:pt x="2143" y="6922"/>
                  <a:pt x="1922" y="6576"/>
                  <a:pt x="1450" y="5820"/>
                </a:cubicBezTo>
                <a:cubicBezTo>
                  <a:pt x="1198" y="5347"/>
                  <a:pt x="567" y="4528"/>
                  <a:pt x="788" y="3205"/>
                </a:cubicBezTo>
                <a:cubicBezTo>
                  <a:pt x="1040" y="1819"/>
                  <a:pt x="2237" y="684"/>
                  <a:pt x="3813" y="684"/>
                </a:cubicBezTo>
                <a:close/>
                <a:moveTo>
                  <a:pt x="4852" y="8907"/>
                </a:moveTo>
                <a:lnTo>
                  <a:pt x="4852" y="9569"/>
                </a:lnTo>
                <a:lnTo>
                  <a:pt x="4506" y="9569"/>
                </a:lnTo>
                <a:cubicBezTo>
                  <a:pt x="4285" y="9569"/>
                  <a:pt x="4128" y="9726"/>
                  <a:pt x="4128" y="9915"/>
                </a:cubicBezTo>
                <a:cubicBezTo>
                  <a:pt x="4128" y="10136"/>
                  <a:pt x="4285" y="10293"/>
                  <a:pt x="4506" y="10293"/>
                </a:cubicBezTo>
                <a:lnTo>
                  <a:pt x="4852" y="10293"/>
                </a:lnTo>
                <a:lnTo>
                  <a:pt x="4852" y="10640"/>
                </a:lnTo>
                <a:cubicBezTo>
                  <a:pt x="4884" y="10829"/>
                  <a:pt x="4726" y="10986"/>
                  <a:pt x="4537" y="10986"/>
                </a:cubicBezTo>
                <a:lnTo>
                  <a:pt x="3151" y="10986"/>
                </a:lnTo>
                <a:cubicBezTo>
                  <a:pt x="2962" y="10986"/>
                  <a:pt x="2804" y="10829"/>
                  <a:pt x="2804" y="10640"/>
                </a:cubicBezTo>
                <a:lnTo>
                  <a:pt x="2804" y="10293"/>
                </a:lnTo>
                <a:lnTo>
                  <a:pt x="3151" y="10293"/>
                </a:lnTo>
                <a:cubicBezTo>
                  <a:pt x="3371" y="10293"/>
                  <a:pt x="3529" y="10136"/>
                  <a:pt x="3529" y="9915"/>
                </a:cubicBezTo>
                <a:cubicBezTo>
                  <a:pt x="3529" y="9726"/>
                  <a:pt x="3371" y="9569"/>
                  <a:pt x="3151" y="9569"/>
                </a:cubicBezTo>
                <a:lnTo>
                  <a:pt x="2804" y="9569"/>
                </a:lnTo>
                <a:lnTo>
                  <a:pt x="2804" y="8907"/>
                </a:lnTo>
                <a:close/>
                <a:moveTo>
                  <a:pt x="3897" y="1"/>
                </a:moveTo>
                <a:cubicBezTo>
                  <a:pt x="3632" y="1"/>
                  <a:pt x="3361" y="28"/>
                  <a:pt x="3088" y="86"/>
                </a:cubicBezTo>
                <a:cubicBezTo>
                  <a:pt x="1607" y="401"/>
                  <a:pt x="441" y="1566"/>
                  <a:pt x="158" y="3079"/>
                </a:cubicBezTo>
                <a:cubicBezTo>
                  <a:pt x="0" y="3992"/>
                  <a:pt x="158" y="4969"/>
                  <a:pt x="631" y="5757"/>
                </a:cubicBezTo>
                <a:cubicBezTo>
                  <a:pt x="757" y="5914"/>
                  <a:pt x="820" y="6072"/>
                  <a:pt x="914" y="6229"/>
                </a:cubicBezTo>
                <a:cubicBezTo>
                  <a:pt x="1355" y="6891"/>
                  <a:pt x="1450" y="7143"/>
                  <a:pt x="1450" y="7962"/>
                </a:cubicBezTo>
                <a:cubicBezTo>
                  <a:pt x="1450" y="8403"/>
                  <a:pt x="1733" y="8781"/>
                  <a:pt x="2143" y="8939"/>
                </a:cubicBezTo>
                <a:lnTo>
                  <a:pt x="2143" y="10703"/>
                </a:lnTo>
                <a:cubicBezTo>
                  <a:pt x="2143" y="11270"/>
                  <a:pt x="2615" y="11743"/>
                  <a:pt x="3151" y="11743"/>
                </a:cubicBezTo>
                <a:lnTo>
                  <a:pt x="4537" y="11743"/>
                </a:lnTo>
                <a:cubicBezTo>
                  <a:pt x="5073" y="11743"/>
                  <a:pt x="5545" y="11270"/>
                  <a:pt x="5545" y="10703"/>
                </a:cubicBezTo>
                <a:lnTo>
                  <a:pt x="5545" y="8939"/>
                </a:lnTo>
                <a:cubicBezTo>
                  <a:pt x="5955" y="8781"/>
                  <a:pt x="6238" y="8435"/>
                  <a:pt x="6238" y="7962"/>
                </a:cubicBezTo>
                <a:lnTo>
                  <a:pt x="6238" y="7930"/>
                </a:lnTo>
                <a:cubicBezTo>
                  <a:pt x="6238" y="7143"/>
                  <a:pt x="6427" y="6828"/>
                  <a:pt x="6805" y="6229"/>
                </a:cubicBezTo>
                <a:cubicBezTo>
                  <a:pt x="7089" y="5788"/>
                  <a:pt x="7593" y="5032"/>
                  <a:pt x="7593" y="3835"/>
                </a:cubicBezTo>
                <a:cubicBezTo>
                  <a:pt x="7649" y="1658"/>
                  <a:pt x="5950" y="1"/>
                  <a:pt x="389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3" name="Google Shape;12491;p89">
            <a:extLst>
              <a:ext uri="{FF2B5EF4-FFF2-40B4-BE49-F238E27FC236}">
                <a16:creationId xmlns:a16="http://schemas.microsoft.com/office/drawing/2014/main" id="{0AF84EE2-AE46-0575-EFEF-9D4BB1ADAD33}"/>
              </a:ext>
            </a:extLst>
          </p:cNvPr>
          <p:cNvSpPr/>
          <p:nvPr/>
        </p:nvSpPr>
        <p:spPr>
          <a:xfrm>
            <a:off x="3210719" y="4354247"/>
            <a:ext cx="57223" cy="29952"/>
          </a:xfrm>
          <a:custGeom>
            <a:avLst/>
            <a:gdLst/>
            <a:ahLst/>
            <a:cxnLst/>
            <a:rect l="l" t="t" r="r" b="b"/>
            <a:pathLst>
              <a:path w="1387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40" y="725"/>
                </a:lnTo>
                <a:cubicBezTo>
                  <a:pt x="1229" y="725"/>
                  <a:pt x="1386" y="568"/>
                  <a:pt x="1386" y="379"/>
                </a:cubicBezTo>
                <a:cubicBezTo>
                  <a:pt x="1386" y="158"/>
                  <a:pt x="1229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4" name="Google Shape;12492;p89">
            <a:extLst>
              <a:ext uri="{FF2B5EF4-FFF2-40B4-BE49-F238E27FC236}">
                <a16:creationId xmlns:a16="http://schemas.microsoft.com/office/drawing/2014/main" id="{83E115DF-990F-DE1A-EEC1-5E1ED0519552}"/>
              </a:ext>
            </a:extLst>
          </p:cNvPr>
          <p:cNvSpPr/>
          <p:nvPr/>
        </p:nvSpPr>
        <p:spPr>
          <a:xfrm>
            <a:off x="2785698" y="4354247"/>
            <a:ext cx="57223" cy="29952"/>
          </a:xfrm>
          <a:custGeom>
            <a:avLst/>
            <a:gdLst/>
            <a:ahLst/>
            <a:cxnLst/>
            <a:rect l="l" t="t" r="r" b="b"/>
            <a:pathLst>
              <a:path w="1387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lnTo>
                  <a:pt x="1008" y="725"/>
                </a:lnTo>
                <a:cubicBezTo>
                  <a:pt x="1197" y="694"/>
                  <a:pt x="1386" y="536"/>
                  <a:pt x="1386" y="379"/>
                </a:cubicBezTo>
                <a:cubicBezTo>
                  <a:pt x="1386" y="158"/>
                  <a:pt x="1197" y="1"/>
                  <a:pt x="10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5" name="Google Shape;12493;p89">
            <a:extLst>
              <a:ext uri="{FF2B5EF4-FFF2-40B4-BE49-F238E27FC236}">
                <a16:creationId xmlns:a16="http://schemas.microsoft.com/office/drawing/2014/main" id="{B06462DB-CC17-76C3-675B-6A447CB5B7FD}"/>
              </a:ext>
            </a:extLst>
          </p:cNvPr>
          <p:cNvSpPr/>
          <p:nvPr/>
        </p:nvSpPr>
        <p:spPr>
          <a:xfrm>
            <a:off x="3182128" y="4240051"/>
            <a:ext cx="58502" cy="43856"/>
          </a:xfrm>
          <a:custGeom>
            <a:avLst/>
            <a:gdLst/>
            <a:ahLst/>
            <a:cxnLst/>
            <a:rect l="l" t="t" r="r" b="b"/>
            <a:pathLst>
              <a:path w="1418" h="1063" extrusionOk="0">
                <a:moveTo>
                  <a:pt x="992" y="1"/>
                </a:moveTo>
                <a:cubicBezTo>
                  <a:pt x="931" y="1"/>
                  <a:pt x="870" y="19"/>
                  <a:pt x="819" y="59"/>
                </a:cubicBezTo>
                <a:lnTo>
                  <a:pt x="221" y="406"/>
                </a:lnTo>
                <a:cubicBezTo>
                  <a:pt x="63" y="500"/>
                  <a:pt x="0" y="721"/>
                  <a:pt x="95" y="878"/>
                </a:cubicBezTo>
                <a:cubicBezTo>
                  <a:pt x="159" y="985"/>
                  <a:pt x="295" y="1063"/>
                  <a:pt x="415" y="1063"/>
                </a:cubicBezTo>
                <a:cubicBezTo>
                  <a:pt x="473" y="1063"/>
                  <a:pt x="527" y="1045"/>
                  <a:pt x="567" y="1005"/>
                </a:cubicBezTo>
                <a:lnTo>
                  <a:pt x="1166" y="658"/>
                </a:lnTo>
                <a:cubicBezTo>
                  <a:pt x="1323" y="563"/>
                  <a:pt x="1418" y="343"/>
                  <a:pt x="1292" y="185"/>
                </a:cubicBezTo>
                <a:cubicBezTo>
                  <a:pt x="1249" y="79"/>
                  <a:pt x="1120" y="1"/>
                  <a:pt x="99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6" name="Google Shape;12494;p89">
            <a:extLst>
              <a:ext uri="{FF2B5EF4-FFF2-40B4-BE49-F238E27FC236}">
                <a16:creationId xmlns:a16="http://schemas.microsoft.com/office/drawing/2014/main" id="{CBC5CA18-4311-417D-AB7D-70351BEBB391}"/>
              </a:ext>
            </a:extLst>
          </p:cNvPr>
          <p:cNvSpPr/>
          <p:nvPr/>
        </p:nvSpPr>
        <p:spPr>
          <a:xfrm>
            <a:off x="2812968" y="4453799"/>
            <a:ext cx="58543" cy="43278"/>
          </a:xfrm>
          <a:custGeom>
            <a:avLst/>
            <a:gdLst/>
            <a:ahLst/>
            <a:cxnLst/>
            <a:rect l="l" t="t" r="r" b="b"/>
            <a:pathLst>
              <a:path w="1419" h="1049" extrusionOk="0">
                <a:moveTo>
                  <a:pt x="1005" y="1"/>
                </a:moveTo>
                <a:cubicBezTo>
                  <a:pt x="944" y="1"/>
                  <a:pt x="880" y="15"/>
                  <a:pt x="820" y="45"/>
                </a:cubicBezTo>
                <a:lnTo>
                  <a:pt x="221" y="392"/>
                </a:lnTo>
                <a:cubicBezTo>
                  <a:pt x="64" y="486"/>
                  <a:pt x="1" y="707"/>
                  <a:pt x="127" y="864"/>
                </a:cubicBezTo>
                <a:cubicBezTo>
                  <a:pt x="169" y="971"/>
                  <a:pt x="299" y="1049"/>
                  <a:pt x="427" y="1049"/>
                </a:cubicBezTo>
                <a:cubicBezTo>
                  <a:pt x="488" y="1049"/>
                  <a:pt x="548" y="1031"/>
                  <a:pt x="599" y="990"/>
                </a:cubicBezTo>
                <a:lnTo>
                  <a:pt x="1166" y="644"/>
                </a:lnTo>
                <a:cubicBezTo>
                  <a:pt x="1324" y="549"/>
                  <a:pt x="1418" y="329"/>
                  <a:pt x="1292" y="171"/>
                </a:cubicBezTo>
                <a:cubicBezTo>
                  <a:pt x="1250" y="64"/>
                  <a:pt x="1134" y="1"/>
                  <a:pt x="100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7" name="Google Shape;12495;p89">
            <a:extLst>
              <a:ext uri="{FF2B5EF4-FFF2-40B4-BE49-F238E27FC236}">
                <a16:creationId xmlns:a16="http://schemas.microsoft.com/office/drawing/2014/main" id="{7D4E208A-E008-99E2-8AD5-2D6E61A3BB0D}"/>
              </a:ext>
            </a:extLst>
          </p:cNvPr>
          <p:cNvSpPr/>
          <p:nvPr/>
        </p:nvSpPr>
        <p:spPr>
          <a:xfrm>
            <a:off x="3183408" y="4453799"/>
            <a:ext cx="57223" cy="42123"/>
          </a:xfrm>
          <a:custGeom>
            <a:avLst/>
            <a:gdLst/>
            <a:ahLst/>
            <a:cxnLst/>
            <a:rect l="l" t="t" r="r" b="b"/>
            <a:pathLst>
              <a:path w="1387" h="1021" extrusionOk="0">
                <a:moveTo>
                  <a:pt x="378" y="1"/>
                </a:moveTo>
                <a:cubicBezTo>
                  <a:pt x="264" y="1"/>
                  <a:pt x="149" y="64"/>
                  <a:pt x="64" y="171"/>
                </a:cubicBezTo>
                <a:cubicBezTo>
                  <a:pt x="1" y="329"/>
                  <a:pt x="32" y="518"/>
                  <a:pt x="190" y="644"/>
                </a:cubicBezTo>
                <a:lnTo>
                  <a:pt x="788" y="990"/>
                </a:lnTo>
                <a:cubicBezTo>
                  <a:pt x="838" y="1010"/>
                  <a:pt x="891" y="1021"/>
                  <a:pt x="944" y="1021"/>
                </a:cubicBezTo>
                <a:cubicBezTo>
                  <a:pt x="1059" y="1021"/>
                  <a:pt x="1175" y="972"/>
                  <a:pt x="1261" y="864"/>
                </a:cubicBezTo>
                <a:cubicBezTo>
                  <a:pt x="1387" y="675"/>
                  <a:pt x="1292" y="486"/>
                  <a:pt x="1135" y="392"/>
                </a:cubicBezTo>
                <a:lnTo>
                  <a:pt x="536" y="45"/>
                </a:lnTo>
                <a:cubicBezTo>
                  <a:pt x="486" y="15"/>
                  <a:pt x="432" y="1"/>
                  <a:pt x="37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8" name="Google Shape;12496;p89">
            <a:extLst>
              <a:ext uri="{FF2B5EF4-FFF2-40B4-BE49-F238E27FC236}">
                <a16:creationId xmlns:a16="http://schemas.microsoft.com/office/drawing/2014/main" id="{DC4520C0-8E7A-5071-4D1D-2041FB8AC631}"/>
              </a:ext>
            </a:extLst>
          </p:cNvPr>
          <p:cNvSpPr/>
          <p:nvPr/>
        </p:nvSpPr>
        <p:spPr>
          <a:xfrm>
            <a:off x="2814289" y="4241207"/>
            <a:ext cx="57223" cy="42123"/>
          </a:xfrm>
          <a:custGeom>
            <a:avLst/>
            <a:gdLst/>
            <a:ahLst/>
            <a:cxnLst/>
            <a:rect l="l" t="t" r="r" b="b"/>
            <a:pathLst>
              <a:path w="1387" h="1021" extrusionOk="0">
                <a:moveTo>
                  <a:pt x="405" y="1"/>
                </a:moveTo>
                <a:cubicBezTo>
                  <a:pt x="283" y="1"/>
                  <a:pt x="159" y="50"/>
                  <a:pt x="95" y="157"/>
                </a:cubicBezTo>
                <a:cubicBezTo>
                  <a:pt x="0" y="315"/>
                  <a:pt x="63" y="504"/>
                  <a:pt x="221" y="630"/>
                </a:cubicBezTo>
                <a:lnTo>
                  <a:pt x="788" y="977"/>
                </a:lnTo>
                <a:cubicBezTo>
                  <a:pt x="838" y="1007"/>
                  <a:pt x="895" y="1021"/>
                  <a:pt x="953" y="1021"/>
                </a:cubicBezTo>
                <a:cubicBezTo>
                  <a:pt x="1074" y="1021"/>
                  <a:pt x="1196" y="958"/>
                  <a:pt x="1260" y="850"/>
                </a:cubicBezTo>
                <a:cubicBezTo>
                  <a:pt x="1386" y="693"/>
                  <a:pt x="1292" y="504"/>
                  <a:pt x="1134" y="378"/>
                </a:cubicBezTo>
                <a:lnTo>
                  <a:pt x="567" y="31"/>
                </a:lnTo>
                <a:cubicBezTo>
                  <a:pt x="517" y="11"/>
                  <a:pt x="461" y="1"/>
                  <a:pt x="40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9" name="Google Shape;12497;p89">
            <a:extLst>
              <a:ext uri="{FF2B5EF4-FFF2-40B4-BE49-F238E27FC236}">
                <a16:creationId xmlns:a16="http://schemas.microsoft.com/office/drawing/2014/main" id="{9C10CB27-4ACC-0C59-8E26-FFAE06C993AC}"/>
              </a:ext>
            </a:extLst>
          </p:cNvPr>
          <p:cNvSpPr/>
          <p:nvPr/>
        </p:nvSpPr>
        <p:spPr>
          <a:xfrm>
            <a:off x="2941646" y="4270621"/>
            <a:ext cx="169027" cy="252654"/>
          </a:xfrm>
          <a:custGeom>
            <a:avLst/>
            <a:gdLst/>
            <a:ahLst/>
            <a:cxnLst/>
            <a:rect l="l" t="t" r="r" b="b"/>
            <a:pathLst>
              <a:path w="4097" h="6124" extrusionOk="0">
                <a:moveTo>
                  <a:pt x="1733" y="1492"/>
                </a:moveTo>
                <a:lnTo>
                  <a:pt x="1733" y="2343"/>
                </a:lnTo>
                <a:cubicBezTo>
                  <a:pt x="1733" y="2500"/>
                  <a:pt x="1796" y="2626"/>
                  <a:pt x="1922" y="2658"/>
                </a:cubicBezTo>
                <a:lnTo>
                  <a:pt x="3246" y="3225"/>
                </a:lnTo>
                <a:lnTo>
                  <a:pt x="2395" y="4611"/>
                </a:lnTo>
                <a:lnTo>
                  <a:pt x="2395" y="3729"/>
                </a:lnTo>
                <a:cubicBezTo>
                  <a:pt x="2395" y="3572"/>
                  <a:pt x="2332" y="3445"/>
                  <a:pt x="2206" y="3414"/>
                </a:cubicBezTo>
                <a:lnTo>
                  <a:pt x="851" y="2878"/>
                </a:lnTo>
                <a:lnTo>
                  <a:pt x="1733" y="1492"/>
                </a:lnTo>
                <a:close/>
                <a:moveTo>
                  <a:pt x="2038" y="0"/>
                </a:moveTo>
                <a:cubicBezTo>
                  <a:pt x="1919" y="0"/>
                  <a:pt x="1814" y="47"/>
                  <a:pt x="1765" y="169"/>
                </a:cubicBezTo>
                <a:lnTo>
                  <a:pt x="64" y="2941"/>
                </a:lnTo>
                <a:cubicBezTo>
                  <a:pt x="32" y="3004"/>
                  <a:pt x="1" y="3130"/>
                  <a:pt x="32" y="3225"/>
                </a:cubicBezTo>
                <a:cubicBezTo>
                  <a:pt x="64" y="3288"/>
                  <a:pt x="158" y="3382"/>
                  <a:pt x="221" y="3414"/>
                </a:cubicBezTo>
                <a:lnTo>
                  <a:pt x="1733" y="4013"/>
                </a:lnTo>
                <a:lnTo>
                  <a:pt x="1733" y="5808"/>
                </a:lnTo>
                <a:cubicBezTo>
                  <a:pt x="1733" y="5966"/>
                  <a:pt x="1859" y="6092"/>
                  <a:pt x="1954" y="6123"/>
                </a:cubicBezTo>
                <a:lnTo>
                  <a:pt x="2049" y="6123"/>
                </a:lnTo>
                <a:cubicBezTo>
                  <a:pt x="2143" y="6123"/>
                  <a:pt x="2269" y="6092"/>
                  <a:pt x="2301" y="5966"/>
                </a:cubicBezTo>
                <a:lnTo>
                  <a:pt x="4002" y="3225"/>
                </a:lnTo>
                <a:cubicBezTo>
                  <a:pt x="4033" y="3130"/>
                  <a:pt x="4096" y="3004"/>
                  <a:pt x="4033" y="2941"/>
                </a:cubicBezTo>
                <a:cubicBezTo>
                  <a:pt x="4033" y="2878"/>
                  <a:pt x="3970" y="2784"/>
                  <a:pt x="3907" y="2752"/>
                </a:cubicBezTo>
                <a:lnTo>
                  <a:pt x="2395" y="2154"/>
                </a:lnTo>
                <a:lnTo>
                  <a:pt x="2395" y="358"/>
                </a:lnTo>
                <a:cubicBezTo>
                  <a:pt x="2395" y="169"/>
                  <a:pt x="2269" y="74"/>
                  <a:pt x="2143" y="11"/>
                </a:cubicBezTo>
                <a:cubicBezTo>
                  <a:pt x="2108" y="4"/>
                  <a:pt x="2072" y="0"/>
                  <a:pt x="20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0" name="Google Shape;12530;p89">
            <a:extLst>
              <a:ext uri="{FF2B5EF4-FFF2-40B4-BE49-F238E27FC236}">
                <a16:creationId xmlns:a16="http://schemas.microsoft.com/office/drawing/2014/main" id="{03AA8AB9-98FD-C0C9-6038-9513DBA5EA48}"/>
              </a:ext>
            </a:extLst>
          </p:cNvPr>
          <p:cNvSpPr/>
          <p:nvPr/>
        </p:nvSpPr>
        <p:spPr>
          <a:xfrm>
            <a:off x="4730652" y="4275161"/>
            <a:ext cx="367883" cy="222330"/>
          </a:xfrm>
          <a:custGeom>
            <a:avLst/>
            <a:gdLst/>
            <a:ahLst/>
            <a:cxnLst/>
            <a:rect l="l" t="t" r="r" b="b"/>
            <a:pathLst>
              <a:path w="8917" h="5389" extrusionOk="0">
                <a:moveTo>
                  <a:pt x="7877" y="631"/>
                </a:moveTo>
                <a:cubicBezTo>
                  <a:pt x="8066" y="631"/>
                  <a:pt x="8223" y="789"/>
                  <a:pt x="8223" y="978"/>
                </a:cubicBezTo>
                <a:cubicBezTo>
                  <a:pt x="8223" y="1167"/>
                  <a:pt x="8066" y="1324"/>
                  <a:pt x="7877" y="1324"/>
                </a:cubicBezTo>
                <a:cubicBezTo>
                  <a:pt x="7656" y="1324"/>
                  <a:pt x="7498" y="1167"/>
                  <a:pt x="7498" y="978"/>
                </a:cubicBezTo>
                <a:cubicBezTo>
                  <a:pt x="7498" y="789"/>
                  <a:pt x="7656" y="631"/>
                  <a:pt x="7877" y="631"/>
                </a:cubicBezTo>
                <a:close/>
                <a:moveTo>
                  <a:pt x="3056" y="1293"/>
                </a:moveTo>
                <a:cubicBezTo>
                  <a:pt x="3245" y="1293"/>
                  <a:pt x="3403" y="1450"/>
                  <a:pt x="3403" y="1639"/>
                </a:cubicBezTo>
                <a:cubicBezTo>
                  <a:pt x="3403" y="1828"/>
                  <a:pt x="3245" y="1986"/>
                  <a:pt x="3056" y="1986"/>
                </a:cubicBezTo>
                <a:cubicBezTo>
                  <a:pt x="2867" y="1986"/>
                  <a:pt x="2710" y="1828"/>
                  <a:pt x="2710" y="1639"/>
                </a:cubicBezTo>
                <a:cubicBezTo>
                  <a:pt x="2741" y="1450"/>
                  <a:pt x="2899" y="1293"/>
                  <a:pt x="3056" y="1293"/>
                </a:cubicBezTo>
                <a:close/>
                <a:moveTo>
                  <a:pt x="5797" y="3340"/>
                </a:moveTo>
                <a:cubicBezTo>
                  <a:pt x="6018" y="3340"/>
                  <a:pt x="6175" y="3498"/>
                  <a:pt x="6175" y="3687"/>
                </a:cubicBezTo>
                <a:cubicBezTo>
                  <a:pt x="6175" y="3876"/>
                  <a:pt x="6018" y="4034"/>
                  <a:pt x="5797" y="4034"/>
                </a:cubicBezTo>
                <a:cubicBezTo>
                  <a:pt x="5608" y="4034"/>
                  <a:pt x="5451" y="3876"/>
                  <a:pt x="5451" y="3687"/>
                </a:cubicBezTo>
                <a:cubicBezTo>
                  <a:pt x="5451" y="3498"/>
                  <a:pt x="5608" y="3340"/>
                  <a:pt x="5797" y="3340"/>
                </a:cubicBezTo>
                <a:close/>
                <a:moveTo>
                  <a:pt x="1008" y="4034"/>
                </a:moveTo>
                <a:cubicBezTo>
                  <a:pt x="1198" y="4034"/>
                  <a:pt x="1355" y="4191"/>
                  <a:pt x="1355" y="4412"/>
                </a:cubicBezTo>
                <a:cubicBezTo>
                  <a:pt x="1355" y="4601"/>
                  <a:pt x="1198" y="4758"/>
                  <a:pt x="1008" y="4758"/>
                </a:cubicBezTo>
                <a:cubicBezTo>
                  <a:pt x="819" y="4758"/>
                  <a:pt x="662" y="4601"/>
                  <a:pt x="662" y="4412"/>
                </a:cubicBezTo>
                <a:cubicBezTo>
                  <a:pt x="662" y="4191"/>
                  <a:pt x="819" y="4034"/>
                  <a:pt x="1008" y="4034"/>
                </a:cubicBezTo>
                <a:close/>
                <a:moveTo>
                  <a:pt x="7908" y="1"/>
                </a:moveTo>
                <a:cubicBezTo>
                  <a:pt x="7341" y="1"/>
                  <a:pt x="6868" y="474"/>
                  <a:pt x="6868" y="1009"/>
                </a:cubicBezTo>
                <a:cubicBezTo>
                  <a:pt x="6868" y="1198"/>
                  <a:pt x="6963" y="1419"/>
                  <a:pt x="7026" y="1576"/>
                </a:cubicBezTo>
                <a:lnTo>
                  <a:pt x="6112" y="2742"/>
                </a:lnTo>
                <a:cubicBezTo>
                  <a:pt x="6032" y="2722"/>
                  <a:pt x="5943" y="2711"/>
                  <a:pt x="5850" y="2711"/>
                </a:cubicBezTo>
                <a:cubicBezTo>
                  <a:pt x="5650" y="2711"/>
                  <a:pt x="5434" y="2760"/>
                  <a:pt x="5262" y="2868"/>
                </a:cubicBezTo>
                <a:lnTo>
                  <a:pt x="4096" y="1954"/>
                </a:lnTo>
                <a:cubicBezTo>
                  <a:pt x="4127" y="1891"/>
                  <a:pt x="4127" y="1765"/>
                  <a:pt x="4127" y="1639"/>
                </a:cubicBezTo>
                <a:cubicBezTo>
                  <a:pt x="4127" y="1104"/>
                  <a:pt x="3655" y="631"/>
                  <a:pt x="3088" y="631"/>
                </a:cubicBezTo>
                <a:cubicBezTo>
                  <a:pt x="2552" y="631"/>
                  <a:pt x="2080" y="1104"/>
                  <a:pt x="2080" y="1639"/>
                </a:cubicBezTo>
                <a:cubicBezTo>
                  <a:pt x="2080" y="1828"/>
                  <a:pt x="2143" y="2049"/>
                  <a:pt x="2237" y="2206"/>
                </a:cubicBezTo>
                <a:lnTo>
                  <a:pt x="1324" y="3372"/>
                </a:lnTo>
                <a:cubicBezTo>
                  <a:pt x="1261" y="3340"/>
                  <a:pt x="1134" y="3340"/>
                  <a:pt x="1008" y="3340"/>
                </a:cubicBezTo>
                <a:cubicBezTo>
                  <a:pt x="441" y="3340"/>
                  <a:pt x="0" y="3813"/>
                  <a:pt x="0" y="4349"/>
                </a:cubicBezTo>
                <a:cubicBezTo>
                  <a:pt x="0" y="4947"/>
                  <a:pt x="441" y="5388"/>
                  <a:pt x="1008" y="5388"/>
                </a:cubicBezTo>
                <a:cubicBezTo>
                  <a:pt x="1576" y="5388"/>
                  <a:pt x="2017" y="4916"/>
                  <a:pt x="2017" y="4349"/>
                </a:cubicBezTo>
                <a:cubicBezTo>
                  <a:pt x="2017" y="4160"/>
                  <a:pt x="1954" y="3971"/>
                  <a:pt x="1859" y="3813"/>
                </a:cubicBezTo>
                <a:lnTo>
                  <a:pt x="2773" y="2616"/>
                </a:lnTo>
                <a:cubicBezTo>
                  <a:pt x="2875" y="2650"/>
                  <a:pt x="2980" y="2667"/>
                  <a:pt x="3087" y="2667"/>
                </a:cubicBezTo>
                <a:cubicBezTo>
                  <a:pt x="3278" y="2667"/>
                  <a:pt x="3473" y="2611"/>
                  <a:pt x="3655" y="2490"/>
                </a:cubicBezTo>
                <a:lnTo>
                  <a:pt x="4821" y="3403"/>
                </a:lnTo>
                <a:cubicBezTo>
                  <a:pt x="4789" y="3498"/>
                  <a:pt x="4789" y="3624"/>
                  <a:pt x="4789" y="3719"/>
                </a:cubicBezTo>
                <a:cubicBezTo>
                  <a:pt x="4789" y="4286"/>
                  <a:pt x="5262" y="4758"/>
                  <a:pt x="5797" y="4758"/>
                </a:cubicBezTo>
                <a:cubicBezTo>
                  <a:pt x="6364" y="4758"/>
                  <a:pt x="6837" y="4286"/>
                  <a:pt x="6837" y="3719"/>
                </a:cubicBezTo>
                <a:cubicBezTo>
                  <a:pt x="6837" y="3529"/>
                  <a:pt x="6742" y="3340"/>
                  <a:pt x="6679" y="3183"/>
                </a:cubicBezTo>
                <a:lnTo>
                  <a:pt x="7593" y="1986"/>
                </a:lnTo>
                <a:cubicBezTo>
                  <a:pt x="7656" y="2049"/>
                  <a:pt x="7782" y="2049"/>
                  <a:pt x="7908" y="2049"/>
                </a:cubicBezTo>
                <a:cubicBezTo>
                  <a:pt x="8444" y="2049"/>
                  <a:pt x="8916" y="1576"/>
                  <a:pt x="8916" y="1009"/>
                </a:cubicBezTo>
                <a:cubicBezTo>
                  <a:pt x="8916" y="474"/>
                  <a:pt x="8444" y="1"/>
                  <a:pt x="79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21" name="Google Shape;12531;p89">
            <a:extLst>
              <a:ext uri="{FF2B5EF4-FFF2-40B4-BE49-F238E27FC236}">
                <a16:creationId xmlns:a16="http://schemas.microsoft.com/office/drawing/2014/main" id="{D223A4B1-6F92-E174-0B5D-346BB589ED7F}"/>
              </a:ext>
            </a:extLst>
          </p:cNvPr>
          <p:cNvSpPr/>
          <p:nvPr/>
        </p:nvSpPr>
        <p:spPr>
          <a:xfrm>
            <a:off x="4674748" y="4212781"/>
            <a:ext cx="480966" cy="482244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586" y="725"/>
                </a:moveTo>
                <a:cubicBezTo>
                  <a:pt x="10807" y="725"/>
                  <a:pt x="10964" y="883"/>
                  <a:pt x="10964" y="1072"/>
                </a:cubicBezTo>
                <a:lnTo>
                  <a:pt x="10964" y="7593"/>
                </a:lnTo>
                <a:lnTo>
                  <a:pt x="631" y="7593"/>
                </a:lnTo>
                <a:lnTo>
                  <a:pt x="631" y="1072"/>
                </a:lnTo>
                <a:cubicBezTo>
                  <a:pt x="662" y="883"/>
                  <a:pt x="820" y="725"/>
                  <a:pt x="977" y="725"/>
                </a:cubicBezTo>
                <a:close/>
                <a:moveTo>
                  <a:pt x="10996" y="8286"/>
                </a:moveTo>
                <a:lnTo>
                  <a:pt x="10996" y="8633"/>
                </a:lnTo>
                <a:cubicBezTo>
                  <a:pt x="10996" y="8822"/>
                  <a:pt x="10838" y="8980"/>
                  <a:pt x="10618" y="8980"/>
                </a:cubicBezTo>
                <a:lnTo>
                  <a:pt x="1009" y="8980"/>
                </a:lnTo>
                <a:cubicBezTo>
                  <a:pt x="820" y="8980"/>
                  <a:pt x="662" y="8822"/>
                  <a:pt x="662" y="8633"/>
                </a:cubicBezTo>
                <a:lnTo>
                  <a:pt x="662" y="8286"/>
                </a:lnTo>
                <a:close/>
                <a:moveTo>
                  <a:pt x="6617" y="9641"/>
                </a:moveTo>
                <a:lnTo>
                  <a:pt x="6932" y="11027"/>
                </a:lnTo>
                <a:lnTo>
                  <a:pt x="4632" y="11027"/>
                </a:lnTo>
                <a:lnTo>
                  <a:pt x="4947" y="9641"/>
                </a:lnTo>
                <a:close/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8570"/>
                </a:lnTo>
                <a:cubicBezTo>
                  <a:pt x="1" y="9137"/>
                  <a:pt x="473" y="9610"/>
                  <a:pt x="1009" y="9610"/>
                </a:cubicBezTo>
                <a:lnTo>
                  <a:pt x="4285" y="9610"/>
                </a:lnTo>
                <a:lnTo>
                  <a:pt x="3970" y="10996"/>
                </a:lnTo>
                <a:lnTo>
                  <a:pt x="3057" y="10996"/>
                </a:lnTo>
                <a:cubicBezTo>
                  <a:pt x="2868" y="10996"/>
                  <a:pt x="2710" y="11153"/>
                  <a:pt x="2710" y="11342"/>
                </a:cubicBezTo>
                <a:cubicBezTo>
                  <a:pt x="2710" y="11531"/>
                  <a:pt x="2868" y="11689"/>
                  <a:pt x="3057" y="11689"/>
                </a:cubicBezTo>
                <a:lnTo>
                  <a:pt x="8538" y="11689"/>
                </a:lnTo>
                <a:cubicBezTo>
                  <a:pt x="8727" y="11689"/>
                  <a:pt x="8885" y="11531"/>
                  <a:pt x="8885" y="11342"/>
                </a:cubicBezTo>
                <a:cubicBezTo>
                  <a:pt x="8885" y="11153"/>
                  <a:pt x="8727" y="10996"/>
                  <a:pt x="8538" y="10996"/>
                </a:cubicBezTo>
                <a:lnTo>
                  <a:pt x="7625" y="10996"/>
                </a:lnTo>
                <a:lnTo>
                  <a:pt x="7310" y="9610"/>
                </a:lnTo>
                <a:lnTo>
                  <a:pt x="10618" y="9610"/>
                </a:lnTo>
                <a:cubicBezTo>
                  <a:pt x="11185" y="9610"/>
                  <a:pt x="11657" y="9137"/>
                  <a:pt x="11657" y="8570"/>
                </a:cubicBezTo>
                <a:lnTo>
                  <a:pt x="11657" y="1040"/>
                </a:lnTo>
                <a:cubicBezTo>
                  <a:pt x="11657" y="473"/>
                  <a:pt x="11185" y="1"/>
                  <a:pt x="1061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7" name="Google Shape;12558;p89">
            <a:extLst>
              <a:ext uri="{FF2B5EF4-FFF2-40B4-BE49-F238E27FC236}">
                <a16:creationId xmlns:a16="http://schemas.microsoft.com/office/drawing/2014/main" id="{A0BF76AF-1EBD-E538-7D57-9E1ADCF8D31A}"/>
              </a:ext>
            </a:extLst>
          </p:cNvPr>
          <p:cNvSpPr/>
          <p:nvPr/>
        </p:nvSpPr>
        <p:spPr>
          <a:xfrm>
            <a:off x="1691095" y="4329100"/>
            <a:ext cx="142994" cy="140396"/>
          </a:xfrm>
          <a:custGeom>
            <a:avLst/>
            <a:gdLst/>
            <a:ahLst/>
            <a:cxnLst/>
            <a:rect l="l" t="t" r="r" b="b"/>
            <a:pathLst>
              <a:path w="3466" h="3403" extrusionOk="0">
                <a:moveTo>
                  <a:pt x="1702" y="599"/>
                </a:moveTo>
                <a:cubicBezTo>
                  <a:pt x="1922" y="599"/>
                  <a:pt x="2080" y="788"/>
                  <a:pt x="2080" y="977"/>
                </a:cubicBezTo>
                <a:cubicBezTo>
                  <a:pt x="2080" y="1166"/>
                  <a:pt x="1922" y="1324"/>
                  <a:pt x="1702" y="1324"/>
                </a:cubicBezTo>
                <a:cubicBezTo>
                  <a:pt x="1512" y="1324"/>
                  <a:pt x="1355" y="1166"/>
                  <a:pt x="1355" y="977"/>
                </a:cubicBezTo>
                <a:cubicBezTo>
                  <a:pt x="1355" y="788"/>
                  <a:pt x="1512" y="599"/>
                  <a:pt x="1702" y="599"/>
                </a:cubicBezTo>
                <a:close/>
                <a:moveTo>
                  <a:pt x="1765" y="2048"/>
                </a:moveTo>
                <a:cubicBezTo>
                  <a:pt x="2174" y="2048"/>
                  <a:pt x="2584" y="2300"/>
                  <a:pt x="2741" y="2710"/>
                </a:cubicBezTo>
                <a:lnTo>
                  <a:pt x="756" y="2710"/>
                </a:lnTo>
                <a:cubicBezTo>
                  <a:pt x="914" y="2300"/>
                  <a:pt x="1292" y="2048"/>
                  <a:pt x="1765" y="2048"/>
                </a:cubicBezTo>
                <a:close/>
                <a:moveTo>
                  <a:pt x="1702" y="0"/>
                </a:moveTo>
                <a:cubicBezTo>
                  <a:pt x="1166" y="0"/>
                  <a:pt x="693" y="441"/>
                  <a:pt x="693" y="1009"/>
                </a:cubicBezTo>
                <a:cubicBezTo>
                  <a:pt x="693" y="1198"/>
                  <a:pt x="788" y="1387"/>
                  <a:pt x="851" y="1576"/>
                </a:cubicBezTo>
                <a:cubicBezTo>
                  <a:pt x="347" y="1891"/>
                  <a:pt x="0" y="2426"/>
                  <a:pt x="0" y="3056"/>
                </a:cubicBezTo>
                <a:cubicBezTo>
                  <a:pt x="0" y="3245"/>
                  <a:pt x="158" y="3403"/>
                  <a:pt x="347" y="3403"/>
                </a:cubicBezTo>
                <a:lnTo>
                  <a:pt x="3088" y="3403"/>
                </a:lnTo>
                <a:cubicBezTo>
                  <a:pt x="3308" y="3403"/>
                  <a:pt x="3466" y="3245"/>
                  <a:pt x="3466" y="3056"/>
                </a:cubicBezTo>
                <a:cubicBezTo>
                  <a:pt x="3434" y="2426"/>
                  <a:pt x="3088" y="1828"/>
                  <a:pt x="2584" y="1576"/>
                </a:cubicBezTo>
                <a:cubicBezTo>
                  <a:pt x="2710" y="1387"/>
                  <a:pt x="2741" y="1198"/>
                  <a:pt x="2741" y="1009"/>
                </a:cubicBezTo>
                <a:cubicBezTo>
                  <a:pt x="2741" y="441"/>
                  <a:pt x="2269" y="0"/>
                  <a:pt x="17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8" name="Google Shape;12559;p89">
            <a:extLst>
              <a:ext uri="{FF2B5EF4-FFF2-40B4-BE49-F238E27FC236}">
                <a16:creationId xmlns:a16="http://schemas.microsoft.com/office/drawing/2014/main" id="{76883B0B-0AF0-6D9C-AB20-B495B731534B}"/>
              </a:ext>
            </a:extLst>
          </p:cNvPr>
          <p:cNvSpPr/>
          <p:nvPr/>
        </p:nvSpPr>
        <p:spPr>
          <a:xfrm>
            <a:off x="1523429" y="4609850"/>
            <a:ext cx="478325" cy="84534"/>
          </a:xfrm>
          <a:custGeom>
            <a:avLst/>
            <a:gdLst/>
            <a:ahLst/>
            <a:cxnLst/>
            <a:rect l="l" t="t" r="r" b="b"/>
            <a:pathLst>
              <a:path w="11594" h="2049" extrusionOk="0">
                <a:moveTo>
                  <a:pt x="3056" y="662"/>
                </a:moveTo>
                <a:cubicBezTo>
                  <a:pt x="3277" y="662"/>
                  <a:pt x="3434" y="820"/>
                  <a:pt x="3434" y="1009"/>
                </a:cubicBezTo>
                <a:cubicBezTo>
                  <a:pt x="3434" y="1229"/>
                  <a:pt x="3277" y="1387"/>
                  <a:pt x="3056" y="1387"/>
                </a:cubicBezTo>
                <a:lnTo>
                  <a:pt x="1008" y="1387"/>
                </a:lnTo>
                <a:cubicBezTo>
                  <a:pt x="819" y="1387"/>
                  <a:pt x="662" y="1229"/>
                  <a:pt x="662" y="1009"/>
                </a:cubicBezTo>
                <a:cubicBezTo>
                  <a:pt x="662" y="820"/>
                  <a:pt x="819" y="662"/>
                  <a:pt x="1008" y="662"/>
                </a:cubicBezTo>
                <a:close/>
                <a:moveTo>
                  <a:pt x="10586" y="693"/>
                </a:moveTo>
                <a:cubicBezTo>
                  <a:pt x="10775" y="693"/>
                  <a:pt x="10932" y="851"/>
                  <a:pt x="10932" y="1072"/>
                </a:cubicBezTo>
                <a:cubicBezTo>
                  <a:pt x="10901" y="1229"/>
                  <a:pt x="10775" y="1387"/>
                  <a:pt x="10586" y="1387"/>
                </a:cubicBezTo>
                <a:lnTo>
                  <a:pt x="4001" y="1387"/>
                </a:lnTo>
                <a:cubicBezTo>
                  <a:pt x="4096" y="1166"/>
                  <a:pt x="4096" y="914"/>
                  <a:pt x="4001" y="693"/>
                </a:cubicBezTo>
                <a:close/>
                <a:moveTo>
                  <a:pt x="1008" y="0"/>
                </a:moveTo>
                <a:cubicBezTo>
                  <a:pt x="473" y="0"/>
                  <a:pt x="0" y="473"/>
                  <a:pt x="0" y="1009"/>
                </a:cubicBezTo>
                <a:cubicBezTo>
                  <a:pt x="0" y="1576"/>
                  <a:pt x="473" y="2048"/>
                  <a:pt x="1008" y="2048"/>
                </a:cubicBezTo>
                <a:lnTo>
                  <a:pt x="10586" y="2048"/>
                </a:lnTo>
                <a:cubicBezTo>
                  <a:pt x="11121" y="2048"/>
                  <a:pt x="11594" y="1576"/>
                  <a:pt x="11594" y="1009"/>
                </a:cubicBezTo>
                <a:cubicBezTo>
                  <a:pt x="11594" y="473"/>
                  <a:pt x="11121" y="0"/>
                  <a:pt x="105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9" name="Google Shape;12560;p89">
            <a:extLst>
              <a:ext uri="{FF2B5EF4-FFF2-40B4-BE49-F238E27FC236}">
                <a16:creationId xmlns:a16="http://schemas.microsoft.com/office/drawing/2014/main" id="{BAF26C47-BA75-82A4-4351-D3573844C4B0}"/>
              </a:ext>
            </a:extLst>
          </p:cNvPr>
          <p:cNvSpPr/>
          <p:nvPr/>
        </p:nvSpPr>
        <p:spPr>
          <a:xfrm>
            <a:off x="1522107" y="4213419"/>
            <a:ext cx="482244" cy="368213"/>
          </a:xfrm>
          <a:custGeom>
            <a:avLst/>
            <a:gdLst/>
            <a:ahLst/>
            <a:cxnLst/>
            <a:rect l="l" t="t" r="r" b="b"/>
            <a:pathLst>
              <a:path w="11689" h="8925" extrusionOk="0">
                <a:moveTo>
                  <a:pt x="3813" y="662"/>
                </a:moveTo>
                <a:cubicBezTo>
                  <a:pt x="4002" y="662"/>
                  <a:pt x="4159" y="820"/>
                  <a:pt x="4159" y="1009"/>
                </a:cubicBezTo>
                <a:lnTo>
                  <a:pt x="4159" y="1355"/>
                </a:lnTo>
                <a:lnTo>
                  <a:pt x="3813" y="1355"/>
                </a:lnTo>
                <a:cubicBezTo>
                  <a:pt x="3246" y="1355"/>
                  <a:pt x="2773" y="1828"/>
                  <a:pt x="2773" y="2395"/>
                </a:cubicBezTo>
                <a:lnTo>
                  <a:pt x="2773" y="4978"/>
                </a:lnTo>
                <a:lnTo>
                  <a:pt x="2080" y="5703"/>
                </a:lnTo>
                <a:lnTo>
                  <a:pt x="2080" y="5199"/>
                </a:lnTo>
                <a:cubicBezTo>
                  <a:pt x="2080" y="4978"/>
                  <a:pt x="1922" y="4821"/>
                  <a:pt x="1702" y="4821"/>
                </a:cubicBezTo>
                <a:lnTo>
                  <a:pt x="1040" y="4821"/>
                </a:lnTo>
                <a:cubicBezTo>
                  <a:pt x="851" y="4821"/>
                  <a:pt x="694" y="4663"/>
                  <a:pt x="694" y="4474"/>
                </a:cubicBezTo>
                <a:lnTo>
                  <a:pt x="694" y="1009"/>
                </a:lnTo>
                <a:cubicBezTo>
                  <a:pt x="694" y="820"/>
                  <a:pt x="851" y="662"/>
                  <a:pt x="1040" y="662"/>
                </a:cubicBezTo>
                <a:close/>
                <a:moveTo>
                  <a:pt x="10649" y="662"/>
                </a:moveTo>
                <a:cubicBezTo>
                  <a:pt x="10838" y="662"/>
                  <a:pt x="10996" y="820"/>
                  <a:pt x="10996" y="1009"/>
                </a:cubicBezTo>
                <a:lnTo>
                  <a:pt x="10996" y="4474"/>
                </a:lnTo>
                <a:cubicBezTo>
                  <a:pt x="10996" y="4695"/>
                  <a:pt x="10838" y="4852"/>
                  <a:pt x="10649" y="4852"/>
                </a:cubicBezTo>
                <a:lnTo>
                  <a:pt x="9893" y="4852"/>
                </a:lnTo>
                <a:cubicBezTo>
                  <a:pt x="9704" y="4852"/>
                  <a:pt x="9547" y="5010"/>
                  <a:pt x="9547" y="5199"/>
                </a:cubicBezTo>
                <a:lnTo>
                  <a:pt x="9547" y="5703"/>
                </a:lnTo>
                <a:lnTo>
                  <a:pt x="8885" y="5010"/>
                </a:lnTo>
                <a:lnTo>
                  <a:pt x="8885" y="2395"/>
                </a:lnTo>
                <a:cubicBezTo>
                  <a:pt x="8885" y="1859"/>
                  <a:pt x="8412" y="1387"/>
                  <a:pt x="7845" y="1387"/>
                </a:cubicBezTo>
                <a:lnTo>
                  <a:pt x="7499" y="1387"/>
                </a:lnTo>
                <a:lnTo>
                  <a:pt x="7499" y="1009"/>
                </a:lnTo>
                <a:cubicBezTo>
                  <a:pt x="7499" y="820"/>
                  <a:pt x="7656" y="662"/>
                  <a:pt x="7845" y="662"/>
                </a:cubicBezTo>
                <a:close/>
                <a:moveTo>
                  <a:pt x="7845" y="2048"/>
                </a:moveTo>
                <a:cubicBezTo>
                  <a:pt x="8066" y="2048"/>
                  <a:pt x="8223" y="2206"/>
                  <a:pt x="8223" y="2395"/>
                </a:cubicBezTo>
                <a:lnTo>
                  <a:pt x="8223" y="6522"/>
                </a:lnTo>
                <a:cubicBezTo>
                  <a:pt x="8223" y="6742"/>
                  <a:pt x="8066" y="6900"/>
                  <a:pt x="7845" y="6900"/>
                </a:cubicBezTo>
                <a:lnTo>
                  <a:pt x="6711" y="6900"/>
                </a:lnTo>
                <a:cubicBezTo>
                  <a:pt x="6585" y="6900"/>
                  <a:pt x="6491" y="6931"/>
                  <a:pt x="6428" y="7057"/>
                </a:cubicBezTo>
                <a:lnTo>
                  <a:pt x="5798" y="8003"/>
                </a:lnTo>
                <a:lnTo>
                  <a:pt x="5167" y="7057"/>
                </a:lnTo>
                <a:cubicBezTo>
                  <a:pt x="5104" y="6963"/>
                  <a:pt x="5010" y="6900"/>
                  <a:pt x="4915" y="6900"/>
                </a:cubicBezTo>
                <a:lnTo>
                  <a:pt x="3750" y="6900"/>
                </a:lnTo>
                <a:cubicBezTo>
                  <a:pt x="3561" y="6900"/>
                  <a:pt x="3403" y="6742"/>
                  <a:pt x="3403" y="6522"/>
                </a:cubicBezTo>
                <a:lnTo>
                  <a:pt x="3403" y="2395"/>
                </a:lnTo>
                <a:cubicBezTo>
                  <a:pt x="3403" y="2206"/>
                  <a:pt x="3561" y="2048"/>
                  <a:pt x="3750" y="2048"/>
                </a:cubicBezTo>
                <a:close/>
                <a:moveTo>
                  <a:pt x="1009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4474"/>
                </a:lnTo>
                <a:cubicBezTo>
                  <a:pt x="1" y="5041"/>
                  <a:pt x="473" y="5514"/>
                  <a:pt x="1009" y="5514"/>
                </a:cubicBezTo>
                <a:lnTo>
                  <a:pt x="1355" y="5514"/>
                </a:lnTo>
                <a:lnTo>
                  <a:pt x="1355" y="6522"/>
                </a:lnTo>
                <a:cubicBezTo>
                  <a:pt x="1355" y="6736"/>
                  <a:pt x="1544" y="6877"/>
                  <a:pt x="1724" y="6877"/>
                </a:cubicBezTo>
                <a:cubicBezTo>
                  <a:pt x="1809" y="6877"/>
                  <a:pt x="1893" y="6845"/>
                  <a:pt x="1954" y="6774"/>
                </a:cubicBezTo>
                <a:lnTo>
                  <a:pt x="2742" y="5986"/>
                </a:lnTo>
                <a:lnTo>
                  <a:pt x="2742" y="6522"/>
                </a:lnTo>
                <a:cubicBezTo>
                  <a:pt x="2742" y="7089"/>
                  <a:pt x="3214" y="7562"/>
                  <a:pt x="3781" y="7562"/>
                </a:cubicBezTo>
                <a:lnTo>
                  <a:pt x="4726" y="7562"/>
                </a:lnTo>
                <a:lnTo>
                  <a:pt x="5545" y="8759"/>
                </a:lnTo>
                <a:cubicBezTo>
                  <a:pt x="5608" y="8869"/>
                  <a:pt x="5719" y="8924"/>
                  <a:pt x="5825" y="8924"/>
                </a:cubicBezTo>
                <a:cubicBezTo>
                  <a:pt x="5931" y="8924"/>
                  <a:pt x="6034" y="8869"/>
                  <a:pt x="6081" y="8759"/>
                </a:cubicBezTo>
                <a:lnTo>
                  <a:pt x="6932" y="7562"/>
                </a:lnTo>
                <a:lnTo>
                  <a:pt x="7877" y="7562"/>
                </a:lnTo>
                <a:cubicBezTo>
                  <a:pt x="8412" y="7562"/>
                  <a:pt x="8885" y="7089"/>
                  <a:pt x="8885" y="6522"/>
                </a:cubicBezTo>
                <a:lnTo>
                  <a:pt x="8885" y="5986"/>
                </a:lnTo>
                <a:lnTo>
                  <a:pt x="9673" y="6774"/>
                </a:lnTo>
                <a:cubicBezTo>
                  <a:pt x="9733" y="6845"/>
                  <a:pt x="9817" y="6877"/>
                  <a:pt x="9903" y="6877"/>
                </a:cubicBezTo>
                <a:cubicBezTo>
                  <a:pt x="10083" y="6877"/>
                  <a:pt x="10271" y="6736"/>
                  <a:pt x="10271" y="6522"/>
                </a:cubicBezTo>
                <a:lnTo>
                  <a:pt x="10271" y="5514"/>
                </a:lnTo>
                <a:lnTo>
                  <a:pt x="10649" y="5514"/>
                </a:lnTo>
                <a:cubicBezTo>
                  <a:pt x="11216" y="5514"/>
                  <a:pt x="11689" y="5041"/>
                  <a:pt x="11689" y="4474"/>
                </a:cubicBezTo>
                <a:lnTo>
                  <a:pt x="11689" y="1009"/>
                </a:lnTo>
                <a:cubicBezTo>
                  <a:pt x="11689" y="441"/>
                  <a:pt x="11216" y="0"/>
                  <a:pt x="10649" y="0"/>
                </a:cubicBezTo>
                <a:lnTo>
                  <a:pt x="7845" y="0"/>
                </a:lnTo>
                <a:cubicBezTo>
                  <a:pt x="7310" y="0"/>
                  <a:pt x="6837" y="473"/>
                  <a:pt x="6837" y="1009"/>
                </a:cubicBezTo>
                <a:lnTo>
                  <a:pt x="6837" y="1387"/>
                </a:lnTo>
                <a:lnTo>
                  <a:pt x="4789" y="1387"/>
                </a:lnTo>
                <a:lnTo>
                  <a:pt x="4789" y="1009"/>
                </a:lnTo>
                <a:cubicBezTo>
                  <a:pt x="4789" y="473"/>
                  <a:pt x="4317" y="0"/>
                  <a:pt x="37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3" name="Google Shape;12586;p89">
            <a:extLst>
              <a:ext uri="{FF2B5EF4-FFF2-40B4-BE49-F238E27FC236}">
                <a16:creationId xmlns:a16="http://schemas.microsoft.com/office/drawing/2014/main" id="{A53B5A14-9753-3427-E1CC-89D22D1E6C28}"/>
              </a:ext>
            </a:extLst>
          </p:cNvPr>
          <p:cNvSpPr/>
          <p:nvPr/>
        </p:nvSpPr>
        <p:spPr>
          <a:xfrm>
            <a:off x="297913" y="4212121"/>
            <a:ext cx="425063" cy="483565"/>
          </a:xfrm>
          <a:custGeom>
            <a:avLst/>
            <a:gdLst/>
            <a:ahLst/>
            <a:cxnLst/>
            <a:rect l="l" t="t" r="r" b="b"/>
            <a:pathLst>
              <a:path w="10303" h="11721" extrusionOk="0">
                <a:moveTo>
                  <a:pt x="1355" y="693"/>
                </a:moveTo>
                <a:lnTo>
                  <a:pt x="1355" y="1387"/>
                </a:lnTo>
                <a:lnTo>
                  <a:pt x="694" y="1387"/>
                </a:lnTo>
                <a:lnTo>
                  <a:pt x="694" y="693"/>
                </a:lnTo>
                <a:close/>
                <a:moveTo>
                  <a:pt x="9546" y="693"/>
                </a:moveTo>
                <a:lnTo>
                  <a:pt x="9546" y="1387"/>
                </a:lnTo>
                <a:lnTo>
                  <a:pt x="8885" y="1387"/>
                </a:lnTo>
                <a:lnTo>
                  <a:pt x="8885" y="693"/>
                </a:lnTo>
                <a:close/>
                <a:moveTo>
                  <a:pt x="8223" y="1387"/>
                </a:moveTo>
                <a:lnTo>
                  <a:pt x="8223" y="1733"/>
                </a:lnTo>
                <a:cubicBezTo>
                  <a:pt x="8223" y="1922"/>
                  <a:pt x="8381" y="2080"/>
                  <a:pt x="8570" y="2080"/>
                </a:cubicBezTo>
                <a:lnTo>
                  <a:pt x="8916" y="2080"/>
                </a:lnTo>
                <a:lnTo>
                  <a:pt x="8916" y="9641"/>
                </a:lnTo>
                <a:lnTo>
                  <a:pt x="8538" y="9641"/>
                </a:lnTo>
                <a:cubicBezTo>
                  <a:pt x="8349" y="9641"/>
                  <a:pt x="8192" y="9798"/>
                  <a:pt x="8192" y="9987"/>
                </a:cubicBezTo>
                <a:lnTo>
                  <a:pt x="8192" y="10365"/>
                </a:lnTo>
                <a:lnTo>
                  <a:pt x="2080" y="10365"/>
                </a:lnTo>
                <a:lnTo>
                  <a:pt x="2080" y="9987"/>
                </a:lnTo>
                <a:cubicBezTo>
                  <a:pt x="2080" y="9798"/>
                  <a:pt x="1922" y="9641"/>
                  <a:pt x="1733" y="9641"/>
                </a:cubicBezTo>
                <a:lnTo>
                  <a:pt x="1355" y="9641"/>
                </a:lnTo>
                <a:lnTo>
                  <a:pt x="1355" y="2080"/>
                </a:lnTo>
                <a:lnTo>
                  <a:pt x="1733" y="2080"/>
                </a:lnTo>
                <a:cubicBezTo>
                  <a:pt x="1922" y="2080"/>
                  <a:pt x="2080" y="1922"/>
                  <a:pt x="2080" y="1733"/>
                </a:cubicBezTo>
                <a:lnTo>
                  <a:pt x="2080" y="1387"/>
                </a:lnTo>
                <a:close/>
                <a:moveTo>
                  <a:pt x="1355" y="10365"/>
                </a:moveTo>
                <a:lnTo>
                  <a:pt x="1355" y="11027"/>
                </a:lnTo>
                <a:lnTo>
                  <a:pt x="694" y="11027"/>
                </a:lnTo>
                <a:lnTo>
                  <a:pt x="694" y="10365"/>
                </a:lnTo>
                <a:close/>
                <a:moveTo>
                  <a:pt x="9609" y="10365"/>
                </a:moveTo>
                <a:lnTo>
                  <a:pt x="9609" y="11027"/>
                </a:lnTo>
                <a:lnTo>
                  <a:pt x="8916" y="11027"/>
                </a:lnTo>
                <a:lnTo>
                  <a:pt x="8916" y="10365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4" y="2080"/>
                </a:lnTo>
                <a:lnTo>
                  <a:pt x="694" y="9641"/>
                </a:lnTo>
                <a:lnTo>
                  <a:pt x="347" y="9641"/>
                </a:lnTo>
                <a:cubicBezTo>
                  <a:pt x="158" y="9641"/>
                  <a:pt x="0" y="9798"/>
                  <a:pt x="0" y="9987"/>
                </a:cubicBezTo>
                <a:lnTo>
                  <a:pt x="0" y="11374"/>
                </a:lnTo>
                <a:cubicBezTo>
                  <a:pt x="0" y="11563"/>
                  <a:pt x="158" y="11720"/>
                  <a:pt x="347" y="11720"/>
                </a:cubicBezTo>
                <a:lnTo>
                  <a:pt x="1733" y="11720"/>
                </a:lnTo>
                <a:cubicBezTo>
                  <a:pt x="1922" y="11720"/>
                  <a:pt x="2080" y="11563"/>
                  <a:pt x="2080" y="11374"/>
                </a:cubicBezTo>
                <a:lnTo>
                  <a:pt x="2080" y="11027"/>
                </a:lnTo>
                <a:lnTo>
                  <a:pt x="8223" y="11027"/>
                </a:lnTo>
                <a:lnTo>
                  <a:pt x="8223" y="11374"/>
                </a:lnTo>
                <a:cubicBezTo>
                  <a:pt x="8223" y="11563"/>
                  <a:pt x="8381" y="11720"/>
                  <a:pt x="8570" y="11720"/>
                </a:cubicBezTo>
                <a:lnTo>
                  <a:pt x="9956" y="11720"/>
                </a:lnTo>
                <a:cubicBezTo>
                  <a:pt x="10145" y="11720"/>
                  <a:pt x="10303" y="11563"/>
                  <a:pt x="10303" y="11374"/>
                </a:cubicBezTo>
                <a:lnTo>
                  <a:pt x="10303" y="9987"/>
                </a:lnTo>
                <a:cubicBezTo>
                  <a:pt x="10303" y="9798"/>
                  <a:pt x="10145" y="9641"/>
                  <a:pt x="9956" y="9641"/>
                </a:cubicBezTo>
                <a:lnTo>
                  <a:pt x="9609" y="9641"/>
                </a:lnTo>
                <a:lnTo>
                  <a:pt x="9609" y="2080"/>
                </a:lnTo>
                <a:lnTo>
                  <a:pt x="9924" y="2080"/>
                </a:lnTo>
                <a:cubicBezTo>
                  <a:pt x="10113" y="2080"/>
                  <a:pt x="10271" y="1922"/>
                  <a:pt x="10271" y="1733"/>
                </a:cubicBezTo>
                <a:lnTo>
                  <a:pt x="10271" y="347"/>
                </a:lnTo>
                <a:cubicBezTo>
                  <a:pt x="10271" y="158"/>
                  <a:pt x="10113" y="0"/>
                  <a:pt x="9924" y="0"/>
                </a:cubicBezTo>
                <a:lnTo>
                  <a:pt x="8538" y="0"/>
                </a:lnTo>
                <a:cubicBezTo>
                  <a:pt x="8349" y="0"/>
                  <a:pt x="8192" y="158"/>
                  <a:pt x="8192" y="347"/>
                </a:cubicBezTo>
                <a:lnTo>
                  <a:pt x="8192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4" name="Google Shape;12587;p89">
            <a:extLst>
              <a:ext uri="{FF2B5EF4-FFF2-40B4-BE49-F238E27FC236}">
                <a16:creationId xmlns:a16="http://schemas.microsoft.com/office/drawing/2014/main" id="{7D96C24A-21B2-A176-1174-C316BF617349}"/>
              </a:ext>
            </a:extLst>
          </p:cNvPr>
          <p:cNvSpPr/>
          <p:nvPr/>
        </p:nvSpPr>
        <p:spPr>
          <a:xfrm>
            <a:off x="410995" y="4525336"/>
            <a:ext cx="198896" cy="29952"/>
          </a:xfrm>
          <a:custGeom>
            <a:avLst/>
            <a:gdLst/>
            <a:ahLst/>
            <a:cxnLst/>
            <a:rect l="l" t="t" r="r" b="b"/>
            <a:pathLst>
              <a:path w="4821" h="726" extrusionOk="0">
                <a:moveTo>
                  <a:pt x="347" y="1"/>
                </a:moveTo>
                <a:cubicBezTo>
                  <a:pt x="158" y="1"/>
                  <a:pt x="0" y="159"/>
                  <a:pt x="0" y="348"/>
                </a:cubicBezTo>
                <a:cubicBezTo>
                  <a:pt x="0" y="568"/>
                  <a:pt x="158" y="726"/>
                  <a:pt x="347" y="726"/>
                </a:cubicBezTo>
                <a:lnTo>
                  <a:pt x="4443" y="726"/>
                </a:lnTo>
                <a:cubicBezTo>
                  <a:pt x="4663" y="726"/>
                  <a:pt x="4821" y="568"/>
                  <a:pt x="4821" y="348"/>
                </a:cubicBezTo>
                <a:cubicBezTo>
                  <a:pt x="4821" y="159"/>
                  <a:pt x="4663" y="1"/>
                  <a:pt x="444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5" name="Google Shape;12588;p89">
            <a:extLst>
              <a:ext uri="{FF2B5EF4-FFF2-40B4-BE49-F238E27FC236}">
                <a16:creationId xmlns:a16="http://schemas.microsoft.com/office/drawing/2014/main" id="{3B0046FE-62F0-43E7-ECD1-EE3672CE73FA}"/>
              </a:ext>
            </a:extLst>
          </p:cNvPr>
          <p:cNvSpPr/>
          <p:nvPr/>
        </p:nvSpPr>
        <p:spPr>
          <a:xfrm>
            <a:off x="410995" y="4582559"/>
            <a:ext cx="198896" cy="28632"/>
          </a:xfrm>
          <a:custGeom>
            <a:avLst/>
            <a:gdLst/>
            <a:ahLst/>
            <a:cxnLst/>
            <a:rect l="l" t="t" r="r" b="b"/>
            <a:pathLst>
              <a:path w="4821" h="69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4443" y="693"/>
                </a:lnTo>
                <a:cubicBezTo>
                  <a:pt x="4663" y="693"/>
                  <a:pt x="4821" y="536"/>
                  <a:pt x="4821" y="347"/>
                </a:cubicBezTo>
                <a:cubicBezTo>
                  <a:pt x="4821" y="158"/>
                  <a:pt x="4663" y="0"/>
                  <a:pt x="44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6" name="Google Shape;12589;p89">
            <a:extLst>
              <a:ext uri="{FF2B5EF4-FFF2-40B4-BE49-F238E27FC236}">
                <a16:creationId xmlns:a16="http://schemas.microsoft.com/office/drawing/2014/main" id="{1DAC0631-E8F7-0744-3F27-126BA7E7B88F}"/>
              </a:ext>
            </a:extLst>
          </p:cNvPr>
          <p:cNvSpPr/>
          <p:nvPr/>
        </p:nvSpPr>
        <p:spPr>
          <a:xfrm>
            <a:off x="386281" y="4297893"/>
            <a:ext cx="253520" cy="192419"/>
          </a:xfrm>
          <a:custGeom>
            <a:avLst/>
            <a:gdLst/>
            <a:ahLst/>
            <a:cxnLst/>
            <a:rect l="l" t="t" r="r" b="b"/>
            <a:pathLst>
              <a:path w="6145" h="4664" extrusionOk="0">
                <a:moveTo>
                  <a:pt x="4695" y="662"/>
                </a:moveTo>
                <a:lnTo>
                  <a:pt x="2994" y="1985"/>
                </a:lnTo>
                <a:lnTo>
                  <a:pt x="1261" y="662"/>
                </a:lnTo>
                <a:close/>
                <a:moveTo>
                  <a:pt x="599" y="1040"/>
                </a:moveTo>
                <a:lnTo>
                  <a:pt x="2427" y="2395"/>
                </a:lnTo>
                <a:lnTo>
                  <a:pt x="599" y="3781"/>
                </a:lnTo>
                <a:lnTo>
                  <a:pt x="599" y="1040"/>
                </a:lnTo>
                <a:close/>
                <a:moveTo>
                  <a:pt x="5357" y="1040"/>
                </a:moveTo>
                <a:lnTo>
                  <a:pt x="5357" y="3781"/>
                </a:lnTo>
                <a:lnTo>
                  <a:pt x="3561" y="2395"/>
                </a:lnTo>
                <a:lnTo>
                  <a:pt x="5357" y="1040"/>
                </a:lnTo>
                <a:close/>
                <a:moveTo>
                  <a:pt x="2994" y="2836"/>
                </a:moveTo>
                <a:lnTo>
                  <a:pt x="4695" y="4128"/>
                </a:lnTo>
                <a:lnTo>
                  <a:pt x="1292" y="4128"/>
                </a:lnTo>
                <a:lnTo>
                  <a:pt x="2994" y="2836"/>
                </a:lnTo>
                <a:close/>
                <a:moveTo>
                  <a:pt x="316" y="1"/>
                </a:moveTo>
                <a:cubicBezTo>
                  <a:pt x="158" y="1"/>
                  <a:pt x="1" y="127"/>
                  <a:pt x="1" y="284"/>
                </a:cubicBezTo>
                <a:lnTo>
                  <a:pt x="1" y="4380"/>
                </a:lnTo>
                <a:cubicBezTo>
                  <a:pt x="64" y="4506"/>
                  <a:pt x="127" y="4600"/>
                  <a:pt x="253" y="4663"/>
                </a:cubicBezTo>
                <a:lnTo>
                  <a:pt x="5798" y="4663"/>
                </a:lnTo>
                <a:cubicBezTo>
                  <a:pt x="5955" y="4663"/>
                  <a:pt x="6113" y="4537"/>
                  <a:pt x="6144" y="4317"/>
                </a:cubicBezTo>
                <a:lnTo>
                  <a:pt x="6081" y="316"/>
                </a:lnTo>
                <a:cubicBezTo>
                  <a:pt x="6081" y="158"/>
                  <a:pt x="5955" y="32"/>
                  <a:pt x="579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84" name="Google Shape;12590;p89">
            <a:extLst>
              <a:ext uri="{FF2B5EF4-FFF2-40B4-BE49-F238E27FC236}">
                <a16:creationId xmlns:a16="http://schemas.microsoft.com/office/drawing/2014/main" id="{A0D6B600-161A-4239-6B1C-E07C853B8ADD}"/>
              </a:ext>
            </a:extLst>
          </p:cNvPr>
          <p:cNvSpPr/>
          <p:nvPr/>
        </p:nvSpPr>
        <p:spPr>
          <a:xfrm>
            <a:off x="2158908" y="4213080"/>
            <a:ext cx="503038" cy="481626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85" name="Google Shape;12592;p89">
            <a:extLst>
              <a:ext uri="{FF2B5EF4-FFF2-40B4-BE49-F238E27FC236}">
                <a16:creationId xmlns:a16="http://schemas.microsoft.com/office/drawing/2014/main" id="{D04DE8AB-52E8-D4E7-D197-32DCA75EE5BF}"/>
              </a:ext>
            </a:extLst>
          </p:cNvPr>
          <p:cNvSpPr/>
          <p:nvPr/>
        </p:nvSpPr>
        <p:spPr>
          <a:xfrm>
            <a:off x="4058231" y="4212781"/>
            <a:ext cx="480966" cy="482244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10617" y="662"/>
                </a:moveTo>
                <a:cubicBezTo>
                  <a:pt x="10806" y="662"/>
                  <a:pt x="10964" y="820"/>
                  <a:pt x="10964" y="1009"/>
                </a:cubicBezTo>
                <a:lnTo>
                  <a:pt x="10964" y="2710"/>
                </a:lnTo>
                <a:lnTo>
                  <a:pt x="662" y="2710"/>
                </a:lnTo>
                <a:lnTo>
                  <a:pt x="662" y="1009"/>
                </a:lnTo>
                <a:cubicBezTo>
                  <a:pt x="662" y="820"/>
                  <a:pt x="819" y="662"/>
                  <a:pt x="1008" y="662"/>
                </a:cubicBezTo>
                <a:close/>
                <a:moveTo>
                  <a:pt x="10933" y="3372"/>
                </a:moveTo>
                <a:lnTo>
                  <a:pt x="10933" y="9232"/>
                </a:lnTo>
                <a:cubicBezTo>
                  <a:pt x="10964" y="9484"/>
                  <a:pt x="10806" y="9610"/>
                  <a:pt x="10617" y="9610"/>
                </a:cubicBezTo>
                <a:lnTo>
                  <a:pt x="8916" y="9610"/>
                </a:lnTo>
                <a:lnTo>
                  <a:pt x="8570" y="9232"/>
                </a:lnTo>
                <a:cubicBezTo>
                  <a:pt x="8601" y="9169"/>
                  <a:pt x="8664" y="9043"/>
                  <a:pt x="8696" y="8917"/>
                </a:cubicBezTo>
                <a:lnTo>
                  <a:pt x="9200" y="8917"/>
                </a:lnTo>
                <a:cubicBezTo>
                  <a:pt x="9389" y="8917"/>
                  <a:pt x="9546" y="8759"/>
                  <a:pt x="9546" y="8570"/>
                </a:cubicBezTo>
                <a:lnTo>
                  <a:pt x="9546" y="7184"/>
                </a:lnTo>
                <a:cubicBezTo>
                  <a:pt x="9546" y="6995"/>
                  <a:pt x="9389" y="6837"/>
                  <a:pt x="9200" y="6837"/>
                </a:cubicBezTo>
                <a:lnTo>
                  <a:pt x="8696" y="6837"/>
                </a:lnTo>
                <a:cubicBezTo>
                  <a:pt x="8664" y="6711"/>
                  <a:pt x="8601" y="6648"/>
                  <a:pt x="8570" y="6522"/>
                </a:cubicBezTo>
                <a:lnTo>
                  <a:pt x="8916" y="6176"/>
                </a:lnTo>
                <a:cubicBezTo>
                  <a:pt x="9042" y="6050"/>
                  <a:pt x="9042" y="5798"/>
                  <a:pt x="8916" y="5703"/>
                </a:cubicBezTo>
                <a:lnTo>
                  <a:pt x="7940" y="4695"/>
                </a:lnTo>
                <a:cubicBezTo>
                  <a:pt x="7877" y="4648"/>
                  <a:pt x="7790" y="4624"/>
                  <a:pt x="7703" y="4624"/>
                </a:cubicBezTo>
                <a:cubicBezTo>
                  <a:pt x="7617" y="4624"/>
                  <a:pt x="7530" y="4648"/>
                  <a:pt x="7467" y="4695"/>
                </a:cubicBezTo>
                <a:lnTo>
                  <a:pt x="7120" y="5073"/>
                </a:lnTo>
                <a:cubicBezTo>
                  <a:pt x="7026" y="5041"/>
                  <a:pt x="6931" y="4978"/>
                  <a:pt x="6805" y="4947"/>
                </a:cubicBezTo>
                <a:lnTo>
                  <a:pt x="6805" y="4443"/>
                </a:lnTo>
                <a:cubicBezTo>
                  <a:pt x="6805" y="4222"/>
                  <a:pt x="6648" y="4065"/>
                  <a:pt x="6459" y="4065"/>
                </a:cubicBezTo>
                <a:lnTo>
                  <a:pt x="5073" y="4065"/>
                </a:lnTo>
                <a:cubicBezTo>
                  <a:pt x="4884" y="4065"/>
                  <a:pt x="4726" y="4222"/>
                  <a:pt x="4726" y="4443"/>
                </a:cubicBezTo>
                <a:lnTo>
                  <a:pt x="4726" y="4947"/>
                </a:lnTo>
                <a:cubicBezTo>
                  <a:pt x="4600" y="4978"/>
                  <a:pt x="4506" y="5010"/>
                  <a:pt x="4411" y="5073"/>
                </a:cubicBezTo>
                <a:lnTo>
                  <a:pt x="4033" y="4695"/>
                </a:lnTo>
                <a:cubicBezTo>
                  <a:pt x="3986" y="4648"/>
                  <a:pt x="3899" y="4624"/>
                  <a:pt x="3808" y="4624"/>
                </a:cubicBezTo>
                <a:cubicBezTo>
                  <a:pt x="3718" y="4624"/>
                  <a:pt x="3623" y="4648"/>
                  <a:pt x="3560" y="4695"/>
                </a:cubicBezTo>
                <a:lnTo>
                  <a:pt x="2584" y="5703"/>
                </a:lnTo>
                <a:cubicBezTo>
                  <a:pt x="2458" y="5829"/>
                  <a:pt x="2458" y="6050"/>
                  <a:pt x="2584" y="6176"/>
                </a:cubicBezTo>
                <a:lnTo>
                  <a:pt x="2930" y="6522"/>
                </a:lnTo>
                <a:cubicBezTo>
                  <a:pt x="2899" y="6585"/>
                  <a:pt x="2867" y="6711"/>
                  <a:pt x="2836" y="6837"/>
                </a:cubicBezTo>
                <a:lnTo>
                  <a:pt x="2300" y="6837"/>
                </a:lnTo>
                <a:cubicBezTo>
                  <a:pt x="2111" y="6837"/>
                  <a:pt x="1954" y="6995"/>
                  <a:pt x="1954" y="7184"/>
                </a:cubicBezTo>
                <a:lnTo>
                  <a:pt x="1954" y="8570"/>
                </a:lnTo>
                <a:cubicBezTo>
                  <a:pt x="1954" y="8759"/>
                  <a:pt x="2111" y="8917"/>
                  <a:pt x="2300" y="8917"/>
                </a:cubicBezTo>
                <a:lnTo>
                  <a:pt x="2836" y="8917"/>
                </a:lnTo>
                <a:cubicBezTo>
                  <a:pt x="2867" y="9043"/>
                  <a:pt x="2899" y="9137"/>
                  <a:pt x="2930" y="9232"/>
                </a:cubicBezTo>
                <a:lnTo>
                  <a:pt x="2584" y="9610"/>
                </a:lnTo>
                <a:lnTo>
                  <a:pt x="977" y="9610"/>
                </a:lnTo>
                <a:cubicBezTo>
                  <a:pt x="788" y="9610"/>
                  <a:pt x="630" y="9452"/>
                  <a:pt x="630" y="9232"/>
                </a:cubicBezTo>
                <a:lnTo>
                  <a:pt x="630" y="3372"/>
                </a:lnTo>
                <a:close/>
                <a:moveTo>
                  <a:pt x="6112" y="4726"/>
                </a:moveTo>
                <a:lnTo>
                  <a:pt x="6112" y="5136"/>
                </a:lnTo>
                <a:cubicBezTo>
                  <a:pt x="6112" y="5294"/>
                  <a:pt x="6207" y="5420"/>
                  <a:pt x="6364" y="5451"/>
                </a:cubicBezTo>
                <a:cubicBezTo>
                  <a:pt x="6553" y="5514"/>
                  <a:pt x="6805" y="5609"/>
                  <a:pt x="6994" y="5735"/>
                </a:cubicBezTo>
                <a:cubicBezTo>
                  <a:pt x="7041" y="5769"/>
                  <a:pt x="7096" y="5783"/>
                  <a:pt x="7153" y="5783"/>
                </a:cubicBezTo>
                <a:cubicBezTo>
                  <a:pt x="7251" y="5783"/>
                  <a:pt x="7356" y="5743"/>
                  <a:pt x="7435" y="5703"/>
                </a:cubicBezTo>
                <a:lnTo>
                  <a:pt x="7751" y="5388"/>
                </a:lnTo>
                <a:lnTo>
                  <a:pt x="8223" y="5861"/>
                </a:lnTo>
                <a:lnTo>
                  <a:pt x="7908" y="6176"/>
                </a:lnTo>
                <a:cubicBezTo>
                  <a:pt x="7782" y="6302"/>
                  <a:pt x="7782" y="6459"/>
                  <a:pt x="7877" y="6617"/>
                </a:cubicBezTo>
                <a:cubicBezTo>
                  <a:pt x="7971" y="6806"/>
                  <a:pt x="8066" y="6995"/>
                  <a:pt x="8129" y="7247"/>
                </a:cubicBezTo>
                <a:cubicBezTo>
                  <a:pt x="8192" y="7404"/>
                  <a:pt x="8286" y="7499"/>
                  <a:pt x="8444" y="7499"/>
                </a:cubicBezTo>
                <a:lnTo>
                  <a:pt x="8885" y="7499"/>
                </a:lnTo>
                <a:lnTo>
                  <a:pt x="8885" y="8192"/>
                </a:lnTo>
                <a:lnTo>
                  <a:pt x="8444" y="8192"/>
                </a:lnTo>
                <a:cubicBezTo>
                  <a:pt x="8286" y="8192"/>
                  <a:pt x="8192" y="8286"/>
                  <a:pt x="8129" y="8444"/>
                </a:cubicBezTo>
                <a:cubicBezTo>
                  <a:pt x="8097" y="8665"/>
                  <a:pt x="7971" y="8885"/>
                  <a:pt x="7877" y="9074"/>
                </a:cubicBezTo>
                <a:cubicBezTo>
                  <a:pt x="7782" y="9200"/>
                  <a:pt x="7814" y="9389"/>
                  <a:pt x="7908" y="9515"/>
                </a:cubicBezTo>
                <a:lnTo>
                  <a:pt x="8223" y="9830"/>
                </a:lnTo>
                <a:lnTo>
                  <a:pt x="7751" y="10303"/>
                </a:lnTo>
                <a:lnTo>
                  <a:pt x="7435" y="9988"/>
                </a:lnTo>
                <a:cubicBezTo>
                  <a:pt x="7368" y="9920"/>
                  <a:pt x="7291" y="9889"/>
                  <a:pt x="7211" y="9889"/>
                </a:cubicBezTo>
                <a:cubicBezTo>
                  <a:pt x="7141" y="9889"/>
                  <a:pt x="7068" y="9912"/>
                  <a:pt x="6994" y="9956"/>
                </a:cubicBezTo>
                <a:cubicBezTo>
                  <a:pt x="6805" y="10082"/>
                  <a:pt x="6616" y="10145"/>
                  <a:pt x="6364" y="10208"/>
                </a:cubicBezTo>
                <a:cubicBezTo>
                  <a:pt x="6207" y="10271"/>
                  <a:pt x="6112" y="10366"/>
                  <a:pt x="6112" y="10555"/>
                </a:cubicBezTo>
                <a:lnTo>
                  <a:pt x="6112" y="10964"/>
                </a:lnTo>
                <a:lnTo>
                  <a:pt x="5419" y="10964"/>
                </a:lnTo>
                <a:lnTo>
                  <a:pt x="5419" y="10555"/>
                </a:lnTo>
                <a:cubicBezTo>
                  <a:pt x="5419" y="10366"/>
                  <a:pt x="5325" y="10271"/>
                  <a:pt x="5167" y="10208"/>
                </a:cubicBezTo>
                <a:cubicBezTo>
                  <a:pt x="4947" y="10177"/>
                  <a:pt x="4726" y="10051"/>
                  <a:pt x="4537" y="9956"/>
                </a:cubicBezTo>
                <a:cubicBezTo>
                  <a:pt x="4491" y="9921"/>
                  <a:pt x="4436" y="9908"/>
                  <a:pt x="4379" y="9908"/>
                </a:cubicBezTo>
                <a:cubicBezTo>
                  <a:pt x="4281" y="9908"/>
                  <a:pt x="4176" y="9948"/>
                  <a:pt x="4096" y="9988"/>
                </a:cubicBezTo>
                <a:lnTo>
                  <a:pt x="3781" y="10303"/>
                </a:lnTo>
                <a:lnTo>
                  <a:pt x="3308" y="9830"/>
                </a:lnTo>
                <a:lnTo>
                  <a:pt x="3623" y="9515"/>
                </a:lnTo>
                <a:cubicBezTo>
                  <a:pt x="3749" y="9389"/>
                  <a:pt x="3749" y="9232"/>
                  <a:pt x="3655" y="9074"/>
                </a:cubicBezTo>
                <a:cubicBezTo>
                  <a:pt x="3529" y="8885"/>
                  <a:pt x="3466" y="8696"/>
                  <a:pt x="3371" y="8444"/>
                </a:cubicBezTo>
                <a:cubicBezTo>
                  <a:pt x="3340" y="8286"/>
                  <a:pt x="3214" y="8192"/>
                  <a:pt x="3056" y="8192"/>
                </a:cubicBezTo>
                <a:lnTo>
                  <a:pt x="2647" y="8192"/>
                </a:lnTo>
                <a:lnTo>
                  <a:pt x="2647" y="7499"/>
                </a:lnTo>
                <a:lnTo>
                  <a:pt x="3056" y="7499"/>
                </a:lnTo>
                <a:cubicBezTo>
                  <a:pt x="3214" y="7499"/>
                  <a:pt x="3340" y="7404"/>
                  <a:pt x="3371" y="7247"/>
                </a:cubicBezTo>
                <a:cubicBezTo>
                  <a:pt x="3434" y="7026"/>
                  <a:pt x="3529" y="6806"/>
                  <a:pt x="3655" y="6617"/>
                </a:cubicBezTo>
                <a:cubicBezTo>
                  <a:pt x="3749" y="6491"/>
                  <a:pt x="3686" y="6302"/>
                  <a:pt x="3623" y="6176"/>
                </a:cubicBezTo>
                <a:lnTo>
                  <a:pt x="3308" y="5861"/>
                </a:lnTo>
                <a:lnTo>
                  <a:pt x="3781" y="5388"/>
                </a:lnTo>
                <a:lnTo>
                  <a:pt x="4096" y="5703"/>
                </a:lnTo>
                <a:cubicBezTo>
                  <a:pt x="4163" y="5771"/>
                  <a:pt x="4240" y="5802"/>
                  <a:pt x="4321" y="5802"/>
                </a:cubicBezTo>
                <a:cubicBezTo>
                  <a:pt x="4391" y="5802"/>
                  <a:pt x="4464" y="5778"/>
                  <a:pt x="4537" y="5735"/>
                </a:cubicBezTo>
                <a:cubicBezTo>
                  <a:pt x="4726" y="5609"/>
                  <a:pt x="4915" y="5546"/>
                  <a:pt x="5167" y="5451"/>
                </a:cubicBezTo>
                <a:cubicBezTo>
                  <a:pt x="5325" y="5420"/>
                  <a:pt x="5419" y="5294"/>
                  <a:pt x="5419" y="5136"/>
                </a:cubicBezTo>
                <a:lnTo>
                  <a:pt x="5419" y="4726"/>
                </a:lnTo>
                <a:close/>
                <a:moveTo>
                  <a:pt x="1008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9295"/>
                </a:lnTo>
                <a:cubicBezTo>
                  <a:pt x="0" y="9830"/>
                  <a:pt x="473" y="10303"/>
                  <a:pt x="1008" y="10303"/>
                </a:cubicBezTo>
                <a:lnTo>
                  <a:pt x="2867" y="10303"/>
                </a:lnTo>
                <a:lnTo>
                  <a:pt x="3623" y="11059"/>
                </a:lnTo>
                <a:cubicBezTo>
                  <a:pt x="3671" y="11122"/>
                  <a:pt x="3757" y="11153"/>
                  <a:pt x="3848" y="11153"/>
                </a:cubicBezTo>
                <a:cubicBezTo>
                  <a:pt x="3938" y="11153"/>
                  <a:pt x="4033" y="11122"/>
                  <a:pt x="4096" y="11059"/>
                </a:cubicBezTo>
                <a:lnTo>
                  <a:pt x="4442" y="10712"/>
                </a:lnTo>
                <a:cubicBezTo>
                  <a:pt x="4506" y="10744"/>
                  <a:pt x="4632" y="10775"/>
                  <a:pt x="4758" y="10807"/>
                </a:cubicBezTo>
                <a:lnTo>
                  <a:pt x="4758" y="11342"/>
                </a:lnTo>
                <a:cubicBezTo>
                  <a:pt x="4758" y="11531"/>
                  <a:pt x="4915" y="11689"/>
                  <a:pt x="5104" y="11689"/>
                </a:cubicBezTo>
                <a:lnTo>
                  <a:pt x="6490" y="11689"/>
                </a:lnTo>
                <a:cubicBezTo>
                  <a:pt x="6679" y="11689"/>
                  <a:pt x="6837" y="11531"/>
                  <a:pt x="6837" y="11342"/>
                </a:cubicBezTo>
                <a:lnTo>
                  <a:pt x="6837" y="10807"/>
                </a:lnTo>
                <a:cubicBezTo>
                  <a:pt x="6963" y="10775"/>
                  <a:pt x="7026" y="10744"/>
                  <a:pt x="7152" y="10712"/>
                </a:cubicBezTo>
                <a:lnTo>
                  <a:pt x="7498" y="11059"/>
                </a:lnTo>
                <a:cubicBezTo>
                  <a:pt x="7561" y="11122"/>
                  <a:pt x="7656" y="11153"/>
                  <a:pt x="7747" y="11153"/>
                </a:cubicBezTo>
                <a:cubicBezTo>
                  <a:pt x="7837" y="11153"/>
                  <a:pt x="7924" y="11122"/>
                  <a:pt x="7971" y="11059"/>
                </a:cubicBezTo>
                <a:lnTo>
                  <a:pt x="8727" y="10303"/>
                </a:lnTo>
                <a:lnTo>
                  <a:pt x="10617" y="10303"/>
                </a:lnTo>
                <a:cubicBezTo>
                  <a:pt x="11185" y="10303"/>
                  <a:pt x="11657" y="9830"/>
                  <a:pt x="11657" y="9295"/>
                </a:cubicBezTo>
                <a:lnTo>
                  <a:pt x="11657" y="1009"/>
                </a:lnTo>
                <a:cubicBezTo>
                  <a:pt x="11657" y="473"/>
                  <a:pt x="11216" y="1"/>
                  <a:pt x="1061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86" name="Google Shape;12593;p89">
            <a:extLst>
              <a:ext uri="{FF2B5EF4-FFF2-40B4-BE49-F238E27FC236}">
                <a16:creationId xmlns:a16="http://schemas.microsoft.com/office/drawing/2014/main" id="{FB786A5C-8638-BBD0-0613-01392D9198A5}"/>
              </a:ext>
            </a:extLst>
          </p:cNvPr>
          <p:cNvSpPr/>
          <p:nvPr/>
        </p:nvSpPr>
        <p:spPr>
          <a:xfrm>
            <a:off x="4112813" y="4267363"/>
            <a:ext cx="29952" cy="29952"/>
          </a:xfrm>
          <a:custGeom>
            <a:avLst/>
            <a:gdLst/>
            <a:ahLst/>
            <a:cxnLst/>
            <a:rect l="l" t="t" r="r" b="b"/>
            <a:pathLst>
              <a:path w="726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726"/>
                  <a:pt x="347" y="726"/>
                </a:cubicBezTo>
                <a:cubicBezTo>
                  <a:pt x="568" y="726"/>
                  <a:pt x="725" y="536"/>
                  <a:pt x="725" y="347"/>
                </a:cubicBezTo>
                <a:cubicBezTo>
                  <a:pt x="725" y="158"/>
                  <a:pt x="568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87" name="Google Shape;12594;p89">
            <a:extLst>
              <a:ext uri="{FF2B5EF4-FFF2-40B4-BE49-F238E27FC236}">
                <a16:creationId xmlns:a16="http://schemas.microsoft.com/office/drawing/2014/main" id="{D5D74323-206C-2025-98CD-6B36879731CD}"/>
              </a:ext>
            </a:extLst>
          </p:cNvPr>
          <p:cNvSpPr/>
          <p:nvPr/>
        </p:nvSpPr>
        <p:spPr>
          <a:xfrm>
            <a:off x="4169994" y="4267363"/>
            <a:ext cx="28632" cy="29952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6"/>
                  <a:pt x="347" y="726"/>
                </a:cubicBezTo>
                <a:cubicBezTo>
                  <a:pt x="536" y="726"/>
                  <a:pt x="694" y="568"/>
                  <a:pt x="694" y="347"/>
                </a:cubicBez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88" name="Google Shape;12595;p89">
            <a:extLst>
              <a:ext uri="{FF2B5EF4-FFF2-40B4-BE49-F238E27FC236}">
                <a16:creationId xmlns:a16="http://schemas.microsoft.com/office/drawing/2014/main" id="{3838B843-772B-1D93-6295-64A2F6ADDC9B}"/>
              </a:ext>
            </a:extLst>
          </p:cNvPr>
          <p:cNvSpPr/>
          <p:nvPr/>
        </p:nvSpPr>
        <p:spPr>
          <a:xfrm>
            <a:off x="4227178" y="4267363"/>
            <a:ext cx="28673" cy="29952"/>
          </a:xfrm>
          <a:custGeom>
            <a:avLst/>
            <a:gdLst/>
            <a:ahLst/>
            <a:cxnLst/>
            <a:rect l="l" t="t" r="r" b="b"/>
            <a:pathLst>
              <a:path w="695" h="726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6"/>
                  <a:pt x="347" y="726"/>
                </a:cubicBezTo>
                <a:cubicBezTo>
                  <a:pt x="537" y="726"/>
                  <a:pt x="694" y="568"/>
                  <a:pt x="694" y="347"/>
                </a:cubicBezTo>
                <a:cubicBezTo>
                  <a:pt x="694" y="158"/>
                  <a:pt x="537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89" name="Google Shape;12596;p89">
            <a:extLst>
              <a:ext uri="{FF2B5EF4-FFF2-40B4-BE49-F238E27FC236}">
                <a16:creationId xmlns:a16="http://schemas.microsoft.com/office/drawing/2014/main" id="{E81ED55B-2FA5-802D-2103-2BD04800DF5B}"/>
              </a:ext>
            </a:extLst>
          </p:cNvPr>
          <p:cNvSpPr/>
          <p:nvPr/>
        </p:nvSpPr>
        <p:spPr>
          <a:xfrm>
            <a:off x="4281800" y="4267363"/>
            <a:ext cx="198897" cy="29952"/>
          </a:xfrm>
          <a:custGeom>
            <a:avLst/>
            <a:gdLst/>
            <a:ahLst/>
            <a:cxnLst/>
            <a:rect l="l" t="t" r="r" b="b"/>
            <a:pathLst>
              <a:path w="4821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32" y="568"/>
                  <a:pt x="189" y="726"/>
                  <a:pt x="347" y="726"/>
                </a:cubicBezTo>
                <a:lnTo>
                  <a:pt x="4442" y="726"/>
                </a:lnTo>
                <a:cubicBezTo>
                  <a:pt x="4663" y="726"/>
                  <a:pt x="4820" y="568"/>
                  <a:pt x="4820" y="347"/>
                </a:cubicBezTo>
                <a:cubicBezTo>
                  <a:pt x="4820" y="158"/>
                  <a:pt x="4663" y="1"/>
                  <a:pt x="444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90" name="Google Shape;12597;p89">
            <a:extLst>
              <a:ext uri="{FF2B5EF4-FFF2-40B4-BE49-F238E27FC236}">
                <a16:creationId xmlns:a16="http://schemas.microsoft.com/office/drawing/2014/main" id="{AC641477-30E3-6FEC-2781-470257B79855}"/>
              </a:ext>
            </a:extLst>
          </p:cNvPr>
          <p:cNvSpPr/>
          <p:nvPr/>
        </p:nvSpPr>
        <p:spPr>
          <a:xfrm>
            <a:off x="4227176" y="4468860"/>
            <a:ext cx="140436" cy="140395"/>
          </a:xfrm>
          <a:custGeom>
            <a:avLst/>
            <a:gdLst/>
            <a:ahLst/>
            <a:cxnLst/>
            <a:rect l="l" t="t" r="r" b="b"/>
            <a:pathLst>
              <a:path w="3404" h="3403" extrusionOk="0">
                <a:moveTo>
                  <a:pt x="1671" y="662"/>
                </a:moveTo>
                <a:cubicBezTo>
                  <a:pt x="2238" y="662"/>
                  <a:pt x="2710" y="1134"/>
                  <a:pt x="2710" y="1701"/>
                </a:cubicBezTo>
                <a:cubicBezTo>
                  <a:pt x="2710" y="2237"/>
                  <a:pt x="2269" y="2710"/>
                  <a:pt x="1671" y="2710"/>
                </a:cubicBezTo>
                <a:cubicBezTo>
                  <a:pt x="1135" y="2710"/>
                  <a:pt x="663" y="2237"/>
                  <a:pt x="663" y="1701"/>
                </a:cubicBezTo>
                <a:cubicBezTo>
                  <a:pt x="663" y="1134"/>
                  <a:pt x="1135" y="662"/>
                  <a:pt x="1671" y="662"/>
                </a:cubicBezTo>
                <a:close/>
                <a:moveTo>
                  <a:pt x="1671" y="0"/>
                </a:moveTo>
                <a:cubicBezTo>
                  <a:pt x="726" y="0"/>
                  <a:pt x="1" y="756"/>
                  <a:pt x="1" y="1701"/>
                </a:cubicBezTo>
                <a:cubicBezTo>
                  <a:pt x="1" y="2647"/>
                  <a:pt x="726" y="3403"/>
                  <a:pt x="1671" y="3403"/>
                </a:cubicBezTo>
                <a:cubicBezTo>
                  <a:pt x="2616" y="3403"/>
                  <a:pt x="3372" y="2647"/>
                  <a:pt x="3372" y="1701"/>
                </a:cubicBezTo>
                <a:cubicBezTo>
                  <a:pt x="3403" y="756"/>
                  <a:pt x="2616" y="0"/>
                  <a:pt x="16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0" name="Google Shape;12599;p89">
            <a:extLst>
              <a:ext uri="{FF2B5EF4-FFF2-40B4-BE49-F238E27FC236}">
                <a16:creationId xmlns:a16="http://schemas.microsoft.com/office/drawing/2014/main" id="{18252161-D539-3B8A-E4E9-678C978A5E75}"/>
              </a:ext>
            </a:extLst>
          </p:cNvPr>
          <p:cNvSpPr/>
          <p:nvPr/>
        </p:nvSpPr>
        <p:spPr>
          <a:xfrm>
            <a:off x="3509059" y="4327802"/>
            <a:ext cx="139116" cy="84534"/>
          </a:xfrm>
          <a:custGeom>
            <a:avLst/>
            <a:gdLst/>
            <a:ahLst/>
            <a:cxnLst/>
            <a:rect l="l" t="t" r="r" b="b"/>
            <a:pathLst>
              <a:path w="3372" h="2049" extrusionOk="0">
                <a:moveTo>
                  <a:pt x="977" y="631"/>
                </a:moveTo>
                <a:cubicBezTo>
                  <a:pt x="1166" y="631"/>
                  <a:pt x="1324" y="788"/>
                  <a:pt x="1324" y="977"/>
                </a:cubicBezTo>
                <a:cubicBezTo>
                  <a:pt x="1324" y="1198"/>
                  <a:pt x="1166" y="1355"/>
                  <a:pt x="977" y="1355"/>
                </a:cubicBezTo>
                <a:cubicBezTo>
                  <a:pt x="788" y="1355"/>
                  <a:pt x="631" y="1198"/>
                  <a:pt x="631" y="977"/>
                </a:cubicBezTo>
                <a:cubicBezTo>
                  <a:pt x="631" y="788"/>
                  <a:pt x="788" y="631"/>
                  <a:pt x="977" y="631"/>
                </a:cubicBezTo>
                <a:close/>
                <a:moveTo>
                  <a:pt x="2363" y="631"/>
                </a:moveTo>
                <a:cubicBezTo>
                  <a:pt x="2552" y="631"/>
                  <a:pt x="2710" y="788"/>
                  <a:pt x="2710" y="977"/>
                </a:cubicBezTo>
                <a:cubicBezTo>
                  <a:pt x="2710" y="1198"/>
                  <a:pt x="2552" y="1355"/>
                  <a:pt x="2363" y="1355"/>
                </a:cubicBezTo>
                <a:cubicBezTo>
                  <a:pt x="2174" y="1355"/>
                  <a:pt x="2017" y="1198"/>
                  <a:pt x="2017" y="977"/>
                </a:cubicBezTo>
                <a:cubicBezTo>
                  <a:pt x="2017" y="788"/>
                  <a:pt x="2174" y="631"/>
                  <a:pt x="2363" y="631"/>
                </a:cubicBezTo>
                <a:close/>
                <a:moveTo>
                  <a:pt x="1009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09" y="2048"/>
                </a:cubicBezTo>
                <a:cubicBezTo>
                  <a:pt x="1292" y="2048"/>
                  <a:pt x="1544" y="1922"/>
                  <a:pt x="1702" y="1765"/>
                </a:cubicBezTo>
                <a:cubicBezTo>
                  <a:pt x="1891" y="1922"/>
                  <a:pt x="2111" y="2048"/>
                  <a:pt x="2363" y="2048"/>
                </a:cubicBezTo>
                <a:cubicBezTo>
                  <a:pt x="2899" y="2048"/>
                  <a:pt x="3371" y="1576"/>
                  <a:pt x="3371" y="1040"/>
                </a:cubicBezTo>
                <a:cubicBezTo>
                  <a:pt x="3371" y="442"/>
                  <a:pt x="2899" y="1"/>
                  <a:pt x="2363" y="1"/>
                </a:cubicBezTo>
                <a:cubicBezTo>
                  <a:pt x="2080" y="1"/>
                  <a:pt x="1859" y="127"/>
                  <a:pt x="1702" y="284"/>
                </a:cubicBezTo>
                <a:cubicBezTo>
                  <a:pt x="1481" y="127"/>
                  <a:pt x="1261" y="1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1" name="Google Shape;12600;p89">
            <a:extLst>
              <a:ext uri="{FF2B5EF4-FFF2-40B4-BE49-F238E27FC236}">
                <a16:creationId xmlns:a16="http://schemas.microsoft.com/office/drawing/2014/main" id="{739FFC5B-14AB-C01E-3475-3FB2AE0FE851}"/>
              </a:ext>
            </a:extLst>
          </p:cNvPr>
          <p:cNvSpPr/>
          <p:nvPr/>
        </p:nvSpPr>
        <p:spPr>
          <a:xfrm>
            <a:off x="3450560" y="4212122"/>
            <a:ext cx="425063" cy="483565"/>
          </a:xfrm>
          <a:custGeom>
            <a:avLst/>
            <a:gdLst/>
            <a:ahLst/>
            <a:cxnLst/>
            <a:rect l="l" t="t" r="r" b="b"/>
            <a:pathLst>
              <a:path w="10303" h="11721" extrusionOk="0">
                <a:moveTo>
                  <a:pt x="7152" y="694"/>
                </a:moveTo>
                <a:cubicBezTo>
                  <a:pt x="7373" y="694"/>
                  <a:pt x="7530" y="851"/>
                  <a:pt x="7530" y="1040"/>
                </a:cubicBezTo>
                <a:lnTo>
                  <a:pt x="7530" y="1418"/>
                </a:lnTo>
                <a:lnTo>
                  <a:pt x="662" y="1418"/>
                </a:lnTo>
                <a:lnTo>
                  <a:pt x="662" y="1040"/>
                </a:lnTo>
                <a:cubicBezTo>
                  <a:pt x="694" y="851"/>
                  <a:pt x="851" y="694"/>
                  <a:pt x="1009" y="694"/>
                </a:cubicBezTo>
                <a:close/>
                <a:moveTo>
                  <a:pt x="7562" y="2111"/>
                </a:moveTo>
                <a:lnTo>
                  <a:pt x="7562" y="3403"/>
                </a:lnTo>
                <a:lnTo>
                  <a:pt x="7247" y="3088"/>
                </a:lnTo>
                <a:cubicBezTo>
                  <a:pt x="7042" y="2883"/>
                  <a:pt x="6784" y="2792"/>
                  <a:pt x="6528" y="2792"/>
                </a:cubicBezTo>
                <a:cubicBezTo>
                  <a:pt x="5999" y="2792"/>
                  <a:pt x="5483" y="3186"/>
                  <a:pt x="5483" y="3781"/>
                </a:cubicBezTo>
                <a:cubicBezTo>
                  <a:pt x="5483" y="4065"/>
                  <a:pt x="5577" y="4348"/>
                  <a:pt x="5798" y="4506"/>
                </a:cubicBezTo>
                <a:lnTo>
                  <a:pt x="6774" y="5482"/>
                </a:lnTo>
                <a:lnTo>
                  <a:pt x="1009" y="5482"/>
                </a:lnTo>
                <a:cubicBezTo>
                  <a:pt x="995" y="5485"/>
                  <a:pt x="982" y="5486"/>
                  <a:pt x="968" y="5486"/>
                </a:cubicBezTo>
                <a:cubicBezTo>
                  <a:pt x="825" y="5486"/>
                  <a:pt x="694" y="5340"/>
                  <a:pt x="694" y="5167"/>
                </a:cubicBezTo>
                <a:lnTo>
                  <a:pt x="694" y="2111"/>
                </a:lnTo>
                <a:close/>
                <a:moveTo>
                  <a:pt x="8160" y="2584"/>
                </a:moveTo>
                <a:lnTo>
                  <a:pt x="9200" y="3624"/>
                </a:lnTo>
                <a:cubicBezTo>
                  <a:pt x="9421" y="3844"/>
                  <a:pt x="9515" y="4065"/>
                  <a:pt x="9515" y="4348"/>
                </a:cubicBezTo>
                <a:lnTo>
                  <a:pt x="9515" y="6900"/>
                </a:lnTo>
                <a:cubicBezTo>
                  <a:pt x="9515" y="7373"/>
                  <a:pt x="9358" y="7845"/>
                  <a:pt x="9043" y="8192"/>
                </a:cubicBezTo>
                <a:lnTo>
                  <a:pt x="5955" y="8192"/>
                </a:lnTo>
                <a:cubicBezTo>
                  <a:pt x="5640" y="7845"/>
                  <a:pt x="5483" y="7373"/>
                  <a:pt x="5483" y="6900"/>
                </a:cubicBezTo>
                <a:lnTo>
                  <a:pt x="5483" y="6144"/>
                </a:lnTo>
                <a:lnTo>
                  <a:pt x="6837" y="6144"/>
                </a:lnTo>
                <a:lnTo>
                  <a:pt x="6837" y="6207"/>
                </a:lnTo>
                <a:cubicBezTo>
                  <a:pt x="6837" y="6585"/>
                  <a:pt x="6900" y="6932"/>
                  <a:pt x="7089" y="7373"/>
                </a:cubicBezTo>
                <a:cubicBezTo>
                  <a:pt x="7135" y="7487"/>
                  <a:pt x="7263" y="7568"/>
                  <a:pt x="7403" y="7568"/>
                </a:cubicBezTo>
                <a:cubicBezTo>
                  <a:pt x="7455" y="7568"/>
                  <a:pt x="7510" y="7556"/>
                  <a:pt x="7562" y="7530"/>
                </a:cubicBezTo>
                <a:cubicBezTo>
                  <a:pt x="7719" y="7467"/>
                  <a:pt x="7782" y="7247"/>
                  <a:pt x="7719" y="7058"/>
                </a:cubicBezTo>
                <a:cubicBezTo>
                  <a:pt x="7593" y="6774"/>
                  <a:pt x="7530" y="6522"/>
                  <a:pt x="7530" y="6239"/>
                </a:cubicBezTo>
                <a:lnTo>
                  <a:pt x="7530" y="5451"/>
                </a:lnTo>
                <a:cubicBezTo>
                  <a:pt x="7530" y="5356"/>
                  <a:pt x="7467" y="5262"/>
                  <a:pt x="7404" y="5199"/>
                </a:cubicBezTo>
                <a:lnTo>
                  <a:pt x="6207" y="4033"/>
                </a:lnTo>
                <a:cubicBezTo>
                  <a:pt x="6018" y="3844"/>
                  <a:pt x="6144" y="3435"/>
                  <a:pt x="6459" y="3435"/>
                </a:cubicBezTo>
                <a:cubicBezTo>
                  <a:pt x="6522" y="3435"/>
                  <a:pt x="6648" y="3466"/>
                  <a:pt x="6680" y="3561"/>
                </a:cubicBezTo>
                <a:lnTo>
                  <a:pt x="8255" y="5136"/>
                </a:lnTo>
                <a:cubicBezTo>
                  <a:pt x="8318" y="5199"/>
                  <a:pt x="8413" y="5230"/>
                  <a:pt x="8503" y="5230"/>
                </a:cubicBezTo>
                <a:cubicBezTo>
                  <a:pt x="8594" y="5230"/>
                  <a:pt x="8680" y="5199"/>
                  <a:pt x="8728" y="5136"/>
                </a:cubicBezTo>
                <a:cubicBezTo>
                  <a:pt x="8854" y="5010"/>
                  <a:pt x="8854" y="4789"/>
                  <a:pt x="8728" y="4663"/>
                </a:cubicBezTo>
                <a:lnTo>
                  <a:pt x="8160" y="4065"/>
                </a:lnTo>
                <a:lnTo>
                  <a:pt x="8160" y="2584"/>
                </a:lnTo>
                <a:close/>
                <a:moveTo>
                  <a:pt x="9295" y="8948"/>
                </a:moveTo>
                <a:cubicBezTo>
                  <a:pt x="9484" y="8948"/>
                  <a:pt x="9641" y="9105"/>
                  <a:pt x="9641" y="9295"/>
                </a:cubicBezTo>
                <a:lnTo>
                  <a:pt x="9641" y="10996"/>
                </a:lnTo>
                <a:lnTo>
                  <a:pt x="5514" y="10996"/>
                </a:lnTo>
                <a:lnTo>
                  <a:pt x="5514" y="9295"/>
                </a:lnTo>
                <a:cubicBezTo>
                  <a:pt x="5514" y="9105"/>
                  <a:pt x="5672" y="8948"/>
                  <a:pt x="5861" y="8948"/>
                </a:cubicBezTo>
                <a:close/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5167"/>
                </a:lnTo>
                <a:cubicBezTo>
                  <a:pt x="1" y="5734"/>
                  <a:pt x="473" y="6207"/>
                  <a:pt x="1009" y="6207"/>
                </a:cubicBezTo>
                <a:lnTo>
                  <a:pt x="4789" y="6207"/>
                </a:lnTo>
                <a:lnTo>
                  <a:pt x="4789" y="6932"/>
                </a:lnTo>
                <a:cubicBezTo>
                  <a:pt x="4789" y="7499"/>
                  <a:pt x="4947" y="8003"/>
                  <a:pt x="5231" y="8444"/>
                </a:cubicBezTo>
                <a:cubicBezTo>
                  <a:pt x="4947" y="8633"/>
                  <a:pt x="4789" y="8948"/>
                  <a:pt x="4789" y="9295"/>
                </a:cubicBezTo>
                <a:lnTo>
                  <a:pt x="4789" y="11342"/>
                </a:lnTo>
                <a:cubicBezTo>
                  <a:pt x="4789" y="11563"/>
                  <a:pt x="4947" y="11720"/>
                  <a:pt x="5168" y="11720"/>
                </a:cubicBezTo>
                <a:lnTo>
                  <a:pt x="9956" y="11720"/>
                </a:lnTo>
                <a:cubicBezTo>
                  <a:pt x="10145" y="11720"/>
                  <a:pt x="10303" y="11563"/>
                  <a:pt x="10303" y="11342"/>
                </a:cubicBezTo>
                <a:lnTo>
                  <a:pt x="10303" y="9295"/>
                </a:lnTo>
                <a:cubicBezTo>
                  <a:pt x="10303" y="8948"/>
                  <a:pt x="10114" y="8633"/>
                  <a:pt x="9893" y="8444"/>
                </a:cubicBezTo>
                <a:cubicBezTo>
                  <a:pt x="10177" y="8003"/>
                  <a:pt x="10303" y="7499"/>
                  <a:pt x="10303" y="6932"/>
                </a:cubicBezTo>
                <a:lnTo>
                  <a:pt x="10303" y="4380"/>
                </a:lnTo>
                <a:lnTo>
                  <a:pt x="10271" y="4380"/>
                </a:lnTo>
                <a:cubicBezTo>
                  <a:pt x="10271" y="3907"/>
                  <a:pt x="10082" y="3466"/>
                  <a:pt x="9767" y="3151"/>
                </a:cubicBezTo>
                <a:lnTo>
                  <a:pt x="8224" y="1639"/>
                </a:lnTo>
                <a:lnTo>
                  <a:pt x="8224" y="1040"/>
                </a:lnTo>
                <a:cubicBezTo>
                  <a:pt x="8224" y="473"/>
                  <a:pt x="7751" y="1"/>
                  <a:pt x="721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12" name="Google Shape;12601;p89">
            <a:extLst>
              <a:ext uri="{FF2B5EF4-FFF2-40B4-BE49-F238E27FC236}">
                <a16:creationId xmlns:a16="http://schemas.microsoft.com/office/drawing/2014/main" id="{A9696B6D-CFAC-4602-0DDE-8B16DD39C591}"/>
              </a:ext>
            </a:extLst>
          </p:cNvPr>
          <p:cNvSpPr/>
          <p:nvPr/>
        </p:nvSpPr>
        <p:spPr>
          <a:xfrm>
            <a:off x="3704038" y="4608551"/>
            <a:ext cx="29911" cy="29952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725" y="568"/>
                  <a:pt x="725" y="379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8" name="Google Shape;12631;p89">
            <a:extLst>
              <a:ext uri="{FF2B5EF4-FFF2-40B4-BE49-F238E27FC236}">
                <a16:creationId xmlns:a16="http://schemas.microsoft.com/office/drawing/2014/main" id="{DE819435-4463-9955-E741-5FC7722C8428}"/>
              </a:ext>
            </a:extLst>
          </p:cNvPr>
          <p:cNvSpPr/>
          <p:nvPr/>
        </p:nvSpPr>
        <p:spPr>
          <a:xfrm>
            <a:off x="8372149" y="4221088"/>
            <a:ext cx="465668" cy="465668"/>
          </a:xfrm>
          <a:custGeom>
            <a:avLst/>
            <a:gdLst/>
            <a:ahLst/>
            <a:cxnLst/>
            <a:rect l="l" t="t" r="r" b="b"/>
            <a:pathLst>
              <a:path w="19983" h="19983" extrusionOk="0">
                <a:moveTo>
                  <a:pt x="9992" y="1170"/>
                </a:moveTo>
                <a:cubicBezTo>
                  <a:pt x="14855" y="1170"/>
                  <a:pt x="18812" y="4866"/>
                  <a:pt x="18812" y="9405"/>
                </a:cubicBezTo>
                <a:cubicBezTo>
                  <a:pt x="18812" y="13925"/>
                  <a:pt x="14855" y="17601"/>
                  <a:pt x="9992" y="17601"/>
                </a:cubicBezTo>
                <a:cubicBezTo>
                  <a:pt x="9111" y="17601"/>
                  <a:pt x="8240" y="17481"/>
                  <a:pt x="7407" y="17242"/>
                </a:cubicBezTo>
                <a:cubicBezTo>
                  <a:pt x="7354" y="17226"/>
                  <a:pt x="7299" y="17218"/>
                  <a:pt x="7245" y="17218"/>
                </a:cubicBezTo>
                <a:cubicBezTo>
                  <a:pt x="7153" y="17218"/>
                  <a:pt x="7062" y="17240"/>
                  <a:pt x="6979" y="17282"/>
                </a:cubicBezTo>
                <a:lnTo>
                  <a:pt x="4723" y="18439"/>
                </a:lnTo>
                <a:lnTo>
                  <a:pt x="4723" y="16262"/>
                </a:lnTo>
                <a:cubicBezTo>
                  <a:pt x="4723" y="16078"/>
                  <a:pt x="4637" y="15904"/>
                  <a:pt x="4490" y="15793"/>
                </a:cubicBezTo>
                <a:cubicBezTo>
                  <a:pt x="2381" y="14208"/>
                  <a:pt x="1171" y="11880"/>
                  <a:pt x="1171" y="9405"/>
                </a:cubicBezTo>
                <a:cubicBezTo>
                  <a:pt x="1171" y="4866"/>
                  <a:pt x="5129" y="1170"/>
                  <a:pt x="9992" y="1170"/>
                </a:cubicBezTo>
                <a:close/>
                <a:moveTo>
                  <a:pt x="9992" y="1"/>
                </a:moveTo>
                <a:cubicBezTo>
                  <a:pt x="4575" y="1"/>
                  <a:pt x="0" y="4153"/>
                  <a:pt x="0" y="9407"/>
                </a:cubicBezTo>
                <a:cubicBezTo>
                  <a:pt x="0" y="12221"/>
                  <a:pt x="1359" y="14795"/>
                  <a:pt x="3552" y="16548"/>
                </a:cubicBezTo>
                <a:lnTo>
                  <a:pt x="3552" y="19396"/>
                </a:lnTo>
                <a:cubicBezTo>
                  <a:pt x="3552" y="19602"/>
                  <a:pt x="3659" y="19791"/>
                  <a:pt x="3832" y="19897"/>
                </a:cubicBezTo>
                <a:cubicBezTo>
                  <a:pt x="3925" y="19953"/>
                  <a:pt x="4031" y="19982"/>
                  <a:pt x="4138" y="19982"/>
                </a:cubicBezTo>
                <a:cubicBezTo>
                  <a:pt x="4229" y="19982"/>
                  <a:pt x="4320" y="19961"/>
                  <a:pt x="4405" y="19918"/>
                </a:cubicBezTo>
                <a:lnTo>
                  <a:pt x="7310" y="18429"/>
                </a:lnTo>
                <a:cubicBezTo>
                  <a:pt x="8180" y="18657"/>
                  <a:pt x="9081" y="18772"/>
                  <a:pt x="9992" y="18772"/>
                </a:cubicBezTo>
                <a:cubicBezTo>
                  <a:pt x="15500" y="18772"/>
                  <a:pt x="19983" y="14570"/>
                  <a:pt x="19983" y="9407"/>
                </a:cubicBezTo>
                <a:cubicBezTo>
                  <a:pt x="19983" y="4151"/>
                  <a:pt x="15405" y="1"/>
                  <a:pt x="999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9" name="Google Shape;12632;p89">
            <a:extLst>
              <a:ext uri="{FF2B5EF4-FFF2-40B4-BE49-F238E27FC236}">
                <a16:creationId xmlns:a16="http://schemas.microsoft.com/office/drawing/2014/main" id="{69BD3EEC-FCAE-8F57-4F9C-EFD0681C79B8}"/>
              </a:ext>
            </a:extLst>
          </p:cNvPr>
          <p:cNvSpPr/>
          <p:nvPr/>
        </p:nvSpPr>
        <p:spPr>
          <a:xfrm>
            <a:off x="8453895" y="4358387"/>
            <a:ext cx="302196" cy="163729"/>
          </a:xfrm>
          <a:custGeom>
            <a:avLst/>
            <a:gdLst/>
            <a:ahLst/>
            <a:cxnLst/>
            <a:rect l="l" t="t" r="r" b="b"/>
            <a:pathLst>
              <a:path w="12968" h="7026" extrusionOk="0">
                <a:moveTo>
                  <a:pt x="5362" y="1463"/>
                </a:moveTo>
                <a:lnTo>
                  <a:pt x="7241" y="3341"/>
                </a:lnTo>
                <a:cubicBezTo>
                  <a:pt x="7353" y="3454"/>
                  <a:pt x="7503" y="3513"/>
                  <a:pt x="7655" y="3513"/>
                </a:cubicBezTo>
                <a:cubicBezTo>
                  <a:pt x="7744" y="3513"/>
                  <a:pt x="7833" y="3493"/>
                  <a:pt x="7917" y="3451"/>
                </a:cubicBezTo>
                <a:lnTo>
                  <a:pt x="10216" y="2303"/>
                </a:lnTo>
                <a:lnTo>
                  <a:pt x="7605" y="5565"/>
                </a:lnTo>
                <a:lnTo>
                  <a:pt x="5726" y="3685"/>
                </a:lnTo>
                <a:cubicBezTo>
                  <a:pt x="5614" y="3573"/>
                  <a:pt x="5463" y="3514"/>
                  <a:pt x="5311" y="3514"/>
                </a:cubicBezTo>
                <a:cubicBezTo>
                  <a:pt x="5223" y="3514"/>
                  <a:pt x="5133" y="3534"/>
                  <a:pt x="5051" y="3575"/>
                </a:cubicBezTo>
                <a:lnTo>
                  <a:pt x="2751" y="4725"/>
                </a:lnTo>
                <a:lnTo>
                  <a:pt x="2751" y="4725"/>
                </a:lnTo>
                <a:lnTo>
                  <a:pt x="5362" y="1463"/>
                </a:lnTo>
                <a:close/>
                <a:moveTo>
                  <a:pt x="5312" y="1"/>
                </a:moveTo>
                <a:cubicBezTo>
                  <a:pt x="5302" y="1"/>
                  <a:pt x="5291" y="1"/>
                  <a:pt x="5281" y="2"/>
                </a:cubicBezTo>
                <a:cubicBezTo>
                  <a:pt x="5114" y="12"/>
                  <a:pt x="4959" y="92"/>
                  <a:pt x="4856" y="221"/>
                </a:cubicBezTo>
                <a:lnTo>
                  <a:pt x="172" y="6075"/>
                </a:lnTo>
                <a:cubicBezTo>
                  <a:pt x="0" y="6290"/>
                  <a:pt x="2" y="6595"/>
                  <a:pt x="174" y="6809"/>
                </a:cubicBezTo>
                <a:cubicBezTo>
                  <a:pt x="288" y="6950"/>
                  <a:pt x="457" y="7026"/>
                  <a:pt x="630" y="7026"/>
                </a:cubicBezTo>
                <a:cubicBezTo>
                  <a:pt x="719" y="7026"/>
                  <a:pt x="808" y="7006"/>
                  <a:pt x="892" y="6964"/>
                </a:cubicBezTo>
                <a:lnTo>
                  <a:pt x="5198" y="4811"/>
                </a:lnTo>
                <a:lnTo>
                  <a:pt x="7241" y="6855"/>
                </a:lnTo>
                <a:cubicBezTo>
                  <a:pt x="7349" y="6964"/>
                  <a:pt x="7496" y="7026"/>
                  <a:pt x="7650" y="7026"/>
                </a:cubicBezTo>
                <a:cubicBezTo>
                  <a:pt x="7662" y="7026"/>
                  <a:pt x="7674" y="7025"/>
                  <a:pt x="7687" y="7024"/>
                </a:cubicBezTo>
                <a:cubicBezTo>
                  <a:pt x="7853" y="7016"/>
                  <a:pt x="8007" y="6936"/>
                  <a:pt x="8111" y="6807"/>
                </a:cubicBezTo>
                <a:lnTo>
                  <a:pt x="12795" y="951"/>
                </a:lnTo>
                <a:cubicBezTo>
                  <a:pt x="12967" y="737"/>
                  <a:pt x="12965" y="431"/>
                  <a:pt x="12792" y="219"/>
                </a:cubicBezTo>
                <a:cubicBezTo>
                  <a:pt x="12679" y="78"/>
                  <a:pt x="12510" y="1"/>
                  <a:pt x="12337" y="1"/>
                </a:cubicBezTo>
                <a:cubicBezTo>
                  <a:pt x="12249" y="1"/>
                  <a:pt x="12159" y="21"/>
                  <a:pt x="12075" y="63"/>
                </a:cubicBezTo>
                <a:lnTo>
                  <a:pt x="7770" y="2216"/>
                </a:lnTo>
                <a:lnTo>
                  <a:pt x="5726" y="173"/>
                </a:lnTo>
                <a:cubicBezTo>
                  <a:pt x="5617" y="62"/>
                  <a:pt x="5467" y="1"/>
                  <a:pt x="531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93" name="Google Shape;12645;p89">
            <a:extLst>
              <a:ext uri="{FF2B5EF4-FFF2-40B4-BE49-F238E27FC236}">
                <a16:creationId xmlns:a16="http://schemas.microsoft.com/office/drawing/2014/main" id="{EC58DDB5-B99B-F5CE-C5A3-A2EA6EFEFFAF}"/>
              </a:ext>
            </a:extLst>
          </p:cNvPr>
          <p:cNvSpPr/>
          <p:nvPr/>
        </p:nvSpPr>
        <p:spPr>
          <a:xfrm>
            <a:off x="5291272" y="4221171"/>
            <a:ext cx="465635" cy="465635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4" name="Google Shape;12647;p89">
            <a:extLst>
              <a:ext uri="{FF2B5EF4-FFF2-40B4-BE49-F238E27FC236}">
                <a16:creationId xmlns:a16="http://schemas.microsoft.com/office/drawing/2014/main" id="{152F8043-7FDA-509C-C0D1-0ABF82AEEAF0}"/>
              </a:ext>
            </a:extLst>
          </p:cNvPr>
          <p:cNvSpPr/>
          <p:nvPr/>
        </p:nvSpPr>
        <p:spPr>
          <a:xfrm>
            <a:off x="6023564" y="4358419"/>
            <a:ext cx="191016" cy="191016"/>
          </a:xfrm>
          <a:custGeom>
            <a:avLst/>
            <a:gdLst/>
            <a:ahLst/>
            <a:cxnLst/>
            <a:rect l="l" t="t" r="r" b="b"/>
            <a:pathLst>
              <a:path w="8197" h="8197" extrusionOk="0">
                <a:moveTo>
                  <a:pt x="4099" y="1171"/>
                </a:moveTo>
                <a:cubicBezTo>
                  <a:pt x="5712" y="1171"/>
                  <a:pt x="7027" y="2484"/>
                  <a:pt x="7027" y="4097"/>
                </a:cubicBezTo>
                <a:cubicBezTo>
                  <a:pt x="7027" y="5712"/>
                  <a:pt x="5712" y="7025"/>
                  <a:pt x="4099" y="7025"/>
                </a:cubicBezTo>
                <a:cubicBezTo>
                  <a:pt x="2486" y="7025"/>
                  <a:pt x="1171" y="5712"/>
                  <a:pt x="1171" y="4097"/>
                </a:cubicBezTo>
                <a:cubicBezTo>
                  <a:pt x="1171" y="2484"/>
                  <a:pt x="2486" y="1171"/>
                  <a:pt x="4099" y="1171"/>
                </a:cubicBezTo>
                <a:close/>
                <a:moveTo>
                  <a:pt x="4099" y="0"/>
                </a:moveTo>
                <a:cubicBezTo>
                  <a:pt x="1840" y="0"/>
                  <a:pt x="0" y="1838"/>
                  <a:pt x="0" y="4097"/>
                </a:cubicBezTo>
                <a:cubicBezTo>
                  <a:pt x="0" y="6358"/>
                  <a:pt x="1840" y="8196"/>
                  <a:pt x="4099" y="8196"/>
                </a:cubicBezTo>
                <a:cubicBezTo>
                  <a:pt x="6358" y="8196"/>
                  <a:pt x="8196" y="6358"/>
                  <a:pt x="8196" y="4097"/>
                </a:cubicBezTo>
                <a:cubicBezTo>
                  <a:pt x="8196" y="1838"/>
                  <a:pt x="6358" y="0"/>
                  <a:pt x="40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5" name="Google Shape;12648;p89">
            <a:extLst>
              <a:ext uri="{FF2B5EF4-FFF2-40B4-BE49-F238E27FC236}">
                <a16:creationId xmlns:a16="http://schemas.microsoft.com/office/drawing/2014/main" id="{C17D523A-9348-9FDD-459F-582F931842E3}"/>
              </a:ext>
            </a:extLst>
          </p:cNvPr>
          <p:cNvSpPr/>
          <p:nvPr/>
        </p:nvSpPr>
        <p:spPr>
          <a:xfrm>
            <a:off x="5940817" y="4275649"/>
            <a:ext cx="356540" cy="356516"/>
          </a:xfrm>
          <a:custGeom>
            <a:avLst/>
            <a:gdLst/>
            <a:ahLst/>
            <a:cxnLst/>
            <a:rect l="l" t="t" r="r" b="b"/>
            <a:pathLst>
              <a:path w="15300" h="15299" extrusionOk="0">
                <a:moveTo>
                  <a:pt x="12333" y="1171"/>
                </a:moveTo>
                <a:cubicBezTo>
                  <a:pt x="13306" y="1171"/>
                  <a:pt x="14128" y="1994"/>
                  <a:pt x="14128" y="2967"/>
                </a:cubicBezTo>
                <a:lnTo>
                  <a:pt x="14128" y="12334"/>
                </a:lnTo>
                <a:cubicBezTo>
                  <a:pt x="14128" y="13307"/>
                  <a:pt x="13306" y="14129"/>
                  <a:pt x="12333" y="14129"/>
                </a:cubicBezTo>
                <a:lnTo>
                  <a:pt x="2968" y="14129"/>
                </a:lnTo>
                <a:cubicBezTo>
                  <a:pt x="1993" y="14129"/>
                  <a:pt x="1172" y="13307"/>
                  <a:pt x="1172" y="12334"/>
                </a:cubicBezTo>
                <a:lnTo>
                  <a:pt x="1172" y="2967"/>
                </a:lnTo>
                <a:cubicBezTo>
                  <a:pt x="1172" y="1994"/>
                  <a:pt x="1993" y="1171"/>
                  <a:pt x="2968" y="1171"/>
                </a:cubicBezTo>
                <a:close/>
                <a:moveTo>
                  <a:pt x="2968" y="0"/>
                </a:moveTo>
                <a:cubicBezTo>
                  <a:pt x="1351" y="0"/>
                  <a:pt x="1" y="1346"/>
                  <a:pt x="1" y="2967"/>
                </a:cubicBezTo>
                <a:lnTo>
                  <a:pt x="1" y="12334"/>
                </a:lnTo>
                <a:cubicBezTo>
                  <a:pt x="1" y="13952"/>
                  <a:pt x="1349" y="15299"/>
                  <a:pt x="2968" y="15299"/>
                </a:cubicBezTo>
                <a:lnTo>
                  <a:pt x="12333" y="15299"/>
                </a:lnTo>
                <a:cubicBezTo>
                  <a:pt x="13953" y="15299"/>
                  <a:pt x="15299" y="13951"/>
                  <a:pt x="15299" y="12334"/>
                </a:cubicBezTo>
                <a:lnTo>
                  <a:pt x="15299" y="2967"/>
                </a:lnTo>
                <a:cubicBezTo>
                  <a:pt x="15299" y="1345"/>
                  <a:pt x="13948" y="0"/>
                  <a:pt x="12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6" name="Google Shape;12649;p89">
            <a:extLst>
              <a:ext uri="{FF2B5EF4-FFF2-40B4-BE49-F238E27FC236}">
                <a16:creationId xmlns:a16="http://schemas.microsoft.com/office/drawing/2014/main" id="{E8CF78AB-A09B-CB11-12E5-69FEC2F33133}"/>
              </a:ext>
            </a:extLst>
          </p:cNvPr>
          <p:cNvSpPr/>
          <p:nvPr/>
        </p:nvSpPr>
        <p:spPr>
          <a:xfrm>
            <a:off x="5886244" y="4221100"/>
            <a:ext cx="465692" cy="465644"/>
          </a:xfrm>
          <a:custGeom>
            <a:avLst/>
            <a:gdLst/>
            <a:ahLst/>
            <a:cxnLst/>
            <a:rect l="l" t="t" r="r" b="b"/>
            <a:pathLst>
              <a:path w="19984" h="19982" extrusionOk="0">
                <a:moveTo>
                  <a:pt x="17056" y="1172"/>
                </a:moveTo>
                <a:cubicBezTo>
                  <a:pt x="18025" y="1172"/>
                  <a:pt x="18812" y="1959"/>
                  <a:pt x="18812" y="2927"/>
                </a:cubicBezTo>
                <a:lnTo>
                  <a:pt x="18812" y="17056"/>
                </a:lnTo>
                <a:cubicBezTo>
                  <a:pt x="18812" y="18023"/>
                  <a:pt x="18025" y="18811"/>
                  <a:pt x="17056" y="18811"/>
                </a:cubicBezTo>
                <a:lnTo>
                  <a:pt x="2928" y="18811"/>
                </a:lnTo>
                <a:cubicBezTo>
                  <a:pt x="1961" y="18811"/>
                  <a:pt x="1172" y="18023"/>
                  <a:pt x="1172" y="17056"/>
                </a:cubicBezTo>
                <a:lnTo>
                  <a:pt x="1172" y="2927"/>
                </a:lnTo>
                <a:cubicBezTo>
                  <a:pt x="1172" y="1959"/>
                  <a:pt x="1961" y="1172"/>
                  <a:pt x="2928" y="1172"/>
                </a:cubicBezTo>
                <a:close/>
                <a:moveTo>
                  <a:pt x="2928" y="1"/>
                </a:moveTo>
                <a:cubicBezTo>
                  <a:pt x="1313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3" y="19982"/>
                  <a:pt x="2928" y="19982"/>
                </a:cubicBezTo>
                <a:lnTo>
                  <a:pt x="17056" y="19982"/>
                </a:lnTo>
                <a:cubicBezTo>
                  <a:pt x="18669" y="19982"/>
                  <a:pt x="19984" y="18669"/>
                  <a:pt x="19984" y="17056"/>
                </a:cubicBezTo>
                <a:lnTo>
                  <a:pt x="19984" y="2927"/>
                </a:lnTo>
                <a:cubicBezTo>
                  <a:pt x="19984" y="1313"/>
                  <a:pt x="18669" y="1"/>
                  <a:pt x="170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7" name="Google Shape;12650;p89">
            <a:extLst>
              <a:ext uri="{FF2B5EF4-FFF2-40B4-BE49-F238E27FC236}">
                <a16:creationId xmlns:a16="http://schemas.microsoft.com/office/drawing/2014/main" id="{2722BB99-9956-12EE-B07B-ECF4B0F19F19}"/>
              </a:ext>
            </a:extLst>
          </p:cNvPr>
          <p:cNvSpPr/>
          <p:nvPr/>
        </p:nvSpPr>
        <p:spPr>
          <a:xfrm>
            <a:off x="6187289" y="4331134"/>
            <a:ext cx="54577" cy="54599"/>
          </a:xfrm>
          <a:custGeom>
            <a:avLst/>
            <a:gdLst/>
            <a:ahLst/>
            <a:cxnLst/>
            <a:rect l="l" t="t" r="r" b="b"/>
            <a:pathLst>
              <a:path w="2342" h="2343" extrusionOk="0">
                <a:moveTo>
                  <a:pt x="1170" y="0"/>
                </a:moveTo>
                <a:cubicBezTo>
                  <a:pt x="524" y="0"/>
                  <a:pt x="1" y="526"/>
                  <a:pt x="1" y="1171"/>
                </a:cubicBezTo>
                <a:cubicBezTo>
                  <a:pt x="1" y="1817"/>
                  <a:pt x="524" y="2342"/>
                  <a:pt x="1170" y="2342"/>
                </a:cubicBezTo>
                <a:cubicBezTo>
                  <a:pt x="1816" y="2342"/>
                  <a:pt x="2341" y="1817"/>
                  <a:pt x="2341" y="1171"/>
                </a:cubicBezTo>
                <a:cubicBezTo>
                  <a:pt x="2341" y="526"/>
                  <a:pt x="1816" y="0"/>
                  <a:pt x="11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0" name="Google Shape;12652;p89">
            <a:extLst>
              <a:ext uri="{FF2B5EF4-FFF2-40B4-BE49-F238E27FC236}">
                <a16:creationId xmlns:a16="http://schemas.microsoft.com/office/drawing/2014/main" id="{F8215B1B-3097-116A-626E-5E190FB42D40}"/>
              </a:ext>
            </a:extLst>
          </p:cNvPr>
          <p:cNvSpPr/>
          <p:nvPr/>
        </p:nvSpPr>
        <p:spPr>
          <a:xfrm>
            <a:off x="6550372" y="4385707"/>
            <a:ext cx="81887" cy="245546"/>
          </a:xfrm>
          <a:custGeom>
            <a:avLst/>
            <a:gdLst/>
            <a:ahLst/>
            <a:cxnLst/>
            <a:rect l="l" t="t" r="r" b="b"/>
            <a:pathLst>
              <a:path w="3513" h="10537" extrusionOk="0">
                <a:moveTo>
                  <a:pt x="2342" y="1171"/>
                </a:moveTo>
                <a:lnTo>
                  <a:pt x="2342" y="9367"/>
                </a:lnTo>
                <a:lnTo>
                  <a:pt x="1171" y="9367"/>
                </a:lnTo>
                <a:lnTo>
                  <a:pt x="1171" y="1171"/>
                </a:lnTo>
                <a:close/>
                <a:moveTo>
                  <a:pt x="586" y="0"/>
                </a:moveTo>
                <a:cubicBezTo>
                  <a:pt x="264" y="0"/>
                  <a:pt x="0" y="262"/>
                  <a:pt x="0" y="586"/>
                </a:cubicBezTo>
                <a:lnTo>
                  <a:pt x="0" y="9951"/>
                </a:lnTo>
                <a:cubicBezTo>
                  <a:pt x="0" y="10275"/>
                  <a:pt x="264" y="10537"/>
                  <a:pt x="586" y="10537"/>
                </a:cubicBezTo>
                <a:lnTo>
                  <a:pt x="2928" y="10537"/>
                </a:lnTo>
                <a:cubicBezTo>
                  <a:pt x="3252" y="10537"/>
                  <a:pt x="3514" y="10275"/>
                  <a:pt x="3514" y="9951"/>
                </a:cubicBezTo>
                <a:lnTo>
                  <a:pt x="3514" y="586"/>
                </a:lnTo>
                <a:cubicBezTo>
                  <a:pt x="3514" y="262"/>
                  <a:pt x="3252" y="0"/>
                  <a:pt x="29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1" name="Google Shape;12653;p89">
            <a:extLst>
              <a:ext uri="{FF2B5EF4-FFF2-40B4-BE49-F238E27FC236}">
                <a16:creationId xmlns:a16="http://schemas.microsoft.com/office/drawing/2014/main" id="{1ABC6BBA-EC16-E4C7-EAE0-072393F0698E}"/>
              </a:ext>
            </a:extLst>
          </p:cNvPr>
          <p:cNvSpPr/>
          <p:nvPr/>
        </p:nvSpPr>
        <p:spPr>
          <a:xfrm>
            <a:off x="6550372" y="4276560"/>
            <a:ext cx="81887" cy="81887"/>
          </a:xfrm>
          <a:custGeom>
            <a:avLst/>
            <a:gdLst/>
            <a:ahLst/>
            <a:cxnLst/>
            <a:rect l="l" t="t" r="r" b="b"/>
            <a:pathLst>
              <a:path w="3513" h="3513" extrusionOk="0">
                <a:moveTo>
                  <a:pt x="1757" y="1171"/>
                </a:moveTo>
                <a:cubicBezTo>
                  <a:pt x="2081" y="1171"/>
                  <a:pt x="2342" y="1435"/>
                  <a:pt x="2342" y="1757"/>
                </a:cubicBezTo>
                <a:cubicBezTo>
                  <a:pt x="2342" y="2080"/>
                  <a:pt x="2081" y="2342"/>
                  <a:pt x="1757" y="2342"/>
                </a:cubicBezTo>
                <a:cubicBezTo>
                  <a:pt x="1435" y="2342"/>
                  <a:pt x="1171" y="2080"/>
                  <a:pt x="1171" y="1757"/>
                </a:cubicBezTo>
                <a:cubicBezTo>
                  <a:pt x="1171" y="1435"/>
                  <a:pt x="1435" y="1171"/>
                  <a:pt x="1757" y="1171"/>
                </a:cubicBezTo>
                <a:close/>
                <a:moveTo>
                  <a:pt x="1757" y="0"/>
                </a:moveTo>
                <a:cubicBezTo>
                  <a:pt x="789" y="0"/>
                  <a:pt x="0" y="789"/>
                  <a:pt x="0" y="1757"/>
                </a:cubicBezTo>
                <a:cubicBezTo>
                  <a:pt x="0" y="2726"/>
                  <a:pt x="789" y="3513"/>
                  <a:pt x="1757" y="3513"/>
                </a:cubicBezTo>
                <a:cubicBezTo>
                  <a:pt x="2726" y="3513"/>
                  <a:pt x="3514" y="2726"/>
                  <a:pt x="3514" y="1757"/>
                </a:cubicBezTo>
                <a:cubicBezTo>
                  <a:pt x="3514" y="789"/>
                  <a:pt x="2726" y="0"/>
                  <a:pt x="17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2" name="Google Shape;12654;p89">
            <a:extLst>
              <a:ext uri="{FF2B5EF4-FFF2-40B4-BE49-F238E27FC236}">
                <a16:creationId xmlns:a16="http://schemas.microsoft.com/office/drawing/2014/main" id="{55AF6B02-9F8C-CC72-CFD3-9BFF2B5CED26}"/>
              </a:ext>
            </a:extLst>
          </p:cNvPr>
          <p:cNvSpPr/>
          <p:nvPr/>
        </p:nvSpPr>
        <p:spPr>
          <a:xfrm>
            <a:off x="6659519" y="4385267"/>
            <a:ext cx="218304" cy="245989"/>
          </a:xfrm>
          <a:custGeom>
            <a:avLst/>
            <a:gdLst/>
            <a:ahLst/>
            <a:cxnLst/>
            <a:rect l="l" t="t" r="r" b="b"/>
            <a:pathLst>
              <a:path w="9368" h="10556" extrusionOk="0">
                <a:moveTo>
                  <a:pt x="5559" y="1173"/>
                </a:moveTo>
                <a:cubicBezTo>
                  <a:pt x="5720" y="1173"/>
                  <a:pt x="5883" y="1186"/>
                  <a:pt x="6044" y="1212"/>
                </a:cubicBezTo>
                <a:cubicBezTo>
                  <a:pt x="7422" y="1435"/>
                  <a:pt x="8196" y="2535"/>
                  <a:pt x="8196" y="3669"/>
                </a:cubicBezTo>
                <a:lnTo>
                  <a:pt x="8196" y="9386"/>
                </a:lnTo>
                <a:lnTo>
                  <a:pt x="7025" y="9386"/>
                </a:lnTo>
                <a:lnTo>
                  <a:pt x="7025" y="4702"/>
                </a:lnTo>
                <a:cubicBezTo>
                  <a:pt x="7025" y="3411"/>
                  <a:pt x="5975" y="2360"/>
                  <a:pt x="4683" y="2360"/>
                </a:cubicBezTo>
                <a:cubicBezTo>
                  <a:pt x="3392" y="2360"/>
                  <a:pt x="2341" y="3411"/>
                  <a:pt x="2341" y="4702"/>
                </a:cubicBezTo>
                <a:lnTo>
                  <a:pt x="2341" y="9386"/>
                </a:lnTo>
                <a:lnTo>
                  <a:pt x="1170" y="9386"/>
                </a:lnTo>
                <a:lnTo>
                  <a:pt x="1170" y="1190"/>
                </a:lnTo>
                <a:lnTo>
                  <a:pt x="2341" y="1190"/>
                </a:lnTo>
                <a:lnTo>
                  <a:pt x="2341" y="1776"/>
                </a:lnTo>
                <a:cubicBezTo>
                  <a:pt x="2341" y="2011"/>
                  <a:pt x="2484" y="2225"/>
                  <a:pt x="2704" y="2316"/>
                </a:cubicBezTo>
                <a:cubicBezTo>
                  <a:pt x="2776" y="2346"/>
                  <a:pt x="2852" y="2361"/>
                  <a:pt x="2928" y="2361"/>
                </a:cubicBezTo>
                <a:cubicBezTo>
                  <a:pt x="3080" y="2361"/>
                  <a:pt x="3229" y="2301"/>
                  <a:pt x="3341" y="2190"/>
                </a:cubicBezTo>
                <a:lnTo>
                  <a:pt x="3615" y="1916"/>
                </a:lnTo>
                <a:cubicBezTo>
                  <a:pt x="4086" y="1443"/>
                  <a:pt x="4813" y="1173"/>
                  <a:pt x="5559" y="1173"/>
                </a:cubicBezTo>
                <a:close/>
                <a:moveTo>
                  <a:pt x="5553" y="0"/>
                </a:moveTo>
                <a:cubicBezTo>
                  <a:pt x="4823" y="0"/>
                  <a:pt x="4110" y="189"/>
                  <a:pt x="3509" y="536"/>
                </a:cubicBezTo>
                <a:cubicBezTo>
                  <a:pt x="3475" y="246"/>
                  <a:pt x="3227" y="19"/>
                  <a:pt x="2927" y="19"/>
                </a:cubicBezTo>
                <a:lnTo>
                  <a:pt x="586" y="19"/>
                </a:lnTo>
                <a:cubicBezTo>
                  <a:pt x="262" y="19"/>
                  <a:pt x="1" y="281"/>
                  <a:pt x="1" y="605"/>
                </a:cubicBezTo>
                <a:lnTo>
                  <a:pt x="1" y="9970"/>
                </a:lnTo>
                <a:cubicBezTo>
                  <a:pt x="1" y="10294"/>
                  <a:pt x="262" y="10556"/>
                  <a:pt x="586" y="10556"/>
                </a:cubicBezTo>
                <a:lnTo>
                  <a:pt x="2927" y="10556"/>
                </a:lnTo>
                <a:cubicBezTo>
                  <a:pt x="3250" y="10556"/>
                  <a:pt x="3512" y="10294"/>
                  <a:pt x="3512" y="9970"/>
                </a:cubicBezTo>
                <a:lnTo>
                  <a:pt x="3512" y="4702"/>
                </a:lnTo>
                <a:cubicBezTo>
                  <a:pt x="3512" y="4056"/>
                  <a:pt x="4038" y="3531"/>
                  <a:pt x="4683" y="3531"/>
                </a:cubicBezTo>
                <a:cubicBezTo>
                  <a:pt x="5329" y="3531"/>
                  <a:pt x="5854" y="4056"/>
                  <a:pt x="5854" y="4702"/>
                </a:cubicBezTo>
                <a:lnTo>
                  <a:pt x="5854" y="9970"/>
                </a:lnTo>
                <a:cubicBezTo>
                  <a:pt x="5854" y="10294"/>
                  <a:pt x="6116" y="10556"/>
                  <a:pt x="6440" y="10556"/>
                </a:cubicBezTo>
                <a:lnTo>
                  <a:pt x="8782" y="10556"/>
                </a:lnTo>
                <a:cubicBezTo>
                  <a:pt x="9104" y="10556"/>
                  <a:pt x="9368" y="10294"/>
                  <a:pt x="9368" y="9970"/>
                </a:cubicBezTo>
                <a:lnTo>
                  <a:pt x="9368" y="3669"/>
                </a:lnTo>
                <a:cubicBezTo>
                  <a:pt x="9368" y="1921"/>
                  <a:pt x="8131" y="364"/>
                  <a:pt x="6231" y="55"/>
                </a:cubicBezTo>
                <a:cubicBezTo>
                  <a:pt x="6005" y="18"/>
                  <a:pt x="5779" y="0"/>
                  <a:pt x="555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503" name="Google Shape;12655;p89">
            <a:extLst>
              <a:ext uri="{FF2B5EF4-FFF2-40B4-BE49-F238E27FC236}">
                <a16:creationId xmlns:a16="http://schemas.microsoft.com/office/drawing/2014/main" id="{32B68F6C-CBFD-4712-038D-AFF9F260987A}"/>
              </a:ext>
            </a:extLst>
          </p:cNvPr>
          <p:cNvSpPr/>
          <p:nvPr/>
        </p:nvSpPr>
        <p:spPr>
          <a:xfrm>
            <a:off x="6481279" y="4221100"/>
            <a:ext cx="465644" cy="465644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7015" y="1170"/>
                </a:moveTo>
                <a:cubicBezTo>
                  <a:pt x="17989" y="1170"/>
                  <a:pt x="18810" y="1993"/>
                  <a:pt x="18810" y="2966"/>
                </a:cubicBezTo>
                <a:lnTo>
                  <a:pt x="18810" y="17015"/>
                </a:lnTo>
                <a:cubicBezTo>
                  <a:pt x="18810" y="17990"/>
                  <a:pt x="17989" y="18811"/>
                  <a:pt x="17015" y="18811"/>
                </a:cubicBezTo>
                <a:lnTo>
                  <a:pt x="2965" y="18811"/>
                </a:lnTo>
                <a:cubicBezTo>
                  <a:pt x="1992" y="18811"/>
                  <a:pt x="1170" y="17990"/>
                  <a:pt x="1170" y="17015"/>
                </a:cubicBezTo>
                <a:lnTo>
                  <a:pt x="1170" y="2966"/>
                </a:lnTo>
                <a:cubicBezTo>
                  <a:pt x="1170" y="1993"/>
                  <a:pt x="1992" y="1170"/>
                  <a:pt x="2965" y="1170"/>
                </a:cubicBezTo>
                <a:close/>
                <a:moveTo>
                  <a:pt x="2965" y="1"/>
                </a:moveTo>
                <a:cubicBezTo>
                  <a:pt x="1347" y="1"/>
                  <a:pt x="0" y="1349"/>
                  <a:pt x="0" y="2966"/>
                </a:cubicBezTo>
                <a:lnTo>
                  <a:pt x="0" y="17015"/>
                </a:lnTo>
                <a:cubicBezTo>
                  <a:pt x="0" y="18635"/>
                  <a:pt x="1348" y="19982"/>
                  <a:pt x="2965" y="19982"/>
                </a:cubicBezTo>
                <a:lnTo>
                  <a:pt x="17017" y="19982"/>
                </a:lnTo>
                <a:cubicBezTo>
                  <a:pt x="18635" y="19982"/>
                  <a:pt x="19981" y="18634"/>
                  <a:pt x="19981" y="17015"/>
                </a:cubicBezTo>
                <a:lnTo>
                  <a:pt x="19981" y="2966"/>
                </a:lnTo>
                <a:cubicBezTo>
                  <a:pt x="19981" y="1347"/>
                  <a:pt x="18633" y="1"/>
                  <a:pt x="1701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96" name="Google Shape;12656;p89">
            <a:extLst>
              <a:ext uri="{FF2B5EF4-FFF2-40B4-BE49-F238E27FC236}">
                <a16:creationId xmlns:a16="http://schemas.microsoft.com/office/drawing/2014/main" id="{E7791E9D-4FC5-67E6-EE62-65C833DEB602}"/>
              </a:ext>
            </a:extLst>
          </p:cNvPr>
          <p:cNvSpPr/>
          <p:nvPr/>
        </p:nvSpPr>
        <p:spPr>
          <a:xfrm>
            <a:off x="7136788" y="4263177"/>
            <a:ext cx="467942" cy="381629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98" name="Google Shape;12658;p89">
            <a:extLst>
              <a:ext uri="{FF2B5EF4-FFF2-40B4-BE49-F238E27FC236}">
                <a16:creationId xmlns:a16="http://schemas.microsoft.com/office/drawing/2014/main" id="{9EFD8823-B834-789C-2857-53B3A7EF034D}"/>
              </a:ext>
            </a:extLst>
          </p:cNvPr>
          <p:cNvSpPr/>
          <p:nvPr/>
        </p:nvSpPr>
        <p:spPr>
          <a:xfrm>
            <a:off x="7780261" y="4221160"/>
            <a:ext cx="466367" cy="465668"/>
          </a:xfrm>
          <a:custGeom>
            <a:avLst/>
            <a:gdLst/>
            <a:ahLst/>
            <a:cxnLst/>
            <a:rect l="l" t="t" r="r" b="b"/>
            <a:pathLst>
              <a:path w="20013" h="19983" extrusionOk="0">
                <a:moveTo>
                  <a:pt x="10022" y="1170"/>
                </a:moveTo>
                <a:cubicBezTo>
                  <a:pt x="14886" y="1170"/>
                  <a:pt x="18842" y="5127"/>
                  <a:pt x="18842" y="9990"/>
                </a:cubicBezTo>
                <a:cubicBezTo>
                  <a:pt x="18842" y="14855"/>
                  <a:pt x="14886" y="18811"/>
                  <a:pt x="10023" y="18811"/>
                </a:cubicBezTo>
                <a:cubicBezTo>
                  <a:pt x="8516" y="18811"/>
                  <a:pt x="7030" y="18423"/>
                  <a:pt x="5726" y="17691"/>
                </a:cubicBezTo>
                <a:cubicBezTo>
                  <a:pt x="5638" y="17641"/>
                  <a:pt x="5539" y="17615"/>
                  <a:pt x="5440" y="17615"/>
                </a:cubicBezTo>
                <a:cubicBezTo>
                  <a:pt x="5393" y="17615"/>
                  <a:pt x="5345" y="17621"/>
                  <a:pt x="5298" y="17632"/>
                </a:cubicBezTo>
                <a:lnTo>
                  <a:pt x="1419" y="18595"/>
                </a:lnTo>
                <a:lnTo>
                  <a:pt x="2381" y="14715"/>
                </a:lnTo>
                <a:cubicBezTo>
                  <a:pt x="2417" y="14570"/>
                  <a:pt x="2395" y="14416"/>
                  <a:pt x="2323" y="14287"/>
                </a:cubicBezTo>
                <a:cubicBezTo>
                  <a:pt x="1590" y="12982"/>
                  <a:pt x="1203" y="11498"/>
                  <a:pt x="1203" y="9990"/>
                </a:cubicBezTo>
                <a:cubicBezTo>
                  <a:pt x="1203" y="5127"/>
                  <a:pt x="5159" y="1170"/>
                  <a:pt x="10022" y="1170"/>
                </a:cubicBezTo>
                <a:close/>
                <a:moveTo>
                  <a:pt x="10023" y="1"/>
                </a:moveTo>
                <a:cubicBezTo>
                  <a:pt x="4522" y="1"/>
                  <a:pt x="32" y="4491"/>
                  <a:pt x="32" y="9990"/>
                </a:cubicBezTo>
                <a:cubicBezTo>
                  <a:pt x="32" y="11620"/>
                  <a:pt x="432" y="13226"/>
                  <a:pt x="1191" y="14655"/>
                </a:cubicBezTo>
                <a:lnTo>
                  <a:pt x="50" y="19256"/>
                </a:lnTo>
                <a:cubicBezTo>
                  <a:pt x="0" y="19455"/>
                  <a:pt x="58" y="19665"/>
                  <a:pt x="204" y="19810"/>
                </a:cubicBezTo>
                <a:cubicBezTo>
                  <a:pt x="313" y="19921"/>
                  <a:pt x="461" y="19982"/>
                  <a:pt x="614" y="19982"/>
                </a:cubicBezTo>
                <a:cubicBezTo>
                  <a:pt x="662" y="19982"/>
                  <a:pt x="710" y="19976"/>
                  <a:pt x="757" y="19964"/>
                </a:cubicBezTo>
                <a:lnTo>
                  <a:pt x="5358" y="18823"/>
                </a:lnTo>
                <a:cubicBezTo>
                  <a:pt x="6788" y="19582"/>
                  <a:pt x="8394" y="19982"/>
                  <a:pt x="10022" y="19982"/>
                </a:cubicBezTo>
                <a:cubicBezTo>
                  <a:pt x="12680" y="19982"/>
                  <a:pt x="15187" y="18940"/>
                  <a:pt x="17078" y="17047"/>
                </a:cubicBezTo>
                <a:cubicBezTo>
                  <a:pt x="18971" y="15156"/>
                  <a:pt x="20013" y="12649"/>
                  <a:pt x="20013" y="9990"/>
                </a:cubicBezTo>
                <a:cubicBezTo>
                  <a:pt x="20013" y="7333"/>
                  <a:pt x="18971" y="4827"/>
                  <a:pt x="17080" y="2934"/>
                </a:cubicBezTo>
                <a:cubicBezTo>
                  <a:pt x="15187" y="1043"/>
                  <a:pt x="12680" y="1"/>
                  <a:pt x="100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  <p:sp>
        <p:nvSpPr>
          <p:cNvPr id="499" name="Google Shape;12659;p89">
            <a:extLst>
              <a:ext uri="{FF2B5EF4-FFF2-40B4-BE49-F238E27FC236}">
                <a16:creationId xmlns:a16="http://schemas.microsoft.com/office/drawing/2014/main" id="{940E1C35-CEAD-C046-1731-BD68F6E677B2}"/>
              </a:ext>
            </a:extLst>
          </p:cNvPr>
          <p:cNvSpPr/>
          <p:nvPr/>
        </p:nvSpPr>
        <p:spPr>
          <a:xfrm>
            <a:off x="7866457" y="4316771"/>
            <a:ext cx="291011" cy="272041"/>
          </a:xfrm>
          <a:custGeom>
            <a:avLst/>
            <a:gdLst/>
            <a:ahLst/>
            <a:cxnLst/>
            <a:rect l="l" t="t" r="r" b="b"/>
            <a:pathLst>
              <a:path w="12488" h="11674" extrusionOk="0">
                <a:moveTo>
                  <a:pt x="3164" y="1171"/>
                </a:moveTo>
                <a:cubicBezTo>
                  <a:pt x="3352" y="1171"/>
                  <a:pt x="3536" y="1247"/>
                  <a:pt x="3710" y="1424"/>
                </a:cubicBezTo>
                <a:lnTo>
                  <a:pt x="3719" y="1433"/>
                </a:lnTo>
                <a:cubicBezTo>
                  <a:pt x="4757" y="2473"/>
                  <a:pt x="4683" y="2832"/>
                  <a:pt x="4449" y="3068"/>
                </a:cubicBezTo>
                <a:cubicBezTo>
                  <a:pt x="4240" y="3275"/>
                  <a:pt x="3625" y="3692"/>
                  <a:pt x="3427" y="3892"/>
                </a:cubicBezTo>
                <a:cubicBezTo>
                  <a:pt x="2960" y="4359"/>
                  <a:pt x="3046" y="5081"/>
                  <a:pt x="3685" y="6039"/>
                </a:cubicBezTo>
                <a:cubicBezTo>
                  <a:pt x="4065" y="6611"/>
                  <a:pt x="4568" y="7166"/>
                  <a:pt x="4805" y="7405"/>
                </a:cubicBezTo>
                <a:lnTo>
                  <a:pt x="4806" y="7405"/>
                </a:lnTo>
                <a:cubicBezTo>
                  <a:pt x="5045" y="7642"/>
                  <a:pt x="5599" y="8146"/>
                  <a:pt x="6172" y="8527"/>
                </a:cubicBezTo>
                <a:cubicBezTo>
                  <a:pt x="6727" y="8895"/>
                  <a:pt x="7202" y="9079"/>
                  <a:pt x="7594" y="9079"/>
                </a:cubicBezTo>
                <a:cubicBezTo>
                  <a:pt x="7880" y="9079"/>
                  <a:pt x="8123" y="8981"/>
                  <a:pt x="8320" y="8785"/>
                </a:cubicBezTo>
                <a:cubicBezTo>
                  <a:pt x="8518" y="8585"/>
                  <a:pt x="8935" y="7971"/>
                  <a:pt x="9144" y="7762"/>
                </a:cubicBezTo>
                <a:cubicBezTo>
                  <a:pt x="9238" y="7668"/>
                  <a:pt x="9331" y="7609"/>
                  <a:pt x="9460" y="7609"/>
                </a:cubicBezTo>
                <a:cubicBezTo>
                  <a:pt x="9549" y="7609"/>
                  <a:pt x="9655" y="7637"/>
                  <a:pt x="9790" y="7702"/>
                </a:cubicBezTo>
                <a:cubicBezTo>
                  <a:pt x="10172" y="7886"/>
                  <a:pt x="10582" y="8297"/>
                  <a:pt x="10779" y="8493"/>
                </a:cubicBezTo>
                <a:lnTo>
                  <a:pt x="10788" y="8502"/>
                </a:lnTo>
                <a:cubicBezTo>
                  <a:pt x="11239" y="8944"/>
                  <a:pt x="11037" y="9452"/>
                  <a:pt x="10593" y="9898"/>
                </a:cubicBezTo>
                <a:cubicBezTo>
                  <a:pt x="10190" y="10300"/>
                  <a:pt x="9680" y="10502"/>
                  <a:pt x="9068" y="10502"/>
                </a:cubicBezTo>
                <a:cubicBezTo>
                  <a:pt x="8521" y="10502"/>
                  <a:pt x="7892" y="10341"/>
                  <a:pt x="7184" y="10020"/>
                </a:cubicBezTo>
                <a:cubicBezTo>
                  <a:pt x="5868" y="9420"/>
                  <a:pt x="4676" y="8428"/>
                  <a:pt x="4228" y="7984"/>
                </a:cubicBezTo>
                <a:cubicBezTo>
                  <a:pt x="3784" y="7536"/>
                  <a:pt x="2792" y="6344"/>
                  <a:pt x="2192" y="5028"/>
                </a:cubicBezTo>
                <a:cubicBezTo>
                  <a:pt x="1511" y="3527"/>
                  <a:pt x="1552" y="2381"/>
                  <a:pt x="2314" y="1619"/>
                </a:cubicBezTo>
                <a:cubicBezTo>
                  <a:pt x="2583" y="1350"/>
                  <a:pt x="2877" y="1171"/>
                  <a:pt x="3164" y="1171"/>
                </a:cubicBezTo>
                <a:close/>
                <a:moveTo>
                  <a:pt x="3169" y="1"/>
                </a:moveTo>
                <a:cubicBezTo>
                  <a:pt x="2619" y="1"/>
                  <a:pt x="2030" y="247"/>
                  <a:pt x="1486" y="791"/>
                </a:cubicBezTo>
                <a:cubicBezTo>
                  <a:pt x="701" y="1576"/>
                  <a:pt x="0" y="3034"/>
                  <a:pt x="1127" y="5512"/>
                </a:cubicBezTo>
                <a:cubicBezTo>
                  <a:pt x="1794" y="6979"/>
                  <a:pt x="2868" y="8274"/>
                  <a:pt x="3398" y="8810"/>
                </a:cubicBezTo>
                <a:lnTo>
                  <a:pt x="3402" y="8813"/>
                </a:lnTo>
                <a:cubicBezTo>
                  <a:pt x="3938" y="9344"/>
                  <a:pt x="5235" y="10418"/>
                  <a:pt x="6699" y="11085"/>
                </a:cubicBezTo>
                <a:cubicBezTo>
                  <a:pt x="7490" y="11445"/>
                  <a:pt x="8308" y="11674"/>
                  <a:pt x="9088" y="11674"/>
                </a:cubicBezTo>
                <a:cubicBezTo>
                  <a:pt x="9940" y="11674"/>
                  <a:pt x="10746" y="11400"/>
                  <a:pt x="11421" y="10726"/>
                </a:cubicBezTo>
                <a:cubicBezTo>
                  <a:pt x="12488" y="9657"/>
                  <a:pt x="12399" y="8442"/>
                  <a:pt x="11607" y="7665"/>
                </a:cubicBezTo>
                <a:cubicBezTo>
                  <a:pt x="11219" y="7278"/>
                  <a:pt x="10791" y="6885"/>
                  <a:pt x="10297" y="6648"/>
                </a:cubicBezTo>
                <a:cubicBezTo>
                  <a:pt x="10009" y="6509"/>
                  <a:pt x="9725" y="6440"/>
                  <a:pt x="9455" y="6440"/>
                </a:cubicBezTo>
                <a:cubicBezTo>
                  <a:pt x="9034" y="6440"/>
                  <a:pt x="8646" y="6606"/>
                  <a:pt x="8316" y="6935"/>
                </a:cubicBezTo>
                <a:cubicBezTo>
                  <a:pt x="8070" y="7180"/>
                  <a:pt x="7732" y="7665"/>
                  <a:pt x="7538" y="7904"/>
                </a:cubicBezTo>
                <a:cubicBezTo>
                  <a:pt x="7035" y="7819"/>
                  <a:pt x="6032" y="6974"/>
                  <a:pt x="5634" y="6577"/>
                </a:cubicBezTo>
                <a:cubicBezTo>
                  <a:pt x="5236" y="6179"/>
                  <a:pt x="4393" y="5174"/>
                  <a:pt x="4308" y="4674"/>
                </a:cubicBezTo>
                <a:cubicBezTo>
                  <a:pt x="4545" y="4481"/>
                  <a:pt x="5031" y="4141"/>
                  <a:pt x="5277" y="3895"/>
                </a:cubicBezTo>
                <a:cubicBezTo>
                  <a:pt x="5817" y="3354"/>
                  <a:pt x="5919" y="2652"/>
                  <a:pt x="5564" y="1914"/>
                </a:cubicBezTo>
                <a:cubicBezTo>
                  <a:pt x="5327" y="1421"/>
                  <a:pt x="4934" y="993"/>
                  <a:pt x="4546" y="605"/>
                </a:cubicBezTo>
                <a:cubicBezTo>
                  <a:pt x="4165" y="216"/>
                  <a:pt x="3684" y="1"/>
                  <a:pt x="316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defTabSz="685766">
              <a:spcBef>
                <a:spcPct val="0"/>
              </a:spcBef>
              <a:spcAft>
                <a:spcPct val="0"/>
              </a:spcAft>
              <a:defRPr/>
            </a:pPr>
            <a:endParaRPr dirty="0">
              <a:solidFill>
                <a:prstClr val="black">
                  <a:lumMod val="85000"/>
                  <a:lumOff val="15000"/>
                </a:prstClr>
              </a:solidFill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2257186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B0C3-EE2B-AD7A-9A50-2FD39640E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2173C3-951E-45E8-8D8E-524A6038D63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Google Shape;5273;p57">
            <a:extLst>
              <a:ext uri="{FF2B5EF4-FFF2-40B4-BE49-F238E27FC236}">
                <a16:creationId xmlns:a16="http://schemas.microsoft.com/office/drawing/2014/main" id="{0C65F55F-C3DD-99EB-EE9F-088BCC3BAC0A}"/>
              </a:ext>
            </a:extLst>
          </p:cNvPr>
          <p:cNvSpPr/>
          <p:nvPr/>
        </p:nvSpPr>
        <p:spPr>
          <a:xfrm>
            <a:off x="503170" y="2237122"/>
            <a:ext cx="301327" cy="195840"/>
          </a:xfrm>
          <a:custGeom>
            <a:avLst/>
            <a:gdLst/>
            <a:ahLst/>
            <a:cxnLst/>
            <a:rect l="l" t="t" r="r" b="b"/>
            <a:pathLst>
              <a:path w="9358" h="6082" extrusionOk="0">
                <a:moveTo>
                  <a:pt x="379" y="1"/>
                </a:moveTo>
                <a:cubicBezTo>
                  <a:pt x="158" y="1"/>
                  <a:pt x="1" y="221"/>
                  <a:pt x="1" y="410"/>
                </a:cubicBezTo>
                <a:lnTo>
                  <a:pt x="1" y="6081"/>
                </a:lnTo>
                <a:lnTo>
                  <a:pt x="9357" y="6081"/>
                </a:lnTo>
                <a:lnTo>
                  <a:pt x="9357" y="410"/>
                </a:lnTo>
                <a:cubicBezTo>
                  <a:pt x="9357" y="158"/>
                  <a:pt x="9168" y="1"/>
                  <a:pt x="897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" name="Google Shape;5274;p57">
            <a:extLst>
              <a:ext uri="{FF2B5EF4-FFF2-40B4-BE49-F238E27FC236}">
                <a16:creationId xmlns:a16="http://schemas.microsoft.com/office/drawing/2014/main" id="{D916827F-BF37-DA16-49D5-CFC8C9BE3793}"/>
              </a:ext>
            </a:extLst>
          </p:cNvPr>
          <p:cNvSpPr/>
          <p:nvPr/>
        </p:nvSpPr>
        <p:spPr>
          <a:xfrm>
            <a:off x="476799" y="2459302"/>
            <a:ext cx="355069" cy="107162"/>
          </a:xfrm>
          <a:custGeom>
            <a:avLst/>
            <a:gdLst/>
            <a:ahLst/>
            <a:cxnLst/>
            <a:rect l="l" t="t" r="r" b="b"/>
            <a:pathLst>
              <a:path w="11027" h="3328" extrusionOk="0">
                <a:moveTo>
                  <a:pt x="63" y="0"/>
                </a:moveTo>
                <a:cubicBezTo>
                  <a:pt x="32" y="126"/>
                  <a:pt x="0" y="284"/>
                  <a:pt x="0" y="410"/>
                </a:cubicBezTo>
                <a:cubicBezTo>
                  <a:pt x="0" y="1103"/>
                  <a:pt x="536" y="1670"/>
                  <a:pt x="1198" y="1670"/>
                </a:cubicBezTo>
                <a:lnTo>
                  <a:pt x="3151" y="1670"/>
                </a:lnTo>
                <a:lnTo>
                  <a:pt x="2615" y="2710"/>
                </a:lnTo>
                <a:cubicBezTo>
                  <a:pt x="2521" y="2930"/>
                  <a:pt x="2615" y="3182"/>
                  <a:pt x="2836" y="3277"/>
                </a:cubicBezTo>
                <a:cubicBezTo>
                  <a:pt x="2889" y="3312"/>
                  <a:pt x="2949" y="3328"/>
                  <a:pt x="3009" y="3328"/>
                </a:cubicBezTo>
                <a:cubicBezTo>
                  <a:pt x="3166" y="3328"/>
                  <a:pt x="3326" y="3224"/>
                  <a:pt x="3371" y="3088"/>
                </a:cubicBezTo>
                <a:lnTo>
                  <a:pt x="4096" y="1639"/>
                </a:lnTo>
                <a:lnTo>
                  <a:pt x="5073" y="1639"/>
                </a:lnTo>
                <a:lnTo>
                  <a:pt x="5073" y="2867"/>
                </a:lnTo>
                <a:cubicBezTo>
                  <a:pt x="5073" y="3119"/>
                  <a:pt x="5262" y="3308"/>
                  <a:pt x="5514" y="3308"/>
                </a:cubicBezTo>
                <a:cubicBezTo>
                  <a:pt x="5734" y="3308"/>
                  <a:pt x="5892" y="3119"/>
                  <a:pt x="5892" y="2867"/>
                </a:cubicBezTo>
                <a:lnTo>
                  <a:pt x="5892" y="1639"/>
                </a:lnTo>
                <a:lnTo>
                  <a:pt x="6868" y="1639"/>
                </a:lnTo>
                <a:lnTo>
                  <a:pt x="7593" y="3088"/>
                </a:lnTo>
                <a:cubicBezTo>
                  <a:pt x="7688" y="3230"/>
                  <a:pt x="7835" y="3301"/>
                  <a:pt x="7983" y="3301"/>
                </a:cubicBezTo>
                <a:cubicBezTo>
                  <a:pt x="8032" y="3301"/>
                  <a:pt x="8081" y="3293"/>
                  <a:pt x="8129" y="3277"/>
                </a:cubicBezTo>
                <a:cubicBezTo>
                  <a:pt x="8349" y="3151"/>
                  <a:pt x="8412" y="2930"/>
                  <a:pt x="8349" y="2710"/>
                </a:cubicBezTo>
                <a:lnTo>
                  <a:pt x="7814" y="1670"/>
                </a:lnTo>
                <a:lnTo>
                  <a:pt x="9767" y="1670"/>
                </a:lnTo>
                <a:cubicBezTo>
                  <a:pt x="10429" y="1670"/>
                  <a:pt x="11027" y="1103"/>
                  <a:pt x="11027" y="410"/>
                </a:cubicBezTo>
                <a:cubicBezTo>
                  <a:pt x="11027" y="252"/>
                  <a:pt x="10964" y="126"/>
                  <a:pt x="109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Google Shape;5275;p57">
            <a:extLst>
              <a:ext uri="{FF2B5EF4-FFF2-40B4-BE49-F238E27FC236}">
                <a16:creationId xmlns:a16="http://schemas.microsoft.com/office/drawing/2014/main" id="{3D1D35CE-5326-6127-C35F-7E8BA8FFD8D3}"/>
              </a:ext>
            </a:extLst>
          </p:cNvPr>
          <p:cNvSpPr/>
          <p:nvPr/>
        </p:nvSpPr>
        <p:spPr>
          <a:xfrm>
            <a:off x="611716" y="2158007"/>
            <a:ext cx="81176" cy="52776"/>
          </a:xfrm>
          <a:custGeom>
            <a:avLst/>
            <a:gdLst/>
            <a:ahLst/>
            <a:cxnLst/>
            <a:rect l="l" t="t" r="r" b="b"/>
            <a:pathLst>
              <a:path w="2521" h="1639" extrusionOk="0">
                <a:moveTo>
                  <a:pt x="442" y="0"/>
                </a:moveTo>
                <a:cubicBezTo>
                  <a:pt x="221" y="0"/>
                  <a:pt x="1" y="189"/>
                  <a:pt x="1" y="410"/>
                </a:cubicBezTo>
                <a:lnTo>
                  <a:pt x="1" y="1639"/>
                </a:lnTo>
                <a:lnTo>
                  <a:pt x="2489" y="1639"/>
                </a:lnTo>
                <a:lnTo>
                  <a:pt x="2489" y="410"/>
                </a:lnTo>
                <a:lnTo>
                  <a:pt x="2521" y="410"/>
                </a:lnTo>
                <a:cubicBezTo>
                  <a:pt x="2521" y="189"/>
                  <a:pt x="2332" y="0"/>
                  <a:pt x="21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Google Shape;5277;p57">
            <a:extLst>
              <a:ext uri="{FF2B5EF4-FFF2-40B4-BE49-F238E27FC236}">
                <a16:creationId xmlns:a16="http://schemas.microsoft.com/office/drawing/2014/main" id="{D2B23734-E79E-31DB-5E35-AEA5ABC3DB49}"/>
              </a:ext>
            </a:extLst>
          </p:cNvPr>
          <p:cNvSpPr/>
          <p:nvPr/>
        </p:nvSpPr>
        <p:spPr>
          <a:xfrm>
            <a:off x="551357" y="2674633"/>
            <a:ext cx="311470" cy="308186"/>
          </a:xfrm>
          <a:custGeom>
            <a:avLst/>
            <a:gdLst/>
            <a:ahLst/>
            <a:cxnLst/>
            <a:rect l="l" t="t" r="r" b="b"/>
            <a:pathLst>
              <a:path w="9673" h="9571" extrusionOk="0">
                <a:moveTo>
                  <a:pt x="5963" y="1"/>
                </a:moveTo>
                <a:cubicBezTo>
                  <a:pt x="5661" y="1"/>
                  <a:pt x="5365" y="127"/>
                  <a:pt x="5136" y="371"/>
                </a:cubicBezTo>
                <a:lnTo>
                  <a:pt x="0" y="5507"/>
                </a:lnTo>
                <a:lnTo>
                  <a:pt x="4064" y="9571"/>
                </a:lnTo>
                <a:lnTo>
                  <a:pt x="9200" y="4436"/>
                </a:lnTo>
                <a:cubicBezTo>
                  <a:pt x="9672" y="3963"/>
                  <a:pt x="9672" y="3207"/>
                  <a:pt x="9200" y="2734"/>
                </a:cubicBezTo>
                <a:lnTo>
                  <a:pt x="6868" y="434"/>
                </a:lnTo>
                <a:cubicBezTo>
                  <a:pt x="6609" y="143"/>
                  <a:pt x="6283" y="1"/>
                  <a:pt x="59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Google Shape;5278;p57">
            <a:extLst>
              <a:ext uri="{FF2B5EF4-FFF2-40B4-BE49-F238E27FC236}">
                <a16:creationId xmlns:a16="http://schemas.microsoft.com/office/drawing/2014/main" id="{6257240E-8112-C708-B373-353C1C91D35B}"/>
              </a:ext>
            </a:extLst>
          </p:cNvPr>
          <p:cNvSpPr/>
          <p:nvPr/>
        </p:nvSpPr>
        <p:spPr>
          <a:xfrm>
            <a:off x="509753" y="2868155"/>
            <a:ext cx="153207" cy="153207"/>
          </a:xfrm>
          <a:custGeom>
            <a:avLst/>
            <a:gdLst/>
            <a:ahLst/>
            <a:cxnLst/>
            <a:rect l="l" t="t" r="r" b="b"/>
            <a:pathLst>
              <a:path w="4758" h="4758" extrusionOk="0">
                <a:moveTo>
                  <a:pt x="725" y="1"/>
                </a:moveTo>
                <a:lnTo>
                  <a:pt x="473" y="284"/>
                </a:lnTo>
                <a:cubicBezTo>
                  <a:pt x="253" y="505"/>
                  <a:pt x="95" y="820"/>
                  <a:pt x="95" y="1198"/>
                </a:cubicBezTo>
                <a:cubicBezTo>
                  <a:pt x="95" y="1450"/>
                  <a:pt x="190" y="1765"/>
                  <a:pt x="442" y="1986"/>
                </a:cubicBezTo>
                <a:cubicBezTo>
                  <a:pt x="631" y="2112"/>
                  <a:pt x="599" y="2458"/>
                  <a:pt x="442" y="2616"/>
                </a:cubicBezTo>
                <a:lnTo>
                  <a:pt x="1" y="3025"/>
                </a:lnTo>
                <a:lnTo>
                  <a:pt x="1733" y="4758"/>
                </a:lnTo>
                <a:lnTo>
                  <a:pt x="2174" y="4348"/>
                </a:lnTo>
                <a:cubicBezTo>
                  <a:pt x="2253" y="4270"/>
                  <a:pt x="2363" y="4230"/>
                  <a:pt x="2478" y="4230"/>
                </a:cubicBezTo>
                <a:cubicBezTo>
                  <a:pt x="2592" y="4230"/>
                  <a:pt x="2710" y="4270"/>
                  <a:pt x="2804" y="4348"/>
                </a:cubicBezTo>
                <a:cubicBezTo>
                  <a:pt x="3025" y="4569"/>
                  <a:pt x="3340" y="4695"/>
                  <a:pt x="3655" y="4695"/>
                </a:cubicBezTo>
                <a:cubicBezTo>
                  <a:pt x="3970" y="4695"/>
                  <a:pt x="4254" y="4569"/>
                  <a:pt x="4506" y="4348"/>
                </a:cubicBezTo>
                <a:lnTo>
                  <a:pt x="4758" y="4065"/>
                </a:lnTo>
                <a:lnTo>
                  <a:pt x="72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" name="Google Shape;5279;p57">
            <a:extLst>
              <a:ext uri="{FF2B5EF4-FFF2-40B4-BE49-F238E27FC236}">
                <a16:creationId xmlns:a16="http://schemas.microsoft.com/office/drawing/2014/main" id="{18880EF0-ECA8-F8A0-3C72-571526B3260E}"/>
              </a:ext>
            </a:extLst>
          </p:cNvPr>
          <p:cNvSpPr/>
          <p:nvPr/>
        </p:nvSpPr>
        <p:spPr>
          <a:xfrm>
            <a:off x="445837" y="2987875"/>
            <a:ext cx="100464" cy="58862"/>
          </a:xfrm>
          <a:custGeom>
            <a:avLst/>
            <a:gdLst/>
            <a:ahLst/>
            <a:cxnLst/>
            <a:rect l="l" t="t" r="r" b="b"/>
            <a:pathLst>
              <a:path w="3120" h="1828" extrusionOk="0">
                <a:moveTo>
                  <a:pt x="1450" y="0"/>
                </a:moveTo>
                <a:lnTo>
                  <a:pt x="253" y="1166"/>
                </a:lnTo>
                <a:cubicBezTo>
                  <a:pt x="1" y="1355"/>
                  <a:pt x="190" y="1828"/>
                  <a:pt x="536" y="1828"/>
                </a:cubicBezTo>
                <a:lnTo>
                  <a:pt x="2773" y="1828"/>
                </a:lnTo>
                <a:cubicBezTo>
                  <a:pt x="2931" y="1828"/>
                  <a:pt x="3025" y="1765"/>
                  <a:pt x="3120" y="1670"/>
                </a:cubicBezTo>
                <a:lnTo>
                  <a:pt x="14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" name="Google Shape;5281;p57">
            <a:extLst>
              <a:ext uri="{FF2B5EF4-FFF2-40B4-BE49-F238E27FC236}">
                <a16:creationId xmlns:a16="http://schemas.microsoft.com/office/drawing/2014/main" id="{E3B1E75A-8E4C-B451-64FC-A66C79196D75}"/>
              </a:ext>
            </a:extLst>
          </p:cNvPr>
          <p:cNvSpPr/>
          <p:nvPr/>
        </p:nvSpPr>
        <p:spPr>
          <a:xfrm>
            <a:off x="531056" y="3479976"/>
            <a:ext cx="246555" cy="54804"/>
          </a:xfrm>
          <a:custGeom>
            <a:avLst/>
            <a:gdLst/>
            <a:ahLst/>
            <a:cxnLst/>
            <a:rect l="l" t="t" r="r" b="b"/>
            <a:pathLst>
              <a:path w="7657" h="1702" extrusionOk="0">
                <a:moveTo>
                  <a:pt x="442" y="0"/>
                </a:moveTo>
                <a:cubicBezTo>
                  <a:pt x="190" y="0"/>
                  <a:pt x="1" y="221"/>
                  <a:pt x="1" y="441"/>
                </a:cubicBezTo>
                <a:lnTo>
                  <a:pt x="1" y="1292"/>
                </a:lnTo>
                <a:cubicBezTo>
                  <a:pt x="1" y="1512"/>
                  <a:pt x="190" y="1701"/>
                  <a:pt x="442" y="1701"/>
                </a:cubicBezTo>
                <a:lnTo>
                  <a:pt x="7215" y="1701"/>
                </a:lnTo>
                <a:cubicBezTo>
                  <a:pt x="7499" y="1701"/>
                  <a:pt x="7656" y="1512"/>
                  <a:pt x="7656" y="1292"/>
                </a:cubicBezTo>
                <a:lnTo>
                  <a:pt x="7656" y="441"/>
                </a:lnTo>
                <a:cubicBezTo>
                  <a:pt x="7656" y="221"/>
                  <a:pt x="7436" y="0"/>
                  <a:pt x="72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" name="Google Shape;5282;p57">
            <a:extLst>
              <a:ext uri="{FF2B5EF4-FFF2-40B4-BE49-F238E27FC236}">
                <a16:creationId xmlns:a16="http://schemas.microsoft.com/office/drawing/2014/main" id="{3C38FB2F-14A3-B9BE-0D32-B7085E527FB3}"/>
              </a:ext>
            </a:extLst>
          </p:cNvPr>
          <p:cNvSpPr/>
          <p:nvPr/>
        </p:nvSpPr>
        <p:spPr>
          <a:xfrm>
            <a:off x="559457" y="3400829"/>
            <a:ext cx="191783" cy="54804"/>
          </a:xfrm>
          <a:custGeom>
            <a:avLst/>
            <a:gdLst/>
            <a:ahLst/>
            <a:cxnLst/>
            <a:rect l="l" t="t" r="r" b="b"/>
            <a:pathLst>
              <a:path w="5956" h="1702" extrusionOk="0">
                <a:moveTo>
                  <a:pt x="442" y="1"/>
                </a:moveTo>
                <a:cubicBezTo>
                  <a:pt x="190" y="1"/>
                  <a:pt x="1" y="190"/>
                  <a:pt x="1" y="410"/>
                </a:cubicBezTo>
                <a:lnTo>
                  <a:pt x="1" y="1261"/>
                </a:lnTo>
                <a:cubicBezTo>
                  <a:pt x="1" y="1481"/>
                  <a:pt x="190" y="1702"/>
                  <a:pt x="442" y="1702"/>
                </a:cubicBezTo>
                <a:lnTo>
                  <a:pt x="5514" y="1702"/>
                </a:lnTo>
                <a:cubicBezTo>
                  <a:pt x="5735" y="1702"/>
                  <a:pt x="5955" y="1481"/>
                  <a:pt x="5955" y="1261"/>
                </a:cubicBezTo>
                <a:lnTo>
                  <a:pt x="5955" y="410"/>
                </a:lnTo>
                <a:cubicBezTo>
                  <a:pt x="5955" y="190"/>
                  <a:pt x="5735" y="1"/>
                  <a:pt x="551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" name="Google Shape;5283;p57">
            <a:extLst>
              <a:ext uri="{FF2B5EF4-FFF2-40B4-BE49-F238E27FC236}">
                <a16:creationId xmlns:a16="http://schemas.microsoft.com/office/drawing/2014/main" id="{3AA286DB-8641-99F1-2E36-FF651CE5E228}"/>
              </a:ext>
            </a:extLst>
          </p:cNvPr>
          <p:cNvSpPr/>
          <p:nvPr/>
        </p:nvSpPr>
        <p:spPr>
          <a:xfrm>
            <a:off x="448883" y="3125907"/>
            <a:ext cx="410903" cy="271928"/>
          </a:xfrm>
          <a:custGeom>
            <a:avLst/>
            <a:gdLst/>
            <a:ahLst/>
            <a:cxnLst/>
            <a:rect l="l" t="t" r="r" b="b"/>
            <a:pathLst>
              <a:path w="12761" h="8445" extrusionOk="0">
                <a:moveTo>
                  <a:pt x="6428" y="852"/>
                </a:moveTo>
                <a:cubicBezTo>
                  <a:pt x="6648" y="852"/>
                  <a:pt x="6806" y="1009"/>
                  <a:pt x="6869" y="1261"/>
                </a:cubicBezTo>
                <a:lnTo>
                  <a:pt x="6869" y="1324"/>
                </a:lnTo>
                <a:cubicBezTo>
                  <a:pt x="6806" y="1513"/>
                  <a:pt x="6648" y="1702"/>
                  <a:pt x="6428" y="1702"/>
                </a:cubicBezTo>
                <a:cubicBezTo>
                  <a:pt x="6176" y="1702"/>
                  <a:pt x="6018" y="1576"/>
                  <a:pt x="5987" y="1324"/>
                </a:cubicBezTo>
                <a:lnTo>
                  <a:pt x="5987" y="1261"/>
                </a:lnTo>
                <a:cubicBezTo>
                  <a:pt x="6018" y="1041"/>
                  <a:pt x="6176" y="852"/>
                  <a:pt x="6428" y="852"/>
                </a:cubicBezTo>
                <a:close/>
                <a:moveTo>
                  <a:pt x="2112" y="2742"/>
                </a:moveTo>
                <a:lnTo>
                  <a:pt x="3340" y="6396"/>
                </a:lnTo>
                <a:lnTo>
                  <a:pt x="914" y="6396"/>
                </a:lnTo>
                <a:lnTo>
                  <a:pt x="2112" y="2742"/>
                </a:lnTo>
                <a:close/>
                <a:moveTo>
                  <a:pt x="10681" y="2742"/>
                </a:moveTo>
                <a:lnTo>
                  <a:pt x="11878" y="6396"/>
                </a:lnTo>
                <a:lnTo>
                  <a:pt x="9452" y="6396"/>
                </a:lnTo>
                <a:lnTo>
                  <a:pt x="10681" y="2742"/>
                </a:lnTo>
                <a:close/>
                <a:moveTo>
                  <a:pt x="6333" y="1"/>
                </a:moveTo>
                <a:cubicBezTo>
                  <a:pt x="5798" y="1"/>
                  <a:pt x="5325" y="347"/>
                  <a:pt x="5168" y="852"/>
                </a:cubicBezTo>
                <a:lnTo>
                  <a:pt x="1292" y="852"/>
                </a:lnTo>
                <a:cubicBezTo>
                  <a:pt x="1103" y="852"/>
                  <a:pt x="914" y="1009"/>
                  <a:pt x="883" y="1198"/>
                </a:cubicBezTo>
                <a:cubicBezTo>
                  <a:pt x="820" y="1482"/>
                  <a:pt x="1040" y="1702"/>
                  <a:pt x="1292" y="1702"/>
                </a:cubicBezTo>
                <a:lnTo>
                  <a:pt x="1576" y="1702"/>
                </a:lnTo>
                <a:cubicBezTo>
                  <a:pt x="1" y="6491"/>
                  <a:pt x="32" y="6333"/>
                  <a:pt x="32" y="6459"/>
                </a:cubicBezTo>
                <a:cubicBezTo>
                  <a:pt x="64" y="7562"/>
                  <a:pt x="1009" y="8444"/>
                  <a:pt x="2112" y="8444"/>
                </a:cubicBezTo>
                <a:cubicBezTo>
                  <a:pt x="3277" y="8444"/>
                  <a:pt x="4159" y="7562"/>
                  <a:pt x="4159" y="6459"/>
                </a:cubicBezTo>
                <a:cubicBezTo>
                  <a:pt x="4159" y="6333"/>
                  <a:pt x="4222" y="6491"/>
                  <a:pt x="2647" y="1702"/>
                </a:cubicBezTo>
                <a:lnTo>
                  <a:pt x="5105" y="1702"/>
                </a:lnTo>
                <a:lnTo>
                  <a:pt x="5105" y="7342"/>
                </a:lnTo>
                <a:cubicBezTo>
                  <a:pt x="5105" y="7594"/>
                  <a:pt x="5325" y="7783"/>
                  <a:pt x="5546" y="7783"/>
                </a:cubicBezTo>
                <a:lnTo>
                  <a:pt x="7247" y="7783"/>
                </a:lnTo>
                <a:cubicBezTo>
                  <a:pt x="7499" y="7783"/>
                  <a:pt x="7688" y="7594"/>
                  <a:pt x="7688" y="7342"/>
                </a:cubicBezTo>
                <a:lnTo>
                  <a:pt x="7688" y="1702"/>
                </a:lnTo>
                <a:lnTo>
                  <a:pt x="10177" y="1702"/>
                </a:lnTo>
                <a:cubicBezTo>
                  <a:pt x="8602" y="6491"/>
                  <a:pt x="8633" y="6333"/>
                  <a:pt x="8633" y="6459"/>
                </a:cubicBezTo>
                <a:cubicBezTo>
                  <a:pt x="8665" y="7562"/>
                  <a:pt x="9578" y="8444"/>
                  <a:pt x="10681" y="8444"/>
                </a:cubicBezTo>
                <a:cubicBezTo>
                  <a:pt x="11815" y="8444"/>
                  <a:pt x="12729" y="7562"/>
                  <a:pt x="12729" y="6459"/>
                </a:cubicBezTo>
                <a:cubicBezTo>
                  <a:pt x="12729" y="6333"/>
                  <a:pt x="12760" y="6491"/>
                  <a:pt x="11185" y="1702"/>
                </a:cubicBezTo>
                <a:lnTo>
                  <a:pt x="11437" y="1702"/>
                </a:lnTo>
                <a:cubicBezTo>
                  <a:pt x="11626" y="1702"/>
                  <a:pt x="11815" y="1576"/>
                  <a:pt x="11847" y="1356"/>
                </a:cubicBezTo>
                <a:cubicBezTo>
                  <a:pt x="11910" y="1104"/>
                  <a:pt x="11689" y="852"/>
                  <a:pt x="11437" y="852"/>
                </a:cubicBezTo>
                <a:lnTo>
                  <a:pt x="7530" y="852"/>
                </a:lnTo>
                <a:cubicBezTo>
                  <a:pt x="7373" y="347"/>
                  <a:pt x="6900" y="1"/>
                  <a:pt x="63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" name="Google Shape;5285;p57">
            <a:extLst>
              <a:ext uri="{FF2B5EF4-FFF2-40B4-BE49-F238E27FC236}">
                <a16:creationId xmlns:a16="http://schemas.microsoft.com/office/drawing/2014/main" id="{07DA835B-CA6A-D333-DE05-CC8BEAAE6215}"/>
              </a:ext>
            </a:extLst>
          </p:cNvPr>
          <p:cNvSpPr/>
          <p:nvPr/>
        </p:nvSpPr>
        <p:spPr>
          <a:xfrm>
            <a:off x="2822694" y="2185410"/>
            <a:ext cx="187694" cy="186662"/>
          </a:xfrm>
          <a:custGeom>
            <a:avLst/>
            <a:gdLst/>
            <a:ahLst/>
            <a:cxnLst/>
            <a:rect l="l" t="t" r="r" b="b"/>
            <a:pathLst>
              <a:path w="5829" h="5797" extrusionOk="0">
                <a:moveTo>
                  <a:pt x="2930" y="1670"/>
                </a:moveTo>
                <a:cubicBezTo>
                  <a:pt x="3119" y="1670"/>
                  <a:pt x="3308" y="1859"/>
                  <a:pt x="3308" y="2048"/>
                </a:cubicBezTo>
                <a:lnTo>
                  <a:pt x="3308" y="2489"/>
                </a:lnTo>
                <a:lnTo>
                  <a:pt x="3749" y="2489"/>
                </a:lnTo>
                <a:cubicBezTo>
                  <a:pt x="4001" y="2489"/>
                  <a:pt x="4159" y="2678"/>
                  <a:pt x="4159" y="2930"/>
                </a:cubicBezTo>
                <a:cubicBezTo>
                  <a:pt x="4159" y="3151"/>
                  <a:pt x="3938" y="3340"/>
                  <a:pt x="3749" y="3340"/>
                </a:cubicBezTo>
                <a:lnTo>
                  <a:pt x="3308" y="3340"/>
                </a:lnTo>
                <a:lnTo>
                  <a:pt x="3308" y="3781"/>
                </a:lnTo>
                <a:cubicBezTo>
                  <a:pt x="3308" y="4001"/>
                  <a:pt x="3119" y="4159"/>
                  <a:pt x="2930" y="4159"/>
                </a:cubicBezTo>
                <a:cubicBezTo>
                  <a:pt x="2710" y="4159"/>
                  <a:pt x="2520" y="3970"/>
                  <a:pt x="2520" y="3781"/>
                </a:cubicBezTo>
                <a:lnTo>
                  <a:pt x="2520" y="3340"/>
                </a:lnTo>
                <a:lnTo>
                  <a:pt x="2079" y="3340"/>
                </a:lnTo>
                <a:cubicBezTo>
                  <a:pt x="1859" y="3340"/>
                  <a:pt x="1701" y="3151"/>
                  <a:pt x="1701" y="2930"/>
                </a:cubicBezTo>
                <a:cubicBezTo>
                  <a:pt x="1701" y="2678"/>
                  <a:pt x="1859" y="2489"/>
                  <a:pt x="2079" y="2489"/>
                </a:cubicBezTo>
                <a:lnTo>
                  <a:pt x="2520" y="2489"/>
                </a:lnTo>
                <a:lnTo>
                  <a:pt x="2520" y="2048"/>
                </a:lnTo>
                <a:cubicBezTo>
                  <a:pt x="2520" y="1827"/>
                  <a:pt x="2710" y="1670"/>
                  <a:pt x="2930" y="1670"/>
                </a:cubicBezTo>
                <a:close/>
                <a:moveTo>
                  <a:pt x="441" y="0"/>
                </a:moveTo>
                <a:cubicBezTo>
                  <a:pt x="189" y="0"/>
                  <a:pt x="0" y="189"/>
                  <a:pt x="0" y="441"/>
                </a:cubicBezTo>
                <a:lnTo>
                  <a:pt x="0" y="5387"/>
                </a:lnTo>
                <a:cubicBezTo>
                  <a:pt x="32" y="5639"/>
                  <a:pt x="221" y="5797"/>
                  <a:pt x="441" y="5797"/>
                </a:cubicBezTo>
                <a:lnTo>
                  <a:pt x="5387" y="5797"/>
                </a:lnTo>
                <a:cubicBezTo>
                  <a:pt x="5639" y="5797"/>
                  <a:pt x="5829" y="5608"/>
                  <a:pt x="5829" y="5387"/>
                </a:cubicBezTo>
                <a:lnTo>
                  <a:pt x="5829" y="441"/>
                </a:lnTo>
                <a:cubicBezTo>
                  <a:pt x="5829" y="189"/>
                  <a:pt x="5639" y="0"/>
                  <a:pt x="5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" name="Google Shape;5286;p57">
            <a:extLst>
              <a:ext uri="{FF2B5EF4-FFF2-40B4-BE49-F238E27FC236}">
                <a16:creationId xmlns:a16="http://schemas.microsoft.com/office/drawing/2014/main" id="{C60BB67E-1951-48A5-3C9A-F1257E32137E}"/>
              </a:ext>
            </a:extLst>
          </p:cNvPr>
          <p:cNvSpPr/>
          <p:nvPr/>
        </p:nvSpPr>
        <p:spPr>
          <a:xfrm>
            <a:off x="2823692" y="2408586"/>
            <a:ext cx="188724" cy="185664"/>
          </a:xfrm>
          <a:custGeom>
            <a:avLst/>
            <a:gdLst/>
            <a:ahLst/>
            <a:cxnLst/>
            <a:rect l="l" t="t" r="r" b="b"/>
            <a:pathLst>
              <a:path w="5861" h="5766" extrusionOk="0">
                <a:moveTo>
                  <a:pt x="3450" y="1859"/>
                </a:moveTo>
                <a:cubicBezTo>
                  <a:pt x="3561" y="1859"/>
                  <a:pt x="3671" y="1890"/>
                  <a:pt x="3750" y="1953"/>
                </a:cubicBezTo>
                <a:cubicBezTo>
                  <a:pt x="3907" y="2111"/>
                  <a:pt x="3907" y="2395"/>
                  <a:pt x="3750" y="2552"/>
                </a:cubicBezTo>
                <a:lnTo>
                  <a:pt x="3466" y="2836"/>
                </a:lnTo>
                <a:lnTo>
                  <a:pt x="3750" y="3119"/>
                </a:lnTo>
                <a:cubicBezTo>
                  <a:pt x="3907" y="3277"/>
                  <a:pt x="3907" y="3529"/>
                  <a:pt x="3750" y="3686"/>
                </a:cubicBezTo>
                <a:cubicBezTo>
                  <a:pt x="3671" y="3765"/>
                  <a:pt x="3561" y="3804"/>
                  <a:pt x="3450" y="3804"/>
                </a:cubicBezTo>
                <a:cubicBezTo>
                  <a:pt x="3340" y="3804"/>
                  <a:pt x="3230" y="3765"/>
                  <a:pt x="3151" y="3686"/>
                </a:cubicBezTo>
                <a:lnTo>
                  <a:pt x="2899" y="3434"/>
                </a:lnTo>
                <a:lnTo>
                  <a:pt x="2616" y="3686"/>
                </a:lnTo>
                <a:cubicBezTo>
                  <a:pt x="2537" y="3765"/>
                  <a:pt x="2426" y="3804"/>
                  <a:pt x="2316" y="3804"/>
                </a:cubicBezTo>
                <a:cubicBezTo>
                  <a:pt x="2206" y="3804"/>
                  <a:pt x="2096" y="3765"/>
                  <a:pt x="2017" y="3686"/>
                </a:cubicBezTo>
                <a:cubicBezTo>
                  <a:pt x="1859" y="3529"/>
                  <a:pt x="1859" y="3277"/>
                  <a:pt x="2017" y="3119"/>
                </a:cubicBezTo>
                <a:lnTo>
                  <a:pt x="2300" y="2836"/>
                </a:lnTo>
                <a:lnTo>
                  <a:pt x="2017" y="2552"/>
                </a:lnTo>
                <a:cubicBezTo>
                  <a:pt x="1859" y="2395"/>
                  <a:pt x="1859" y="2111"/>
                  <a:pt x="2017" y="1953"/>
                </a:cubicBezTo>
                <a:cubicBezTo>
                  <a:pt x="2096" y="1890"/>
                  <a:pt x="2206" y="1859"/>
                  <a:pt x="2316" y="1859"/>
                </a:cubicBezTo>
                <a:cubicBezTo>
                  <a:pt x="2426" y="1859"/>
                  <a:pt x="2537" y="1890"/>
                  <a:pt x="2616" y="1953"/>
                </a:cubicBezTo>
                <a:lnTo>
                  <a:pt x="2899" y="2237"/>
                </a:lnTo>
                <a:lnTo>
                  <a:pt x="3151" y="1953"/>
                </a:lnTo>
                <a:cubicBezTo>
                  <a:pt x="3230" y="1890"/>
                  <a:pt x="3340" y="1859"/>
                  <a:pt x="3450" y="1859"/>
                </a:cubicBezTo>
                <a:close/>
                <a:moveTo>
                  <a:pt x="442" y="0"/>
                </a:moveTo>
                <a:cubicBezTo>
                  <a:pt x="221" y="0"/>
                  <a:pt x="1" y="189"/>
                  <a:pt x="1" y="378"/>
                </a:cubicBezTo>
                <a:lnTo>
                  <a:pt x="1" y="5356"/>
                </a:lnTo>
                <a:cubicBezTo>
                  <a:pt x="1" y="5608"/>
                  <a:pt x="221" y="5766"/>
                  <a:pt x="442" y="5766"/>
                </a:cubicBezTo>
                <a:lnTo>
                  <a:pt x="5419" y="5766"/>
                </a:lnTo>
                <a:cubicBezTo>
                  <a:pt x="5640" y="5766"/>
                  <a:pt x="5861" y="5545"/>
                  <a:pt x="5861" y="5356"/>
                </a:cubicBezTo>
                <a:lnTo>
                  <a:pt x="5861" y="378"/>
                </a:lnTo>
                <a:cubicBezTo>
                  <a:pt x="5861" y="158"/>
                  <a:pt x="5640" y="0"/>
                  <a:pt x="54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Google Shape;5287;p57">
            <a:extLst>
              <a:ext uri="{FF2B5EF4-FFF2-40B4-BE49-F238E27FC236}">
                <a16:creationId xmlns:a16="http://schemas.microsoft.com/office/drawing/2014/main" id="{06A81222-9995-C823-0D63-16760C6B4721}"/>
              </a:ext>
            </a:extLst>
          </p:cNvPr>
          <p:cNvSpPr/>
          <p:nvPr/>
        </p:nvSpPr>
        <p:spPr>
          <a:xfrm>
            <a:off x="3044841" y="2185410"/>
            <a:ext cx="187694" cy="186662"/>
          </a:xfrm>
          <a:custGeom>
            <a:avLst/>
            <a:gdLst/>
            <a:ahLst/>
            <a:cxnLst/>
            <a:rect l="l" t="t" r="r" b="b"/>
            <a:pathLst>
              <a:path w="5829" h="5797" extrusionOk="0">
                <a:moveTo>
                  <a:pt x="3750" y="2457"/>
                </a:moveTo>
                <a:cubicBezTo>
                  <a:pt x="3970" y="2457"/>
                  <a:pt x="4128" y="2646"/>
                  <a:pt x="4128" y="2867"/>
                </a:cubicBezTo>
                <a:cubicBezTo>
                  <a:pt x="4159" y="3151"/>
                  <a:pt x="3970" y="3308"/>
                  <a:pt x="3750" y="3308"/>
                </a:cubicBezTo>
                <a:lnTo>
                  <a:pt x="2080" y="3308"/>
                </a:lnTo>
                <a:cubicBezTo>
                  <a:pt x="1859" y="3308"/>
                  <a:pt x="1702" y="3119"/>
                  <a:pt x="1702" y="2867"/>
                </a:cubicBezTo>
                <a:cubicBezTo>
                  <a:pt x="1702" y="2646"/>
                  <a:pt x="1891" y="2457"/>
                  <a:pt x="2080" y="2457"/>
                </a:cubicBezTo>
                <a:close/>
                <a:moveTo>
                  <a:pt x="442" y="0"/>
                </a:moveTo>
                <a:cubicBezTo>
                  <a:pt x="190" y="0"/>
                  <a:pt x="1" y="189"/>
                  <a:pt x="1" y="441"/>
                </a:cubicBezTo>
                <a:lnTo>
                  <a:pt x="1" y="5387"/>
                </a:lnTo>
                <a:cubicBezTo>
                  <a:pt x="1" y="5639"/>
                  <a:pt x="190" y="5797"/>
                  <a:pt x="442" y="5797"/>
                </a:cubicBezTo>
                <a:lnTo>
                  <a:pt x="5388" y="5797"/>
                </a:lnTo>
                <a:cubicBezTo>
                  <a:pt x="5640" y="5797"/>
                  <a:pt x="5829" y="5608"/>
                  <a:pt x="5829" y="5387"/>
                </a:cubicBezTo>
                <a:lnTo>
                  <a:pt x="5829" y="441"/>
                </a:lnTo>
                <a:cubicBezTo>
                  <a:pt x="5829" y="189"/>
                  <a:pt x="5640" y="0"/>
                  <a:pt x="53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" name="Google Shape;5288;p57">
            <a:extLst>
              <a:ext uri="{FF2B5EF4-FFF2-40B4-BE49-F238E27FC236}">
                <a16:creationId xmlns:a16="http://schemas.microsoft.com/office/drawing/2014/main" id="{29DF3D9B-2660-9F63-EEB9-346ED75C5488}"/>
              </a:ext>
            </a:extLst>
          </p:cNvPr>
          <p:cNvSpPr/>
          <p:nvPr/>
        </p:nvSpPr>
        <p:spPr>
          <a:xfrm>
            <a:off x="3044841" y="2407556"/>
            <a:ext cx="187694" cy="186695"/>
          </a:xfrm>
          <a:custGeom>
            <a:avLst/>
            <a:gdLst/>
            <a:ahLst/>
            <a:cxnLst/>
            <a:rect l="l" t="t" r="r" b="b"/>
            <a:pathLst>
              <a:path w="5829" h="5798" extrusionOk="0">
                <a:moveTo>
                  <a:pt x="3750" y="1639"/>
                </a:moveTo>
                <a:cubicBezTo>
                  <a:pt x="3970" y="1639"/>
                  <a:pt x="4128" y="1859"/>
                  <a:pt x="4128" y="2080"/>
                </a:cubicBezTo>
                <a:cubicBezTo>
                  <a:pt x="4159" y="2332"/>
                  <a:pt x="3970" y="2490"/>
                  <a:pt x="3750" y="2490"/>
                </a:cubicBezTo>
                <a:lnTo>
                  <a:pt x="2080" y="2490"/>
                </a:lnTo>
                <a:cubicBezTo>
                  <a:pt x="1859" y="2490"/>
                  <a:pt x="1702" y="2269"/>
                  <a:pt x="1702" y="2080"/>
                </a:cubicBezTo>
                <a:cubicBezTo>
                  <a:pt x="1702" y="1859"/>
                  <a:pt x="1891" y="1639"/>
                  <a:pt x="2080" y="1639"/>
                </a:cubicBezTo>
                <a:close/>
                <a:moveTo>
                  <a:pt x="3750" y="3309"/>
                </a:moveTo>
                <a:cubicBezTo>
                  <a:pt x="3970" y="3309"/>
                  <a:pt x="4128" y="3498"/>
                  <a:pt x="4128" y="3687"/>
                </a:cubicBezTo>
                <a:cubicBezTo>
                  <a:pt x="4159" y="3970"/>
                  <a:pt x="3970" y="4128"/>
                  <a:pt x="3750" y="4128"/>
                </a:cubicBezTo>
                <a:lnTo>
                  <a:pt x="2080" y="4128"/>
                </a:lnTo>
                <a:cubicBezTo>
                  <a:pt x="1859" y="4128"/>
                  <a:pt x="1702" y="3939"/>
                  <a:pt x="1702" y="3687"/>
                </a:cubicBezTo>
                <a:cubicBezTo>
                  <a:pt x="1702" y="3466"/>
                  <a:pt x="1891" y="3309"/>
                  <a:pt x="2080" y="3309"/>
                </a:cubicBezTo>
                <a:close/>
                <a:moveTo>
                  <a:pt x="442" y="1"/>
                </a:moveTo>
                <a:cubicBezTo>
                  <a:pt x="190" y="1"/>
                  <a:pt x="1" y="190"/>
                  <a:pt x="1" y="379"/>
                </a:cubicBezTo>
                <a:lnTo>
                  <a:pt x="1" y="5388"/>
                </a:lnTo>
                <a:cubicBezTo>
                  <a:pt x="1" y="5640"/>
                  <a:pt x="190" y="5798"/>
                  <a:pt x="442" y="5798"/>
                </a:cubicBezTo>
                <a:lnTo>
                  <a:pt x="5388" y="5798"/>
                </a:lnTo>
                <a:cubicBezTo>
                  <a:pt x="5640" y="5798"/>
                  <a:pt x="5829" y="5577"/>
                  <a:pt x="5829" y="5388"/>
                </a:cubicBezTo>
                <a:lnTo>
                  <a:pt x="5829" y="410"/>
                </a:lnTo>
                <a:cubicBezTo>
                  <a:pt x="5829" y="190"/>
                  <a:pt x="5640" y="1"/>
                  <a:pt x="538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" name="Google Shape;5290;p57">
            <a:extLst>
              <a:ext uri="{FF2B5EF4-FFF2-40B4-BE49-F238E27FC236}">
                <a16:creationId xmlns:a16="http://schemas.microsoft.com/office/drawing/2014/main" id="{BAA86B8F-4780-F610-E235-DDF0DDAE87E7}"/>
              </a:ext>
            </a:extLst>
          </p:cNvPr>
          <p:cNvSpPr/>
          <p:nvPr/>
        </p:nvSpPr>
        <p:spPr>
          <a:xfrm>
            <a:off x="2948467" y="2665522"/>
            <a:ext cx="136979" cy="135722"/>
          </a:xfrm>
          <a:custGeom>
            <a:avLst/>
            <a:gdLst/>
            <a:ahLst/>
            <a:cxnLst/>
            <a:rect l="l" t="t" r="r" b="b"/>
            <a:pathLst>
              <a:path w="4254" h="4215" extrusionOk="0">
                <a:moveTo>
                  <a:pt x="2064" y="1"/>
                </a:moveTo>
                <a:cubicBezTo>
                  <a:pt x="1954" y="1"/>
                  <a:pt x="1844" y="40"/>
                  <a:pt x="1765" y="119"/>
                </a:cubicBezTo>
                <a:lnTo>
                  <a:pt x="1" y="1883"/>
                </a:lnTo>
                <a:lnTo>
                  <a:pt x="2332" y="4214"/>
                </a:lnTo>
                <a:lnTo>
                  <a:pt x="4096" y="2450"/>
                </a:lnTo>
                <a:cubicBezTo>
                  <a:pt x="4254" y="2293"/>
                  <a:pt x="4254" y="2009"/>
                  <a:pt x="4096" y="1852"/>
                </a:cubicBezTo>
                <a:lnTo>
                  <a:pt x="2364" y="119"/>
                </a:lnTo>
                <a:cubicBezTo>
                  <a:pt x="2285" y="40"/>
                  <a:pt x="2175" y="1"/>
                  <a:pt x="206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" name="Google Shape;5291;p57">
            <a:extLst>
              <a:ext uri="{FF2B5EF4-FFF2-40B4-BE49-F238E27FC236}">
                <a16:creationId xmlns:a16="http://schemas.microsoft.com/office/drawing/2014/main" id="{0C0463E4-194C-BE94-048B-B3CAFA4DE9A0}"/>
              </a:ext>
            </a:extLst>
          </p:cNvPr>
          <p:cNvSpPr/>
          <p:nvPr/>
        </p:nvSpPr>
        <p:spPr>
          <a:xfrm>
            <a:off x="3098615" y="2814639"/>
            <a:ext cx="137977" cy="135722"/>
          </a:xfrm>
          <a:custGeom>
            <a:avLst/>
            <a:gdLst/>
            <a:ahLst/>
            <a:cxnLst/>
            <a:rect l="l" t="t" r="r" b="b"/>
            <a:pathLst>
              <a:path w="4285" h="4215" extrusionOk="0">
                <a:moveTo>
                  <a:pt x="2064" y="1"/>
                </a:moveTo>
                <a:cubicBezTo>
                  <a:pt x="1954" y="1"/>
                  <a:pt x="1843" y="40"/>
                  <a:pt x="1765" y="119"/>
                </a:cubicBezTo>
                <a:lnTo>
                  <a:pt x="0" y="1915"/>
                </a:lnTo>
                <a:lnTo>
                  <a:pt x="2300" y="4215"/>
                </a:lnTo>
                <a:lnTo>
                  <a:pt x="4128" y="2482"/>
                </a:lnTo>
                <a:cubicBezTo>
                  <a:pt x="4285" y="2324"/>
                  <a:pt x="4285" y="2072"/>
                  <a:pt x="4128" y="1915"/>
                </a:cubicBezTo>
                <a:lnTo>
                  <a:pt x="2363" y="119"/>
                </a:lnTo>
                <a:cubicBezTo>
                  <a:pt x="2285" y="40"/>
                  <a:pt x="2174" y="1"/>
                  <a:pt x="206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" name="Google Shape;5292;p57">
            <a:extLst>
              <a:ext uri="{FF2B5EF4-FFF2-40B4-BE49-F238E27FC236}">
                <a16:creationId xmlns:a16="http://schemas.microsoft.com/office/drawing/2014/main" id="{00BAC74D-6116-B7E9-0A06-1B11937F2AD3}"/>
              </a:ext>
            </a:extLst>
          </p:cNvPr>
          <p:cNvSpPr/>
          <p:nvPr/>
        </p:nvSpPr>
        <p:spPr>
          <a:xfrm>
            <a:off x="2818637" y="2746439"/>
            <a:ext cx="337841" cy="328020"/>
          </a:xfrm>
          <a:custGeom>
            <a:avLst/>
            <a:gdLst/>
            <a:ahLst/>
            <a:cxnLst/>
            <a:rect l="l" t="t" r="r" b="b"/>
            <a:pathLst>
              <a:path w="10492" h="10187" extrusionOk="0">
                <a:moveTo>
                  <a:pt x="3497" y="0"/>
                </a:moveTo>
                <a:lnTo>
                  <a:pt x="1764" y="1733"/>
                </a:lnTo>
                <a:cubicBezTo>
                  <a:pt x="1166" y="2332"/>
                  <a:pt x="725" y="3088"/>
                  <a:pt x="504" y="3812"/>
                </a:cubicBezTo>
                <a:cubicBezTo>
                  <a:pt x="0" y="5514"/>
                  <a:pt x="410" y="7404"/>
                  <a:pt x="1764" y="8759"/>
                </a:cubicBezTo>
                <a:cubicBezTo>
                  <a:pt x="2667" y="9661"/>
                  <a:pt x="3919" y="10187"/>
                  <a:pt x="5273" y="10187"/>
                </a:cubicBezTo>
                <a:cubicBezTo>
                  <a:pt x="5384" y="10187"/>
                  <a:pt x="5496" y="10183"/>
                  <a:pt x="5608" y="10176"/>
                </a:cubicBezTo>
                <a:cubicBezTo>
                  <a:pt x="6679" y="10082"/>
                  <a:pt x="7876" y="9609"/>
                  <a:pt x="8758" y="8759"/>
                </a:cubicBezTo>
                <a:lnTo>
                  <a:pt x="10491" y="7026"/>
                </a:lnTo>
                <a:lnTo>
                  <a:pt x="8191" y="4694"/>
                </a:lnTo>
                <a:lnTo>
                  <a:pt x="6396" y="6396"/>
                </a:lnTo>
                <a:cubicBezTo>
                  <a:pt x="6077" y="6715"/>
                  <a:pt x="5645" y="6880"/>
                  <a:pt x="5214" y="6880"/>
                </a:cubicBezTo>
                <a:cubicBezTo>
                  <a:pt x="4794" y="6880"/>
                  <a:pt x="4375" y="6722"/>
                  <a:pt x="4064" y="6396"/>
                </a:cubicBezTo>
                <a:cubicBezTo>
                  <a:pt x="3434" y="5766"/>
                  <a:pt x="3434" y="4694"/>
                  <a:pt x="4064" y="4064"/>
                </a:cubicBezTo>
                <a:lnTo>
                  <a:pt x="5797" y="2332"/>
                </a:lnTo>
                <a:lnTo>
                  <a:pt x="349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" name="Google Shape;5293;p57">
            <a:extLst>
              <a:ext uri="{FF2B5EF4-FFF2-40B4-BE49-F238E27FC236}">
                <a16:creationId xmlns:a16="http://schemas.microsoft.com/office/drawing/2014/main" id="{6C64A55E-AC93-C51B-F253-F495E57F44AA}"/>
              </a:ext>
            </a:extLst>
          </p:cNvPr>
          <p:cNvSpPr/>
          <p:nvPr/>
        </p:nvSpPr>
        <p:spPr>
          <a:xfrm>
            <a:off x="2825395" y="3161126"/>
            <a:ext cx="410871" cy="398699"/>
          </a:xfrm>
          <a:custGeom>
            <a:avLst/>
            <a:gdLst/>
            <a:ahLst/>
            <a:cxnLst/>
            <a:rect l="l" t="t" r="r" b="b"/>
            <a:pathLst>
              <a:path w="12760" h="12382" extrusionOk="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" name="Google Shape;5295;p57">
            <a:extLst>
              <a:ext uri="{FF2B5EF4-FFF2-40B4-BE49-F238E27FC236}">
                <a16:creationId xmlns:a16="http://schemas.microsoft.com/office/drawing/2014/main" id="{803CDED3-FFA2-0EB3-9EB0-F173219280AE}"/>
              </a:ext>
            </a:extLst>
          </p:cNvPr>
          <p:cNvSpPr/>
          <p:nvPr/>
        </p:nvSpPr>
        <p:spPr>
          <a:xfrm>
            <a:off x="1524749" y="3648299"/>
            <a:ext cx="238408" cy="144095"/>
          </a:xfrm>
          <a:custGeom>
            <a:avLst/>
            <a:gdLst/>
            <a:ahLst/>
            <a:cxnLst/>
            <a:rect l="l" t="t" r="r" b="b"/>
            <a:pathLst>
              <a:path w="7404" h="4475" extrusionOk="0">
                <a:moveTo>
                  <a:pt x="1229" y="1"/>
                </a:moveTo>
                <a:cubicBezTo>
                  <a:pt x="567" y="1"/>
                  <a:pt x="0" y="568"/>
                  <a:pt x="0" y="1261"/>
                </a:cubicBezTo>
                <a:cubicBezTo>
                  <a:pt x="0" y="1797"/>
                  <a:pt x="315" y="2269"/>
                  <a:pt x="819" y="2458"/>
                </a:cubicBezTo>
                <a:lnTo>
                  <a:pt x="819" y="4475"/>
                </a:lnTo>
                <a:lnTo>
                  <a:pt x="6616" y="4475"/>
                </a:lnTo>
                <a:lnTo>
                  <a:pt x="6616" y="2458"/>
                </a:lnTo>
                <a:lnTo>
                  <a:pt x="6585" y="2458"/>
                </a:lnTo>
                <a:cubicBezTo>
                  <a:pt x="7057" y="2301"/>
                  <a:pt x="7404" y="1828"/>
                  <a:pt x="7404" y="1261"/>
                </a:cubicBezTo>
                <a:cubicBezTo>
                  <a:pt x="7404" y="600"/>
                  <a:pt x="6868" y="64"/>
                  <a:pt x="617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Google Shape;5296;p57">
            <a:extLst>
              <a:ext uri="{FF2B5EF4-FFF2-40B4-BE49-F238E27FC236}">
                <a16:creationId xmlns:a16="http://schemas.microsoft.com/office/drawing/2014/main" id="{3CE2902F-3225-B782-6A28-8AB3674B294B}"/>
              </a:ext>
            </a:extLst>
          </p:cNvPr>
          <p:cNvSpPr/>
          <p:nvPr/>
        </p:nvSpPr>
        <p:spPr>
          <a:xfrm>
            <a:off x="1551120" y="3819764"/>
            <a:ext cx="186695" cy="238408"/>
          </a:xfrm>
          <a:custGeom>
            <a:avLst/>
            <a:gdLst/>
            <a:ahLst/>
            <a:cxnLst/>
            <a:rect l="l" t="t" r="r" b="b"/>
            <a:pathLst>
              <a:path w="5798" h="7404" extrusionOk="0">
                <a:moveTo>
                  <a:pt x="0" y="0"/>
                </a:moveTo>
                <a:lnTo>
                  <a:pt x="0" y="819"/>
                </a:lnTo>
                <a:lnTo>
                  <a:pt x="2111" y="819"/>
                </a:lnTo>
                <a:cubicBezTo>
                  <a:pt x="2332" y="819"/>
                  <a:pt x="2489" y="1040"/>
                  <a:pt x="2489" y="1260"/>
                </a:cubicBezTo>
                <a:cubicBezTo>
                  <a:pt x="2489" y="1513"/>
                  <a:pt x="2300" y="1702"/>
                  <a:pt x="2111" y="1702"/>
                </a:cubicBezTo>
                <a:lnTo>
                  <a:pt x="0" y="1702"/>
                </a:lnTo>
                <a:lnTo>
                  <a:pt x="0" y="2521"/>
                </a:lnTo>
                <a:lnTo>
                  <a:pt x="2111" y="2521"/>
                </a:lnTo>
                <a:cubicBezTo>
                  <a:pt x="2332" y="2521"/>
                  <a:pt x="2489" y="2710"/>
                  <a:pt x="2489" y="2930"/>
                </a:cubicBezTo>
                <a:cubicBezTo>
                  <a:pt x="2489" y="3151"/>
                  <a:pt x="2300" y="3340"/>
                  <a:pt x="2111" y="3340"/>
                </a:cubicBezTo>
                <a:lnTo>
                  <a:pt x="0" y="3340"/>
                </a:lnTo>
                <a:lnTo>
                  <a:pt x="0" y="4190"/>
                </a:lnTo>
                <a:lnTo>
                  <a:pt x="2111" y="4190"/>
                </a:lnTo>
                <a:cubicBezTo>
                  <a:pt x="2332" y="4190"/>
                  <a:pt x="2489" y="4379"/>
                  <a:pt x="2489" y="4600"/>
                </a:cubicBezTo>
                <a:cubicBezTo>
                  <a:pt x="2458" y="4726"/>
                  <a:pt x="2300" y="4915"/>
                  <a:pt x="2048" y="4915"/>
                </a:cubicBezTo>
                <a:lnTo>
                  <a:pt x="63" y="4915"/>
                </a:lnTo>
                <a:cubicBezTo>
                  <a:pt x="252" y="6427"/>
                  <a:pt x="1512" y="7404"/>
                  <a:pt x="2899" y="7404"/>
                </a:cubicBezTo>
                <a:cubicBezTo>
                  <a:pt x="4474" y="7404"/>
                  <a:pt x="5797" y="6112"/>
                  <a:pt x="5797" y="4537"/>
                </a:cubicBezTo>
                <a:lnTo>
                  <a:pt x="579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" name="Google Shape;5298;p57">
            <a:extLst>
              <a:ext uri="{FF2B5EF4-FFF2-40B4-BE49-F238E27FC236}">
                <a16:creationId xmlns:a16="http://schemas.microsoft.com/office/drawing/2014/main" id="{0897C6E1-5BB0-8485-1AD9-E602FCB27435}"/>
              </a:ext>
            </a:extLst>
          </p:cNvPr>
          <p:cNvSpPr/>
          <p:nvPr/>
        </p:nvSpPr>
        <p:spPr>
          <a:xfrm>
            <a:off x="1486748" y="4155463"/>
            <a:ext cx="330725" cy="407071"/>
          </a:xfrm>
          <a:custGeom>
            <a:avLst/>
            <a:gdLst/>
            <a:ahLst/>
            <a:cxnLst/>
            <a:rect l="l" t="t" r="r" b="b"/>
            <a:pathLst>
              <a:path w="10271" h="12642" extrusionOk="0">
                <a:moveTo>
                  <a:pt x="5364" y="0"/>
                </a:moveTo>
                <a:cubicBezTo>
                  <a:pt x="5041" y="0"/>
                  <a:pt x="4710" y="118"/>
                  <a:pt x="4443" y="355"/>
                </a:cubicBezTo>
                <a:lnTo>
                  <a:pt x="3277" y="1552"/>
                </a:lnTo>
                <a:cubicBezTo>
                  <a:pt x="2804" y="2025"/>
                  <a:pt x="2804" y="2812"/>
                  <a:pt x="3277" y="3316"/>
                </a:cubicBezTo>
                <a:lnTo>
                  <a:pt x="3938" y="3978"/>
                </a:lnTo>
                <a:lnTo>
                  <a:pt x="1702" y="6215"/>
                </a:lnTo>
                <a:cubicBezTo>
                  <a:pt x="1544" y="6152"/>
                  <a:pt x="1355" y="6057"/>
                  <a:pt x="1135" y="6057"/>
                </a:cubicBezTo>
                <a:cubicBezTo>
                  <a:pt x="1119" y="6056"/>
                  <a:pt x="1104" y="6056"/>
                  <a:pt x="1089" y="6056"/>
                </a:cubicBezTo>
                <a:cubicBezTo>
                  <a:pt x="538" y="6056"/>
                  <a:pt x="0" y="6611"/>
                  <a:pt x="0" y="7286"/>
                </a:cubicBezTo>
                <a:cubicBezTo>
                  <a:pt x="0" y="7947"/>
                  <a:pt x="567" y="8515"/>
                  <a:pt x="1229" y="8515"/>
                </a:cubicBezTo>
                <a:cubicBezTo>
                  <a:pt x="1418" y="8515"/>
                  <a:pt x="1576" y="8483"/>
                  <a:pt x="1733" y="8388"/>
                </a:cubicBezTo>
                <a:lnTo>
                  <a:pt x="3560" y="10216"/>
                </a:lnTo>
                <a:cubicBezTo>
                  <a:pt x="2993" y="10720"/>
                  <a:pt x="2615" y="11381"/>
                  <a:pt x="2521" y="12169"/>
                </a:cubicBezTo>
                <a:cubicBezTo>
                  <a:pt x="2489" y="12421"/>
                  <a:pt x="2678" y="12642"/>
                  <a:pt x="2930" y="12642"/>
                </a:cubicBezTo>
                <a:lnTo>
                  <a:pt x="8633" y="12642"/>
                </a:lnTo>
                <a:cubicBezTo>
                  <a:pt x="8853" y="12642"/>
                  <a:pt x="9074" y="12421"/>
                  <a:pt x="9011" y="12169"/>
                </a:cubicBezTo>
                <a:cubicBezTo>
                  <a:pt x="8790" y="10562"/>
                  <a:pt x="7404" y="9334"/>
                  <a:pt x="5766" y="9334"/>
                </a:cubicBezTo>
                <a:cubicBezTo>
                  <a:pt x="5199" y="9334"/>
                  <a:pt x="4695" y="9491"/>
                  <a:pt x="4222" y="9743"/>
                </a:cubicBezTo>
                <a:lnTo>
                  <a:pt x="2300" y="7853"/>
                </a:lnTo>
                <a:cubicBezTo>
                  <a:pt x="2363" y="7695"/>
                  <a:pt x="2395" y="7475"/>
                  <a:pt x="2395" y="7286"/>
                </a:cubicBezTo>
                <a:cubicBezTo>
                  <a:pt x="2395" y="7097"/>
                  <a:pt x="2363" y="6939"/>
                  <a:pt x="2300" y="6782"/>
                </a:cubicBezTo>
                <a:lnTo>
                  <a:pt x="4285" y="4797"/>
                </a:lnTo>
                <a:lnTo>
                  <a:pt x="4285" y="4797"/>
                </a:lnTo>
                <a:cubicBezTo>
                  <a:pt x="4253" y="5742"/>
                  <a:pt x="4537" y="6624"/>
                  <a:pt x="5073" y="7317"/>
                </a:cubicBezTo>
                <a:lnTo>
                  <a:pt x="10271" y="2119"/>
                </a:lnTo>
                <a:cubicBezTo>
                  <a:pt x="9636" y="1606"/>
                  <a:pt x="8888" y="1321"/>
                  <a:pt x="8026" y="1321"/>
                </a:cubicBezTo>
                <a:cubicBezTo>
                  <a:pt x="7776" y="1321"/>
                  <a:pt x="7516" y="1345"/>
                  <a:pt x="7246" y="1394"/>
                </a:cubicBezTo>
                <a:lnTo>
                  <a:pt x="6238" y="355"/>
                </a:lnTo>
                <a:cubicBezTo>
                  <a:pt x="6002" y="118"/>
                  <a:pt x="5687" y="0"/>
                  <a:pt x="536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" name="Google Shape;5299;p57">
            <a:extLst>
              <a:ext uri="{FF2B5EF4-FFF2-40B4-BE49-F238E27FC236}">
                <a16:creationId xmlns:a16="http://schemas.microsoft.com/office/drawing/2014/main" id="{AAF144FB-274B-FDD6-366F-71F34B39232F}"/>
              </a:ext>
            </a:extLst>
          </p:cNvPr>
          <p:cNvSpPr/>
          <p:nvPr/>
        </p:nvSpPr>
        <p:spPr>
          <a:xfrm>
            <a:off x="1708894" y="4279464"/>
            <a:ext cx="108578" cy="103426"/>
          </a:xfrm>
          <a:custGeom>
            <a:avLst/>
            <a:gdLst/>
            <a:ahLst/>
            <a:cxnLst/>
            <a:rect l="l" t="t" r="r" b="b"/>
            <a:pathLst>
              <a:path w="3372" h="3212" extrusionOk="0">
                <a:moveTo>
                  <a:pt x="2868" y="1"/>
                </a:moveTo>
                <a:lnTo>
                  <a:pt x="1" y="2868"/>
                </a:lnTo>
                <a:cubicBezTo>
                  <a:pt x="353" y="3098"/>
                  <a:pt x="757" y="3212"/>
                  <a:pt x="1156" y="3212"/>
                </a:cubicBezTo>
                <a:cubicBezTo>
                  <a:pt x="1686" y="3212"/>
                  <a:pt x="2207" y="3011"/>
                  <a:pt x="2584" y="2616"/>
                </a:cubicBezTo>
                <a:cubicBezTo>
                  <a:pt x="3309" y="1891"/>
                  <a:pt x="3372" y="851"/>
                  <a:pt x="286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Google Shape;5300;p57">
            <a:extLst>
              <a:ext uri="{FF2B5EF4-FFF2-40B4-BE49-F238E27FC236}">
                <a16:creationId xmlns:a16="http://schemas.microsoft.com/office/drawing/2014/main" id="{91A476F1-A50A-626C-500D-9002B83C0B05}"/>
              </a:ext>
            </a:extLst>
          </p:cNvPr>
          <p:cNvSpPr/>
          <p:nvPr/>
        </p:nvSpPr>
        <p:spPr>
          <a:xfrm>
            <a:off x="1454803" y="4657726"/>
            <a:ext cx="400760" cy="408875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Google Shape;5301;p57">
            <a:extLst>
              <a:ext uri="{FF2B5EF4-FFF2-40B4-BE49-F238E27FC236}">
                <a16:creationId xmlns:a16="http://schemas.microsoft.com/office/drawing/2014/main" id="{34FCA84A-2D39-B753-BA2C-43B4A4C7BCFE}"/>
              </a:ext>
            </a:extLst>
          </p:cNvPr>
          <p:cNvSpPr/>
          <p:nvPr/>
        </p:nvSpPr>
        <p:spPr>
          <a:xfrm>
            <a:off x="3868467" y="3634118"/>
            <a:ext cx="407844" cy="406331"/>
          </a:xfrm>
          <a:custGeom>
            <a:avLst/>
            <a:gdLst/>
            <a:ahLst/>
            <a:cxnLst/>
            <a:rect l="l" t="t" r="r" b="b"/>
            <a:pathLst>
              <a:path w="12666" h="12619" extrusionOk="0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Google Shape;5303;p57">
            <a:extLst>
              <a:ext uri="{FF2B5EF4-FFF2-40B4-BE49-F238E27FC236}">
                <a16:creationId xmlns:a16="http://schemas.microsoft.com/office/drawing/2014/main" id="{4010D310-CB80-AAB4-E38C-C00A8496CF6E}"/>
              </a:ext>
            </a:extLst>
          </p:cNvPr>
          <p:cNvSpPr/>
          <p:nvPr/>
        </p:nvSpPr>
        <p:spPr>
          <a:xfrm>
            <a:off x="881236" y="2185377"/>
            <a:ext cx="473468" cy="381472"/>
          </a:xfrm>
          <a:custGeom>
            <a:avLst/>
            <a:gdLst/>
            <a:ahLst/>
            <a:cxnLst/>
            <a:rect l="l" t="t" r="r" b="b"/>
            <a:pathLst>
              <a:path w="14704" h="11847" extrusionOk="0">
                <a:moveTo>
                  <a:pt x="7370" y="797"/>
                </a:moveTo>
                <a:cubicBezTo>
                  <a:pt x="8536" y="797"/>
                  <a:pt x="9694" y="1246"/>
                  <a:pt x="10576" y="2143"/>
                </a:cubicBezTo>
                <a:cubicBezTo>
                  <a:pt x="12340" y="3908"/>
                  <a:pt x="12340" y="6775"/>
                  <a:pt x="10576" y="8539"/>
                </a:cubicBezTo>
                <a:cubicBezTo>
                  <a:pt x="9757" y="9390"/>
                  <a:pt x="8623" y="9894"/>
                  <a:pt x="7363" y="9894"/>
                </a:cubicBezTo>
                <a:cubicBezTo>
                  <a:pt x="6102" y="9894"/>
                  <a:pt x="4937" y="9358"/>
                  <a:pt x="4118" y="8539"/>
                </a:cubicBezTo>
                <a:cubicBezTo>
                  <a:pt x="2353" y="6775"/>
                  <a:pt x="2353" y="3908"/>
                  <a:pt x="4118" y="2143"/>
                </a:cubicBezTo>
                <a:cubicBezTo>
                  <a:pt x="5031" y="1246"/>
                  <a:pt x="6205" y="797"/>
                  <a:pt x="7370" y="797"/>
                </a:cubicBezTo>
                <a:close/>
                <a:moveTo>
                  <a:pt x="7326" y="1"/>
                </a:moveTo>
                <a:cubicBezTo>
                  <a:pt x="2091" y="1"/>
                  <a:pt x="0" y="6750"/>
                  <a:pt x="4275" y="9768"/>
                </a:cubicBezTo>
                <a:lnTo>
                  <a:pt x="3424" y="11280"/>
                </a:lnTo>
                <a:cubicBezTo>
                  <a:pt x="3298" y="11532"/>
                  <a:pt x="3487" y="11847"/>
                  <a:pt x="3771" y="11847"/>
                </a:cubicBezTo>
                <a:cubicBezTo>
                  <a:pt x="3929" y="11847"/>
                  <a:pt x="4086" y="11784"/>
                  <a:pt x="4118" y="11626"/>
                </a:cubicBezTo>
                <a:lnTo>
                  <a:pt x="5000" y="10209"/>
                </a:lnTo>
                <a:cubicBezTo>
                  <a:pt x="5740" y="10571"/>
                  <a:pt x="6543" y="10752"/>
                  <a:pt x="7351" y="10752"/>
                </a:cubicBezTo>
                <a:cubicBezTo>
                  <a:pt x="8158" y="10752"/>
                  <a:pt x="8969" y="10571"/>
                  <a:pt x="9725" y="10209"/>
                </a:cubicBezTo>
                <a:lnTo>
                  <a:pt x="10576" y="11626"/>
                </a:lnTo>
                <a:cubicBezTo>
                  <a:pt x="10671" y="11784"/>
                  <a:pt x="10828" y="11847"/>
                  <a:pt x="10923" y="11847"/>
                </a:cubicBezTo>
                <a:cubicBezTo>
                  <a:pt x="11238" y="11847"/>
                  <a:pt x="11458" y="11532"/>
                  <a:pt x="11301" y="11280"/>
                </a:cubicBezTo>
                <a:lnTo>
                  <a:pt x="10419" y="9768"/>
                </a:lnTo>
                <a:cubicBezTo>
                  <a:pt x="14703" y="6775"/>
                  <a:pt x="12592" y="1"/>
                  <a:pt x="7363" y="1"/>
                </a:cubicBezTo>
                <a:cubicBezTo>
                  <a:pt x="7350" y="1"/>
                  <a:pt x="7338" y="1"/>
                  <a:pt x="732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" name="Google Shape;5304;p57">
            <a:extLst>
              <a:ext uri="{FF2B5EF4-FFF2-40B4-BE49-F238E27FC236}">
                <a16:creationId xmlns:a16="http://schemas.microsoft.com/office/drawing/2014/main" id="{DAF2F1FE-3C59-5A83-F264-516C86B0BDC0}"/>
              </a:ext>
            </a:extLst>
          </p:cNvPr>
          <p:cNvSpPr/>
          <p:nvPr/>
        </p:nvSpPr>
        <p:spPr>
          <a:xfrm>
            <a:off x="1180181" y="2158007"/>
            <a:ext cx="136979" cy="136979"/>
          </a:xfrm>
          <a:custGeom>
            <a:avLst/>
            <a:gdLst/>
            <a:ahLst/>
            <a:cxnLst/>
            <a:rect l="l" t="t" r="r" b="b"/>
            <a:pathLst>
              <a:path w="4254" h="4254" extrusionOk="0">
                <a:moveTo>
                  <a:pt x="1355" y="0"/>
                </a:moveTo>
                <a:cubicBezTo>
                  <a:pt x="882" y="0"/>
                  <a:pt x="410" y="95"/>
                  <a:pt x="0" y="315"/>
                </a:cubicBezTo>
                <a:cubicBezTo>
                  <a:pt x="1891" y="946"/>
                  <a:pt x="3340" y="2395"/>
                  <a:pt x="3938" y="4254"/>
                </a:cubicBezTo>
                <a:cubicBezTo>
                  <a:pt x="4128" y="3844"/>
                  <a:pt x="4254" y="3371"/>
                  <a:pt x="4254" y="2899"/>
                </a:cubicBezTo>
                <a:cubicBezTo>
                  <a:pt x="4254" y="1292"/>
                  <a:pt x="2962" y="0"/>
                  <a:pt x="13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Google Shape;5305;p57">
            <a:extLst>
              <a:ext uri="{FF2B5EF4-FFF2-40B4-BE49-F238E27FC236}">
                <a16:creationId xmlns:a16="http://schemas.microsoft.com/office/drawing/2014/main" id="{43A37153-4D19-10B6-99AC-4B69739DFB03}"/>
              </a:ext>
            </a:extLst>
          </p:cNvPr>
          <p:cNvSpPr/>
          <p:nvPr/>
        </p:nvSpPr>
        <p:spPr>
          <a:xfrm>
            <a:off x="917430" y="2159005"/>
            <a:ext cx="136979" cy="137010"/>
          </a:xfrm>
          <a:custGeom>
            <a:avLst/>
            <a:gdLst/>
            <a:ahLst/>
            <a:cxnLst/>
            <a:rect l="l" t="t" r="r" b="b"/>
            <a:pathLst>
              <a:path w="4254" h="4255" extrusionOk="0">
                <a:moveTo>
                  <a:pt x="2931" y="1"/>
                </a:moveTo>
                <a:cubicBezTo>
                  <a:pt x="1292" y="1"/>
                  <a:pt x="1" y="1293"/>
                  <a:pt x="1" y="2899"/>
                </a:cubicBezTo>
                <a:cubicBezTo>
                  <a:pt x="1" y="3372"/>
                  <a:pt x="127" y="3845"/>
                  <a:pt x="316" y="4254"/>
                </a:cubicBezTo>
                <a:cubicBezTo>
                  <a:pt x="977" y="2364"/>
                  <a:pt x="2426" y="915"/>
                  <a:pt x="4254" y="316"/>
                </a:cubicBezTo>
                <a:cubicBezTo>
                  <a:pt x="3876" y="127"/>
                  <a:pt x="3403" y="1"/>
                  <a:pt x="293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Google Shape;5306;p57">
            <a:extLst>
              <a:ext uri="{FF2B5EF4-FFF2-40B4-BE49-F238E27FC236}">
                <a16:creationId xmlns:a16="http://schemas.microsoft.com/office/drawing/2014/main" id="{82C2DBA2-D63B-5802-3D71-ACAF7F1FEF32}"/>
              </a:ext>
            </a:extLst>
          </p:cNvPr>
          <p:cNvSpPr/>
          <p:nvPr/>
        </p:nvSpPr>
        <p:spPr>
          <a:xfrm>
            <a:off x="997576" y="2237123"/>
            <a:ext cx="239438" cy="240469"/>
          </a:xfrm>
          <a:custGeom>
            <a:avLst/>
            <a:gdLst/>
            <a:ahLst/>
            <a:cxnLst/>
            <a:rect l="l" t="t" r="r" b="b"/>
            <a:pathLst>
              <a:path w="7436" h="7468" extrusionOk="0">
                <a:moveTo>
                  <a:pt x="3781" y="1671"/>
                </a:moveTo>
                <a:cubicBezTo>
                  <a:pt x="4033" y="1671"/>
                  <a:pt x="4191" y="1860"/>
                  <a:pt x="4191" y="2112"/>
                </a:cubicBezTo>
                <a:lnTo>
                  <a:pt x="4191" y="3340"/>
                </a:lnTo>
                <a:lnTo>
                  <a:pt x="5388" y="3340"/>
                </a:lnTo>
                <a:cubicBezTo>
                  <a:pt x="5640" y="3340"/>
                  <a:pt x="5829" y="3529"/>
                  <a:pt x="5829" y="3750"/>
                </a:cubicBezTo>
                <a:cubicBezTo>
                  <a:pt x="5829" y="4002"/>
                  <a:pt x="5640" y="4128"/>
                  <a:pt x="5388" y="4128"/>
                </a:cubicBezTo>
                <a:lnTo>
                  <a:pt x="3750" y="4128"/>
                </a:lnTo>
                <a:cubicBezTo>
                  <a:pt x="3498" y="4128"/>
                  <a:pt x="3308" y="3939"/>
                  <a:pt x="3308" y="3750"/>
                </a:cubicBezTo>
                <a:lnTo>
                  <a:pt x="3308" y="2112"/>
                </a:lnTo>
                <a:lnTo>
                  <a:pt x="3340" y="2112"/>
                </a:lnTo>
                <a:cubicBezTo>
                  <a:pt x="3340" y="1860"/>
                  <a:pt x="3529" y="1671"/>
                  <a:pt x="3781" y="1671"/>
                </a:cubicBezTo>
                <a:close/>
                <a:moveTo>
                  <a:pt x="3750" y="1"/>
                </a:moveTo>
                <a:cubicBezTo>
                  <a:pt x="1702" y="1"/>
                  <a:pt x="32" y="1671"/>
                  <a:pt x="0" y="3750"/>
                </a:cubicBezTo>
                <a:cubicBezTo>
                  <a:pt x="32" y="5798"/>
                  <a:pt x="1702" y="7467"/>
                  <a:pt x="3750" y="7467"/>
                </a:cubicBezTo>
                <a:cubicBezTo>
                  <a:pt x="5797" y="7467"/>
                  <a:pt x="7436" y="5798"/>
                  <a:pt x="7436" y="3750"/>
                </a:cubicBezTo>
                <a:cubicBezTo>
                  <a:pt x="7436" y="1702"/>
                  <a:pt x="5797" y="64"/>
                  <a:pt x="375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8" name="Google Shape;5308;p57">
            <a:extLst>
              <a:ext uri="{FF2B5EF4-FFF2-40B4-BE49-F238E27FC236}">
                <a16:creationId xmlns:a16="http://schemas.microsoft.com/office/drawing/2014/main" id="{B6D1A398-83FA-691C-5253-0ADFA658F3A5}"/>
              </a:ext>
            </a:extLst>
          </p:cNvPr>
          <p:cNvSpPr/>
          <p:nvPr/>
        </p:nvSpPr>
        <p:spPr>
          <a:xfrm>
            <a:off x="920295" y="2642659"/>
            <a:ext cx="395350" cy="400406"/>
          </a:xfrm>
          <a:custGeom>
            <a:avLst/>
            <a:gdLst/>
            <a:ahLst/>
            <a:cxnLst/>
            <a:rect l="l" t="t" r="r" b="b"/>
            <a:pathLst>
              <a:path w="12278" h="12435" extrusionOk="0">
                <a:moveTo>
                  <a:pt x="5905" y="860"/>
                </a:moveTo>
                <a:cubicBezTo>
                  <a:pt x="6421" y="860"/>
                  <a:pt x="6926" y="1412"/>
                  <a:pt x="7341" y="2467"/>
                </a:cubicBezTo>
                <a:cubicBezTo>
                  <a:pt x="6837" y="2593"/>
                  <a:pt x="6365" y="2782"/>
                  <a:pt x="5892" y="3003"/>
                </a:cubicBezTo>
                <a:cubicBezTo>
                  <a:pt x="5419" y="2782"/>
                  <a:pt x="4947" y="2593"/>
                  <a:pt x="4443" y="2467"/>
                </a:cubicBezTo>
                <a:cubicBezTo>
                  <a:pt x="4893" y="1381"/>
                  <a:pt x="5404" y="860"/>
                  <a:pt x="5905" y="860"/>
                </a:cubicBezTo>
                <a:close/>
                <a:moveTo>
                  <a:pt x="4191" y="3255"/>
                </a:moveTo>
                <a:cubicBezTo>
                  <a:pt x="4443" y="3349"/>
                  <a:pt x="4632" y="3381"/>
                  <a:pt x="4884" y="3475"/>
                </a:cubicBezTo>
                <a:cubicBezTo>
                  <a:pt x="4726" y="3538"/>
                  <a:pt x="4600" y="3601"/>
                  <a:pt x="4443" y="3696"/>
                </a:cubicBezTo>
                <a:cubicBezTo>
                  <a:pt x="4285" y="3790"/>
                  <a:pt x="4159" y="3853"/>
                  <a:pt x="4002" y="3948"/>
                </a:cubicBezTo>
                <a:cubicBezTo>
                  <a:pt x="4096" y="3727"/>
                  <a:pt x="4159" y="3507"/>
                  <a:pt x="4191" y="3255"/>
                </a:cubicBezTo>
                <a:close/>
                <a:moveTo>
                  <a:pt x="7625" y="3318"/>
                </a:moveTo>
                <a:cubicBezTo>
                  <a:pt x="7688" y="3507"/>
                  <a:pt x="7751" y="3727"/>
                  <a:pt x="7782" y="3979"/>
                </a:cubicBezTo>
                <a:cubicBezTo>
                  <a:pt x="7499" y="3790"/>
                  <a:pt x="7247" y="3633"/>
                  <a:pt x="6963" y="3507"/>
                </a:cubicBezTo>
                <a:cubicBezTo>
                  <a:pt x="7184" y="3412"/>
                  <a:pt x="7404" y="3349"/>
                  <a:pt x="7625" y="3318"/>
                </a:cubicBezTo>
                <a:close/>
                <a:moveTo>
                  <a:pt x="2611" y="3034"/>
                </a:moveTo>
                <a:cubicBezTo>
                  <a:pt x="2846" y="3034"/>
                  <a:pt x="3110" y="3054"/>
                  <a:pt x="3403" y="3097"/>
                </a:cubicBezTo>
                <a:cubicBezTo>
                  <a:pt x="3309" y="3570"/>
                  <a:pt x="3183" y="4042"/>
                  <a:pt x="3151" y="4609"/>
                </a:cubicBezTo>
                <a:cubicBezTo>
                  <a:pt x="2742" y="4924"/>
                  <a:pt x="2363" y="5240"/>
                  <a:pt x="1954" y="5586"/>
                </a:cubicBezTo>
                <a:cubicBezTo>
                  <a:pt x="712" y="4068"/>
                  <a:pt x="945" y="3034"/>
                  <a:pt x="2611" y="3034"/>
                </a:cubicBezTo>
                <a:close/>
                <a:moveTo>
                  <a:pt x="9301" y="3075"/>
                </a:moveTo>
                <a:cubicBezTo>
                  <a:pt x="10879" y="3075"/>
                  <a:pt x="11079" y="4102"/>
                  <a:pt x="9862" y="5618"/>
                </a:cubicBezTo>
                <a:cubicBezTo>
                  <a:pt x="9515" y="5271"/>
                  <a:pt x="9137" y="4924"/>
                  <a:pt x="8696" y="4641"/>
                </a:cubicBezTo>
                <a:cubicBezTo>
                  <a:pt x="8601" y="4137"/>
                  <a:pt x="8538" y="3601"/>
                  <a:pt x="8412" y="3160"/>
                </a:cubicBezTo>
                <a:cubicBezTo>
                  <a:pt x="8746" y="3102"/>
                  <a:pt x="9042" y="3075"/>
                  <a:pt x="9301" y="3075"/>
                </a:cubicBezTo>
                <a:close/>
                <a:moveTo>
                  <a:pt x="8822" y="5744"/>
                </a:moveTo>
                <a:cubicBezTo>
                  <a:pt x="9011" y="5901"/>
                  <a:pt x="9169" y="6059"/>
                  <a:pt x="9326" y="6216"/>
                </a:cubicBezTo>
                <a:cubicBezTo>
                  <a:pt x="9169" y="6374"/>
                  <a:pt x="8980" y="6531"/>
                  <a:pt x="8822" y="6689"/>
                </a:cubicBezTo>
                <a:lnTo>
                  <a:pt x="8822" y="5744"/>
                </a:lnTo>
                <a:close/>
                <a:moveTo>
                  <a:pt x="3025" y="5775"/>
                </a:moveTo>
                <a:lnTo>
                  <a:pt x="3025" y="6720"/>
                </a:lnTo>
                <a:cubicBezTo>
                  <a:pt x="2836" y="6563"/>
                  <a:pt x="2679" y="6405"/>
                  <a:pt x="2521" y="6248"/>
                </a:cubicBezTo>
                <a:cubicBezTo>
                  <a:pt x="2679" y="6090"/>
                  <a:pt x="2868" y="5933"/>
                  <a:pt x="3025" y="5775"/>
                </a:cubicBezTo>
                <a:close/>
                <a:moveTo>
                  <a:pt x="5892" y="3885"/>
                </a:moveTo>
                <a:cubicBezTo>
                  <a:pt x="6617" y="4200"/>
                  <a:pt x="7278" y="4609"/>
                  <a:pt x="7908" y="5082"/>
                </a:cubicBezTo>
                <a:cubicBezTo>
                  <a:pt x="8003" y="5838"/>
                  <a:pt x="8003" y="6626"/>
                  <a:pt x="7908" y="7413"/>
                </a:cubicBezTo>
                <a:cubicBezTo>
                  <a:pt x="7278" y="7823"/>
                  <a:pt x="6585" y="8232"/>
                  <a:pt x="5892" y="8579"/>
                </a:cubicBezTo>
                <a:cubicBezTo>
                  <a:pt x="5545" y="8421"/>
                  <a:pt x="5230" y="8232"/>
                  <a:pt x="4884" y="8043"/>
                </a:cubicBezTo>
                <a:cubicBezTo>
                  <a:pt x="4537" y="7823"/>
                  <a:pt x="4191" y="7634"/>
                  <a:pt x="3876" y="7413"/>
                </a:cubicBezTo>
                <a:cubicBezTo>
                  <a:pt x="3844" y="6657"/>
                  <a:pt x="3844" y="5870"/>
                  <a:pt x="3876" y="5082"/>
                </a:cubicBezTo>
                <a:cubicBezTo>
                  <a:pt x="4191" y="4830"/>
                  <a:pt x="4537" y="4641"/>
                  <a:pt x="4884" y="4452"/>
                </a:cubicBezTo>
                <a:cubicBezTo>
                  <a:pt x="5230" y="4263"/>
                  <a:pt x="5577" y="4042"/>
                  <a:pt x="5892" y="3885"/>
                </a:cubicBezTo>
                <a:close/>
                <a:moveTo>
                  <a:pt x="4033" y="8516"/>
                </a:moveTo>
                <a:cubicBezTo>
                  <a:pt x="4159" y="8579"/>
                  <a:pt x="4317" y="8674"/>
                  <a:pt x="4474" y="8737"/>
                </a:cubicBezTo>
                <a:cubicBezTo>
                  <a:pt x="4632" y="8831"/>
                  <a:pt x="4758" y="8894"/>
                  <a:pt x="4915" y="8989"/>
                </a:cubicBezTo>
                <a:cubicBezTo>
                  <a:pt x="4663" y="9052"/>
                  <a:pt x="4474" y="9146"/>
                  <a:pt x="4254" y="9178"/>
                </a:cubicBezTo>
                <a:cubicBezTo>
                  <a:pt x="4159" y="8926"/>
                  <a:pt x="4096" y="8737"/>
                  <a:pt x="4033" y="8516"/>
                </a:cubicBezTo>
                <a:close/>
                <a:moveTo>
                  <a:pt x="7782" y="8516"/>
                </a:moveTo>
                <a:cubicBezTo>
                  <a:pt x="7751" y="8737"/>
                  <a:pt x="7688" y="8989"/>
                  <a:pt x="7625" y="9178"/>
                </a:cubicBezTo>
                <a:cubicBezTo>
                  <a:pt x="7404" y="9083"/>
                  <a:pt x="7184" y="9052"/>
                  <a:pt x="6963" y="8989"/>
                </a:cubicBezTo>
                <a:cubicBezTo>
                  <a:pt x="7278" y="8831"/>
                  <a:pt x="7499" y="8674"/>
                  <a:pt x="7782" y="8516"/>
                </a:cubicBezTo>
                <a:close/>
                <a:moveTo>
                  <a:pt x="1954" y="6846"/>
                </a:moveTo>
                <a:cubicBezTo>
                  <a:pt x="2300" y="7193"/>
                  <a:pt x="2710" y="7571"/>
                  <a:pt x="3151" y="7823"/>
                </a:cubicBezTo>
                <a:cubicBezTo>
                  <a:pt x="3214" y="8358"/>
                  <a:pt x="3309" y="8863"/>
                  <a:pt x="3403" y="9335"/>
                </a:cubicBezTo>
                <a:cubicBezTo>
                  <a:pt x="3090" y="9388"/>
                  <a:pt x="2806" y="9414"/>
                  <a:pt x="2555" y="9414"/>
                </a:cubicBezTo>
                <a:cubicBezTo>
                  <a:pt x="1015" y="9414"/>
                  <a:pt x="681" y="8445"/>
                  <a:pt x="1954" y="6846"/>
                </a:cubicBezTo>
                <a:close/>
                <a:moveTo>
                  <a:pt x="9925" y="6846"/>
                </a:moveTo>
                <a:lnTo>
                  <a:pt x="9925" y="6846"/>
                </a:lnTo>
                <a:cubicBezTo>
                  <a:pt x="11167" y="8392"/>
                  <a:pt x="10934" y="9430"/>
                  <a:pt x="9267" y="9430"/>
                </a:cubicBezTo>
                <a:cubicBezTo>
                  <a:pt x="9032" y="9430"/>
                  <a:pt x="8768" y="9410"/>
                  <a:pt x="8475" y="9367"/>
                </a:cubicBezTo>
                <a:cubicBezTo>
                  <a:pt x="8538" y="8894"/>
                  <a:pt x="8664" y="8390"/>
                  <a:pt x="8727" y="7823"/>
                </a:cubicBezTo>
                <a:cubicBezTo>
                  <a:pt x="9137" y="7508"/>
                  <a:pt x="9515" y="7193"/>
                  <a:pt x="9925" y="6846"/>
                </a:cubicBezTo>
                <a:close/>
                <a:moveTo>
                  <a:pt x="5924" y="9461"/>
                </a:moveTo>
                <a:cubicBezTo>
                  <a:pt x="6396" y="9650"/>
                  <a:pt x="6869" y="9839"/>
                  <a:pt x="7404" y="9965"/>
                </a:cubicBezTo>
                <a:cubicBezTo>
                  <a:pt x="6962" y="11056"/>
                  <a:pt x="6440" y="11607"/>
                  <a:pt x="5922" y="11607"/>
                </a:cubicBezTo>
                <a:cubicBezTo>
                  <a:pt x="5408" y="11607"/>
                  <a:pt x="4898" y="11064"/>
                  <a:pt x="4474" y="9965"/>
                </a:cubicBezTo>
                <a:cubicBezTo>
                  <a:pt x="4978" y="9839"/>
                  <a:pt x="5451" y="9650"/>
                  <a:pt x="5924" y="9461"/>
                </a:cubicBezTo>
                <a:close/>
                <a:moveTo>
                  <a:pt x="5931" y="1"/>
                </a:moveTo>
                <a:cubicBezTo>
                  <a:pt x="5817" y="1"/>
                  <a:pt x="5699" y="14"/>
                  <a:pt x="5577" y="41"/>
                </a:cubicBezTo>
                <a:cubicBezTo>
                  <a:pt x="4632" y="262"/>
                  <a:pt x="4002" y="1333"/>
                  <a:pt x="3655" y="2278"/>
                </a:cubicBezTo>
                <a:cubicBezTo>
                  <a:pt x="3326" y="2223"/>
                  <a:pt x="2973" y="2187"/>
                  <a:pt x="2624" y="2187"/>
                </a:cubicBezTo>
                <a:cubicBezTo>
                  <a:pt x="1770" y="2187"/>
                  <a:pt x="939" y="2404"/>
                  <a:pt x="536" y="3097"/>
                </a:cubicBezTo>
                <a:cubicBezTo>
                  <a:pt x="1" y="4074"/>
                  <a:pt x="662" y="5334"/>
                  <a:pt x="1387" y="6216"/>
                </a:cubicBezTo>
                <a:cubicBezTo>
                  <a:pt x="788" y="6972"/>
                  <a:pt x="158" y="8043"/>
                  <a:pt x="379" y="8926"/>
                </a:cubicBezTo>
                <a:cubicBezTo>
                  <a:pt x="599" y="9650"/>
                  <a:pt x="1166" y="10028"/>
                  <a:pt x="1922" y="10186"/>
                </a:cubicBezTo>
                <a:cubicBezTo>
                  <a:pt x="2157" y="10241"/>
                  <a:pt x="2410" y="10266"/>
                  <a:pt x="2668" y="10266"/>
                </a:cubicBezTo>
                <a:cubicBezTo>
                  <a:pt x="2998" y="10266"/>
                  <a:pt x="3337" y="10225"/>
                  <a:pt x="3655" y="10154"/>
                </a:cubicBezTo>
                <a:cubicBezTo>
                  <a:pt x="4221" y="11678"/>
                  <a:pt x="5076" y="12434"/>
                  <a:pt x="5929" y="12434"/>
                </a:cubicBezTo>
                <a:cubicBezTo>
                  <a:pt x="6786" y="12434"/>
                  <a:pt x="7639" y="11670"/>
                  <a:pt x="8192" y="10154"/>
                </a:cubicBezTo>
                <a:cubicBezTo>
                  <a:pt x="8550" y="10215"/>
                  <a:pt x="8882" y="10243"/>
                  <a:pt x="9186" y="10243"/>
                </a:cubicBezTo>
                <a:cubicBezTo>
                  <a:pt x="11589" y="10243"/>
                  <a:pt x="12278" y="8453"/>
                  <a:pt x="10460" y="6216"/>
                </a:cubicBezTo>
                <a:cubicBezTo>
                  <a:pt x="12272" y="4014"/>
                  <a:pt x="11618" y="2182"/>
                  <a:pt x="9217" y="2182"/>
                </a:cubicBezTo>
                <a:cubicBezTo>
                  <a:pt x="8904" y="2182"/>
                  <a:pt x="8562" y="2213"/>
                  <a:pt x="8192" y="2278"/>
                </a:cubicBezTo>
                <a:cubicBezTo>
                  <a:pt x="7765" y="1139"/>
                  <a:pt x="7004" y="1"/>
                  <a:pt x="593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Google Shape;5309;p57">
            <a:extLst>
              <a:ext uri="{FF2B5EF4-FFF2-40B4-BE49-F238E27FC236}">
                <a16:creationId xmlns:a16="http://schemas.microsoft.com/office/drawing/2014/main" id="{6CAC155D-DE26-1A92-6630-2E52F9DA1056}"/>
              </a:ext>
            </a:extLst>
          </p:cNvPr>
          <p:cNvSpPr/>
          <p:nvPr/>
        </p:nvSpPr>
        <p:spPr>
          <a:xfrm>
            <a:off x="1070443" y="2803207"/>
            <a:ext cx="81176" cy="80210"/>
          </a:xfrm>
          <a:custGeom>
            <a:avLst/>
            <a:gdLst/>
            <a:ahLst/>
            <a:cxnLst/>
            <a:rect l="l" t="t" r="r" b="b"/>
            <a:pathLst>
              <a:path w="2521" h="2491" extrusionOk="0">
                <a:moveTo>
                  <a:pt x="1313" y="0"/>
                </a:moveTo>
                <a:cubicBezTo>
                  <a:pt x="1295" y="0"/>
                  <a:pt x="1278" y="1"/>
                  <a:pt x="1261" y="1"/>
                </a:cubicBezTo>
                <a:cubicBezTo>
                  <a:pt x="599" y="1"/>
                  <a:pt x="0" y="569"/>
                  <a:pt x="63" y="1230"/>
                </a:cubicBezTo>
                <a:cubicBezTo>
                  <a:pt x="0" y="1955"/>
                  <a:pt x="567" y="2490"/>
                  <a:pt x="1261" y="2490"/>
                </a:cubicBezTo>
                <a:cubicBezTo>
                  <a:pt x="1954" y="2490"/>
                  <a:pt x="2521" y="1955"/>
                  <a:pt x="2489" y="1230"/>
                </a:cubicBezTo>
                <a:cubicBezTo>
                  <a:pt x="2489" y="585"/>
                  <a:pt x="1980" y="0"/>
                  <a:pt x="13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Google Shape;5310;p57">
            <a:extLst>
              <a:ext uri="{FF2B5EF4-FFF2-40B4-BE49-F238E27FC236}">
                <a16:creationId xmlns:a16="http://schemas.microsoft.com/office/drawing/2014/main" id="{41BBC4D0-285D-DF56-19A0-4B2D7041E9C6}"/>
              </a:ext>
            </a:extLst>
          </p:cNvPr>
          <p:cNvSpPr/>
          <p:nvPr/>
        </p:nvSpPr>
        <p:spPr>
          <a:xfrm>
            <a:off x="916385" y="3126641"/>
            <a:ext cx="409841" cy="407844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" name="Google Shape;5312;p57">
            <a:extLst>
              <a:ext uri="{FF2B5EF4-FFF2-40B4-BE49-F238E27FC236}">
                <a16:creationId xmlns:a16="http://schemas.microsoft.com/office/drawing/2014/main" id="{ED1424D6-A875-78CE-81B5-C9A1EE7DFDE7}"/>
              </a:ext>
            </a:extLst>
          </p:cNvPr>
          <p:cNvSpPr/>
          <p:nvPr/>
        </p:nvSpPr>
        <p:spPr>
          <a:xfrm>
            <a:off x="3364144" y="2230038"/>
            <a:ext cx="108578" cy="108578"/>
          </a:xfrm>
          <a:custGeom>
            <a:avLst/>
            <a:gdLst/>
            <a:ahLst/>
            <a:cxnLst/>
            <a:rect l="l" t="t" r="r" b="b"/>
            <a:pathLst>
              <a:path w="3372" h="3372" extrusionOk="0">
                <a:moveTo>
                  <a:pt x="2710" y="0"/>
                </a:moveTo>
                <a:lnTo>
                  <a:pt x="1" y="2710"/>
                </a:lnTo>
                <a:lnTo>
                  <a:pt x="694" y="3371"/>
                </a:lnTo>
                <a:lnTo>
                  <a:pt x="3372" y="662"/>
                </a:lnTo>
                <a:lnTo>
                  <a:pt x="271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Google Shape;5313;p57">
            <a:extLst>
              <a:ext uri="{FF2B5EF4-FFF2-40B4-BE49-F238E27FC236}">
                <a16:creationId xmlns:a16="http://schemas.microsoft.com/office/drawing/2014/main" id="{BC76B023-A8D8-6D7B-1DA3-7311E871D2C7}"/>
              </a:ext>
            </a:extLst>
          </p:cNvPr>
          <p:cNvSpPr/>
          <p:nvPr/>
        </p:nvSpPr>
        <p:spPr>
          <a:xfrm>
            <a:off x="3532549" y="2195810"/>
            <a:ext cx="194810" cy="192523"/>
          </a:xfrm>
          <a:custGeom>
            <a:avLst/>
            <a:gdLst/>
            <a:ahLst/>
            <a:cxnLst/>
            <a:rect l="l" t="t" r="r" b="b"/>
            <a:pathLst>
              <a:path w="6050" h="5979" extrusionOk="0">
                <a:moveTo>
                  <a:pt x="2663" y="0"/>
                </a:moveTo>
                <a:cubicBezTo>
                  <a:pt x="2552" y="0"/>
                  <a:pt x="2442" y="39"/>
                  <a:pt x="2363" y="118"/>
                </a:cubicBezTo>
                <a:lnTo>
                  <a:pt x="1261" y="1221"/>
                </a:lnTo>
                <a:lnTo>
                  <a:pt x="2678" y="2639"/>
                </a:lnTo>
                <a:cubicBezTo>
                  <a:pt x="2836" y="2796"/>
                  <a:pt x="2836" y="3080"/>
                  <a:pt x="2678" y="3237"/>
                </a:cubicBezTo>
                <a:cubicBezTo>
                  <a:pt x="2637" y="3278"/>
                  <a:pt x="2560" y="3302"/>
                  <a:pt x="2473" y="3302"/>
                </a:cubicBezTo>
                <a:cubicBezTo>
                  <a:pt x="2360" y="3302"/>
                  <a:pt x="2232" y="3263"/>
                  <a:pt x="2143" y="3174"/>
                </a:cubicBezTo>
                <a:lnTo>
                  <a:pt x="725" y="1756"/>
                </a:lnTo>
                <a:lnTo>
                  <a:pt x="0" y="2481"/>
                </a:lnTo>
                <a:lnTo>
                  <a:pt x="3529" y="5978"/>
                </a:lnTo>
                <a:lnTo>
                  <a:pt x="5892" y="3615"/>
                </a:lnTo>
                <a:cubicBezTo>
                  <a:pt x="6049" y="3458"/>
                  <a:pt x="6049" y="3174"/>
                  <a:pt x="5892" y="3017"/>
                </a:cubicBezTo>
                <a:lnTo>
                  <a:pt x="2962" y="118"/>
                </a:lnTo>
                <a:cubicBezTo>
                  <a:pt x="2883" y="39"/>
                  <a:pt x="2773" y="0"/>
                  <a:pt x="26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" name="Google Shape;5314;p57">
            <a:extLst>
              <a:ext uri="{FF2B5EF4-FFF2-40B4-BE49-F238E27FC236}">
                <a16:creationId xmlns:a16="http://schemas.microsoft.com/office/drawing/2014/main" id="{6807BD3E-541C-2500-2707-7F18200D539A}"/>
              </a:ext>
            </a:extLst>
          </p:cNvPr>
          <p:cNvSpPr/>
          <p:nvPr/>
        </p:nvSpPr>
        <p:spPr>
          <a:xfrm>
            <a:off x="3404717" y="2270610"/>
            <a:ext cx="274955" cy="274955"/>
          </a:xfrm>
          <a:custGeom>
            <a:avLst/>
            <a:gdLst/>
            <a:ahLst/>
            <a:cxnLst/>
            <a:rect l="l" t="t" r="r" b="b"/>
            <a:pathLst>
              <a:path w="8539" h="8539" extrusionOk="0">
                <a:moveTo>
                  <a:pt x="2679" y="0"/>
                </a:moveTo>
                <a:lnTo>
                  <a:pt x="1" y="2678"/>
                </a:lnTo>
                <a:lnTo>
                  <a:pt x="5861" y="8538"/>
                </a:lnTo>
                <a:lnTo>
                  <a:pt x="8539" y="5860"/>
                </a:lnTo>
                <a:lnTo>
                  <a:pt x="267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" name="Google Shape;5315;p57">
            <a:extLst>
              <a:ext uri="{FF2B5EF4-FFF2-40B4-BE49-F238E27FC236}">
                <a16:creationId xmlns:a16="http://schemas.microsoft.com/office/drawing/2014/main" id="{9AEDA464-662E-F0D6-DB22-17B7BE9B7D5E}"/>
              </a:ext>
            </a:extLst>
          </p:cNvPr>
          <p:cNvSpPr/>
          <p:nvPr/>
        </p:nvSpPr>
        <p:spPr>
          <a:xfrm>
            <a:off x="3616752" y="2482614"/>
            <a:ext cx="113183" cy="110510"/>
          </a:xfrm>
          <a:custGeom>
            <a:avLst/>
            <a:gdLst/>
            <a:ahLst/>
            <a:cxnLst/>
            <a:rect l="l" t="t" r="r" b="b"/>
            <a:pathLst>
              <a:path w="3515" h="3432" extrusionOk="0">
                <a:moveTo>
                  <a:pt x="2426" y="1"/>
                </a:moveTo>
                <a:lnTo>
                  <a:pt x="0" y="2427"/>
                </a:lnTo>
                <a:lnTo>
                  <a:pt x="2899" y="3404"/>
                </a:lnTo>
                <a:cubicBezTo>
                  <a:pt x="2948" y="3423"/>
                  <a:pt x="2996" y="3432"/>
                  <a:pt x="3044" y="3432"/>
                </a:cubicBezTo>
                <a:cubicBezTo>
                  <a:pt x="3302" y="3432"/>
                  <a:pt x="3514" y="3166"/>
                  <a:pt x="3434" y="2899"/>
                </a:cubicBezTo>
                <a:lnTo>
                  <a:pt x="242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Google Shape;5316;p57">
            <a:extLst>
              <a:ext uri="{FF2B5EF4-FFF2-40B4-BE49-F238E27FC236}">
                <a16:creationId xmlns:a16="http://schemas.microsoft.com/office/drawing/2014/main" id="{34FD063A-2C0E-4B90-3E2D-181408F5FCF6}"/>
              </a:ext>
            </a:extLst>
          </p:cNvPr>
          <p:cNvSpPr/>
          <p:nvPr/>
        </p:nvSpPr>
        <p:spPr>
          <a:xfrm>
            <a:off x="3327629" y="2398444"/>
            <a:ext cx="193779" cy="192523"/>
          </a:xfrm>
          <a:custGeom>
            <a:avLst/>
            <a:gdLst/>
            <a:ahLst/>
            <a:cxnLst/>
            <a:rect l="l" t="t" r="r" b="b"/>
            <a:pathLst>
              <a:path w="6018" h="5979" extrusionOk="0">
                <a:moveTo>
                  <a:pt x="2521" y="0"/>
                </a:moveTo>
                <a:lnTo>
                  <a:pt x="1796" y="725"/>
                </a:lnTo>
                <a:lnTo>
                  <a:pt x="3308" y="2205"/>
                </a:lnTo>
                <a:cubicBezTo>
                  <a:pt x="3466" y="2363"/>
                  <a:pt x="3466" y="2646"/>
                  <a:pt x="3308" y="2804"/>
                </a:cubicBezTo>
                <a:cubicBezTo>
                  <a:pt x="3230" y="2883"/>
                  <a:pt x="3119" y="2922"/>
                  <a:pt x="3009" y="2922"/>
                </a:cubicBezTo>
                <a:cubicBezTo>
                  <a:pt x="2899" y="2922"/>
                  <a:pt x="2789" y="2883"/>
                  <a:pt x="2710" y="2804"/>
                </a:cubicBezTo>
                <a:lnTo>
                  <a:pt x="1229" y="1292"/>
                </a:lnTo>
                <a:lnTo>
                  <a:pt x="158" y="2363"/>
                </a:lnTo>
                <a:cubicBezTo>
                  <a:pt x="0" y="2520"/>
                  <a:pt x="0" y="2804"/>
                  <a:pt x="158" y="2962"/>
                </a:cubicBezTo>
                <a:lnTo>
                  <a:pt x="3056" y="5860"/>
                </a:lnTo>
                <a:cubicBezTo>
                  <a:pt x="3135" y="5939"/>
                  <a:pt x="3245" y="5978"/>
                  <a:pt x="3356" y="5978"/>
                </a:cubicBezTo>
                <a:cubicBezTo>
                  <a:pt x="3466" y="5978"/>
                  <a:pt x="3576" y="5939"/>
                  <a:pt x="3655" y="5860"/>
                </a:cubicBezTo>
                <a:lnTo>
                  <a:pt x="6018" y="3497"/>
                </a:lnTo>
                <a:lnTo>
                  <a:pt x="252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Google Shape;5317;p57">
            <a:extLst>
              <a:ext uri="{FF2B5EF4-FFF2-40B4-BE49-F238E27FC236}">
                <a16:creationId xmlns:a16="http://schemas.microsoft.com/office/drawing/2014/main" id="{C8B0B165-4AF1-1595-1E3E-D73C298C7F35}"/>
              </a:ext>
            </a:extLst>
          </p:cNvPr>
          <p:cNvSpPr/>
          <p:nvPr/>
        </p:nvSpPr>
        <p:spPr>
          <a:xfrm>
            <a:off x="3314428" y="2184895"/>
            <a:ext cx="118721" cy="113150"/>
          </a:xfrm>
          <a:custGeom>
            <a:avLst/>
            <a:gdLst/>
            <a:ahLst/>
            <a:cxnLst/>
            <a:rect l="l" t="t" r="r" b="b"/>
            <a:pathLst>
              <a:path w="3687" h="3514" extrusionOk="0">
                <a:moveTo>
                  <a:pt x="2281" y="0"/>
                </a:moveTo>
                <a:cubicBezTo>
                  <a:pt x="1915" y="0"/>
                  <a:pt x="1545" y="142"/>
                  <a:pt x="1261" y="426"/>
                </a:cubicBezTo>
                <a:lnTo>
                  <a:pt x="568" y="1119"/>
                </a:lnTo>
                <a:cubicBezTo>
                  <a:pt x="1" y="1686"/>
                  <a:pt x="1" y="2568"/>
                  <a:pt x="568" y="3135"/>
                </a:cubicBezTo>
                <a:lnTo>
                  <a:pt x="946" y="3513"/>
                </a:lnTo>
                <a:lnTo>
                  <a:pt x="3687" y="804"/>
                </a:lnTo>
                <a:lnTo>
                  <a:pt x="3277" y="426"/>
                </a:lnTo>
                <a:cubicBezTo>
                  <a:pt x="3010" y="142"/>
                  <a:pt x="2647" y="0"/>
                  <a:pt x="22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" name="Google Shape;5319;p57">
            <a:extLst>
              <a:ext uri="{FF2B5EF4-FFF2-40B4-BE49-F238E27FC236}">
                <a16:creationId xmlns:a16="http://schemas.microsoft.com/office/drawing/2014/main" id="{3E1A8960-7793-7E3A-B8B9-27261881AA8D}"/>
              </a:ext>
            </a:extLst>
          </p:cNvPr>
          <p:cNvSpPr/>
          <p:nvPr/>
        </p:nvSpPr>
        <p:spPr>
          <a:xfrm>
            <a:off x="3317245" y="2700780"/>
            <a:ext cx="386559" cy="106550"/>
          </a:xfrm>
          <a:custGeom>
            <a:avLst/>
            <a:gdLst/>
            <a:ahLst/>
            <a:cxnLst/>
            <a:rect l="l" t="t" r="r" b="b"/>
            <a:pathLst>
              <a:path w="12005" h="3309" extrusionOk="0">
                <a:moveTo>
                  <a:pt x="1671" y="0"/>
                </a:moveTo>
                <a:cubicBezTo>
                  <a:pt x="757" y="0"/>
                  <a:pt x="1" y="757"/>
                  <a:pt x="1" y="1670"/>
                </a:cubicBezTo>
                <a:cubicBezTo>
                  <a:pt x="1" y="2552"/>
                  <a:pt x="757" y="3308"/>
                  <a:pt x="1671" y="3308"/>
                </a:cubicBezTo>
                <a:lnTo>
                  <a:pt x="11469" y="3308"/>
                </a:lnTo>
                <a:cubicBezTo>
                  <a:pt x="11815" y="3308"/>
                  <a:pt x="12004" y="2930"/>
                  <a:pt x="11784" y="2647"/>
                </a:cubicBezTo>
                <a:cubicBezTo>
                  <a:pt x="11595" y="2363"/>
                  <a:pt x="11469" y="2017"/>
                  <a:pt x="11469" y="1670"/>
                </a:cubicBezTo>
                <a:cubicBezTo>
                  <a:pt x="11469" y="1292"/>
                  <a:pt x="11595" y="946"/>
                  <a:pt x="11784" y="662"/>
                </a:cubicBezTo>
                <a:cubicBezTo>
                  <a:pt x="11973" y="410"/>
                  <a:pt x="11784" y="0"/>
                  <a:pt x="114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" name="Google Shape;5320;p57">
            <a:extLst>
              <a:ext uri="{FF2B5EF4-FFF2-40B4-BE49-F238E27FC236}">
                <a16:creationId xmlns:a16="http://schemas.microsoft.com/office/drawing/2014/main" id="{F41298F7-E4A7-897D-27F9-956331600374}"/>
              </a:ext>
            </a:extLst>
          </p:cNvPr>
          <p:cNvSpPr/>
          <p:nvPr/>
        </p:nvSpPr>
        <p:spPr>
          <a:xfrm>
            <a:off x="3622597" y="2833669"/>
            <a:ext cx="27434" cy="106550"/>
          </a:xfrm>
          <a:custGeom>
            <a:avLst/>
            <a:gdLst/>
            <a:ahLst/>
            <a:cxnLst/>
            <a:rect l="l" t="t" r="r" b="b"/>
            <a:pathLst>
              <a:path w="852" h="3309" extrusionOk="0">
                <a:moveTo>
                  <a:pt x="1" y="1"/>
                </a:moveTo>
                <a:lnTo>
                  <a:pt x="1" y="3309"/>
                </a:lnTo>
                <a:lnTo>
                  <a:pt x="852" y="3309"/>
                </a:lnTo>
                <a:lnTo>
                  <a:pt x="85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Google Shape;5321;p57">
            <a:extLst>
              <a:ext uri="{FF2B5EF4-FFF2-40B4-BE49-F238E27FC236}">
                <a16:creationId xmlns:a16="http://schemas.microsoft.com/office/drawing/2014/main" id="{F41B0748-3FB5-BFF5-C723-CF6C27916D72}"/>
              </a:ext>
            </a:extLst>
          </p:cNvPr>
          <p:cNvSpPr/>
          <p:nvPr/>
        </p:nvSpPr>
        <p:spPr>
          <a:xfrm>
            <a:off x="3676370" y="2834698"/>
            <a:ext cx="50747" cy="106550"/>
          </a:xfrm>
          <a:custGeom>
            <a:avLst/>
            <a:gdLst/>
            <a:ahLst/>
            <a:cxnLst/>
            <a:rect l="l" t="t" r="r" b="b"/>
            <a:pathLst>
              <a:path w="1576" h="3309" extrusionOk="0">
                <a:moveTo>
                  <a:pt x="1" y="0"/>
                </a:moveTo>
                <a:lnTo>
                  <a:pt x="1" y="3308"/>
                </a:lnTo>
                <a:lnTo>
                  <a:pt x="1198" y="3308"/>
                </a:lnTo>
                <a:cubicBezTo>
                  <a:pt x="1387" y="3277"/>
                  <a:pt x="1576" y="3088"/>
                  <a:pt x="1576" y="2899"/>
                </a:cubicBezTo>
                <a:lnTo>
                  <a:pt x="1576" y="410"/>
                </a:lnTo>
                <a:cubicBezTo>
                  <a:pt x="1576" y="158"/>
                  <a:pt x="1387" y="0"/>
                  <a:pt x="119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Google Shape;5322;p57">
            <a:extLst>
              <a:ext uri="{FF2B5EF4-FFF2-40B4-BE49-F238E27FC236}">
                <a16:creationId xmlns:a16="http://schemas.microsoft.com/office/drawing/2014/main" id="{A1CBC055-62F4-874B-3381-93318224E1A0}"/>
              </a:ext>
            </a:extLst>
          </p:cNvPr>
          <p:cNvSpPr/>
          <p:nvPr/>
        </p:nvSpPr>
        <p:spPr>
          <a:xfrm>
            <a:off x="3345676" y="2833669"/>
            <a:ext cx="250580" cy="106550"/>
          </a:xfrm>
          <a:custGeom>
            <a:avLst/>
            <a:gdLst/>
            <a:ahLst/>
            <a:cxnLst/>
            <a:rect l="l" t="t" r="r" b="b"/>
            <a:pathLst>
              <a:path w="7782" h="3309" extrusionOk="0">
                <a:moveTo>
                  <a:pt x="441" y="1"/>
                </a:moveTo>
                <a:cubicBezTo>
                  <a:pt x="189" y="1"/>
                  <a:pt x="0" y="221"/>
                  <a:pt x="0" y="442"/>
                </a:cubicBezTo>
                <a:lnTo>
                  <a:pt x="0" y="2931"/>
                </a:lnTo>
                <a:cubicBezTo>
                  <a:pt x="0" y="3151"/>
                  <a:pt x="189" y="3309"/>
                  <a:pt x="441" y="3309"/>
                </a:cubicBezTo>
                <a:lnTo>
                  <a:pt x="7782" y="3309"/>
                </a:lnTo>
                <a:lnTo>
                  <a:pt x="778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Google Shape;5323;p57">
            <a:extLst>
              <a:ext uri="{FF2B5EF4-FFF2-40B4-BE49-F238E27FC236}">
                <a16:creationId xmlns:a16="http://schemas.microsoft.com/office/drawing/2014/main" id="{6901342A-66F3-27BE-E745-39FF0B7F8203}"/>
              </a:ext>
            </a:extLst>
          </p:cNvPr>
          <p:cNvSpPr/>
          <p:nvPr/>
        </p:nvSpPr>
        <p:spPr>
          <a:xfrm>
            <a:off x="3399418" y="2966557"/>
            <a:ext cx="27434" cy="106550"/>
          </a:xfrm>
          <a:custGeom>
            <a:avLst/>
            <a:gdLst/>
            <a:ahLst/>
            <a:cxnLst/>
            <a:rect l="l" t="t" r="r" b="b"/>
            <a:pathLst>
              <a:path w="852" h="3309" extrusionOk="0">
                <a:moveTo>
                  <a:pt x="1" y="1"/>
                </a:moveTo>
                <a:lnTo>
                  <a:pt x="1" y="3309"/>
                </a:lnTo>
                <a:lnTo>
                  <a:pt x="851" y="3309"/>
                </a:lnTo>
                <a:lnTo>
                  <a:pt x="85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Google Shape;5324;p57">
            <a:extLst>
              <a:ext uri="{FF2B5EF4-FFF2-40B4-BE49-F238E27FC236}">
                <a16:creationId xmlns:a16="http://schemas.microsoft.com/office/drawing/2014/main" id="{74565260-B760-3A8D-434D-B1A068A703C2}"/>
              </a:ext>
            </a:extLst>
          </p:cNvPr>
          <p:cNvSpPr/>
          <p:nvPr/>
        </p:nvSpPr>
        <p:spPr>
          <a:xfrm>
            <a:off x="3453192" y="2968587"/>
            <a:ext cx="245524" cy="105551"/>
          </a:xfrm>
          <a:custGeom>
            <a:avLst/>
            <a:gdLst/>
            <a:ahLst/>
            <a:cxnLst/>
            <a:rect l="l" t="t" r="r" b="b"/>
            <a:pathLst>
              <a:path w="7625" h="3278" extrusionOk="0">
                <a:moveTo>
                  <a:pt x="1" y="1"/>
                </a:moveTo>
                <a:lnTo>
                  <a:pt x="1" y="3277"/>
                </a:lnTo>
                <a:lnTo>
                  <a:pt x="7247" y="3277"/>
                </a:lnTo>
                <a:cubicBezTo>
                  <a:pt x="7467" y="3277"/>
                  <a:pt x="7625" y="3057"/>
                  <a:pt x="7625" y="2868"/>
                </a:cubicBezTo>
                <a:lnTo>
                  <a:pt x="7625" y="379"/>
                </a:lnTo>
                <a:cubicBezTo>
                  <a:pt x="7625" y="158"/>
                  <a:pt x="7436" y="1"/>
                  <a:pt x="72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Google Shape;5325;p57">
            <a:extLst>
              <a:ext uri="{FF2B5EF4-FFF2-40B4-BE49-F238E27FC236}">
                <a16:creationId xmlns:a16="http://schemas.microsoft.com/office/drawing/2014/main" id="{E895AB94-D479-51F1-984A-82CED4176896}"/>
              </a:ext>
            </a:extLst>
          </p:cNvPr>
          <p:cNvSpPr/>
          <p:nvPr/>
        </p:nvSpPr>
        <p:spPr>
          <a:xfrm>
            <a:off x="3317245" y="2967588"/>
            <a:ext cx="55835" cy="106550"/>
          </a:xfrm>
          <a:custGeom>
            <a:avLst/>
            <a:gdLst/>
            <a:ahLst/>
            <a:cxnLst/>
            <a:rect l="l" t="t" r="r" b="b"/>
            <a:pathLst>
              <a:path w="1734" h="3309" extrusionOk="0">
                <a:moveTo>
                  <a:pt x="442" y="0"/>
                </a:moveTo>
                <a:cubicBezTo>
                  <a:pt x="190" y="0"/>
                  <a:pt x="1" y="189"/>
                  <a:pt x="1" y="378"/>
                </a:cubicBezTo>
                <a:lnTo>
                  <a:pt x="1" y="2867"/>
                </a:lnTo>
                <a:cubicBezTo>
                  <a:pt x="1" y="3088"/>
                  <a:pt x="190" y="3308"/>
                  <a:pt x="442" y="3308"/>
                </a:cubicBezTo>
                <a:lnTo>
                  <a:pt x="1734" y="3308"/>
                </a:lnTo>
                <a:lnTo>
                  <a:pt x="173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" name="Google Shape;5327;p57">
            <a:extLst>
              <a:ext uri="{FF2B5EF4-FFF2-40B4-BE49-F238E27FC236}">
                <a16:creationId xmlns:a16="http://schemas.microsoft.com/office/drawing/2014/main" id="{F5791586-ED01-9F28-1937-7283D909116B}"/>
              </a:ext>
            </a:extLst>
          </p:cNvPr>
          <p:cNvSpPr/>
          <p:nvPr/>
        </p:nvSpPr>
        <p:spPr>
          <a:xfrm>
            <a:off x="3377621" y="3342001"/>
            <a:ext cx="292181" cy="130892"/>
          </a:xfrm>
          <a:custGeom>
            <a:avLst/>
            <a:gdLst/>
            <a:ahLst/>
            <a:cxnLst/>
            <a:rect l="l" t="t" r="r" b="b"/>
            <a:pathLst>
              <a:path w="9074" h="4065" extrusionOk="0">
                <a:moveTo>
                  <a:pt x="0" y="0"/>
                </a:moveTo>
                <a:lnTo>
                  <a:pt x="0" y="2017"/>
                </a:lnTo>
                <a:cubicBezTo>
                  <a:pt x="0" y="3529"/>
                  <a:pt x="2741" y="4065"/>
                  <a:pt x="4505" y="4065"/>
                </a:cubicBezTo>
                <a:cubicBezTo>
                  <a:pt x="6774" y="4065"/>
                  <a:pt x="9074" y="3371"/>
                  <a:pt x="9074" y="2017"/>
                </a:cubicBezTo>
                <a:lnTo>
                  <a:pt x="9074" y="0"/>
                </a:lnTo>
                <a:lnTo>
                  <a:pt x="5135" y="2237"/>
                </a:lnTo>
                <a:cubicBezTo>
                  <a:pt x="4953" y="2359"/>
                  <a:pt x="4748" y="2415"/>
                  <a:pt x="4546" y="2415"/>
                </a:cubicBezTo>
                <a:cubicBezTo>
                  <a:pt x="4330" y="2415"/>
                  <a:pt x="4117" y="2351"/>
                  <a:pt x="3938" y="2237"/>
                </a:cubicBezTo>
                <a:cubicBezTo>
                  <a:pt x="3623" y="2048"/>
                  <a:pt x="315" y="221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" name="Google Shape;5328;p57">
            <a:extLst>
              <a:ext uri="{FF2B5EF4-FFF2-40B4-BE49-F238E27FC236}">
                <a16:creationId xmlns:a16="http://schemas.microsoft.com/office/drawing/2014/main" id="{78C34A0B-BCD4-2F52-B6AD-58CC0DD7C03C}"/>
              </a:ext>
            </a:extLst>
          </p:cNvPr>
          <p:cNvSpPr/>
          <p:nvPr/>
        </p:nvSpPr>
        <p:spPr>
          <a:xfrm>
            <a:off x="3321818" y="3154082"/>
            <a:ext cx="400727" cy="408069"/>
          </a:xfrm>
          <a:custGeom>
            <a:avLst/>
            <a:gdLst/>
            <a:ahLst/>
            <a:cxnLst/>
            <a:rect l="l" t="t" r="r" b="b"/>
            <a:pathLst>
              <a:path w="12445" h="12673" extrusionOk="0">
                <a:moveTo>
                  <a:pt x="6254" y="0"/>
                </a:moveTo>
                <a:cubicBezTo>
                  <a:pt x="6183" y="0"/>
                  <a:pt x="6112" y="24"/>
                  <a:pt x="6049" y="71"/>
                </a:cubicBezTo>
                <a:lnTo>
                  <a:pt x="284" y="3379"/>
                </a:lnTo>
                <a:cubicBezTo>
                  <a:pt x="0" y="3537"/>
                  <a:pt x="0" y="3915"/>
                  <a:pt x="284" y="4072"/>
                </a:cubicBezTo>
                <a:lnTo>
                  <a:pt x="6049" y="7380"/>
                </a:lnTo>
                <a:cubicBezTo>
                  <a:pt x="6112" y="7427"/>
                  <a:pt x="6183" y="7451"/>
                  <a:pt x="6254" y="7451"/>
                </a:cubicBezTo>
                <a:cubicBezTo>
                  <a:pt x="6325" y="7451"/>
                  <a:pt x="6396" y="7427"/>
                  <a:pt x="6459" y="7380"/>
                </a:cubicBezTo>
                <a:cubicBezTo>
                  <a:pt x="11374" y="4545"/>
                  <a:pt x="11626" y="4419"/>
                  <a:pt x="11626" y="4419"/>
                </a:cubicBezTo>
                <a:lnTo>
                  <a:pt x="11626" y="12263"/>
                </a:lnTo>
                <a:cubicBezTo>
                  <a:pt x="11657" y="12515"/>
                  <a:pt x="11846" y="12673"/>
                  <a:pt x="12035" y="12673"/>
                </a:cubicBezTo>
                <a:cubicBezTo>
                  <a:pt x="12287" y="12673"/>
                  <a:pt x="12445" y="12452"/>
                  <a:pt x="12445" y="12263"/>
                </a:cubicBezTo>
                <a:lnTo>
                  <a:pt x="12445" y="3726"/>
                </a:lnTo>
                <a:cubicBezTo>
                  <a:pt x="12445" y="3568"/>
                  <a:pt x="12319" y="3411"/>
                  <a:pt x="12256" y="3379"/>
                </a:cubicBezTo>
                <a:lnTo>
                  <a:pt x="6459" y="71"/>
                </a:lnTo>
                <a:cubicBezTo>
                  <a:pt x="6396" y="24"/>
                  <a:pt x="6325" y="0"/>
                  <a:pt x="62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" name="Google Shape;5330;p57">
            <a:extLst>
              <a:ext uri="{FF2B5EF4-FFF2-40B4-BE49-F238E27FC236}">
                <a16:creationId xmlns:a16="http://schemas.microsoft.com/office/drawing/2014/main" id="{6BCA295A-1DAB-FA13-8FC0-747A49BE03E6}"/>
              </a:ext>
            </a:extLst>
          </p:cNvPr>
          <p:cNvSpPr/>
          <p:nvPr/>
        </p:nvSpPr>
        <p:spPr>
          <a:xfrm>
            <a:off x="2140166" y="3651359"/>
            <a:ext cx="133919" cy="159293"/>
          </a:xfrm>
          <a:custGeom>
            <a:avLst/>
            <a:gdLst/>
            <a:ahLst/>
            <a:cxnLst/>
            <a:rect l="l" t="t" r="r" b="b"/>
            <a:pathLst>
              <a:path w="4159" h="4947" extrusionOk="0">
                <a:moveTo>
                  <a:pt x="0" y="0"/>
                </a:moveTo>
                <a:lnTo>
                  <a:pt x="0" y="2552"/>
                </a:lnTo>
                <a:cubicBezTo>
                  <a:pt x="473" y="2710"/>
                  <a:pt x="851" y="3182"/>
                  <a:pt x="851" y="3750"/>
                </a:cubicBezTo>
                <a:lnTo>
                  <a:pt x="851" y="4947"/>
                </a:lnTo>
                <a:lnTo>
                  <a:pt x="4159" y="4947"/>
                </a:lnTo>
                <a:lnTo>
                  <a:pt x="4159" y="3687"/>
                </a:lnTo>
                <a:cubicBezTo>
                  <a:pt x="4159" y="1639"/>
                  <a:pt x="2489" y="0"/>
                  <a:pt x="4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" name="Google Shape;5331;p57">
            <a:extLst>
              <a:ext uri="{FF2B5EF4-FFF2-40B4-BE49-F238E27FC236}">
                <a16:creationId xmlns:a16="http://schemas.microsoft.com/office/drawing/2014/main" id="{E874339C-DD72-004B-A87A-55EEB7A239F0}"/>
              </a:ext>
            </a:extLst>
          </p:cNvPr>
          <p:cNvSpPr/>
          <p:nvPr/>
        </p:nvSpPr>
        <p:spPr>
          <a:xfrm>
            <a:off x="2113761" y="3754817"/>
            <a:ext cx="28433" cy="81209"/>
          </a:xfrm>
          <a:custGeom>
            <a:avLst/>
            <a:gdLst/>
            <a:ahLst/>
            <a:cxnLst/>
            <a:rect l="l" t="t" r="r" b="b"/>
            <a:pathLst>
              <a:path w="883" h="2522" extrusionOk="0">
                <a:moveTo>
                  <a:pt x="474" y="1"/>
                </a:moveTo>
                <a:cubicBezTo>
                  <a:pt x="253" y="1"/>
                  <a:pt x="95" y="222"/>
                  <a:pt x="95" y="442"/>
                </a:cubicBezTo>
                <a:lnTo>
                  <a:pt x="95" y="2112"/>
                </a:lnTo>
                <a:cubicBezTo>
                  <a:pt x="1" y="2332"/>
                  <a:pt x="190" y="2521"/>
                  <a:pt x="442" y="2521"/>
                </a:cubicBezTo>
                <a:cubicBezTo>
                  <a:pt x="663" y="2521"/>
                  <a:pt x="820" y="2332"/>
                  <a:pt x="883" y="2112"/>
                </a:cubicBezTo>
                <a:lnTo>
                  <a:pt x="883" y="442"/>
                </a:lnTo>
                <a:cubicBezTo>
                  <a:pt x="883" y="222"/>
                  <a:pt x="663" y="64"/>
                  <a:pt x="47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" name="Google Shape;5332;p57">
            <a:extLst>
              <a:ext uri="{FF2B5EF4-FFF2-40B4-BE49-F238E27FC236}">
                <a16:creationId xmlns:a16="http://schemas.microsoft.com/office/drawing/2014/main" id="{3BDA85CD-9910-4D8C-04A0-9EDB76B41CFB}"/>
              </a:ext>
            </a:extLst>
          </p:cNvPr>
          <p:cNvSpPr/>
          <p:nvPr/>
        </p:nvSpPr>
        <p:spPr>
          <a:xfrm>
            <a:off x="1980872" y="3650327"/>
            <a:ext cx="132921" cy="158295"/>
          </a:xfrm>
          <a:custGeom>
            <a:avLst/>
            <a:gdLst/>
            <a:ahLst/>
            <a:cxnLst/>
            <a:rect l="l" t="t" r="r" b="b"/>
            <a:pathLst>
              <a:path w="4128" h="4916" extrusionOk="0">
                <a:moveTo>
                  <a:pt x="3687" y="1"/>
                </a:moveTo>
                <a:cubicBezTo>
                  <a:pt x="1671" y="1"/>
                  <a:pt x="1" y="1639"/>
                  <a:pt x="1" y="3687"/>
                </a:cubicBezTo>
                <a:lnTo>
                  <a:pt x="1" y="4916"/>
                </a:lnTo>
                <a:lnTo>
                  <a:pt x="3309" y="4916"/>
                </a:lnTo>
                <a:lnTo>
                  <a:pt x="3309" y="3687"/>
                </a:lnTo>
                <a:cubicBezTo>
                  <a:pt x="3309" y="3151"/>
                  <a:pt x="3655" y="2710"/>
                  <a:pt x="4128" y="2521"/>
                </a:cubicBezTo>
                <a:lnTo>
                  <a:pt x="412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" name="Google Shape;5333;p57">
            <a:extLst>
              <a:ext uri="{FF2B5EF4-FFF2-40B4-BE49-F238E27FC236}">
                <a16:creationId xmlns:a16="http://schemas.microsoft.com/office/drawing/2014/main" id="{C62438FD-E438-16DF-4BB3-229AE8429B92}"/>
              </a:ext>
            </a:extLst>
          </p:cNvPr>
          <p:cNvSpPr/>
          <p:nvPr/>
        </p:nvSpPr>
        <p:spPr>
          <a:xfrm>
            <a:off x="1979875" y="3838022"/>
            <a:ext cx="294211" cy="220151"/>
          </a:xfrm>
          <a:custGeom>
            <a:avLst/>
            <a:gdLst/>
            <a:ahLst/>
            <a:cxnLst/>
            <a:rect l="l" t="t" r="r" b="b"/>
            <a:pathLst>
              <a:path w="9137" h="6837" extrusionOk="0">
                <a:moveTo>
                  <a:pt x="0" y="0"/>
                </a:moveTo>
                <a:lnTo>
                  <a:pt x="0" y="3151"/>
                </a:lnTo>
                <a:cubicBezTo>
                  <a:pt x="0" y="5199"/>
                  <a:pt x="1639" y="6837"/>
                  <a:pt x="3686" y="6837"/>
                </a:cubicBezTo>
                <a:lnTo>
                  <a:pt x="5356" y="6837"/>
                </a:lnTo>
                <a:cubicBezTo>
                  <a:pt x="7467" y="6837"/>
                  <a:pt x="9137" y="5199"/>
                  <a:pt x="9137" y="3151"/>
                </a:cubicBezTo>
                <a:lnTo>
                  <a:pt x="9137" y="0"/>
                </a:lnTo>
                <a:lnTo>
                  <a:pt x="5734" y="0"/>
                </a:lnTo>
                <a:cubicBezTo>
                  <a:pt x="5577" y="473"/>
                  <a:pt x="5104" y="819"/>
                  <a:pt x="4568" y="819"/>
                </a:cubicBezTo>
                <a:cubicBezTo>
                  <a:pt x="4001" y="819"/>
                  <a:pt x="3560" y="473"/>
                  <a:pt x="33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" name="Google Shape;5335;p57">
            <a:extLst>
              <a:ext uri="{FF2B5EF4-FFF2-40B4-BE49-F238E27FC236}">
                <a16:creationId xmlns:a16="http://schemas.microsoft.com/office/drawing/2014/main" id="{E663F304-3571-1696-AFEB-213EEF2EE72B}"/>
              </a:ext>
            </a:extLst>
          </p:cNvPr>
          <p:cNvSpPr/>
          <p:nvPr/>
        </p:nvSpPr>
        <p:spPr>
          <a:xfrm>
            <a:off x="2168110" y="4159681"/>
            <a:ext cx="176520" cy="169532"/>
          </a:xfrm>
          <a:custGeom>
            <a:avLst/>
            <a:gdLst/>
            <a:ahLst/>
            <a:cxnLst/>
            <a:rect l="l" t="t" r="r" b="b"/>
            <a:pathLst>
              <a:path w="5482" h="5265" extrusionOk="0">
                <a:moveTo>
                  <a:pt x="1543" y="1"/>
                </a:moveTo>
                <a:cubicBezTo>
                  <a:pt x="987" y="1"/>
                  <a:pt x="447" y="38"/>
                  <a:pt x="0" y="98"/>
                </a:cubicBezTo>
                <a:lnTo>
                  <a:pt x="5167" y="5265"/>
                </a:lnTo>
                <a:cubicBezTo>
                  <a:pt x="5482" y="3311"/>
                  <a:pt x="5198" y="1326"/>
                  <a:pt x="4568" y="696"/>
                </a:cubicBezTo>
                <a:cubicBezTo>
                  <a:pt x="4029" y="178"/>
                  <a:pt x="2751" y="1"/>
                  <a:pt x="154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" name="Google Shape;5336;p57">
            <a:extLst>
              <a:ext uri="{FF2B5EF4-FFF2-40B4-BE49-F238E27FC236}">
                <a16:creationId xmlns:a16="http://schemas.microsoft.com/office/drawing/2014/main" id="{F375159C-6DA4-1138-91F2-52CCC4660FC2}"/>
              </a:ext>
            </a:extLst>
          </p:cNvPr>
          <p:cNvSpPr/>
          <p:nvPr/>
        </p:nvSpPr>
        <p:spPr>
          <a:xfrm>
            <a:off x="1925646" y="4395126"/>
            <a:ext cx="176552" cy="169243"/>
          </a:xfrm>
          <a:custGeom>
            <a:avLst/>
            <a:gdLst/>
            <a:ahLst/>
            <a:cxnLst/>
            <a:rect l="l" t="t" r="r" b="b"/>
            <a:pathLst>
              <a:path w="5483" h="5256" extrusionOk="0">
                <a:moveTo>
                  <a:pt x="316" y="0"/>
                </a:moveTo>
                <a:lnTo>
                  <a:pt x="316" y="0"/>
                </a:lnTo>
                <a:cubicBezTo>
                  <a:pt x="0" y="1922"/>
                  <a:pt x="253" y="3907"/>
                  <a:pt x="914" y="4569"/>
                </a:cubicBezTo>
                <a:cubicBezTo>
                  <a:pt x="1376" y="5031"/>
                  <a:pt x="2601" y="5256"/>
                  <a:pt x="3967" y="5256"/>
                </a:cubicBezTo>
                <a:cubicBezTo>
                  <a:pt x="4464" y="5256"/>
                  <a:pt x="4979" y="5226"/>
                  <a:pt x="5482" y="5167"/>
                </a:cubicBezTo>
                <a:lnTo>
                  <a:pt x="31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" name="Google Shape;5337;p57">
            <a:extLst>
              <a:ext uri="{FF2B5EF4-FFF2-40B4-BE49-F238E27FC236}">
                <a16:creationId xmlns:a16="http://schemas.microsoft.com/office/drawing/2014/main" id="{0D71060B-ECDB-C24F-E1AE-D86E524805AF}"/>
              </a:ext>
            </a:extLst>
          </p:cNvPr>
          <p:cNvSpPr/>
          <p:nvPr/>
        </p:nvSpPr>
        <p:spPr>
          <a:xfrm>
            <a:off x="1943902" y="4168889"/>
            <a:ext cx="384500" cy="387558"/>
          </a:xfrm>
          <a:custGeom>
            <a:avLst/>
            <a:gdLst/>
            <a:ahLst/>
            <a:cxnLst/>
            <a:rect l="l" t="t" r="r" b="b"/>
            <a:pathLst>
              <a:path w="11941" h="12036" extrusionOk="0">
                <a:moveTo>
                  <a:pt x="6349" y="2687"/>
                </a:moveTo>
                <a:cubicBezTo>
                  <a:pt x="6459" y="2687"/>
                  <a:pt x="6569" y="2726"/>
                  <a:pt x="6648" y="2805"/>
                </a:cubicBezTo>
                <a:lnTo>
                  <a:pt x="7593" y="3750"/>
                </a:lnTo>
                <a:lnTo>
                  <a:pt x="7719" y="3655"/>
                </a:lnTo>
                <a:cubicBezTo>
                  <a:pt x="7798" y="3577"/>
                  <a:pt x="7908" y="3537"/>
                  <a:pt x="8019" y="3537"/>
                </a:cubicBezTo>
                <a:cubicBezTo>
                  <a:pt x="8129" y="3537"/>
                  <a:pt x="8239" y="3577"/>
                  <a:pt x="8318" y="3655"/>
                </a:cubicBezTo>
                <a:cubicBezTo>
                  <a:pt x="8475" y="3813"/>
                  <a:pt x="8475" y="4065"/>
                  <a:pt x="8318" y="4222"/>
                </a:cubicBezTo>
                <a:lnTo>
                  <a:pt x="8192" y="4348"/>
                </a:lnTo>
                <a:lnTo>
                  <a:pt x="9137" y="5294"/>
                </a:lnTo>
                <a:cubicBezTo>
                  <a:pt x="9295" y="5451"/>
                  <a:pt x="9295" y="5735"/>
                  <a:pt x="9137" y="5892"/>
                </a:cubicBezTo>
                <a:cubicBezTo>
                  <a:pt x="9058" y="5971"/>
                  <a:pt x="8948" y="6010"/>
                  <a:pt x="8838" y="6010"/>
                </a:cubicBezTo>
                <a:cubicBezTo>
                  <a:pt x="8727" y="6010"/>
                  <a:pt x="8617" y="5971"/>
                  <a:pt x="8538" y="5892"/>
                </a:cubicBezTo>
                <a:lnTo>
                  <a:pt x="7593" y="4947"/>
                </a:lnTo>
                <a:lnTo>
                  <a:pt x="6522" y="6018"/>
                </a:lnTo>
                <a:lnTo>
                  <a:pt x="7467" y="6963"/>
                </a:lnTo>
                <a:cubicBezTo>
                  <a:pt x="7625" y="7089"/>
                  <a:pt x="7625" y="7373"/>
                  <a:pt x="7467" y="7530"/>
                </a:cubicBezTo>
                <a:cubicBezTo>
                  <a:pt x="7388" y="7609"/>
                  <a:pt x="7286" y="7649"/>
                  <a:pt x="7184" y="7649"/>
                </a:cubicBezTo>
                <a:cubicBezTo>
                  <a:pt x="7081" y="7649"/>
                  <a:pt x="6979" y="7609"/>
                  <a:pt x="6900" y="7530"/>
                </a:cubicBezTo>
                <a:lnTo>
                  <a:pt x="5955" y="6585"/>
                </a:lnTo>
                <a:lnTo>
                  <a:pt x="4884" y="7656"/>
                </a:lnTo>
                <a:lnTo>
                  <a:pt x="5829" y="8602"/>
                </a:lnTo>
                <a:cubicBezTo>
                  <a:pt x="5987" y="8759"/>
                  <a:pt x="5987" y="9043"/>
                  <a:pt x="5829" y="9200"/>
                </a:cubicBezTo>
                <a:cubicBezTo>
                  <a:pt x="5750" y="9279"/>
                  <a:pt x="5640" y="9318"/>
                  <a:pt x="5530" y="9318"/>
                </a:cubicBezTo>
                <a:cubicBezTo>
                  <a:pt x="5419" y="9318"/>
                  <a:pt x="5309" y="9279"/>
                  <a:pt x="5230" y="9200"/>
                </a:cubicBezTo>
                <a:lnTo>
                  <a:pt x="4285" y="8255"/>
                </a:lnTo>
                <a:lnTo>
                  <a:pt x="4159" y="8381"/>
                </a:lnTo>
                <a:cubicBezTo>
                  <a:pt x="4080" y="8460"/>
                  <a:pt x="3978" y="8499"/>
                  <a:pt x="3876" y="8499"/>
                </a:cubicBezTo>
                <a:cubicBezTo>
                  <a:pt x="3773" y="8499"/>
                  <a:pt x="3671" y="8460"/>
                  <a:pt x="3592" y="8381"/>
                </a:cubicBezTo>
                <a:cubicBezTo>
                  <a:pt x="3435" y="8224"/>
                  <a:pt x="3435" y="7940"/>
                  <a:pt x="3592" y="7782"/>
                </a:cubicBezTo>
                <a:lnTo>
                  <a:pt x="3687" y="7656"/>
                </a:lnTo>
                <a:lnTo>
                  <a:pt x="2742" y="6711"/>
                </a:lnTo>
                <a:cubicBezTo>
                  <a:pt x="2584" y="6554"/>
                  <a:pt x="2584" y="6270"/>
                  <a:pt x="2742" y="6113"/>
                </a:cubicBezTo>
                <a:cubicBezTo>
                  <a:pt x="2820" y="6034"/>
                  <a:pt x="2931" y="5995"/>
                  <a:pt x="3041" y="5995"/>
                </a:cubicBezTo>
                <a:cubicBezTo>
                  <a:pt x="3151" y="5995"/>
                  <a:pt x="3261" y="6034"/>
                  <a:pt x="3340" y="6113"/>
                </a:cubicBezTo>
                <a:lnTo>
                  <a:pt x="4285" y="7058"/>
                </a:lnTo>
                <a:lnTo>
                  <a:pt x="5356" y="6018"/>
                </a:lnTo>
                <a:lnTo>
                  <a:pt x="4411" y="5073"/>
                </a:lnTo>
                <a:cubicBezTo>
                  <a:pt x="4254" y="4916"/>
                  <a:pt x="4254" y="4632"/>
                  <a:pt x="4411" y="4474"/>
                </a:cubicBezTo>
                <a:cubicBezTo>
                  <a:pt x="4490" y="4396"/>
                  <a:pt x="4600" y="4356"/>
                  <a:pt x="4711" y="4356"/>
                </a:cubicBezTo>
                <a:cubicBezTo>
                  <a:pt x="4821" y="4356"/>
                  <a:pt x="4931" y="4396"/>
                  <a:pt x="5010" y="4474"/>
                </a:cubicBezTo>
                <a:lnTo>
                  <a:pt x="5955" y="5420"/>
                </a:lnTo>
                <a:lnTo>
                  <a:pt x="6995" y="4348"/>
                </a:lnTo>
                <a:lnTo>
                  <a:pt x="6050" y="3403"/>
                </a:lnTo>
                <a:cubicBezTo>
                  <a:pt x="5892" y="3246"/>
                  <a:pt x="5892" y="2962"/>
                  <a:pt x="6050" y="2805"/>
                </a:cubicBezTo>
                <a:cubicBezTo>
                  <a:pt x="6128" y="2726"/>
                  <a:pt x="6239" y="2687"/>
                  <a:pt x="6349" y="2687"/>
                </a:cubicBezTo>
                <a:close/>
                <a:moveTo>
                  <a:pt x="5987" y="1"/>
                </a:moveTo>
                <a:cubicBezTo>
                  <a:pt x="2805" y="757"/>
                  <a:pt x="788" y="3025"/>
                  <a:pt x="1" y="6081"/>
                </a:cubicBezTo>
                <a:lnTo>
                  <a:pt x="5955" y="12036"/>
                </a:lnTo>
                <a:cubicBezTo>
                  <a:pt x="9106" y="11248"/>
                  <a:pt x="11153" y="9043"/>
                  <a:pt x="11941" y="5955"/>
                </a:cubicBezTo>
                <a:lnTo>
                  <a:pt x="598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" name="Google Shape;5338;p57">
            <a:extLst>
              <a:ext uri="{FF2B5EF4-FFF2-40B4-BE49-F238E27FC236}">
                <a16:creationId xmlns:a16="http://schemas.microsoft.com/office/drawing/2014/main" id="{E4721A62-3B13-F48F-77A8-D1E38B1D6487}"/>
              </a:ext>
            </a:extLst>
          </p:cNvPr>
          <p:cNvSpPr/>
          <p:nvPr/>
        </p:nvSpPr>
        <p:spPr>
          <a:xfrm>
            <a:off x="1934259" y="4721637"/>
            <a:ext cx="407844" cy="344958"/>
          </a:xfrm>
          <a:custGeom>
            <a:avLst/>
            <a:gdLst/>
            <a:ahLst/>
            <a:cxnLst/>
            <a:rect l="l" t="t" r="r" b="b"/>
            <a:pathLst>
              <a:path w="12666" h="10713" extrusionOk="0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" name="Google Shape;5340;p57">
            <a:extLst>
              <a:ext uri="{FF2B5EF4-FFF2-40B4-BE49-F238E27FC236}">
                <a16:creationId xmlns:a16="http://schemas.microsoft.com/office/drawing/2014/main" id="{E8709621-0A43-EA80-77E9-2A799033467C}"/>
              </a:ext>
            </a:extLst>
          </p:cNvPr>
          <p:cNvSpPr/>
          <p:nvPr/>
        </p:nvSpPr>
        <p:spPr>
          <a:xfrm>
            <a:off x="4049189" y="4261663"/>
            <a:ext cx="107580" cy="106292"/>
          </a:xfrm>
          <a:custGeom>
            <a:avLst/>
            <a:gdLst/>
            <a:ahLst/>
            <a:cxnLst/>
            <a:rect l="l" t="t" r="r" b="b"/>
            <a:pathLst>
              <a:path w="3341" h="3301" extrusionOk="0">
                <a:moveTo>
                  <a:pt x="2238" y="1"/>
                </a:moveTo>
                <a:lnTo>
                  <a:pt x="1" y="2237"/>
                </a:lnTo>
                <a:lnTo>
                  <a:pt x="946" y="3183"/>
                </a:lnTo>
                <a:cubicBezTo>
                  <a:pt x="1040" y="3261"/>
                  <a:pt x="1151" y="3301"/>
                  <a:pt x="1257" y="3301"/>
                </a:cubicBezTo>
                <a:cubicBezTo>
                  <a:pt x="1363" y="3301"/>
                  <a:pt x="1466" y="3261"/>
                  <a:pt x="1545" y="3183"/>
                </a:cubicBezTo>
                <a:lnTo>
                  <a:pt x="3183" y="1544"/>
                </a:lnTo>
                <a:cubicBezTo>
                  <a:pt x="3340" y="1387"/>
                  <a:pt x="3340" y="1103"/>
                  <a:pt x="3183" y="946"/>
                </a:cubicBezTo>
                <a:lnTo>
                  <a:pt x="223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" name="Google Shape;5341;p57">
            <a:extLst>
              <a:ext uri="{FF2B5EF4-FFF2-40B4-BE49-F238E27FC236}">
                <a16:creationId xmlns:a16="http://schemas.microsoft.com/office/drawing/2014/main" id="{08A08B5A-4E63-5587-B072-295DB7407E6A}"/>
              </a:ext>
            </a:extLst>
          </p:cNvPr>
          <p:cNvSpPr/>
          <p:nvPr/>
        </p:nvSpPr>
        <p:spPr>
          <a:xfrm>
            <a:off x="3917332" y="4143233"/>
            <a:ext cx="320582" cy="407586"/>
          </a:xfrm>
          <a:custGeom>
            <a:avLst/>
            <a:gdLst/>
            <a:ahLst/>
            <a:cxnLst/>
            <a:rect l="l" t="t" r="r" b="b"/>
            <a:pathLst>
              <a:path w="9956" h="12658" extrusionOk="0">
                <a:moveTo>
                  <a:pt x="4537" y="8625"/>
                </a:moveTo>
                <a:cubicBezTo>
                  <a:pt x="4757" y="8625"/>
                  <a:pt x="4946" y="8845"/>
                  <a:pt x="4946" y="9066"/>
                </a:cubicBezTo>
                <a:cubicBezTo>
                  <a:pt x="4915" y="9255"/>
                  <a:pt x="4757" y="9475"/>
                  <a:pt x="4537" y="9475"/>
                </a:cubicBezTo>
                <a:cubicBezTo>
                  <a:pt x="4285" y="9475"/>
                  <a:pt x="4096" y="9255"/>
                  <a:pt x="4096" y="9066"/>
                </a:cubicBezTo>
                <a:cubicBezTo>
                  <a:pt x="4096" y="8845"/>
                  <a:pt x="4285" y="8625"/>
                  <a:pt x="4537" y="8625"/>
                </a:cubicBezTo>
                <a:close/>
                <a:moveTo>
                  <a:pt x="2615" y="0"/>
                </a:moveTo>
                <a:cubicBezTo>
                  <a:pt x="2513" y="0"/>
                  <a:pt x="2410" y="40"/>
                  <a:pt x="2332" y="119"/>
                </a:cubicBezTo>
                <a:lnTo>
                  <a:pt x="662" y="1788"/>
                </a:lnTo>
                <a:cubicBezTo>
                  <a:pt x="504" y="1946"/>
                  <a:pt x="504" y="2229"/>
                  <a:pt x="662" y="2355"/>
                </a:cubicBezTo>
                <a:lnTo>
                  <a:pt x="1764" y="3458"/>
                </a:lnTo>
                <a:cubicBezTo>
                  <a:pt x="1166" y="4183"/>
                  <a:pt x="819" y="5096"/>
                  <a:pt x="819" y="6073"/>
                </a:cubicBezTo>
                <a:cubicBezTo>
                  <a:pt x="819" y="7774"/>
                  <a:pt x="1859" y="9223"/>
                  <a:pt x="3308" y="9853"/>
                </a:cubicBezTo>
                <a:lnTo>
                  <a:pt x="3308" y="10200"/>
                </a:lnTo>
                <a:lnTo>
                  <a:pt x="1229" y="10200"/>
                </a:lnTo>
                <a:cubicBezTo>
                  <a:pt x="536" y="10200"/>
                  <a:pt x="0" y="10767"/>
                  <a:pt x="0" y="11429"/>
                </a:cubicBezTo>
                <a:lnTo>
                  <a:pt x="0" y="12248"/>
                </a:lnTo>
                <a:cubicBezTo>
                  <a:pt x="0" y="12500"/>
                  <a:pt x="189" y="12657"/>
                  <a:pt x="441" y="12657"/>
                </a:cubicBezTo>
                <a:lnTo>
                  <a:pt x="8696" y="12657"/>
                </a:lnTo>
                <a:cubicBezTo>
                  <a:pt x="8948" y="12657"/>
                  <a:pt x="9137" y="12468"/>
                  <a:pt x="9137" y="12248"/>
                </a:cubicBezTo>
                <a:lnTo>
                  <a:pt x="9137" y="11429"/>
                </a:lnTo>
                <a:cubicBezTo>
                  <a:pt x="9137" y="10767"/>
                  <a:pt x="8570" y="10200"/>
                  <a:pt x="7876" y="10200"/>
                </a:cubicBezTo>
                <a:lnTo>
                  <a:pt x="5797" y="10200"/>
                </a:lnTo>
                <a:lnTo>
                  <a:pt x="5797" y="10137"/>
                </a:lnTo>
                <a:cubicBezTo>
                  <a:pt x="7120" y="9853"/>
                  <a:pt x="8223" y="8940"/>
                  <a:pt x="8790" y="7743"/>
                </a:cubicBezTo>
                <a:lnTo>
                  <a:pt x="9515" y="7743"/>
                </a:lnTo>
                <a:cubicBezTo>
                  <a:pt x="9767" y="7743"/>
                  <a:pt x="9956" y="7522"/>
                  <a:pt x="9956" y="7333"/>
                </a:cubicBezTo>
                <a:cubicBezTo>
                  <a:pt x="9893" y="7176"/>
                  <a:pt x="9735" y="6987"/>
                  <a:pt x="9483" y="6987"/>
                </a:cubicBezTo>
                <a:lnTo>
                  <a:pt x="6994" y="6987"/>
                </a:lnTo>
                <a:cubicBezTo>
                  <a:pt x="6774" y="6987"/>
                  <a:pt x="6585" y="7176"/>
                  <a:pt x="6585" y="7365"/>
                </a:cubicBezTo>
                <a:cubicBezTo>
                  <a:pt x="6585" y="7617"/>
                  <a:pt x="6774" y="7774"/>
                  <a:pt x="6994" y="7774"/>
                </a:cubicBezTo>
                <a:lnTo>
                  <a:pt x="7845" y="7774"/>
                </a:lnTo>
                <a:cubicBezTo>
                  <a:pt x="7404" y="8530"/>
                  <a:pt x="6648" y="9097"/>
                  <a:pt x="5734" y="9318"/>
                </a:cubicBezTo>
                <a:lnTo>
                  <a:pt x="5734" y="8971"/>
                </a:lnTo>
                <a:cubicBezTo>
                  <a:pt x="5734" y="8310"/>
                  <a:pt x="5198" y="7774"/>
                  <a:pt x="4537" y="7743"/>
                </a:cubicBezTo>
                <a:cubicBezTo>
                  <a:pt x="3844" y="7743"/>
                  <a:pt x="3308" y="8278"/>
                  <a:pt x="3308" y="8940"/>
                </a:cubicBezTo>
                <a:cubicBezTo>
                  <a:pt x="2332" y="8373"/>
                  <a:pt x="1638" y="7302"/>
                  <a:pt x="1638" y="6073"/>
                </a:cubicBezTo>
                <a:cubicBezTo>
                  <a:pt x="1638" y="5285"/>
                  <a:pt x="1922" y="4624"/>
                  <a:pt x="2363" y="4057"/>
                </a:cubicBezTo>
                <a:lnTo>
                  <a:pt x="3529" y="5254"/>
                </a:lnTo>
                <a:lnTo>
                  <a:pt x="5797" y="3017"/>
                </a:lnTo>
                <a:lnTo>
                  <a:pt x="2899" y="119"/>
                </a:lnTo>
                <a:cubicBezTo>
                  <a:pt x="2820" y="40"/>
                  <a:pt x="2717" y="0"/>
                  <a:pt x="26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" name="Google Shape;5342;p57">
            <a:extLst>
              <a:ext uri="{FF2B5EF4-FFF2-40B4-BE49-F238E27FC236}">
                <a16:creationId xmlns:a16="http://schemas.microsoft.com/office/drawing/2014/main" id="{EEA7D4B0-1D8E-D1A5-6441-7D02DD1897AE}"/>
              </a:ext>
            </a:extLst>
          </p:cNvPr>
          <p:cNvSpPr/>
          <p:nvPr/>
        </p:nvSpPr>
        <p:spPr>
          <a:xfrm>
            <a:off x="1380690" y="2134999"/>
            <a:ext cx="401758" cy="407232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" name="Google Shape;5343;p57">
            <a:extLst>
              <a:ext uri="{FF2B5EF4-FFF2-40B4-BE49-F238E27FC236}">
                <a16:creationId xmlns:a16="http://schemas.microsoft.com/office/drawing/2014/main" id="{851AF6C9-2B88-B0D6-DD6D-1E5EB301E8C4}"/>
              </a:ext>
            </a:extLst>
          </p:cNvPr>
          <p:cNvSpPr/>
          <p:nvPr/>
        </p:nvSpPr>
        <p:spPr>
          <a:xfrm>
            <a:off x="1409351" y="2638624"/>
            <a:ext cx="346986" cy="409872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" name="Google Shape;5345;p57">
            <a:extLst>
              <a:ext uri="{FF2B5EF4-FFF2-40B4-BE49-F238E27FC236}">
                <a16:creationId xmlns:a16="http://schemas.microsoft.com/office/drawing/2014/main" id="{A5764175-2DC8-BDA3-0434-9F0A10714FC8}"/>
              </a:ext>
            </a:extLst>
          </p:cNvPr>
          <p:cNvSpPr/>
          <p:nvPr/>
        </p:nvSpPr>
        <p:spPr>
          <a:xfrm>
            <a:off x="1376634" y="3126938"/>
            <a:ext cx="407843" cy="159293"/>
          </a:xfrm>
          <a:custGeom>
            <a:avLst/>
            <a:gdLst/>
            <a:ahLst/>
            <a:cxnLst/>
            <a:rect l="l" t="t" r="r" b="b"/>
            <a:pathLst>
              <a:path w="12666" h="4947" extrusionOk="0">
                <a:moveTo>
                  <a:pt x="2868" y="820"/>
                </a:moveTo>
                <a:cubicBezTo>
                  <a:pt x="3120" y="820"/>
                  <a:pt x="3277" y="1009"/>
                  <a:pt x="3277" y="1261"/>
                </a:cubicBezTo>
                <a:lnTo>
                  <a:pt x="3277" y="2899"/>
                </a:lnTo>
                <a:cubicBezTo>
                  <a:pt x="3277" y="3151"/>
                  <a:pt x="3057" y="3308"/>
                  <a:pt x="2868" y="3308"/>
                </a:cubicBezTo>
                <a:cubicBezTo>
                  <a:pt x="2647" y="3308"/>
                  <a:pt x="2490" y="3119"/>
                  <a:pt x="2427" y="2899"/>
                </a:cubicBezTo>
                <a:lnTo>
                  <a:pt x="2427" y="1261"/>
                </a:lnTo>
                <a:cubicBezTo>
                  <a:pt x="2427" y="1009"/>
                  <a:pt x="2647" y="851"/>
                  <a:pt x="2868" y="820"/>
                </a:cubicBezTo>
                <a:close/>
                <a:moveTo>
                  <a:pt x="9767" y="820"/>
                </a:moveTo>
                <a:cubicBezTo>
                  <a:pt x="9988" y="820"/>
                  <a:pt x="10145" y="1009"/>
                  <a:pt x="10145" y="1261"/>
                </a:cubicBezTo>
                <a:lnTo>
                  <a:pt x="10145" y="2899"/>
                </a:lnTo>
                <a:cubicBezTo>
                  <a:pt x="10145" y="3151"/>
                  <a:pt x="9956" y="3308"/>
                  <a:pt x="9767" y="3308"/>
                </a:cubicBezTo>
                <a:cubicBezTo>
                  <a:pt x="9515" y="3308"/>
                  <a:pt x="9358" y="3119"/>
                  <a:pt x="9326" y="2899"/>
                </a:cubicBezTo>
                <a:lnTo>
                  <a:pt x="9326" y="1261"/>
                </a:lnTo>
                <a:cubicBezTo>
                  <a:pt x="9326" y="1009"/>
                  <a:pt x="9515" y="851"/>
                  <a:pt x="9767" y="820"/>
                </a:cubicBezTo>
                <a:close/>
                <a:moveTo>
                  <a:pt x="2868" y="0"/>
                </a:moveTo>
                <a:cubicBezTo>
                  <a:pt x="2206" y="0"/>
                  <a:pt x="1639" y="536"/>
                  <a:pt x="1608" y="1229"/>
                </a:cubicBezTo>
                <a:lnTo>
                  <a:pt x="1608" y="1639"/>
                </a:lnTo>
                <a:lnTo>
                  <a:pt x="1230" y="1639"/>
                </a:lnTo>
                <a:cubicBezTo>
                  <a:pt x="536" y="1639"/>
                  <a:pt x="1" y="2206"/>
                  <a:pt x="1" y="2867"/>
                </a:cubicBezTo>
                <a:lnTo>
                  <a:pt x="1" y="4947"/>
                </a:lnTo>
                <a:lnTo>
                  <a:pt x="12666" y="4947"/>
                </a:lnTo>
                <a:lnTo>
                  <a:pt x="12666" y="2867"/>
                </a:lnTo>
                <a:cubicBezTo>
                  <a:pt x="12634" y="2206"/>
                  <a:pt x="12036" y="1639"/>
                  <a:pt x="11374" y="1639"/>
                </a:cubicBezTo>
                <a:lnTo>
                  <a:pt x="10996" y="1639"/>
                </a:lnTo>
                <a:lnTo>
                  <a:pt x="10996" y="1229"/>
                </a:lnTo>
                <a:cubicBezTo>
                  <a:pt x="10996" y="536"/>
                  <a:pt x="10429" y="0"/>
                  <a:pt x="9767" y="0"/>
                </a:cubicBezTo>
                <a:cubicBezTo>
                  <a:pt x="9106" y="0"/>
                  <a:pt x="8539" y="536"/>
                  <a:pt x="8507" y="1229"/>
                </a:cubicBezTo>
                <a:lnTo>
                  <a:pt x="8507" y="1639"/>
                </a:lnTo>
                <a:lnTo>
                  <a:pt x="4097" y="1639"/>
                </a:lnTo>
                <a:lnTo>
                  <a:pt x="4097" y="1229"/>
                </a:lnTo>
                <a:cubicBezTo>
                  <a:pt x="4097" y="536"/>
                  <a:pt x="3561" y="0"/>
                  <a:pt x="28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" name="Google Shape;5346;p57">
            <a:extLst>
              <a:ext uri="{FF2B5EF4-FFF2-40B4-BE49-F238E27FC236}">
                <a16:creationId xmlns:a16="http://schemas.microsoft.com/office/drawing/2014/main" id="{12B44428-0922-D3E5-EBFA-AE0B6EA5E256}"/>
              </a:ext>
            </a:extLst>
          </p:cNvPr>
          <p:cNvSpPr/>
          <p:nvPr/>
        </p:nvSpPr>
        <p:spPr>
          <a:xfrm>
            <a:off x="1374605" y="3314599"/>
            <a:ext cx="407843" cy="220183"/>
          </a:xfrm>
          <a:custGeom>
            <a:avLst/>
            <a:gdLst/>
            <a:ahLst/>
            <a:cxnLst/>
            <a:rect l="l" t="t" r="r" b="b"/>
            <a:pathLst>
              <a:path w="12666" h="6838" extrusionOk="0">
                <a:moveTo>
                  <a:pt x="1" y="1"/>
                </a:moveTo>
                <a:lnTo>
                  <a:pt x="1" y="5640"/>
                </a:lnTo>
                <a:lnTo>
                  <a:pt x="32" y="5640"/>
                </a:lnTo>
                <a:cubicBezTo>
                  <a:pt x="32" y="6302"/>
                  <a:pt x="568" y="6837"/>
                  <a:pt x="1261" y="6837"/>
                </a:cubicBezTo>
                <a:lnTo>
                  <a:pt x="11437" y="6837"/>
                </a:lnTo>
                <a:cubicBezTo>
                  <a:pt x="12099" y="6837"/>
                  <a:pt x="12666" y="6302"/>
                  <a:pt x="12666" y="5640"/>
                </a:cubicBezTo>
                <a:lnTo>
                  <a:pt x="1266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" name="Google Shape;5348;p57">
            <a:extLst>
              <a:ext uri="{FF2B5EF4-FFF2-40B4-BE49-F238E27FC236}">
                <a16:creationId xmlns:a16="http://schemas.microsoft.com/office/drawing/2014/main" id="{8CA38EAF-36C3-9969-E5C6-C0A4F9C17E73}"/>
              </a:ext>
            </a:extLst>
          </p:cNvPr>
          <p:cNvSpPr/>
          <p:nvPr/>
        </p:nvSpPr>
        <p:spPr>
          <a:xfrm>
            <a:off x="4002905" y="2274666"/>
            <a:ext cx="203922" cy="319584"/>
          </a:xfrm>
          <a:custGeom>
            <a:avLst/>
            <a:gdLst/>
            <a:ahLst/>
            <a:cxnLst/>
            <a:rect l="l" t="t" r="r" b="b"/>
            <a:pathLst>
              <a:path w="6333" h="9925" extrusionOk="0">
                <a:moveTo>
                  <a:pt x="4694" y="1"/>
                </a:moveTo>
                <a:lnTo>
                  <a:pt x="4694" y="7877"/>
                </a:lnTo>
                <a:cubicBezTo>
                  <a:pt x="4694" y="8097"/>
                  <a:pt x="4474" y="8255"/>
                  <a:pt x="4253" y="8255"/>
                </a:cubicBezTo>
                <a:cubicBezTo>
                  <a:pt x="2993" y="8255"/>
                  <a:pt x="1638" y="8696"/>
                  <a:pt x="693" y="9452"/>
                </a:cubicBezTo>
                <a:cubicBezTo>
                  <a:pt x="536" y="9546"/>
                  <a:pt x="189" y="9925"/>
                  <a:pt x="0" y="9925"/>
                </a:cubicBezTo>
                <a:lnTo>
                  <a:pt x="5073" y="9925"/>
                </a:lnTo>
                <a:cubicBezTo>
                  <a:pt x="5734" y="9925"/>
                  <a:pt x="6333" y="9357"/>
                  <a:pt x="6333" y="8696"/>
                </a:cubicBezTo>
                <a:lnTo>
                  <a:pt x="6333" y="1229"/>
                </a:lnTo>
                <a:cubicBezTo>
                  <a:pt x="6333" y="536"/>
                  <a:pt x="5766" y="1"/>
                  <a:pt x="507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" name="Google Shape;5349;p57">
            <a:extLst>
              <a:ext uri="{FF2B5EF4-FFF2-40B4-BE49-F238E27FC236}">
                <a16:creationId xmlns:a16="http://schemas.microsoft.com/office/drawing/2014/main" id="{D7147B20-57C9-BEB3-B695-4D7361D888BE}"/>
              </a:ext>
            </a:extLst>
          </p:cNvPr>
          <p:cNvSpPr/>
          <p:nvPr/>
        </p:nvSpPr>
        <p:spPr>
          <a:xfrm>
            <a:off x="3877102" y="2221924"/>
            <a:ext cx="111637" cy="331755"/>
          </a:xfrm>
          <a:custGeom>
            <a:avLst/>
            <a:gdLst/>
            <a:ahLst/>
            <a:cxnLst/>
            <a:rect l="l" t="t" r="r" b="b"/>
            <a:pathLst>
              <a:path w="3467" h="10303" extrusionOk="0">
                <a:moveTo>
                  <a:pt x="1" y="0"/>
                </a:moveTo>
                <a:lnTo>
                  <a:pt x="1" y="9105"/>
                </a:lnTo>
                <a:cubicBezTo>
                  <a:pt x="1166" y="9200"/>
                  <a:pt x="2489" y="9578"/>
                  <a:pt x="3466" y="10302"/>
                </a:cubicBezTo>
                <a:lnTo>
                  <a:pt x="3466" y="1197"/>
                </a:lnTo>
                <a:cubicBezTo>
                  <a:pt x="2489" y="473"/>
                  <a:pt x="1229" y="95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" name="Google Shape;5350;p57">
            <a:extLst>
              <a:ext uri="{FF2B5EF4-FFF2-40B4-BE49-F238E27FC236}">
                <a16:creationId xmlns:a16="http://schemas.microsoft.com/office/drawing/2014/main" id="{1CE33504-C8F1-DBD2-A2FC-00970461DF2A}"/>
              </a:ext>
            </a:extLst>
          </p:cNvPr>
          <p:cNvSpPr/>
          <p:nvPr/>
        </p:nvSpPr>
        <p:spPr>
          <a:xfrm>
            <a:off x="4015078" y="2221924"/>
            <a:ext cx="111605" cy="331755"/>
          </a:xfrm>
          <a:custGeom>
            <a:avLst/>
            <a:gdLst/>
            <a:ahLst/>
            <a:cxnLst/>
            <a:rect l="l" t="t" r="r" b="b"/>
            <a:pathLst>
              <a:path w="3466" h="10303" extrusionOk="0">
                <a:moveTo>
                  <a:pt x="3466" y="0"/>
                </a:moveTo>
                <a:cubicBezTo>
                  <a:pt x="2300" y="95"/>
                  <a:pt x="977" y="473"/>
                  <a:pt x="0" y="1197"/>
                </a:cubicBezTo>
                <a:lnTo>
                  <a:pt x="0" y="10302"/>
                </a:lnTo>
                <a:cubicBezTo>
                  <a:pt x="977" y="9578"/>
                  <a:pt x="2237" y="9200"/>
                  <a:pt x="3466" y="9105"/>
                </a:cubicBezTo>
                <a:lnTo>
                  <a:pt x="34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" name="Google Shape;5351;p57">
            <a:extLst>
              <a:ext uri="{FF2B5EF4-FFF2-40B4-BE49-F238E27FC236}">
                <a16:creationId xmlns:a16="http://schemas.microsoft.com/office/drawing/2014/main" id="{D85B959D-E06D-9974-9D01-7D4F20D0419C}"/>
              </a:ext>
            </a:extLst>
          </p:cNvPr>
          <p:cNvSpPr/>
          <p:nvPr/>
        </p:nvSpPr>
        <p:spPr>
          <a:xfrm>
            <a:off x="3797987" y="2274666"/>
            <a:ext cx="202924" cy="319584"/>
          </a:xfrm>
          <a:custGeom>
            <a:avLst/>
            <a:gdLst/>
            <a:ahLst/>
            <a:cxnLst/>
            <a:rect l="l" t="t" r="r" b="b"/>
            <a:pathLst>
              <a:path w="6302" h="9925" extrusionOk="0">
                <a:moveTo>
                  <a:pt x="1229" y="1"/>
                </a:moveTo>
                <a:cubicBezTo>
                  <a:pt x="567" y="1"/>
                  <a:pt x="0" y="536"/>
                  <a:pt x="0" y="1198"/>
                </a:cubicBezTo>
                <a:lnTo>
                  <a:pt x="0" y="8664"/>
                </a:lnTo>
                <a:cubicBezTo>
                  <a:pt x="32" y="9357"/>
                  <a:pt x="567" y="9925"/>
                  <a:pt x="1229" y="9925"/>
                </a:cubicBezTo>
                <a:lnTo>
                  <a:pt x="6301" y="9925"/>
                </a:lnTo>
                <a:cubicBezTo>
                  <a:pt x="6112" y="9925"/>
                  <a:pt x="5766" y="9609"/>
                  <a:pt x="5608" y="9452"/>
                </a:cubicBezTo>
                <a:cubicBezTo>
                  <a:pt x="4631" y="8664"/>
                  <a:pt x="3277" y="8255"/>
                  <a:pt x="2048" y="8255"/>
                </a:cubicBezTo>
                <a:cubicBezTo>
                  <a:pt x="1828" y="8255"/>
                  <a:pt x="1638" y="8066"/>
                  <a:pt x="1638" y="7877"/>
                </a:cubicBezTo>
                <a:lnTo>
                  <a:pt x="163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" name="Google Shape;5353;p57">
            <a:extLst>
              <a:ext uri="{FF2B5EF4-FFF2-40B4-BE49-F238E27FC236}">
                <a16:creationId xmlns:a16="http://schemas.microsoft.com/office/drawing/2014/main" id="{43714F06-9F4D-019B-BFBA-4C27E40568C8}"/>
              </a:ext>
            </a:extLst>
          </p:cNvPr>
          <p:cNvSpPr/>
          <p:nvPr/>
        </p:nvSpPr>
        <p:spPr>
          <a:xfrm>
            <a:off x="3802027" y="2664265"/>
            <a:ext cx="400760" cy="173204"/>
          </a:xfrm>
          <a:custGeom>
            <a:avLst/>
            <a:gdLst/>
            <a:ahLst/>
            <a:cxnLst/>
            <a:rect l="l" t="t" r="r" b="b"/>
            <a:pathLst>
              <a:path w="12446" h="5379" extrusionOk="0">
                <a:moveTo>
                  <a:pt x="3088" y="0"/>
                </a:moveTo>
                <a:cubicBezTo>
                  <a:pt x="1639" y="0"/>
                  <a:pt x="316" y="1008"/>
                  <a:pt x="95" y="2489"/>
                </a:cubicBezTo>
                <a:cubicBezTo>
                  <a:pt x="1" y="3214"/>
                  <a:pt x="190" y="3938"/>
                  <a:pt x="568" y="4506"/>
                </a:cubicBezTo>
                <a:cubicBezTo>
                  <a:pt x="962" y="5071"/>
                  <a:pt x="1607" y="5366"/>
                  <a:pt x="2240" y="5366"/>
                </a:cubicBezTo>
                <a:cubicBezTo>
                  <a:pt x="2772" y="5366"/>
                  <a:pt x="3296" y="5157"/>
                  <a:pt x="3655" y="4726"/>
                </a:cubicBezTo>
                <a:cubicBezTo>
                  <a:pt x="4569" y="3655"/>
                  <a:pt x="3844" y="2489"/>
                  <a:pt x="2836" y="2489"/>
                </a:cubicBezTo>
                <a:cubicBezTo>
                  <a:pt x="2584" y="2489"/>
                  <a:pt x="2427" y="2678"/>
                  <a:pt x="2427" y="2899"/>
                </a:cubicBezTo>
                <a:cubicBezTo>
                  <a:pt x="2427" y="3151"/>
                  <a:pt x="2616" y="3308"/>
                  <a:pt x="2836" y="3340"/>
                </a:cubicBezTo>
                <a:cubicBezTo>
                  <a:pt x="3057" y="3340"/>
                  <a:pt x="3214" y="3529"/>
                  <a:pt x="3214" y="3749"/>
                </a:cubicBezTo>
                <a:cubicBezTo>
                  <a:pt x="3214" y="3970"/>
                  <a:pt x="3025" y="4127"/>
                  <a:pt x="2836" y="4127"/>
                </a:cubicBezTo>
                <a:cubicBezTo>
                  <a:pt x="2049" y="4127"/>
                  <a:pt x="1450" y="3434"/>
                  <a:pt x="1608" y="2584"/>
                </a:cubicBezTo>
                <a:cubicBezTo>
                  <a:pt x="1754" y="1999"/>
                  <a:pt x="2279" y="1632"/>
                  <a:pt x="2882" y="1632"/>
                </a:cubicBezTo>
                <a:cubicBezTo>
                  <a:pt x="2930" y="1632"/>
                  <a:pt x="2977" y="1634"/>
                  <a:pt x="3025" y="1639"/>
                </a:cubicBezTo>
                <a:cubicBezTo>
                  <a:pt x="3624" y="1733"/>
                  <a:pt x="4128" y="2048"/>
                  <a:pt x="4474" y="2489"/>
                </a:cubicBezTo>
                <a:lnTo>
                  <a:pt x="7908" y="2489"/>
                </a:lnTo>
                <a:cubicBezTo>
                  <a:pt x="8255" y="2017"/>
                  <a:pt x="8759" y="1702"/>
                  <a:pt x="9358" y="1639"/>
                </a:cubicBezTo>
                <a:cubicBezTo>
                  <a:pt x="9406" y="1634"/>
                  <a:pt x="9453" y="1632"/>
                  <a:pt x="9501" y="1632"/>
                </a:cubicBezTo>
                <a:cubicBezTo>
                  <a:pt x="10104" y="1632"/>
                  <a:pt x="10629" y="1999"/>
                  <a:pt x="10775" y="2584"/>
                </a:cubicBezTo>
                <a:cubicBezTo>
                  <a:pt x="10964" y="3434"/>
                  <a:pt x="10334" y="4127"/>
                  <a:pt x="9547" y="4127"/>
                </a:cubicBezTo>
                <a:cubicBezTo>
                  <a:pt x="9326" y="4127"/>
                  <a:pt x="9137" y="3938"/>
                  <a:pt x="9137" y="3749"/>
                </a:cubicBezTo>
                <a:cubicBezTo>
                  <a:pt x="9137" y="3497"/>
                  <a:pt x="9326" y="3340"/>
                  <a:pt x="9547" y="3340"/>
                </a:cubicBezTo>
                <a:cubicBezTo>
                  <a:pt x="9799" y="3340"/>
                  <a:pt x="9956" y="3151"/>
                  <a:pt x="9956" y="2899"/>
                </a:cubicBezTo>
                <a:cubicBezTo>
                  <a:pt x="9956" y="2678"/>
                  <a:pt x="9767" y="2521"/>
                  <a:pt x="9547" y="2489"/>
                </a:cubicBezTo>
                <a:cubicBezTo>
                  <a:pt x="8539" y="2489"/>
                  <a:pt x="7814" y="3686"/>
                  <a:pt x="8728" y="4726"/>
                </a:cubicBezTo>
                <a:cubicBezTo>
                  <a:pt x="9099" y="5169"/>
                  <a:pt x="9626" y="5379"/>
                  <a:pt x="10158" y="5379"/>
                </a:cubicBezTo>
                <a:cubicBezTo>
                  <a:pt x="10800" y="5379"/>
                  <a:pt x="11451" y="5074"/>
                  <a:pt x="11847" y="4506"/>
                </a:cubicBezTo>
                <a:cubicBezTo>
                  <a:pt x="12225" y="3970"/>
                  <a:pt x="12445" y="3277"/>
                  <a:pt x="12319" y="2489"/>
                </a:cubicBezTo>
                <a:cubicBezTo>
                  <a:pt x="12130" y="1008"/>
                  <a:pt x="10775" y="0"/>
                  <a:pt x="93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" name="Google Shape;5354;p57">
            <a:extLst>
              <a:ext uri="{FF2B5EF4-FFF2-40B4-BE49-F238E27FC236}">
                <a16:creationId xmlns:a16="http://schemas.microsoft.com/office/drawing/2014/main" id="{0ECC73DC-1147-0642-7E6B-BD0FAEFE93BA}"/>
              </a:ext>
            </a:extLst>
          </p:cNvPr>
          <p:cNvSpPr/>
          <p:nvPr/>
        </p:nvSpPr>
        <p:spPr>
          <a:xfrm>
            <a:off x="3879146" y="2826584"/>
            <a:ext cx="238409" cy="245525"/>
          </a:xfrm>
          <a:custGeom>
            <a:avLst/>
            <a:gdLst/>
            <a:ahLst/>
            <a:cxnLst/>
            <a:rect l="l" t="t" r="r" b="b"/>
            <a:pathLst>
              <a:path w="7404" h="7625" extrusionOk="0">
                <a:moveTo>
                  <a:pt x="2426" y="0"/>
                </a:moveTo>
                <a:lnTo>
                  <a:pt x="2426" y="5639"/>
                </a:lnTo>
                <a:cubicBezTo>
                  <a:pt x="2426" y="5860"/>
                  <a:pt x="2237" y="6017"/>
                  <a:pt x="2048" y="6017"/>
                </a:cubicBezTo>
                <a:cubicBezTo>
                  <a:pt x="1796" y="6017"/>
                  <a:pt x="1638" y="5828"/>
                  <a:pt x="1638" y="5639"/>
                </a:cubicBezTo>
                <a:lnTo>
                  <a:pt x="1638" y="473"/>
                </a:lnTo>
                <a:cubicBezTo>
                  <a:pt x="1229" y="851"/>
                  <a:pt x="630" y="1103"/>
                  <a:pt x="0" y="1134"/>
                </a:cubicBezTo>
                <a:lnTo>
                  <a:pt x="0" y="7246"/>
                </a:lnTo>
                <a:cubicBezTo>
                  <a:pt x="0" y="7467"/>
                  <a:pt x="189" y="7624"/>
                  <a:pt x="378" y="7624"/>
                </a:cubicBezTo>
                <a:lnTo>
                  <a:pt x="6994" y="7624"/>
                </a:lnTo>
                <a:cubicBezTo>
                  <a:pt x="7246" y="7624"/>
                  <a:pt x="7404" y="7435"/>
                  <a:pt x="7404" y="7246"/>
                </a:cubicBezTo>
                <a:lnTo>
                  <a:pt x="7404" y="1134"/>
                </a:lnTo>
                <a:cubicBezTo>
                  <a:pt x="6774" y="1071"/>
                  <a:pt x="6175" y="788"/>
                  <a:pt x="5734" y="315"/>
                </a:cubicBezTo>
                <a:lnTo>
                  <a:pt x="5734" y="5639"/>
                </a:lnTo>
                <a:cubicBezTo>
                  <a:pt x="5734" y="5860"/>
                  <a:pt x="5545" y="6017"/>
                  <a:pt x="5324" y="6017"/>
                </a:cubicBezTo>
                <a:cubicBezTo>
                  <a:pt x="5072" y="6017"/>
                  <a:pt x="4915" y="5828"/>
                  <a:pt x="4915" y="5639"/>
                </a:cubicBezTo>
                <a:lnTo>
                  <a:pt x="4915" y="0"/>
                </a:lnTo>
                <a:lnTo>
                  <a:pt x="4096" y="0"/>
                </a:lnTo>
                <a:lnTo>
                  <a:pt x="4096" y="5639"/>
                </a:lnTo>
                <a:cubicBezTo>
                  <a:pt x="4096" y="5860"/>
                  <a:pt x="3907" y="6017"/>
                  <a:pt x="3686" y="6017"/>
                </a:cubicBezTo>
                <a:cubicBezTo>
                  <a:pt x="3466" y="6017"/>
                  <a:pt x="3277" y="5828"/>
                  <a:pt x="3277" y="5639"/>
                </a:cubicBezTo>
                <a:lnTo>
                  <a:pt x="32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" name="Google Shape;5355;p57">
            <a:extLst>
              <a:ext uri="{FF2B5EF4-FFF2-40B4-BE49-F238E27FC236}">
                <a16:creationId xmlns:a16="http://schemas.microsoft.com/office/drawing/2014/main" id="{04FFE972-DAC8-353F-1A42-63DB0A606FFC}"/>
              </a:ext>
            </a:extLst>
          </p:cNvPr>
          <p:cNvSpPr/>
          <p:nvPr/>
        </p:nvSpPr>
        <p:spPr>
          <a:xfrm>
            <a:off x="3959293" y="2771781"/>
            <a:ext cx="86231" cy="26404"/>
          </a:xfrm>
          <a:custGeom>
            <a:avLst/>
            <a:gdLst/>
            <a:ahLst/>
            <a:cxnLst/>
            <a:rect l="l" t="t" r="r" b="b"/>
            <a:pathLst>
              <a:path w="2678" h="820" extrusionOk="0">
                <a:moveTo>
                  <a:pt x="0" y="1"/>
                </a:moveTo>
                <a:cubicBezTo>
                  <a:pt x="32" y="127"/>
                  <a:pt x="32" y="284"/>
                  <a:pt x="32" y="379"/>
                </a:cubicBezTo>
                <a:cubicBezTo>
                  <a:pt x="32" y="536"/>
                  <a:pt x="32" y="662"/>
                  <a:pt x="0" y="788"/>
                </a:cubicBezTo>
                <a:lnTo>
                  <a:pt x="2666" y="788"/>
                </a:lnTo>
                <a:cubicBezTo>
                  <a:pt x="2615" y="649"/>
                  <a:pt x="2615" y="555"/>
                  <a:pt x="2615" y="379"/>
                </a:cubicBezTo>
                <a:cubicBezTo>
                  <a:pt x="2615" y="284"/>
                  <a:pt x="2615" y="127"/>
                  <a:pt x="2678" y="1"/>
                </a:cubicBezTo>
                <a:close/>
                <a:moveTo>
                  <a:pt x="2666" y="788"/>
                </a:moveTo>
                <a:cubicBezTo>
                  <a:pt x="2670" y="799"/>
                  <a:pt x="2674" y="809"/>
                  <a:pt x="2678" y="820"/>
                </a:cubicBezTo>
                <a:lnTo>
                  <a:pt x="2678" y="7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" name="Google Shape;5356;p57">
            <a:extLst>
              <a:ext uri="{FF2B5EF4-FFF2-40B4-BE49-F238E27FC236}">
                <a16:creationId xmlns:a16="http://schemas.microsoft.com/office/drawing/2014/main" id="{2E83099D-3207-9B39-61AE-DEB60292E40F}"/>
              </a:ext>
            </a:extLst>
          </p:cNvPr>
          <p:cNvSpPr/>
          <p:nvPr/>
        </p:nvSpPr>
        <p:spPr>
          <a:xfrm>
            <a:off x="3805701" y="3152914"/>
            <a:ext cx="399730" cy="409970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" name="Google Shape;5358;p57">
            <a:extLst>
              <a:ext uri="{FF2B5EF4-FFF2-40B4-BE49-F238E27FC236}">
                <a16:creationId xmlns:a16="http://schemas.microsoft.com/office/drawing/2014/main" id="{5FA1C894-076E-E50E-9708-47E150756667}"/>
              </a:ext>
            </a:extLst>
          </p:cNvPr>
          <p:cNvSpPr/>
          <p:nvPr/>
        </p:nvSpPr>
        <p:spPr>
          <a:xfrm>
            <a:off x="2395363" y="3932368"/>
            <a:ext cx="131054" cy="126191"/>
          </a:xfrm>
          <a:custGeom>
            <a:avLst/>
            <a:gdLst/>
            <a:ahLst/>
            <a:cxnLst/>
            <a:rect l="l" t="t" r="r" b="b"/>
            <a:pathLst>
              <a:path w="4070" h="3919" extrusionOk="0">
                <a:moveTo>
                  <a:pt x="1455" y="0"/>
                </a:moveTo>
                <a:lnTo>
                  <a:pt x="1013" y="2489"/>
                </a:lnTo>
                <a:lnTo>
                  <a:pt x="289" y="3214"/>
                </a:lnTo>
                <a:cubicBezTo>
                  <a:pt x="1" y="3502"/>
                  <a:pt x="280" y="3919"/>
                  <a:pt x="597" y="3919"/>
                </a:cubicBezTo>
                <a:cubicBezTo>
                  <a:pt x="695" y="3919"/>
                  <a:pt x="798" y="3878"/>
                  <a:pt x="887" y="3781"/>
                </a:cubicBezTo>
                <a:lnTo>
                  <a:pt x="1612" y="3088"/>
                </a:lnTo>
                <a:lnTo>
                  <a:pt x="4069" y="2647"/>
                </a:lnTo>
                <a:lnTo>
                  <a:pt x="145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" name="Google Shape;5359;p57">
            <a:extLst>
              <a:ext uri="{FF2B5EF4-FFF2-40B4-BE49-F238E27FC236}">
                <a16:creationId xmlns:a16="http://schemas.microsoft.com/office/drawing/2014/main" id="{3E755BDF-8554-910D-EDF8-0A9CFE845357}"/>
              </a:ext>
            </a:extLst>
          </p:cNvPr>
          <p:cNvSpPr/>
          <p:nvPr/>
        </p:nvSpPr>
        <p:spPr>
          <a:xfrm>
            <a:off x="2456382" y="3820762"/>
            <a:ext cx="182638" cy="181640"/>
          </a:xfrm>
          <a:custGeom>
            <a:avLst/>
            <a:gdLst/>
            <a:ahLst/>
            <a:cxnLst/>
            <a:rect l="l" t="t" r="r" b="b"/>
            <a:pathLst>
              <a:path w="5672" h="5641" extrusionOk="0">
                <a:moveTo>
                  <a:pt x="2742" y="1"/>
                </a:moveTo>
                <a:lnTo>
                  <a:pt x="1" y="2710"/>
                </a:lnTo>
                <a:lnTo>
                  <a:pt x="2931" y="5640"/>
                </a:lnTo>
                <a:lnTo>
                  <a:pt x="5671" y="2899"/>
                </a:lnTo>
                <a:lnTo>
                  <a:pt x="274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" name="Google Shape;5360;p57">
            <a:extLst>
              <a:ext uri="{FF2B5EF4-FFF2-40B4-BE49-F238E27FC236}">
                <a16:creationId xmlns:a16="http://schemas.microsoft.com/office/drawing/2014/main" id="{A02880B6-E597-FF41-321E-440B38F2E781}"/>
              </a:ext>
            </a:extLst>
          </p:cNvPr>
          <p:cNvSpPr/>
          <p:nvPr/>
        </p:nvSpPr>
        <p:spPr>
          <a:xfrm>
            <a:off x="2537300" y="3648300"/>
            <a:ext cx="297946" cy="247585"/>
          </a:xfrm>
          <a:custGeom>
            <a:avLst/>
            <a:gdLst/>
            <a:ahLst/>
            <a:cxnLst/>
            <a:rect l="l" t="t" r="r" b="b"/>
            <a:pathLst>
              <a:path w="9253" h="7689" extrusionOk="0">
                <a:moveTo>
                  <a:pt x="3442" y="1"/>
                </a:moveTo>
                <a:cubicBezTo>
                  <a:pt x="3127" y="1"/>
                  <a:pt x="2812" y="127"/>
                  <a:pt x="2591" y="379"/>
                </a:cubicBezTo>
                <a:lnTo>
                  <a:pt x="292" y="2647"/>
                </a:lnTo>
                <a:cubicBezTo>
                  <a:pt x="1" y="2962"/>
                  <a:pt x="287" y="3370"/>
                  <a:pt x="607" y="3370"/>
                </a:cubicBezTo>
                <a:cubicBezTo>
                  <a:pt x="704" y="3370"/>
                  <a:pt x="803" y="3333"/>
                  <a:pt x="890" y="3246"/>
                </a:cubicBezTo>
                <a:lnTo>
                  <a:pt x="3190" y="946"/>
                </a:lnTo>
                <a:cubicBezTo>
                  <a:pt x="3269" y="867"/>
                  <a:pt x="3371" y="828"/>
                  <a:pt x="3474" y="828"/>
                </a:cubicBezTo>
                <a:cubicBezTo>
                  <a:pt x="3576" y="828"/>
                  <a:pt x="3678" y="867"/>
                  <a:pt x="3757" y="946"/>
                </a:cubicBezTo>
                <a:lnTo>
                  <a:pt x="4198" y="1387"/>
                </a:lnTo>
                <a:lnTo>
                  <a:pt x="827" y="4758"/>
                </a:lnTo>
                <a:lnTo>
                  <a:pt x="3726" y="7688"/>
                </a:lnTo>
                <a:lnTo>
                  <a:pt x="7821" y="3593"/>
                </a:lnTo>
                <a:cubicBezTo>
                  <a:pt x="9253" y="2161"/>
                  <a:pt x="8028" y="43"/>
                  <a:pt x="6392" y="43"/>
                </a:cubicBezTo>
                <a:cubicBezTo>
                  <a:pt x="5868" y="43"/>
                  <a:pt x="5301" y="261"/>
                  <a:pt x="4765" y="789"/>
                </a:cubicBezTo>
                <a:cubicBezTo>
                  <a:pt x="4324" y="379"/>
                  <a:pt x="4041" y="1"/>
                  <a:pt x="344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2" name="Google Shape;5362;p57">
            <a:extLst>
              <a:ext uri="{FF2B5EF4-FFF2-40B4-BE49-F238E27FC236}">
                <a16:creationId xmlns:a16="http://schemas.microsoft.com/office/drawing/2014/main" id="{AB6576D6-BAB6-99FE-56E2-CA125238F613}"/>
              </a:ext>
            </a:extLst>
          </p:cNvPr>
          <p:cNvSpPr/>
          <p:nvPr/>
        </p:nvSpPr>
        <p:spPr>
          <a:xfrm>
            <a:off x="2689374" y="4324125"/>
            <a:ext cx="26404" cy="53774"/>
          </a:xfrm>
          <a:custGeom>
            <a:avLst/>
            <a:gdLst/>
            <a:ahLst/>
            <a:cxnLst/>
            <a:rect l="l" t="t" r="r" b="b"/>
            <a:pathLst>
              <a:path w="820" h="1670" extrusionOk="0">
                <a:moveTo>
                  <a:pt x="1" y="0"/>
                </a:moveTo>
                <a:lnTo>
                  <a:pt x="1" y="1229"/>
                </a:lnTo>
                <a:cubicBezTo>
                  <a:pt x="1" y="1449"/>
                  <a:pt x="190" y="1607"/>
                  <a:pt x="442" y="1670"/>
                </a:cubicBezTo>
                <a:cubicBezTo>
                  <a:pt x="631" y="1607"/>
                  <a:pt x="820" y="1449"/>
                  <a:pt x="820" y="1229"/>
                </a:cubicBezTo>
                <a:lnTo>
                  <a:pt x="82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3" name="Google Shape;5363;p57">
            <a:extLst>
              <a:ext uri="{FF2B5EF4-FFF2-40B4-BE49-F238E27FC236}">
                <a16:creationId xmlns:a16="http://schemas.microsoft.com/office/drawing/2014/main" id="{E265BFD5-4A70-14DC-5B08-BA7F529324BE}"/>
              </a:ext>
            </a:extLst>
          </p:cNvPr>
          <p:cNvSpPr/>
          <p:nvPr/>
        </p:nvSpPr>
        <p:spPr>
          <a:xfrm>
            <a:off x="2529085" y="4324125"/>
            <a:ext cx="27434" cy="53774"/>
          </a:xfrm>
          <a:custGeom>
            <a:avLst/>
            <a:gdLst/>
            <a:ahLst/>
            <a:cxnLst/>
            <a:rect l="l" t="t" r="r" b="b"/>
            <a:pathLst>
              <a:path w="852" h="1670" extrusionOk="0">
                <a:moveTo>
                  <a:pt x="1" y="0"/>
                </a:moveTo>
                <a:lnTo>
                  <a:pt x="1" y="1229"/>
                </a:lnTo>
                <a:cubicBezTo>
                  <a:pt x="1" y="1449"/>
                  <a:pt x="221" y="1607"/>
                  <a:pt x="410" y="1670"/>
                </a:cubicBezTo>
                <a:cubicBezTo>
                  <a:pt x="631" y="1607"/>
                  <a:pt x="851" y="1449"/>
                  <a:pt x="851" y="1229"/>
                </a:cubicBezTo>
                <a:lnTo>
                  <a:pt x="85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4" name="Google Shape;5364;p57">
            <a:extLst>
              <a:ext uri="{FF2B5EF4-FFF2-40B4-BE49-F238E27FC236}">
                <a16:creationId xmlns:a16="http://schemas.microsoft.com/office/drawing/2014/main" id="{69CD9DDB-B80C-CAA1-6326-5222DD468E75}"/>
              </a:ext>
            </a:extLst>
          </p:cNvPr>
          <p:cNvSpPr/>
          <p:nvPr/>
        </p:nvSpPr>
        <p:spPr>
          <a:xfrm>
            <a:off x="2445912" y="4375839"/>
            <a:ext cx="355100" cy="185696"/>
          </a:xfrm>
          <a:custGeom>
            <a:avLst/>
            <a:gdLst/>
            <a:ahLst/>
            <a:cxnLst/>
            <a:rect l="l" t="t" r="r" b="b"/>
            <a:pathLst>
              <a:path w="11028" h="5767" extrusionOk="0">
                <a:moveTo>
                  <a:pt x="7152" y="1671"/>
                </a:moveTo>
                <a:cubicBezTo>
                  <a:pt x="7404" y="1671"/>
                  <a:pt x="7593" y="1860"/>
                  <a:pt x="7593" y="2112"/>
                </a:cubicBezTo>
                <a:lnTo>
                  <a:pt x="7593" y="3750"/>
                </a:lnTo>
                <a:cubicBezTo>
                  <a:pt x="7593" y="4002"/>
                  <a:pt x="7404" y="4159"/>
                  <a:pt x="7152" y="4159"/>
                </a:cubicBezTo>
                <a:lnTo>
                  <a:pt x="3844" y="4159"/>
                </a:lnTo>
                <a:cubicBezTo>
                  <a:pt x="3624" y="4159"/>
                  <a:pt x="3434" y="3939"/>
                  <a:pt x="3434" y="3750"/>
                </a:cubicBezTo>
                <a:lnTo>
                  <a:pt x="3434" y="2112"/>
                </a:lnTo>
                <a:cubicBezTo>
                  <a:pt x="3434" y="1860"/>
                  <a:pt x="3624" y="1671"/>
                  <a:pt x="3844" y="1671"/>
                </a:cubicBezTo>
                <a:close/>
                <a:moveTo>
                  <a:pt x="0" y="1"/>
                </a:moveTo>
                <a:lnTo>
                  <a:pt x="0" y="4537"/>
                </a:lnTo>
                <a:cubicBezTo>
                  <a:pt x="0" y="5199"/>
                  <a:pt x="568" y="5766"/>
                  <a:pt x="1261" y="5766"/>
                </a:cubicBezTo>
                <a:lnTo>
                  <a:pt x="9798" y="5766"/>
                </a:lnTo>
                <a:cubicBezTo>
                  <a:pt x="10460" y="5766"/>
                  <a:pt x="11027" y="5199"/>
                  <a:pt x="11027" y="4537"/>
                </a:cubicBezTo>
                <a:lnTo>
                  <a:pt x="11027" y="1"/>
                </a:lnTo>
                <a:lnTo>
                  <a:pt x="9168" y="1"/>
                </a:lnTo>
                <a:cubicBezTo>
                  <a:pt x="9011" y="473"/>
                  <a:pt x="8538" y="851"/>
                  <a:pt x="8003" y="851"/>
                </a:cubicBezTo>
                <a:cubicBezTo>
                  <a:pt x="7436" y="851"/>
                  <a:pt x="6995" y="473"/>
                  <a:pt x="6806" y="1"/>
                </a:cubicBezTo>
                <a:lnTo>
                  <a:pt x="4159" y="1"/>
                </a:lnTo>
                <a:cubicBezTo>
                  <a:pt x="4002" y="473"/>
                  <a:pt x="3560" y="851"/>
                  <a:pt x="2993" y="851"/>
                </a:cubicBezTo>
                <a:cubicBezTo>
                  <a:pt x="2489" y="851"/>
                  <a:pt x="2017" y="536"/>
                  <a:pt x="185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5" name="Google Shape;5365;p57">
            <a:extLst>
              <a:ext uri="{FF2B5EF4-FFF2-40B4-BE49-F238E27FC236}">
                <a16:creationId xmlns:a16="http://schemas.microsoft.com/office/drawing/2014/main" id="{A1C980B2-7499-43DD-D958-E1D4FE0650B1}"/>
              </a:ext>
            </a:extLst>
          </p:cNvPr>
          <p:cNvSpPr/>
          <p:nvPr/>
        </p:nvSpPr>
        <p:spPr>
          <a:xfrm>
            <a:off x="2419539" y="4154690"/>
            <a:ext cx="407844" cy="194809"/>
          </a:xfrm>
          <a:custGeom>
            <a:avLst/>
            <a:gdLst/>
            <a:ahLst/>
            <a:cxnLst/>
            <a:rect l="l" t="t" r="r" b="b"/>
            <a:pathLst>
              <a:path w="12666" h="6050" extrusionOk="0">
                <a:moveTo>
                  <a:pt x="7971" y="820"/>
                </a:moveTo>
                <a:cubicBezTo>
                  <a:pt x="8223" y="820"/>
                  <a:pt x="8381" y="1009"/>
                  <a:pt x="8412" y="1229"/>
                </a:cubicBezTo>
                <a:lnTo>
                  <a:pt x="8412" y="1639"/>
                </a:lnTo>
                <a:lnTo>
                  <a:pt x="4253" y="1639"/>
                </a:lnTo>
                <a:lnTo>
                  <a:pt x="4253" y="1229"/>
                </a:lnTo>
                <a:cubicBezTo>
                  <a:pt x="4253" y="1009"/>
                  <a:pt x="4443" y="851"/>
                  <a:pt x="4663" y="820"/>
                </a:cubicBezTo>
                <a:close/>
                <a:moveTo>
                  <a:pt x="4632" y="1"/>
                </a:moveTo>
                <a:cubicBezTo>
                  <a:pt x="3970" y="1"/>
                  <a:pt x="3403" y="536"/>
                  <a:pt x="3403" y="1229"/>
                </a:cubicBezTo>
                <a:lnTo>
                  <a:pt x="3403" y="1639"/>
                </a:lnTo>
                <a:lnTo>
                  <a:pt x="1229" y="1639"/>
                </a:lnTo>
                <a:cubicBezTo>
                  <a:pt x="536" y="1639"/>
                  <a:pt x="0" y="2175"/>
                  <a:pt x="0" y="2868"/>
                </a:cubicBezTo>
                <a:lnTo>
                  <a:pt x="0" y="5609"/>
                </a:lnTo>
                <a:cubicBezTo>
                  <a:pt x="0" y="5861"/>
                  <a:pt x="189" y="6050"/>
                  <a:pt x="378" y="6050"/>
                </a:cubicBezTo>
                <a:lnTo>
                  <a:pt x="2584" y="6050"/>
                </a:lnTo>
                <a:lnTo>
                  <a:pt x="2584" y="4821"/>
                </a:lnTo>
                <a:cubicBezTo>
                  <a:pt x="2584" y="4600"/>
                  <a:pt x="2804" y="4380"/>
                  <a:pt x="3025" y="4380"/>
                </a:cubicBezTo>
                <a:lnTo>
                  <a:pt x="4663" y="4380"/>
                </a:lnTo>
                <a:cubicBezTo>
                  <a:pt x="4915" y="4380"/>
                  <a:pt x="5104" y="4600"/>
                  <a:pt x="5104" y="4821"/>
                </a:cubicBezTo>
                <a:lnTo>
                  <a:pt x="5104" y="6050"/>
                </a:lnTo>
                <a:lnTo>
                  <a:pt x="7593" y="6050"/>
                </a:lnTo>
                <a:lnTo>
                  <a:pt x="7593" y="4821"/>
                </a:lnTo>
                <a:cubicBezTo>
                  <a:pt x="7593" y="4600"/>
                  <a:pt x="7782" y="4380"/>
                  <a:pt x="7971" y="4380"/>
                </a:cubicBezTo>
                <a:lnTo>
                  <a:pt x="9641" y="4380"/>
                </a:lnTo>
                <a:cubicBezTo>
                  <a:pt x="9861" y="4380"/>
                  <a:pt x="10019" y="4600"/>
                  <a:pt x="10019" y="4821"/>
                </a:cubicBezTo>
                <a:lnTo>
                  <a:pt x="10019" y="6050"/>
                </a:lnTo>
                <a:lnTo>
                  <a:pt x="12224" y="6050"/>
                </a:lnTo>
                <a:cubicBezTo>
                  <a:pt x="12476" y="6050"/>
                  <a:pt x="12665" y="5861"/>
                  <a:pt x="12665" y="5609"/>
                </a:cubicBezTo>
                <a:lnTo>
                  <a:pt x="12665" y="2868"/>
                </a:lnTo>
                <a:cubicBezTo>
                  <a:pt x="12665" y="2238"/>
                  <a:pt x="12067" y="1639"/>
                  <a:pt x="11405" y="1639"/>
                </a:cubicBezTo>
                <a:lnTo>
                  <a:pt x="9200" y="1639"/>
                </a:lnTo>
                <a:lnTo>
                  <a:pt x="9200" y="1229"/>
                </a:lnTo>
                <a:cubicBezTo>
                  <a:pt x="9200" y="568"/>
                  <a:pt x="8664" y="32"/>
                  <a:pt x="79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7" name="Google Shape;5367;p57">
            <a:extLst>
              <a:ext uri="{FF2B5EF4-FFF2-40B4-BE49-F238E27FC236}">
                <a16:creationId xmlns:a16="http://schemas.microsoft.com/office/drawing/2014/main" id="{123987CB-A0C7-B9C2-78EE-62EBE52F3D58}"/>
              </a:ext>
            </a:extLst>
          </p:cNvPr>
          <p:cNvSpPr/>
          <p:nvPr/>
        </p:nvSpPr>
        <p:spPr>
          <a:xfrm>
            <a:off x="2418526" y="4659051"/>
            <a:ext cx="327698" cy="326668"/>
          </a:xfrm>
          <a:custGeom>
            <a:avLst/>
            <a:gdLst/>
            <a:ahLst/>
            <a:cxnLst/>
            <a:rect l="l" t="t" r="r" b="b"/>
            <a:pathLst>
              <a:path w="10177" h="10145" extrusionOk="0">
                <a:moveTo>
                  <a:pt x="5104" y="3813"/>
                </a:moveTo>
                <a:cubicBezTo>
                  <a:pt x="5797" y="3813"/>
                  <a:pt x="6364" y="4348"/>
                  <a:pt x="6364" y="5073"/>
                </a:cubicBezTo>
                <a:cubicBezTo>
                  <a:pt x="6364" y="5766"/>
                  <a:pt x="5797" y="6333"/>
                  <a:pt x="5104" y="6333"/>
                </a:cubicBezTo>
                <a:cubicBezTo>
                  <a:pt x="4379" y="6333"/>
                  <a:pt x="3844" y="5766"/>
                  <a:pt x="3844" y="5073"/>
                </a:cubicBezTo>
                <a:cubicBezTo>
                  <a:pt x="3844" y="4411"/>
                  <a:pt x="4411" y="3813"/>
                  <a:pt x="5104" y="3813"/>
                </a:cubicBezTo>
                <a:close/>
                <a:moveTo>
                  <a:pt x="5104" y="0"/>
                </a:moveTo>
                <a:cubicBezTo>
                  <a:pt x="2300" y="0"/>
                  <a:pt x="0" y="2269"/>
                  <a:pt x="0" y="5073"/>
                </a:cubicBezTo>
                <a:cubicBezTo>
                  <a:pt x="63" y="7908"/>
                  <a:pt x="2300" y="10145"/>
                  <a:pt x="5104" y="10145"/>
                </a:cubicBezTo>
                <a:cubicBezTo>
                  <a:pt x="7877" y="10145"/>
                  <a:pt x="10176" y="7877"/>
                  <a:pt x="10176" y="5073"/>
                </a:cubicBezTo>
                <a:cubicBezTo>
                  <a:pt x="10176" y="2269"/>
                  <a:pt x="7877" y="0"/>
                  <a:pt x="51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8" name="Google Shape;5368;p57">
            <a:extLst>
              <a:ext uri="{FF2B5EF4-FFF2-40B4-BE49-F238E27FC236}">
                <a16:creationId xmlns:a16="http://schemas.microsoft.com/office/drawing/2014/main" id="{5ABA281C-2F75-5E6D-6B83-A22E48C74566}"/>
              </a:ext>
            </a:extLst>
          </p:cNvPr>
          <p:cNvSpPr/>
          <p:nvPr/>
        </p:nvSpPr>
        <p:spPr>
          <a:xfrm>
            <a:off x="2473297" y="4823237"/>
            <a:ext cx="355100" cy="243657"/>
          </a:xfrm>
          <a:custGeom>
            <a:avLst/>
            <a:gdLst/>
            <a:ahLst/>
            <a:cxnLst/>
            <a:rect l="l" t="t" r="r" b="b"/>
            <a:pathLst>
              <a:path w="11028" h="7567" extrusionOk="0">
                <a:moveTo>
                  <a:pt x="9774" y="0"/>
                </a:moveTo>
                <a:cubicBezTo>
                  <a:pt x="9040" y="0"/>
                  <a:pt x="8444" y="548"/>
                  <a:pt x="8444" y="1265"/>
                </a:cubicBezTo>
                <a:cubicBezTo>
                  <a:pt x="8444" y="1801"/>
                  <a:pt x="8790" y="2305"/>
                  <a:pt x="9295" y="2463"/>
                </a:cubicBezTo>
                <a:lnTo>
                  <a:pt x="9295" y="2967"/>
                </a:lnTo>
                <a:cubicBezTo>
                  <a:pt x="9295" y="4416"/>
                  <a:pt x="8192" y="5645"/>
                  <a:pt x="6774" y="5834"/>
                </a:cubicBezTo>
                <a:lnTo>
                  <a:pt x="6774" y="4825"/>
                </a:lnTo>
                <a:cubicBezTo>
                  <a:pt x="5829" y="5487"/>
                  <a:pt x="4663" y="5865"/>
                  <a:pt x="3403" y="5865"/>
                </a:cubicBezTo>
                <a:cubicBezTo>
                  <a:pt x="2143" y="5865"/>
                  <a:pt x="977" y="5487"/>
                  <a:pt x="1" y="4825"/>
                </a:cubicBezTo>
                <a:lnTo>
                  <a:pt x="1" y="6306"/>
                </a:lnTo>
                <a:cubicBezTo>
                  <a:pt x="1" y="7031"/>
                  <a:pt x="568" y="7566"/>
                  <a:pt x="1261" y="7566"/>
                </a:cubicBezTo>
                <a:lnTo>
                  <a:pt x="5388" y="7566"/>
                </a:lnTo>
                <a:cubicBezTo>
                  <a:pt x="5955" y="7566"/>
                  <a:pt x="6459" y="7220"/>
                  <a:pt x="6617" y="6716"/>
                </a:cubicBezTo>
                <a:cubicBezTo>
                  <a:pt x="8601" y="6495"/>
                  <a:pt x="10082" y="4920"/>
                  <a:pt x="10114" y="2904"/>
                </a:cubicBezTo>
                <a:lnTo>
                  <a:pt x="10114" y="2400"/>
                </a:lnTo>
                <a:cubicBezTo>
                  <a:pt x="10649" y="2211"/>
                  <a:pt x="11027" y="1706"/>
                  <a:pt x="10996" y="1108"/>
                </a:cubicBezTo>
                <a:cubicBezTo>
                  <a:pt x="10964" y="572"/>
                  <a:pt x="10492" y="100"/>
                  <a:pt x="9893" y="5"/>
                </a:cubicBezTo>
                <a:cubicBezTo>
                  <a:pt x="9853" y="2"/>
                  <a:pt x="9813" y="0"/>
                  <a:pt x="97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0" name="Google Shape;5370;p57">
            <a:extLst>
              <a:ext uri="{FF2B5EF4-FFF2-40B4-BE49-F238E27FC236}">
                <a16:creationId xmlns:a16="http://schemas.microsoft.com/office/drawing/2014/main" id="{E20B9FFB-B53D-3195-09FC-FB3ACA8F3226}"/>
              </a:ext>
            </a:extLst>
          </p:cNvPr>
          <p:cNvSpPr/>
          <p:nvPr/>
        </p:nvSpPr>
        <p:spPr>
          <a:xfrm>
            <a:off x="4121222" y="4905037"/>
            <a:ext cx="163350" cy="158294"/>
          </a:xfrm>
          <a:custGeom>
            <a:avLst/>
            <a:gdLst/>
            <a:ahLst/>
            <a:cxnLst/>
            <a:rect l="l" t="t" r="r" b="b"/>
            <a:pathLst>
              <a:path w="5073" h="4916" extrusionOk="0">
                <a:moveTo>
                  <a:pt x="2238" y="1"/>
                </a:moveTo>
                <a:cubicBezTo>
                  <a:pt x="1986" y="442"/>
                  <a:pt x="1671" y="820"/>
                  <a:pt x="1324" y="1229"/>
                </a:cubicBezTo>
                <a:cubicBezTo>
                  <a:pt x="946" y="1671"/>
                  <a:pt x="473" y="1986"/>
                  <a:pt x="1" y="2238"/>
                </a:cubicBezTo>
                <a:lnTo>
                  <a:pt x="2206" y="4443"/>
                </a:lnTo>
                <a:cubicBezTo>
                  <a:pt x="2521" y="4758"/>
                  <a:pt x="2923" y="4916"/>
                  <a:pt x="3325" y="4916"/>
                </a:cubicBezTo>
                <a:cubicBezTo>
                  <a:pt x="3726" y="4916"/>
                  <a:pt x="4128" y="4758"/>
                  <a:pt x="4443" y="4443"/>
                </a:cubicBezTo>
                <a:cubicBezTo>
                  <a:pt x="5073" y="3813"/>
                  <a:pt x="5073" y="2836"/>
                  <a:pt x="4443" y="2206"/>
                </a:cubicBezTo>
                <a:lnTo>
                  <a:pt x="223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1" name="Google Shape;5371;p57">
            <a:extLst>
              <a:ext uri="{FF2B5EF4-FFF2-40B4-BE49-F238E27FC236}">
                <a16:creationId xmlns:a16="http://schemas.microsoft.com/office/drawing/2014/main" id="{B01CA90B-3E45-F6B0-46EB-BB266A98133B}"/>
              </a:ext>
            </a:extLst>
          </p:cNvPr>
          <p:cNvSpPr/>
          <p:nvPr/>
        </p:nvSpPr>
        <p:spPr>
          <a:xfrm>
            <a:off x="3870674" y="4653458"/>
            <a:ext cx="319584" cy="320646"/>
          </a:xfrm>
          <a:custGeom>
            <a:avLst/>
            <a:gdLst/>
            <a:ahLst/>
            <a:cxnLst/>
            <a:rect l="l" t="t" r="r" b="b"/>
            <a:pathLst>
              <a:path w="9925" h="9958" extrusionOk="0">
                <a:moveTo>
                  <a:pt x="4978" y="1702"/>
                </a:moveTo>
                <a:cubicBezTo>
                  <a:pt x="6774" y="1702"/>
                  <a:pt x="8286" y="3214"/>
                  <a:pt x="8286" y="5010"/>
                </a:cubicBezTo>
                <a:cubicBezTo>
                  <a:pt x="8254" y="5892"/>
                  <a:pt x="7939" y="6711"/>
                  <a:pt x="7341" y="7310"/>
                </a:cubicBezTo>
                <a:cubicBezTo>
                  <a:pt x="6742" y="7908"/>
                  <a:pt x="5923" y="8318"/>
                  <a:pt x="4978" y="8318"/>
                </a:cubicBezTo>
                <a:cubicBezTo>
                  <a:pt x="3151" y="8318"/>
                  <a:pt x="1670" y="6837"/>
                  <a:pt x="1670" y="5010"/>
                </a:cubicBezTo>
                <a:cubicBezTo>
                  <a:pt x="1670" y="3214"/>
                  <a:pt x="3151" y="1702"/>
                  <a:pt x="4978" y="1702"/>
                </a:cubicBezTo>
                <a:close/>
                <a:moveTo>
                  <a:pt x="4978" y="1"/>
                </a:moveTo>
                <a:cubicBezTo>
                  <a:pt x="2268" y="1"/>
                  <a:pt x="0" y="2269"/>
                  <a:pt x="0" y="4978"/>
                </a:cubicBezTo>
                <a:cubicBezTo>
                  <a:pt x="0" y="7688"/>
                  <a:pt x="2268" y="9956"/>
                  <a:pt x="4978" y="9956"/>
                </a:cubicBezTo>
                <a:cubicBezTo>
                  <a:pt x="5013" y="9957"/>
                  <a:pt x="5048" y="9957"/>
                  <a:pt x="5083" y="9957"/>
                </a:cubicBezTo>
                <a:cubicBezTo>
                  <a:pt x="6367" y="9957"/>
                  <a:pt x="7586" y="9395"/>
                  <a:pt x="8506" y="8444"/>
                </a:cubicBezTo>
                <a:cubicBezTo>
                  <a:pt x="9420" y="7499"/>
                  <a:pt x="9924" y="6270"/>
                  <a:pt x="9924" y="4978"/>
                </a:cubicBezTo>
                <a:cubicBezTo>
                  <a:pt x="9924" y="2269"/>
                  <a:pt x="7687" y="1"/>
                  <a:pt x="497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3" name="Google Shape;5373;p57">
            <a:extLst>
              <a:ext uri="{FF2B5EF4-FFF2-40B4-BE49-F238E27FC236}">
                <a16:creationId xmlns:a16="http://schemas.microsoft.com/office/drawing/2014/main" id="{57F1187D-E8A8-7A79-5EBB-AF3BFE797DAE}"/>
              </a:ext>
            </a:extLst>
          </p:cNvPr>
          <p:cNvSpPr/>
          <p:nvPr/>
        </p:nvSpPr>
        <p:spPr>
          <a:xfrm>
            <a:off x="1859598" y="2230039"/>
            <a:ext cx="53806" cy="316525"/>
          </a:xfrm>
          <a:custGeom>
            <a:avLst/>
            <a:gdLst/>
            <a:ahLst/>
            <a:cxnLst/>
            <a:rect l="l" t="t" r="r" b="b"/>
            <a:pathLst>
              <a:path w="1671" h="9830" extrusionOk="0">
                <a:moveTo>
                  <a:pt x="1" y="0"/>
                </a:moveTo>
                <a:lnTo>
                  <a:pt x="1" y="9830"/>
                </a:lnTo>
                <a:lnTo>
                  <a:pt x="1670" y="8192"/>
                </a:lnTo>
                <a:lnTo>
                  <a:pt x="1670" y="1639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4" name="Google Shape;5374;p57">
            <a:extLst>
              <a:ext uri="{FF2B5EF4-FFF2-40B4-BE49-F238E27FC236}">
                <a16:creationId xmlns:a16="http://schemas.microsoft.com/office/drawing/2014/main" id="{6B9E53BF-7463-7517-A07F-C87532E109B2}"/>
              </a:ext>
            </a:extLst>
          </p:cNvPr>
          <p:cNvSpPr/>
          <p:nvPr/>
        </p:nvSpPr>
        <p:spPr>
          <a:xfrm>
            <a:off x="2214666" y="2230039"/>
            <a:ext cx="53806" cy="316525"/>
          </a:xfrm>
          <a:custGeom>
            <a:avLst/>
            <a:gdLst/>
            <a:ahLst/>
            <a:cxnLst/>
            <a:rect l="l" t="t" r="r" b="b"/>
            <a:pathLst>
              <a:path w="1671" h="9830" extrusionOk="0">
                <a:moveTo>
                  <a:pt x="1670" y="0"/>
                </a:moveTo>
                <a:lnTo>
                  <a:pt x="0" y="1639"/>
                </a:lnTo>
                <a:lnTo>
                  <a:pt x="0" y="8192"/>
                </a:lnTo>
                <a:lnTo>
                  <a:pt x="1670" y="9830"/>
                </a:lnTo>
                <a:lnTo>
                  <a:pt x="167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5" name="Google Shape;5375;p57">
            <a:extLst>
              <a:ext uri="{FF2B5EF4-FFF2-40B4-BE49-F238E27FC236}">
                <a16:creationId xmlns:a16="http://schemas.microsoft.com/office/drawing/2014/main" id="{91E45ECD-66DD-92FD-C344-0D36F0C34DE2}"/>
              </a:ext>
            </a:extLst>
          </p:cNvPr>
          <p:cNvSpPr/>
          <p:nvPr/>
        </p:nvSpPr>
        <p:spPr>
          <a:xfrm>
            <a:off x="1939744" y="2290896"/>
            <a:ext cx="248583" cy="194810"/>
          </a:xfrm>
          <a:custGeom>
            <a:avLst/>
            <a:gdLst/>
            <a:ahLst/>
            <a:cxnLst/>
            <a:rect l="l" t="t" r="r" b="b"/>
            <a:pathLst>
              <a:path w="7720" h="6050" extrusionOk="0">
                <a:moveTo>
                  <a:pt x="1" y="1"/>
                </a:moveTo>
                <a:lnTo>
                  <a:pt x="1" y="6050"/>
                </a:lnTo>
                <a:lnTo>
                  <a:pt x="3592" y="6050"/>
                </a:lnTo>
                <a:lnTo>
                  <a:pt x="3592" y="4821"/>
                </a:lnTo>
                <a:cubicBezTo>
                  <a:pt x="3592" y="4600"/>
                  <a:pt x="3781" y="4411"/>
                  <a:pt x="4002" y="4411"/>
                </a:cubicBezTo>
                <a:lnTo>
                  <a:pt x="6491" y="4411"/>
                </a:lnTo>
                <a:cubicBezTo>
                  <a:pt x="6743" y="4411"/>
                  <a:pt x="6932" y="4600"/>
                  <a:pt x="6932" y="4821"/>
                </a:cubicBezTo>
                <a:lnTo>
                  <a:pt x="6932" y="6050"/>
                </a:lnTo>
                <a:lnTo>
                  <a:pt x="7719" y="6050"/>
                </a:lnTo>
                <a:lnTo>
                  <a:pt x="771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6" name="Google Shape;5376;p57">
            <a:extLst>
              <a:ext uri="{FF2B5EF4-FFF2-40B4-BE49-F238E27FC236}">
                <a16:creationId xmlns:a16="http://schemas.microsoft.com/office/drawing/2014/main" id="{FA744310-EC97-C4EB-9771-EC70759A7F1A}"/>
              </a:ext>
            </a:extLst>
          </p:cNvPr>
          <p:cNvSpPr/>
          <p:nvPr/>
        </p:nvSpPr>
        <p:spPr>
          <a:xfrm>
            <a:off x="1878886" y="2513076"/>
            <a:ext cx="370299" cy="52775"/>
          </a:xfrm>
          <a:custGeom>
            <a:avLst/>
            <a:gdLst/>
            <a:ahLst/>
            <a:cxnLst/>
            <a:rect l="l" t="t" r="r" b="b"/>
            <a:pathLst>
              <a:path w="11500" h="1639" extrusionOk="0">
                <a:moveTo>
                  <a:pt x="1639" y="0"/>
                </a:moveTo>
                <a:lnTo>
                  <a:pt x="0" y="1638"/>
                </a:lnTo>
                <a:lnTo>
                  <a:pt x="11500" y="1638"/>
                </a:lnTo>
                <a:lnTo>
                  <a:pt x="98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7" name="Google Shape;5377;p57">
            <a:extLst>
              <a:ext uri="{FF2B5EF4-FFF2-40B4-BE49-F238E27FC236}">
                <a16:creationId xmlns:a16="http://schemas.microsoft.com/office/drawing/2014/main" id="{D8190B09-A79E-1E1D-621F-F3D3A69F3995}"/>
              </a:ext>
            </a:extLst>
          </p:cNvPr>
          <p:cNvSpPr/>
          <p:nvPr/>
        </p:nvSpPr>
        <p:spPr>
          <a:xfrm>
            <a:off x="1877854" y="2157233"/>
            <a:ext cx="371330" cy="107322"/>
          </a:xfrm>
          <a:custGeom>
            <a:avLst/>
            <a:gdLst/>
            <a:ahLst/>
            <a:cxnLst/>
            <a:rect l="l" t="t" r="r" b="b"/>
            <a:pathLst>
              <a:path w="11532" h="3333" extrusionOk="0">
                <a:moveTo>
                  <a:pt x="5798" y="1033"/>
                </a:moveTo>
                <a:lnTo>
                  <a:pt x="6459" y="1694"/>
                </a:lnTo>
                <a:lnTo>
                  <a:pt x="5136" y="1694"/>
                </a:lnTo>
                <a:lnTo>
                  <a:pt x="5798" y="1033"/>
                </a:lnTo>
                <a:close/>
                <a:moveTo>
                  <a:pt x="5750" y="1"/>
                </a:moveTo>
                <a:cubicBezTo>
                  <a:pt x="5640" y="1"/>
                  <a:pt x="5530" y="40"/>
                  <a:pt x="5451" y="119"/>
                </a:cubicBezTo>
                <a:lnTo>
                  <a:pt x="3939" y="1663"/>
                </a:lnTo>
                <a:lnTo>
                  <a:pt x="1" y="1663"/>
                </a:lnTo>
                <a:lnTo>
                  <a:pt x="1639" y="3332"/>
                </a:lnTo>
                <a:lnTo>
                  <a:pt x="9862" y="3332"/>
                </a:lnTo>
                <a:lnTo>
                  <a:pt x="11532" y="1663"/>
                </a:lnTo>
                <a:lnTo>
                  <a:pt x="7593" y="1663"/>
                </a:lnTo>
                <a:lnTo>
                  <a:pt x="6050" y="119"/>
                </a:lnTo>
                <a:cubicBezTo>
                  <a:pt x="5971" y="40"/>
                  <a:pt x="5861" y="1"/>
                  <a:pt x="575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9" name="Google Shape;5379;p57">
            <a:extLst>
              <a:ext uri="{FF2B5EF4-FFF2-40B4-BE49-F238E27FC236}">
                <a16:creationId xmlns:a16="http://schemas.microsoft.com/office/drawing/2014/main" id="{EEB95971-4218-CEBF-F519-6965029935F7}"/>
              </a:ext>
            </a:extLst>
          </p:cNvPr>
          <p:cNvSpPr/>
          <p:nvPr/>
        </p:nvSpPr>
        <p:spPr>
          <a:xfrm>
            <a:off x="1944332" y="2807299"/>
            <a:ext cx="240437" cy="239438"/>
          </a:xfrm>
          <a:custGeom>
            <a:avLst/>
            <a:gdLst/>
            <a:ahLst/>
            <a:cxnLst/>
            <a:rect l="l" t="t" r="r" b="b"/>
            <a:pathLst>
              <a:path w="7467" h="7436" extrusionOk="0">
                <a:moveTo>
                  <a:pt x="3686" y="1465"/>
                </a:moveTo>
                <a:cubicBezTo>
                  <a:pt x="3836" y="1465"/>
                  <a:pt x="3985" y="1544"/>
                  <a:pt x="4064" y="1702"/>
                </a:cubicBezTo>
                <a:lnTo>
                  <a:pt x="4537" y="2678"/>
                </a:lnTo>
                <a:lnTo>
                  <a:pt x="5608" y="2836"/>
                </a:lnTo>
                <a:cubicBezTo>
                  <a:pt x="5955" y="2867"/>
                  <a:pt x="6081" y="3308"/>
                  <a:pt x="5829" y="3561"/>
                </a:cubicBezTo>
                <a:lnTo>
                  <a:pt x="5041" y="4285"/>
                </a:lnTo>
                <a:lnTo>
                  <a:pt x="5261" y="5356"/>
                </a:lnTo>
                <a:cubicBezTo>
                  <a:pt x="5286" y="5630"/>
                  <a:pt x="5075" y="5845"/>
                  <a:pt x="4845" y="5845"/>
                </a:cubicBezTo>
                <a:cubicBezTo>
                  <a:pt x="4784" y="5845"/>
                  <a:pt x="4722" y="5830"/>
                  <a:pt x="4663" y="5797"/>
                </a:cubicBezTo>
                <a:lnTo>
                  <a:pt x="3686" y="5262"/>
                </a:lnTo>
                <a:lnTo>
                  <a:pt x="2678" y="5797"/>
                </a:lnTo>
                <a:cubicBezTo>
                  <a:pt x="2616" y="5828"/>
                  <a:pt x="2553" y="5842"/>
                  <a:pt x="2492" y="5842"/>
                </a:cubicBezTo>
                <a:cubicBezTo>
                  <a:pt x="2244" y="5842"/>
                  <a:pt x="2035" y="5609"/>
                  <a:pt x="2111" y="5356"/>
                </a:cubicBezTo>
                <a:lnTo>
                  <a:pt x="2300" y="4285"/>
                </a:lnTo>
                <a:lnTo>
                  <a:pt x="1512" y="3561"/>
                </a:lnTo>
                <a:cubicBezTo>
                  <a:pt x="1323" y="3308"/>
                  <a:pt x="1418" y="2867"/>
                  <a:pt x="1796" y="2836"/>
                </a:cubicBezTo>
                <a:lnTo>
                  <a:pt x="2836" y="2678"/>
                </a:lnTo>
                <a:lnTo>
                  <a:pt x="3308" y="1702"/>
                </a:lnTo>
                <a:cubicBezTo>
                  <a:pt x="3387" y="1544"/>
                  <a:pt x="3537" y="1465"/>
                  <a:pt x="3686" y="1465"/>
                </a:cubicBezTo>
                <a:close/>
                <a:moveTo>
                  <a:pt x="3718" y="0"/>
                </a:moveTo>
                <a:cubicBezTo>
                  <a:pt x="1670" y="0"/>
                  <a:pt x="32" y="1670"/>
                  <a:pt x="32" y="3750"/>
                </a:cubicBezTo>
                <a:cubicBezTo>
                  <a:pt x="0" y="5766"/>
                  <a:pt x="1670" y="7436"/>
                  <a:pt x="3718" y="7436"/>
                </a:cubicBezTo>
                <a:cubicBezTo>
                  <a:pt x="5765" y="7436"/>
                  <a:pt x="7404" y="5797"/>
                  <a:pt x="7467" y="3750"/>
                </a:cubicBezTo>
                <a:cubicBezTo>
                  <a:pt x="7467" y="1702"/>
                  <a:pt x="5797" y="32"/>
                  <a:pt x="37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0" name="Google Shape;5380;p57">
            <a:extLst>
              <a:ext uri="{FF2B5EF4-FFF2-40B4-BE49-F238E27FC236}">
                <a16:creationId xmlns:a16="http://schemas.microsoft.com/office/drawing/2014/main" id="{051B4BC2-16F8-1C07-6A57-9C102E69B7F9}"/>
              </a:ext>
            </a:extLst>
          </p:cNvPr>
          <p:cNvSpPr/>
          <p:nvPr/>
        </p:nvSpPr>
        <p:spPr>
          <a:xfrm>
            <a:off x="2074162" y="2641308"/>
            <a:ext cx="194810" cy="190366"/>
          </a:xfrm>
          <a:custGeom>
            <a:avLst/>
            <a:gdLst/>
            <a:ahLst/>
            <a:cxnLst/>
            <a:rect l="l" t="t" r="r" b="b"/>
            <a:pathLst>
              <a:path w="6050" h="5912" extrusionOk="0">
                <a:moveTo>
                  <a:pt x="3829" y="0"/>
                </a:moveTo>
                <a:cubicBezTo>
                  <a:pt x="3706" y="0"/>
                  <a:pt x="3580" y="47"/>
                  <a:pt x="3498" y="146"/>
                </a:cubicBezTo>
                <a:lnTo>
                  <a:pt x="1" y="4336"/>
                </a:lnTo>
                <a:cubicBezTo>
                  <a:pt x="1229" y="4399"/>
                  <a:pt x="2332" y="4998"/>
                  <a:pt x="3088" y="5912"/>
                </a:cubicBezTo>
                <a:lnTo>
                  <a:pt x="5861" y="2446"/>
                </a:lnTo>
                <a:cubicBezTo>
                  <a:pt x="6050" y="2289"/>
                  <a:pt x="6050" y="2037"/>
                  <a:pt x="5924" y="1879"/>
                </a:cubicBezTo>
                <a:lnTo>
                  <a:pt x="4128" y="115"/>
                </a:lnTo>
                <a:cubicBezTo>
                  <a:pt x="4053" y="40"/>
                  <a:pt x="3942" y="0"/>
                  <a:pt x="3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1" name="Google Shape;5381;p57">
            <a:extLst>
              <a:ext uri="{FF2B5EF4-FFF2-40B4-BE49-F238E27FC236}">
                <a16:creationId xmlns:a16="http://schemas.microsoft.com/office/drawing/2014/main" id="{6C4AEBA5-A376-BC94-70B1-A225FC6DB098}"/>
              </a:ext>
            </a:extLst>
          </p:cNvPr>
          <p:cNvSpPr/>
          <p:nvPr/>
        </p:nvSpPr>
        <p:spPr>
          <a:xfrm>
            <a:off x="1968674" y="2638893"/>
            <a:ext cx="190752" cy="115694"/>
          </a:xfrm>
          <a:custGeom>
            <a:avLst/>
            <a:gdLst/>
            <a:ahLst/>
            <a:cxnLst/>
            <a:rect l="l" t="t" r="r" b="b"/>
            <a:pathLst>
              <a:path w="5924" h="3593" extrusionOk="0">
                <a:moveTo>
                  <a:pt x="0" y="1"/>
                </a:moveTo>
                <a:lnTo>
                  <a:pt x="2962" y="3592"/>
                </a:lnTo>
                <a:lnTo>
                  <a:pt x="592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2" name="Google Shape;5382;p57">
            <a:extLst>
              <a:ext uri="{FF2B5EF4-FFF2-40B4-BE49-F238E27FC236}">
                <a16:creationId xmlns:a16="http://schemas.microsoft.com/office/drawing/2014/main" id="{FF588B35-A4BA-48C4-08CF-E39ED832FE19}"/>
              </a:ext>
            </a:extLst>
          </p:cNvPr>
          <p:cNvSpPr/>
          <p:nvPr/>
        </p:nvSpPr>
        <p:spPr>
          <a:xfrm>
            <a:off x="1859100" y="2641306"/>
            <a:ext cx="191750" cy="189368"/>
          </a:xfrm>
          <a:custGeom>
            <a:avLst/>
            <a:gdLst/>
            <a:ahLst/>
            <a:cxnLst/>
            <a:rect l="l" t="t" r="r" b="b"/>
            <a:pathLst>
              <a:path w="5955" h="5881" extrusionOk="0">
                <a:moveTo>
                  <a:pt x="2194" y="0"/>
                </a:moveTo>
                <a:cubicBezTo>
                  <a:pt x="2084" y="0"/>
                  <a:pt x="1965" y="40"/>
                  <a:pt x="1859" y="115"/>
                </a:cubicBezTo>
                <a:lnTo>
                  <a:pt x="95" y="1879"/>
                </a:lnTo>
                <a:cubicBezTo>
                  <a:pt x="1" y="2037"/>
                  <a:pt x="1" y="2289"/>
                  <a:pt x="95" y="2446"/>
                </a:cubicBezTo>
                <a:lnTo>
                  <a:pt x="2899" y="5880"/>
                </a:lnTo>
                <a:cubicBezTo>
                  <a:pt x="3655" y="4998"/>
                  <a:pt x="4758" y="4399"/>
                  <a:pt x="5955" y="4305"/>
                </a:cubicBezTo>
                <a:lnTo>
                  <a:pt x="2490" y="146"/>
                </a:lnTo>
                <a:cubicBezTo>
                  <a:pt x="2424" y="47"/>
                  <a:pt x="2315" y="0"/>
                  <a:pt x="21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3" name="Google Shape;5383;p57">
            <a:extLst>
              <a:ext uri="{FF2B5EF4-FFF2-40B4-BE49-F238E27FC236}">
                <a16:creationId xmlns:a16="http://schemas.microsoft.com/office/drawing/2014/main" id="{08B347BA-4AC8-CF02-F074-4C9756CF2508}"/>
              </a:ext>
            </a:extLst>
          </p:cNvPr>
          <p:cNvSpPr/>
          <p:nvPr/>
        </p:nvSpPr>
        <p:spPr>
          <a:xfrm>
            <a:off x="1862375" y="3128669"/>
            <a:ext cx="409872" cy="407103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4" name="Google Shape;5384;p57">
            <a:extLst>
              <a:ext uri="{FF2B5EF4-FFF2-40B4-BE49-F238E27FC236}">
                <a16:creationId xmlns:a16="http://schemas.microsoft.com/office/drawing/2014/main" id="{603EF035-6403-408E-174F-8888ACA3BA6D}"/>
              </a:ext>
            </a:extLst>
          </p:cNvPr>
          <p:cNvSpPr/>
          <p:nvPr/>
        </p:nvSpPr>
        <p:spPr>
          <a:xfrm>
            <a:off x="442273" y="3671403"/>
            <a:ext cx="483932" cy="406814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6" name="Google Shape;5386;p57">
            <a:extLst>
              <a:ext uri="{FF2B5EF4-FFF2-40B4-BE49-F238E27FC236}">
                <a16:creationId xmlns:a16="http://schemas.microsoft.com/office/drawing/2014/main" id="{C3BC3639-9F5F-5803-0F66-9BDA05EB48BC}"/>
              </a:ext>
            </a:extLst>
          </p:cNvPr>
          <p:cNvSpPr/>
          <p:nvPr/>
        </p:nvSpPr>
        <p:spPr>
          <a:xfrm>
            <a:off x="503230" y="4427228"/>
            <a:ext cx="372071" cy="158649"/>
          </a:xfrm>
          <a:custGeom>
            <a:avLst/>
            <a:gdLst/>
            <a:ahLst/>
            <a:cxnLst/>
            <a:rect l="l" t="t" r="r" b="b"/>
            <a:pathLst>
              <a:path w="11555" h="4927" extrusionOk="0">
                <a:moveTo>
                  <a:pt x="3679" y="2028"/>
                </a:moveTo>
                <a:cubicBezTo>
                  <a:pt x="3931" y="2028"/>
                  <a:pt x="4088" y="2217"/>
                  <a:pt x="4088" y="2469"/>
                </a:cubicBezTo>
                <a:cubicBezTo>
                  <a:pt x="4088" y="2721"/>
                  <a:pt x="3868" y="2878"/>
                  <a:pt x="3679" y="2878"/>
                </a:cubicBezTo>
                <a:cubicBezTo>
                  <a:pt x="3458" y="2878"/>
                  <a:pt x="3238" y="2658"/>
                  <a:pt x="3238" y="2469"/>
                </a:cubicBezTo>
                <a:cubicBezTo>
                  <a:pt x="3238" y="2185"/>
                  <a:pt x="3458" y="2028"/>
                  <a:pt x="3679" y="2028"/>
                </a:cubicBezTo>
                <a:close/>
                <a:moveTo>
                  <a:pt x="7806" y="1618"/>
                </a:moveTo>
                <a:cubicBezTo>
                  <a:pt x="8278" y="1618"/>
                  <a:pt x="8656" y="1965"/>
                  <a:pt x="8656" y="2437"/>
                </a:cubicBezTo>
                <a:cubicBezTo>
                  <a:pt x="8656" y="2910"/>
                  <a:pt x="8278" y="3256"/>
                  <a:pt x="7806" y="3256"/>
                </a:cubicBezTo>
                <a:cubicBezTo>
                  <a:pt x="7333" y="3256"/>
                  <a:pt x="6987" y="2910"/>
                  <a:pt x="6987" y="2437"/>
                </a:cubicBezTo>
                <a:cubicBezTo>
                  <a:pt x="6987" y="1965"/>
                  <a:pt x="7333" y="1618"/>
                  <a:pt x="7806" y="1618"/>
                </a:cubicBezTo>
                <a:close/>
                <a:moveTo>
                  <a:pt x="5348" y="2878"/>
                </a:moveTo>
                <a:cubicBezTo>
                  <a:pt x="5569" y="2878"/>
                  <a:pt x="5758" y="3067"/>
                  <a:pt x="5758" y="3256"/>
                </a:cubicBezTo>
                <a:cubicBezTo>
                  <a:pt x="5758" y="3509"/>
                  <a:pt x="5569" y="3698"/>
                  <a:pt x="5348" y="3698"/>
                </a:cubicBezTo>
                <a:cubicBezTo>
                  <a:pt x="5096" y="3698"/>
                  <a:pt x="4907" y="3509"/>
                  <a:pt x="4907" y="3256"/>
                </a:cubicBezTo>
                <a:cubicBezTo>
                  <a:pt x="4907" y="3004"/>
                  <a:pt x="5096" y="2878"/>
                  <a:pt x="5348" y="2878"/>
                </a:cubicBezTo>
                <a:close/>
                <a:moveTo>
                  <a:pt x="8249" y="1"/>
                </a:moveTo>
                <a:cubicBezTo>
                  <a:pt x="6319" y="1"/>
                  <a:pt x="5400" y="1530"/>
                  <a:pt x="3381" y="1530"/>
                </a:cubicBezTo>
                <a:cubicBezTo>
                  <a:pt x="2909" y="1530"/>
                  <a:pt x="2377" y="1447"/>
                  <a:pt x="1757" y="1240"/>
                </a:cubicBezTo>
                <a:lnTo>
                  <a:pt x="560" y="2973"/>
                </a:lnTo>
                <a:cubicBezTo>
                  <a:pt x="0" y="3812"/>
                  <a:pt x="544" y="4927"/>
                  <a:pt x="1557" y="4927"/>
                </a:cubicBezTo>
                <a:cubicBezTo>
                  <a:pt x="1571" y="4927"/>
                  <a:pt x="1585" y="4927"/>
                  <a:pt x="1599" y="4926"/>
                </a:cubicBezTo>
                <a:lnTo>
                  <a:pt x="9980" y="4926"/>
                </a:lnTo>
                <a:cubicBezTo>
                  <a:pt x="10956" y="4926"/>
                  <a:pt x="11555" y="3761"/>
                  <a:pt x="11019" y="2941"/>
                </a:cubicBezTo>
                <a:lnTo>
                  <a:pt x="9003" y="75"/>
                </a:lnTo>
                <a:cubicBezTo>
                  <a:pt x="8734" y="24"/>
                  <a:pt x="8484" y="1"/>
                  <a:pt x="824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7" name="Google Shape;5387;p57">
            <a:extLst>
              <a:ext uri="{FF2B5EF4-FFF2-40B4-BE49-F238E27FC236}">
                <a16:creationId xmlns:a16="http://schemas.microsoft.com/office/drawing/2014/main" id="{01C08656-ABE7-2E9E-F4D0-A3BD93274843}"/>
              </a:ext>
            </a:extLst>
          </p:cNvPr>
          <p:cNvSpPr/>
          <p:nvPr/>
        </p:nvSpPr>
        <p:spPr>
          <a:xfrm>
            <a:off x="577033" y="4177003"/>
            <a:ext cx="206981" cy="273120"/>
          </a:xfrm>
          <a:custGeom>
            <a:avLst/>
            <a:gdLst/>
            <a:ahLst/>
            <a:cxnLst/>
            <a:rect l="l" t="t" r="r" b="b"/>
            <a:pathLst>
              <a:path w="6428" h="8482" extrusionOk="0">
                <a:moveTo>
                  <a:pt x="1891" y="1"/>
                </a:moveTo>
                <a:cubicBezTo>
                  <a:pt x="1229" y="1"/>
                  <a:pt x="694" y="568"/>
                  <a:pt x="694" y="1261"/>
                </a:cubicBezTo>
                <a:cubicBezTo>
                  <a:pt x="694" y="1828"/>
                  <a:pt x="1040" y="2238"/>
                  <a:pt x="1513" y="2395"/>
                </a:cubicBezTo>
                <a:lnTo>
                  <a:pt x="1513" y="5829"/>
                </a:lnTo>
                <a:cubicBezTo>
                  <a:pt x="1481" y="6459"/>
                  <a:pt x="1072" y="6774"/>
                  <a:pt x="0" y="8318"/>
                </a:cubicBezTo>
                <a:cubicBezTo>
                  <a:pt x="441" y="8433"/>
                  <a:pt x="822" y="8482"/>
                  <a:pt x="1162" y="8482"/>
                </a:cubicBezTo>
                <a:cubicBezTo>
                  <a:pt x="3061" y="8482"/>
                  <a:pt x="3671" y="6963"/>
                  <a:pt x="6049" y="6963"/>
                </a:cubicBezTo>
                <a:lnTo>
                  <a:pt x="6112" y="6963"/>
                </a:lnTo>
                <a:cubicBezTo>
                  <a:pt x="5829" y="6585"/>
                  <a:pt x="5608" y="6333"/>
                  <a:pt x="5608" y="5861"/>
                </a:cubicBezTo>
                <a:lnTo>
                  <a:pt x="5608" y="2458"/>
                </a:lnTo>
                <a:cubicBezTo>
                  <a:pt x="6081" y="2301"/>
                  <a:pt x="6427" y="1828"/>
                  <a:pt x="6427" y="1261"/>
                </a:cubicBezTo>
                <a:cubicBezTo>
                  <a:pt x="6427" y="599"/>
                  <a:pt x="5892" y="1"/>
                  <a:pt x="519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9" name="Google Shape;5389;p57">
            <a:extLst>
              <a:ext uri="{FF2B5EF4-FFF2-40B4-BE49-F238E27FC236}">
                <a16:creationId xmlns:a16="http://schemas.microsoft.com/office/drawing/2014/main" id="{5CE2CA7D-CAB3-5FCC-B802-344A2A522083}"/>
              </a:ext>
            </a:extLst>
          </p:cNvPr>
          <p:cNvSpPr/>
          <p:nvPr/>
        </p:nvSpPr>
        <p:spPr>
          <a:xfrm>
            <a:off x="485342" y="4682396"/>
            <a:ext cx="407844" cy="299266"/>
          </a:xfrm>
          <a:custGeom>
            <a:avLst/>
            <a:gdLst/>
            <a:ahLst/>
            <a:cxnLst/>
            <a:rect l="l" t="t" r="r" b="b"/>
            <a:pathLst>
              <a:path w="12666" h="9294" extrusionOk="0">
                <a:moveTo>
                  <a:pt x="11405" y="1701"/>
                </a:moveTo>
                <a:cubicBezTo>
                  <a:pt x="11626" y="1701"/>
                  <a:pt x="11846" y="1890"/>
                  <a:pt x="11846" y="2142"/>
                </a:cubicBezTo>
                <a:cubicBezTo>
                  <a:pt x="11846" y="3749"/>
                  <a:pt x="11090" y="4663"/>
                  <a:pt x="9956" y="4978"/>
                </a:cubicBezTo>
                <a:cubicBezTo>
                  <a:pt x="10051" y="4631"/>
                  <a:pt x="10145" y="4222"/>
                  <a:pt x="10145" y="3844"/>
                </a:cubicBezTo>
                <a:lnTo>
                  <a:pt x="10145" y="1701"/>
                </a:lnTo>
                <a:close/>
                <a:moveTo>
                  <a:pt x="2584" y="1701"/>
                </a:moveTo>
                <a:lnTo>
                  <a:pt x="2584" y="3812"/>
                </a:lnTo>
                <a:cubicBezTo>
                  <a:pt x="2584" y="4222"/>
                  <a:pt x="2647" y="4600"/>
                  <a:pt x="2773" y="5009"/>
                </a:cubicBezTo>
                <a:cubicBezTo>
                  <a:pt x="1639" y="4694"/>
                  <a:pt x="851" y="3781"/>
                  <a:pt x="851" y="2142"/>
                </a:cubicBezTo>
                <a:cubicBezTo>
                  <a:pt x="851" y="1890"/>
                  <a:pt x="1040" y="1701"/>
                  <a:pt x="1292" y="1701"/>
                </a:cubicBezTo>
                <a:close/>
                <a:moveTo>
                  <a:pt x="4065" y="3655"/>
                </a:moveTo>
                <a:cubicBezTo>
                  <a:pt x="4317" y="3655"/>
                  <a:pt x="4506" y="3875"/>
                  <a:pt x="4506" y="4096"/>
                </a:cubicBezTo>
                <a:cubicBezTo>
                  <a:pt x="4506" y="4631"/>
                  <a:pt x="4821" y="5041"/>
                  <a:pt x="5262" y="5261"/>
                </a:cubicBezTo>
                <a:cubicBezTo>
                  <a:pt x="5451" y="5324"/>
                  <a:pt x="5577" y="5608"/>
                  <a:pt x="5482" y="5797"/>
                </a:cubicBezTo>
                <a:cubicBezTo>
                  <a:pt x="5431" y="5952"/>
                  <a:pt x="5229" y="6065"/>
                  <a:pt x="5054" y="6065"/>
                </a:cubicBezTo>
                <a:cubicBezTo>
                  <a:pt x="5017" y="6065"/>
                  <a:pt x="4980" y="6060"/>
                  <a:pt x="4947" y="6049"/>
                </a:cubicBezTo>
                <a:cubicBezTo>
                  <a:pt x="4128" y="5734"/>
                  <a:pt x="3655" y="4946"/>
                  <a:pt x="3655" y="4096"/>
                </a:cubicBezTo>
                <a:cubicBezTo>
                  <a:pt x="3655" y="3875"/>
                  <a:pt x="3844" y="3655"/>
                  <a:pt x="4065" y="3655"/>
                </a:cubicBezTo>
                <a:close/>
                <a:moveTo>
                  <a:pt x="2993" y="0"/>
                </a:moveTo>
                <a:cubicBezTo>
                  <a:pt x="2741" y="0"/>
                  <a:pt x="2552" y="189"/>
                  <a:pt x="2552" y="441"/>
                </a:cubicBezTo>
                <a:lnTo>
                  <a:pt x="2552" y="882"/>
                </a:lnTo>
                <a:lnTo>
                  <a:pt x="1261" y="882"/>
                </a:lnTo>
                <a:cubicBezTo>
                  <a:pt x="536" y="882"/>
                  <a:pt x="1" y="1418"/>
                  <a:pt x="1" y="2142"/>
                </a:cubicBezTo>
                <a:cubicBezTo>
                  <a:pt x="1" y="4568"/>
                  <a:pt x="1513" y="5797"/>
                  <a:pt x="3183" y="5923"/>
                </a:cubicBezTo>
                <a:cubicBezTo>
                  <a:pt x="4159" y="7372"/>
                  <a:pt x="5073" y="7089"/>
                  <a:pt x="5073" y="7687"/>
                </a:cubicBezTo>
                <a:cubicBezTo>
                  <a:pt x="5073" y="8286"/>
                  <a:pt x="4821" y="8884"/>
                  <a:pt x="4443" y="9294"/>
                </a:cubicBezTo>
                <a:lnTo>
                  <a:pt x="8192" y="9294"/>
                </a:lnTo>
                <a:cubicBezTo>
                  <a:pt x="7782" y="8884"/>
                  <a:pt x="7562" y="8286"/>
                  <a:pt x="7562" y="7687"/>
                </a:cubicBezTo>
                <a:cubicBezTo>
                  <a:pt x="7562" y="7089"/>
                  <a:pt x="8507" y="7372"/>
                  <a:pt x="9484" y="5923"/>
                </a:cubicBezTo>
                <a:cubicBezTo>
                  <a:pt x="11216" y="5797"/>
                  <a:pt x="12666" y="4537"/>
                  <a:pt x="12666" y="2142"/>
                </a:cubicBezTo>
                <a:cubicBezTo>
                  <a:pt x="12666" y="1418"/>
                  <a:pt x="12098" y="882"/>
                  <a:pt x="11405" y="882"/>
                </a:cubicBezTo>
                <a:lnTo>
                  <a:pt x="10145" y="882"/>
                </a:lnTo>
                <a:lnTo>
                  <a:pt x="10145" y="441"/>
                </a:lnTo>
                <a:cubicBezTo>
                  <a:pt x="10145" y="189"/>
                  <a:pt x="9956" y="0"/>
                  <a:pt x="97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0" name="Google Shape;5390;p57">
            <a:extLst>
              <a:ext uri="{FF2B5EF4-FFF2-40B4-BE49-F238E27FC236}">
                <a16:creationId xmlns:a16="http://schemas.microsoft.com/office/drawing/2014/main" id="{29E5F7D1-7966-A5B1-6DA8-7665753D39C8}"/>
              </a:ext>
            </a:extLst>
          </p:cNvPr>
          <p:cNvSpPr/>
          <p:nvPr/>
        </p:nvSpPr>
        <p:spPr>
          <a:xfrm>
            <a:off x="563460" y="5009032"/>
            <a:ext cx="250612" cy="81176"/>
          </a:xfrm>
          <a:custGeom>
            <a:avLst/>
            <a:gdLst/>
            <a:ahLst/>
            <a:cxnLst/>
            <a:rect l="l" t="t" r="r" b="b"/>
            <a:pathLst>
              <a:path w="7783" h="2521" extrusionOk="0">
                <a:moveTo>
                  <a:pt x="757" y="1"/>
                </a:moveTo>
                <a:lnTo>
                  <a:pt x="63" y="1954"/>
                </a:lnTo>
                <a:cubicBezTo>
                  <a:pt x="0" y="2237"/>
                  <a:pt x="158" y="2521"/>
                  <a:pt x="473" y="2521"/>
                </a:cubicBezTo>
                <a:lnTo>
                  <a:pt x="7278" y="2521"/>
                </a:lnTo>
                <a:cubicBezTo>
                  <a:pt x="7593" y="2521"/>
                  <a:pt x="7782" y="2237"/>
                  <a:pt x="7688" y="1954"/>
                </a:cubicBezTo>
                <a:lnTo>
                  <a:pt x="699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2" name="Google Shape;5392;p57">
            <a:extLst>
              <a:ext uri="{FF2B5EF4-FFF2-40B4-BE49-F238E27FC236}">
                <a16:creationId xmlns:a16="http://schemas.microsoft.com/office/drawing/2014/main" id="{C2404FB9-A00C-0EC4-B27A-2174ACF897D3}"/>
              </a:ext>
            </a:extLst>
          </p:cNvPr>
          <p:cNvSpPr/>
          <p:nvPr/>
        </p:nvSpPr>
        <p:spPr>
          <a:xfrm>
            <a:off x="2945731" y="3651359"/>
            <a:ext cx="294242" cy="293213"/>
          </a:xfrm>
          <a:custGeom>
            <a:avLst/>
            <a:gdLst/>
            <a:ahLst/>
            <a:cxnLst/>
            <a:rect l="l" t="t" r="r" b="b"/>
            <a:pathLst>
              <a:path w="9138" h="9106" extrusionOk="0">
                <a:moveTo>
                  <a:pt x="4097" y="1292"/>
                </a:moveTo>
                <a:cubicBezTo>
                  <a:pt x="4349" y="1292"/>
                  <a:pt x="4538" y="1450"/>
                  <a:pt x="4538" y="1702"/>
                </a:cubicBezTo>
                <a:cubicBezTo>
                  <a:pt x="4538" y="1922"/>
                  <a:pt x="4349" y="2111"/>
                  <a:pt x="4160" y="2111"/>
                </a:cubicBezTo>
                <a:cubicBezTo>
                  <a:pt x="2994" y="2111"/>
                  <a:pt x="2112" y="3056"/>
                  <a:pt x="2049" y="4222"/>
                </a:cubicBezTo>
                <a:cubicBezTo>
                  <a:pt x="2049" y="4443"/>
                  <a:pt x="1860" y="4600"/>
                  <a:pt x="1639" y="4600"/>
                </a:cubicBezTo>
                <a:cubicBezTo>
                  <a:pt x="1387" y="4600"/>
                  <a:pt x="1198" y="4411"/>
                  <a:pt x="1198" y="4222"/>
                </a:cubicBezTo>
                <a:cubicBezTo>
                  <a:pt x="1198" y="2584"/>
                  <a:pt x="2490" y="1324"/>
                  <a:pt x="4097" y="1292"/>
                </a:cubicBezTo>
                <a:close/>
                <a:moveTo>
                  <a:pt x="4569" y="0"/>
                </a:moveTo>
                <a:cubicBezTo>
                  <a:pt x="2049" y="0"/>
                  <a:pt x="1" y="2048"/>
                  <a:pt x="1" y="4569"/>
                </a:cubicBezTo>
                <a:cubicBezTo>
                  <a:pt x="1" y="6207"/>
                  <a:pt x="946" y="7688"/>
                  <a:pt x="2332" y="8475"/>
                </a:cubicBezTo>
                <a:cubicBezTo>
                  <a:pt x="2458" y="8507"/>
                  <a:pt x="2521" y="8664"/>
                  <a:pt x="2521" y="8822"/>
                </a:cubicBezTo>
                <a:lnTo>
                  <a:pt x="2521" y="9105"/>
                </a:lnTo>
                <a:lnTo>
                  <a:pt x="6680" y="9105"/>
                </a:lnTo>
                <a:lnTo>
                  <a:pt x="6680" y="8822"/>
                </a:lnTo>
                <a:cubicBezTo>
                  <a:pt x="6680" y="8696"/>
                  <a:pt x="6743" y="8570"/>
                  <a:pt x="6900" y="8507"/>
                </a:cubicBezTo>
                <a:cubicBezTo>
                  <a:pt x="8255" y="7719"/>
                  <a:pt x="9137" y="6270"/>
                  <a:pt x="9137" y="4569"/>
                </a:cubicBezTo>
                <a:cubicBezTo>
                  <a:pt x="9137" y="2048"/>
                  <a:pt x="7089" y="32"/>
                  <a:pt x="45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3" name="Google Shape;5393;p57">
            <a:extLst>
              <a:ext uri="{FF2B5EF4-FFF2-40B4-BE49-F238E27FC236}">
                <a16:creationId xmlns:a16="http://schemas.microsoft.com/office/drawing/2014/main" id="{1F0D9CB7-9023-0FC8-3B5F-BD7C93AABE4A}"/>
              </a:ext>
            </a:extLst>
          </p:cNvPr>
          <p:cNvSpPr/>
          <p:nvPr/>
        </p:nvSpPr>
        <p:spPr>
          <a:xfrm>
            <a:off x="3025876" y="3970911"/>
            <a:ext cx="132921" cy="87262"/>
          </a:xfrm>
          <a:custGeom>
            <a:avLst/>
            <a:gdLst/>
            <a:ahLst/>
            <a:cxnLst/>
            <a:rect l="l" t="t" r="r" b="b"/>
            <a:pathLst>
              <a:path w="4128" h="2710" extrusionOk="0">
                <a:moveTo>
                  <a:pt x="1" y="0"/>
                </a:moveTo>
                <a:lnTo>
                  <a:pt x="1" y="662"/>
                </a:lnTo>
                <a:cubicBezTo>
                  <a:pt x="1" y="1198"/>
                  <a:pt x="410" y="1702"/>
                  <a:pt x="883" y="1859"/>
                </a:cubicBezTo>
                <a:cubicBezTo>
                  <a:pt x="1040" y="2363"/>
                  <a:pt x="1513" y="2710"/>
                  <a:pt x="2049" y="2710"/>
                </a:cubicBezTo>
                <a:cubicBezTo>
                  <a:pt x="2647" y="2710"/>
                  <a:pt x="3120" y="2363"/>
                  <a:pt x="3277" y="1859"/>
                </a:cubicBezTo>
                <a:cubicBezTo>
                  <a:pt x="3781" y="1702"/>
                  <a:pt x="4128" y="1198"/>
                  <a:pt x="4128" y="662"/>
                </a:cubicBezTo>
                <a:lnTo>
                  <a:pt x="41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5" name="Google Shape;5395;p57">
            <a:extLst>
              <a:ext uri="{FF2B5EF4-FFF2-40B4-BE49-F238E27FC236}">
                <a16:creationId xmlns:a16="http://schemas.microsoft.com/office/drawing/2014/main" id="{847DC40F-90A5-F3AB-C327-302B2A47CB68}"/>
              </a:ext>
            </a:extLst>
          </p:cNvPr>
          <p:cNvSpPr/>
          <p:nvPr/>
        </p:nvSpPr>
        <p:spPr>
          <a:xfrm>
            <a:off x="2898118" y="4376290"/>
            <a:ext cx="126836" cy="117272"/>
          </a:xfrm>
          <a:custGeom>
            <a:avLst/>
            <a:gdLst/>
            <a:ahLst/>
            <a:cxnLst/>
            <a:rect l="l" t="t" r="r" b="b"/>
            <a:pathLst>
              <a:path w="3939" h="3642" extrusionOk="0">
                <a:moveTo>
                  <a:pt x="739" y="1"/>
                </a:moveTo>
                <a:cubicBezTo>
                  <a:pt x="480" y="1"/>
                  <a:pt x="232" y="12"/>
                  <a:pt x="0" y="18"/>
                </a:cubicBezTo>
                <a:cubicBezTo>
                  <a:pt x="95" y="1341"/>
                  <a:pt x="630" y="2602"/>
                  <a:pt x="1512" y="3641"/>
                </a:cubicBezTo>
                <a:lnTo>
                  <a:pt x="3938" y="1247"/>
                </a:lnTo>
                <a:cubicBezTo>
                  <a:pt x="2844" y="153"/>
                  <a:pt x="1711" y="1"/>
                  <a:pt x="73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6" name="Google Shape;5396;p57">
            <a:extLst>
              <a:ext uri="{FF2B5EF4-FFF2-40B4-BE49-F238E27FC236}">
                <a16:creationId xmlns:a16="http://schemas.microsoft.com/office/drawing/2014/main" id="{C2C7B270-E51E-D45C-BB0B-5839993DE958}"/>
              </a:ext>
            </a:extLst>
          </p:cNvPr>
          <p:cNvSpPr/>
          <p:nvPr/>
        </p:nvSpPr>
        <p:spPr>
          <a:xfrm>
            <a:off x="2896090" y="4223694"/>
            <a:ext cx="185665" cy="172463"/>
          </a:xfrm>
          <a:custGeom>
            <a:avLst/>
            <a:gdLst/>
            <a:ahLst/>
            <a:cxnLst/>
            <a:rect l="l" t="t" r="r" b="b"/>
            <a:pathLst>
              <a:path w="5766" h="5356" extrusionOk="0">
                <a:moveTo>
                  <a:pt x="1575" y="0"/>
                </a:moveTo>
                <a:cubicBezTo>
                  <a:pt x="599" y="1103"/>
                  <a:pt x="95" y="2520"/>
                  <a:pt x="0" y="3907"/>
                </a:cubicBezTo>
                <a:cubicBezTo>
                  <a:pt x="213" y="3901"/>
                  <a:pt x="452" y="3891"/>
                  <a:pt x="712" y="3891"/>
                </a:cubicBezTo>
                <a:cubicBezTo>
                  <a:pt x="1801" y="3891"/>
                  <a:pt x="3246" y="4059"/>
                  <a:pt x="4568" y="5356"/>
                </a:cubicBezTo>
                <a:lnTo>
                  <a:pt x="5766" y="4190"/>
                </a:lnTo>
                <a:lnTo>
                  <a:pt x="157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7" name="Google Shape;5397;p57">
            <a:extLst>
              <a:ext uri="{FF2B5EF4-FFF2-40B4-BE49-F238E27FC236}">
                <a16:creationId xmlns:a16="http://schemas.microsoft.com/office/drawing/2014/main" id="{4FEF2C43-3E56-55D6-9560-9A863E43D0E8}"/>
              </a:ext>
            </a:extLst>
          </p:cNvPr>
          <p:cNvSpPr/>
          <p:nvPr/>
        </p:nvSpPr>
        <p:spPr>
          <a:xfrm>
            <a:off x="2967091" y="4436728"/>
            <a:ext cx="99434" cy="121748"/>
          </a:xfrm>
          <a:custGeom>
            <a:avLst/>
            <a:gdLst/>
            <a:ahLst/>
            <a:cxnLst/>
            <a:rect l="l" t="t" r="r" b="b"/>
            <a:pathLst>
              <a:path w="3088" h="3781" extrusionOk="0">
                <a:moveTo>
                  <a:pt x="2332" y="0"/>
                </a:moveTo>
                <a:lnTo>
                  <a:pt x="0" y="2331"/>
                </a:lnTo>
                <a:cubicBezTo>
                  <a:pt x="883" y="3088"/>
                  <a:pt x="1891" y="3592"/>
                  <a:pt x="2962" y="3781"/>
                </a:cubicBezTo>
                <a:cubicBezTo>
                  <a:pt x="3088" y="2363"/>
                  <a:pt x="3088" y="1197"/>
                  <a:pt x="23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8" name="Google Shape;5398;p57">
            <a:extLst>
              <a:ext uri="{FF2B5EF4-FFF2-40B4-BE49-F238E27FC236}">
                <a16:creationId xmlns:a16="http://schemas.microsoft.com/office/drawing/2014/main" id="{79E071DE-05B2-FBFE-7472-F789392897B3}"/>
              </a:ext>
            </a:extLst>
          </p:cNvPr>
          <p:cNvSpPr/>
          <p:nvPr/>
        </p:nvSpPr>
        <p:spPr>
          <a:xfrm>
            <a:off x="3121297" y="4320036"/>
            <a:ext cx="184634" cy="174524"/>
          </a:xfrm>
          <a:custGeom>
            <a:avLst/>
            <a:gdLst/>
            <a:ahLst/>
            <a:cxnLst/>
            <a:rect l="l" t="t" r="r" b="b"/>
            <a:pathLst>
              <a:path w="5734" h="5420" extrusionOk="0">
                <a:moveTo>
                  <a:pt x="1197" y="1"/>
                </a:moveTo>
                <a:lnTo>
                  <a:pt x="0" y="1230"/>
                </a:lnTo>
                <a:lnTo>
                  <a:pt x="4159" y="5420"/>
                </a:lnTo>
                <a:cubicBezTo>
                  <a:pt x="5199" y="4191"/>
                  <a:pt x="5703" y="2773"/>
                  <a:pt x="5734" y="1324"/>
                </a:cubicBezTo>
                <a:cubicBezTo>
                  <a:pt x="5557" y="1324"/>
                  <a:pt x="5356" y="1329"/>
                  <a:pt x="5135" y="1329"/>
                </a:cubicBezTo>
                <a:cubicBezTo>
                  <a:pt x="4098" y="1329"/>
                  <a:pt x="2626" y="1222"/>
                  <a:pt x="119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29" name="Google Shape;5399;p57">
            <a:extLst>
              <a:ext uri="{FF2B5EF4-FFF2-40B4-BE49-F238E27FC236}">
                <a16:creationId xmlns:a16="http://schemas.microsoft.com/office/drawing/2014/main" id="{B971336F-4989-87CB-7D11-338069377A85}"/>
              </a:ext>
            </a:extLst>
          </p:cNvPr>
          <p:cNvSpPr/>
          <p:nvPr/>
        </p:nvSpPr>
        <p:spPr>
          <a:xfrm>
            <a:off x="3061435" y="4377867"/>
            <a:ext cx="174524" cy="184667"/>
          </a:xfrm>
          <a:custGeom>
            <a:avLst/>
            <a:gdLst/>
            <a:ahLst/>
            <a:cxnLst/>
            <a:rect l="l" t="t" r="r" b="b"/>
            <a:pathLst>
              <a:path w="5420" h="5735" extrusionOk="0">
                <a:moveTo>
                  <a:pt x="1261" y="1"/>
                </a:moveTo>
                <a:lnTo>
                  <a:pt x="0" y="1261"/>
                </a:lnTo>
                <a:cubicBezTo>
                  <a:pt x="1009" y="2679"/>
                  <a:pt x="1009" y="4002"/>
                  <a:pt x="851" y="5735"/>
                </a:cubicBezTo>
                <a:lnTo>
                  <a:pt x="1261" y="5735"/>
                </a:lnTo>
                <a:cubicBezTo>
                  <a:pt x="2773" y="5735"/>
                  <a:pt x="4254" y="5231"/>
                  <a:pt x="5419" y="4159"/>
                </a:cubicBezTo>
                <a:lnTo>
                  <a:pt x="126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0" name="Google Shape;5400;p57">
            <a:extLst>
              <a:ext uri="{FF2B5EF4-FFF2-40B4-BE49-F238E27FC236}">
                <a16:creationId xmlns:a16="http://schemas.microsoft.com/office/drawing/2014/main" id="{9F64843E-8EDE-A984-2B8A-39D2FB038B8D}"/>
              </a:ext>
            </a:extLst>
          </p:cNvPr>
          <p:cNvSpPr/>
          <p:nvPr/>
        </p:nvSpPr>
        <p:spPr>
          <a:xfrm>
            <a:off x="3121296" y="4155719"/>
            <a:ext cx="114664" cy="125805"/>
          </a:xfrm>
          <a:custGeom>
            <a:avLst/>
            <a:gdLst/>
            <a:ahLst/>
            <a:cxnLst/>
            <a:rect l="l" t="t" r="r" b="b"/>
            <a:pathLst>
              <a:path w="3561" h="3907" extrusionOk="0">
                <a:moveTo>
                  <a:pt x="158" y="0"/>
                </a:moveTo>
                <a:lnTo>
                  <a:pt x="158" y="0"/>
                </a:lnTo>
                <a:cubicBezTo>
                  <a:pt x="126" y="977"/>
                  <a:pt x="0" y="2395"/>
                  <a:pt x="1260" y="3907"/>
                </a:cubicBezTo>
                <a:lnTo>
                  <a:pt x="3560" y="1544"/>
                </a:lnTo>
                <a:cubicBezTo>
                  <a:pt x="2584" y="662"/>
                  <a:pt x="1355" y="158"/>
                  <a:pt x="1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1" name="Google Shape;5401;p57">
            <a:extLst>
              <a:ext uri="{FF2B5EF4-FFF2-40B4-BE49-F238E27FC236}">
                <a16:creationId xmlns:a16="http://schemas.microsoft.com/office/drawing/2014/main" id="{935E3B58-A941-5E85-3742-4AB9FF52D196}"/>
              </a:ext>
            </a:extLst>
          </p:cNvPr>
          <p:cNvSpPr/>
          <p:nvPr/>
        </p:nvSpPr>
        <p:spPr>
          <a:xfrm>
            <a:off x="2967091" y="4154690"/>
            <a:ext cx="174524" cy="184667"/>
          </a:xfrm>
          <a:custGeom>
            <a:avLst/>
            <a:gdLst/>
            <a:ahLst/>
            <a:cxnLst/>
            <a:rect l="l" t="t" r="r" b="b"/>
            <a:pathLst>
              <a:path w="5420" h="5735" extrusionOk="0">
                <a:moveTo>
                  <a:pt x="4096" y="1"/>
                </a:moveTo>
                <a:lnTo>
                  <a:pt x="4096" y="1"/>
                </a:lnTo>
                <a:cubicBezTo>
                  <a:pt x="2647" y="32"/>
                  <a:pt x="1198" y="536"/>
                  <a:pt x="0" y="1576"/>
                </a:cubicBezTo>
                <a:lnTo>
                  <a:pt x="4191" y="5735"/>
                </a:lnTo>
                <a:lnTo>
                  <a:pt x="5419" y="4506"/>
                </a:lnTo>
                <a:cubicBezTo>
                  <a:pt x="3939" y="2805"/>
                  <a:pt x="4065" y="1135"/>
                  <a:pt x="409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2" name="Google Shape;5402;p57">
            <a:extLst>
              <a:ext uri="{FF2B5EF4-FFF2-40B4-BE49-F238E27FC236}">
                <a16:creationId xmlns:a16="http://schemas.microsoft.com/office/drawing/2014/main" id="{B6AC91A5-0156-78D7-A55F-89689F633BD2}"/>
              </a:ext>
            </a:extLst>
          </p:cNvPr>
          <p:cNvSpPr/>
          <p:nvPr/>
        </p:nvSpPr>
        <p:spPr>
          <a:xfrm>
            <a:off x="3179096" y="4223695"/>
            <a:ext cx="125837" cy="111218"/>
          </a:xfrm>
          <a:custGeom>
            <a:avLst/>
            <a:gdLst/>
            <a:ahLst/>
            <a:cxnLst/>
            <a:rect l="l" t="t" r="r" b="b"/>
            <a:pathLst>
              <a:path w="3908" h="3454" extrusionOk="0">
                <a:moveTo>
                  <a:pt x="2364" y="0"/>
                </a:moveTo>
                <a:lnTo>
                  <a:pt x="1" y="2363"/>
                </a:lnTo>
                <a:cubicBezTo>
                  <a:pt x="1171" y="3313"/>
                  <a:pt x="2246" y="3453"/>
                  <a:pt x="3155" y="3453"/>
                </a:cubicBezTo>
                <a:cubicBezTo>
                  <a:pt x="3421" y="3453"/>
                  <a:pt x="3672" y="3441"/>
                  <a:pt x="3908" y="3434"/>
                </a:cubicBezTo>
                <a:cubicBezTo>
                  <a:pt x="3750" y="2205"/>
                  <a:pt x="3246" y="1008"/>
                  <a:pt x="236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4" name="Google Shape;5404;p57">
            <a:extLst>
              <a:ext uri="{FF2B5EF4-FFF2-40B4-BE49-F238E27FC236}">
                <a16:creationId xmlns:a16="http://schemas.microsoft.com/office/drawing/2014/main" id="{54D79984-CCE2-A27B-0BD7-A5806FC6F681}"/>
              </a:ext>
            </a:extLst>
          </p:cNvPr>
          <p:cNvSpPr/>
          <p:nvPr/>
        </p:nvSpPr>
        <p:spPr>
          <a:xfrm>
            <a:off x="2979760" y="4660049"/>
            <a:ext cx="242498" cy="284100"/>
          </a:xfrm>
          <a:custGeom>
            <a:avLst/>
            <a:gdLst/>
            <a:ahLst/>
            <a:cxnLst/>
            <a:rect l="l" t="t" r="r" b="b"/>
            <a:pathLst>
              <a:path w="7531" h="8823" extrusionOk="0">
                <a:moveTo>
                  <a:pt x="3372" y="1"/>
                </a:moveTo>
                <a:lnTo>
                  <a:pt x="95" y="5703"/>
                </a:lnTo>
                <a:cubicBezTo>
                  <a:pt x="1" y="5829"/>
                  <a:pt x="1" y="5987"/>
                  <a:pt x="95" y="6113"/>
                </a:cubicBezTo>
                <a:lnTo>
                  <a:pt x="1418" y="8822"/>
                </a:lnTo>
                <a:lnTo>
                  <a:pt x="6081" y="8822"/>
                </a:lnTo>
                <a:lnTo>
                  <a:pt x="7467" y="6113"/>
                </a:lnTo>
                <a:cubicBezTo>
                  <a:pt x="7530" y="5987"/>
                  <a:pt x="7499" y="5829"/>
                  <a:pt x="7467" y="5703"/>
                </a:cubicBezTo>
                <a:lnTo>
                  <a:pt x="4191" y="1"/>
                </a:lnTo>
                <a:lnTo>
                  <a:pt x="4191" y="4727"/>
                </a:lnTo>
                <a:cubicBezTo>
                  <a:pt x="4663" y="4884"/>
                  <a:pt x="5010" y="5357"/>
                  <a:pt x="5010" y="5892"/>
                </a:cubicBezTo>
                <a:cubicBezTo>
                  <a:pt x="5010" y="6585"/>
                  <a:pt x="4474" y="7121"/>
                  <a:pt x="3750" y="7121"/>
                </a:cubicBezTo>
                <a:cubicBezTo>
                  <a:pt x="3088" y="7121"/>
                  <a:pt x="2521" y="6585"/>
                  <a:pt x="2521" y="5892"/>
                </a:cubicBezTo>
                <a:cubicBezTo>
                  <a:pt x="2521" y="5357"/>
                  <a:pt x="2899" y="4916"/>
                  <a:pt x="3372" y="4727"/>
                </a:cubicBezTo>
                <a:lnTo>
                  <a:pt x="337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5" name="Google Shape;5405;p57">
            <a:extLst>
              <a:ext uri="{FF2B5EF4-FFF2-40B4-BE49-F238E27FC236}">
                <a16:creationId xmlns:a16="http://schemas.microsoft.com/office/drawing/2014/main" id="{C76D691D-A314-5C9C-5D43-12028F7CC759}"/>
              </a:ext>
            </a:extLst>
          </p:cNvPr>
          <p:cNvSpPr/>
          <p:nvPr/>
        </p:nvSpPr>
        <p:spPr>
          <a:xfrm>
            <a:off x="3034533" y="4970489"/>
            <a:ext cx="134950" cy="97405"/>
          </a:xfrm>
          <a:custGeom>
            <a:avLst/>
            <a:gdLst/>
            <a:ahLst/>
            <a:cxnLst/>
            <a:rect l="l" t="t" r="r" b="b"/>
            <a:pathLst>
              <a:path w="4191" h="3025" extrusionOk="0">
                <a:moveTo>
                  <a:pt x="32" y="0"/>
                </a:moveTo>
                <a:lnTo>
                  <a:pt x="32" y="2615"/>
                </a:lnTo>
                <a:cubicBezTo>
                  <a:pt x="1" y="2836"/>
                  <a:pt x="190" y="3025"/>
                  <a:pt x="442" y="3025"/>
                </a:cubicBezTo>
                <a:lnTo>
                  <a:pt x="3750" y="3025"/>
                </a:lnTo>
                <a:cubicBezTo>
                  <a:pt x="3970" y="3025"/>
                  <a:pt x="4191" y="2836"/>
                  <a:pt x="4191" y="2615"/>
                </a:cubicBezTo>
                <a:lnTo>
                  <a:pt x="4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6" name="Google Shape;5406;p57">
            <a:extLst>
              <a:ext uri="{FF2B5EF4-FFF2-40B4-BE49-F238E27FC236}">
                <a16:creationId xmlns:a16="http://schemas.microsoft.com/office/drawing/2014/main" id="{5F66CC51-1CC3-29AD-8431-77B76066B78F}"/>
              </a:ext>
            </a:extLst>
          </p:cNvPr>
          <p:cNvSpPr/>
          <p:nvPr/>
        </p:nvSpPr>
        <p:spPr>
          <a:xfrm>
            <a:off x="1989406" y="5166870"/>
            <a:ext cx="423074" cy="408166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8" name="Google Shape;5408;p57">
            <a:extLst>
              <a:ext uri="{FF2B5EF4-FFF2-40B4-BE49-F238E27FC236}">
                <a16:creationId xmlns:a16="http://schemas.microsoft.com/office/drawing/2014/main" id="{0F23EAAA-6063-4B4E-9944-7725BE23C8E4}"/>
              </a:ext>
            </a:extLst>
          </p:cNvPr>
          <p:cNvSpPr/>
          <p:nvPr/>
        </p:nvSpPr>
        <p:spPr>
          <a:xfrm>
            <a:off x="2335322" y="2312211"/>
            <a:ext cx="256697" cy="253896"/>
          </a:xfrm>
          <a:custGeom>
            <a:avLst/>
            <a:gdLst/>
            <a:ahLst/>
            <a:cxnLst/>
            <a:rect l="l" t="t" r="r" b="b"/>
            <a:pathLst>
              <a:path w="7972" h="7885" extrusionOk="0">
                <a:moveTo>
                  <a:pt x="3245" y="0"/>
                </a:moveTo>
                <a:lnTo>
                  <a:pt x="473" y="2804"/>
                </a:lnTo>
                <a:cubicBezTo>
                  <a:pt x="0" y="3277"/>
                  <a:pt x="0" y="4064"/>
                  <a:pt x="473" y="4568"/>
                </a:cubicBezTo>
                <a:lnTo>
                  <a:pt x="3403" y="7530"/>
                </a:lnTo>
                <a:cubicBezTo>
                  <a:pt x="3639" y="7766"/>
                  <a:pt x="3954" y="7884"/>
                  <a:pt x="4277" y="7884"/>
                </a:cubicBezTo>
                <a:cubicBezTo>
                  <a:pt x="4600" y="7884"/>
                  <a:pt x="4931" y="7766"/>
                  <a:pt x="5199" y="7530"/>
                </a:cubicBezTo>
                <a:lnTo>
                  <a:pt x="7971" y="4726"/>
                </a:lnTo>
                <a:lnTo>
                  <a:pt x="324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39" name="Google Shape;5409;p57">
            <a:extLst>
              <a:ext uri="{FF2B5EF4-FFF2-40B4-BE49-F238E27FC236}">
                <a16:creationId xmlns:a16="http://schemas.microsoft.com/office/drawing/2014/main" id="{1665B516-21CA-7C6E-1ACB-0EE8FC6E1341}"/>
              </a:ext>
            </a:extLst>
          </p:cNvPr>
          <p:cNvSpPr/>
          <p:nvPr/>
        </p:nvSpPr>
        <p:spPr>
          <a:xfrm>
            <a:off x="2458067" y="2159262"/>
            <a:ext cx="289155" cy="285870"/>
          </a:xfrm>
          <a:custGeom>
            <a:avLst/>
            <a:gdLst/>
            <a:ahLst/>
            <a:cxnLst/>
            <a:rect l="l" t="t" r="r" b="b"/>
            <a:pathLst>
              <a:path w="8980" h="8878" extrusionOk="0">
                <a:moveTo>
                  <a:pt x="4395" y="1"/>
                </a:moveTo>
                <a:cubicBezTo>
                  <a:pt x="4285" y="1"/>
                  <a:pt x="4175" y="40"/>
                  <a:pt x="4096" y="119"/>
                </a:cubicBezTo>
                <a:lnTo>
                  <a:pt x="1" y="4152"/>
                </a:lnTo>
                <a:lnTo>
                  <a:pt x="4726" y="8877"/>
                </a:lnTo>
                <a:lnTo>
                  <a:pt x="8822" y="4845"/>
                </a:lnTo>
                <a:cubicBezTo>
                  <a:pt x="8979" y="4687"/>
                  <a:pt x="8979" y="4404"/>
                  <a:pt x="8822" y="4246"/>
                </a:cubicBezTo>
                <a:lnTo>
                  <a:pt x="4695" y="119"/>
                </a:lnTo>
                <a:cubicBezTo>
                  <a:pt x="4616" y="40"/>
                  <a:pt x="4506" y="1"/>
                  <a:pt x="4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1" name="Google Shape;5411;p57">
            <a:extLst>
              <a:ext uri="{FF2B5EF4-FFF2-40B4-BE49-F238E27FC236}">
                <a16:creationId xmlns:a16="http://schemas.microsoft.com/office/drawing/2014/main" id="{5B959C74-62F7-F027-27A7-DEE8A53B490A}"/>
              </a:ext>
            </a:extLst>
          </p:cNvPr>
          <p:cNvSpPr/>
          <p:nvPr/>
        </p:nvSpPr>
        <p:spPr>
          <a:xfrm>
            <a:off x="2337848" y="2993960"/>
            <a:ext cx="406845" cy="51778"/>
          </a:xfrm>
          <a:custGeom>
            <a:avLst/>
            <a:gdLst/>
            <a:ahLst/>
            <a:cxnLst/>
            <a:rect l="l" t="t" r="r" b="b"/>
            <a:pathLst>
              <a:path w="12635" h="1608" extrusionOk="0">
                <a:moveTo>
                  <a:pt x="379" y="0"/>
                </a:moveTo>
                <a:cubicBezTo>
                  <a:pt x="159" y="0"/>
                  <a:pt x="1" y="189"/>
                  <a:pt x="1" y="378"/>
                </a:cubicBezTo>
                <a:cubicBezTo>
                  <a:pt x="1" y="1040"/>
                  <a:pt x="537" y="1607"/>
                  <a:pt x="1198" y="1607"/>
                </a:cubicBezTo>
                <a:lnTo>
                  <a:pt x="11406" y="1607"/>
                </a:lnTo>
                <a:cubicBezTo>
                  <a:pt x="12067" y="1607"/>
                  <a:pt x="12634" y="1072"/>
                  <a:pt x="12634" y="378"/>
                </a:cubicBezTo>
                <a:cubicBezTo>
                  <a:pt x="12603" y="158"/>
                  <a:pt x="12445" y="0"/>
                  <a:pt x="12193" y="0"/>
                </a:cubicBezTo>
                <a:lnTo>
                  <a:pt x="10965" y="0"/>
                </a:lnTo>
                <a:lnTo>
                  <a:pt x="10965" y="378"/>
                </a:lnTo>
                <a:cubicBezTo>
                  <a:pt x="10965" y="630"/>
                  <a:pt x="10776" y="819"/>
                  <a:pt x="10555" y="819"/>
                </a:cubicBezTo>
                <a:cubicBezTo>
                  <a:pt x="10303" y="819"/>
                  <a:pt x="10146" y="630"/>
                  <a:pt x="10146" y="378"/>
                </a:cubicBezTo>
                <a:lnTo>
                  <a:pt x="10146" y="0"/>
                </a:lnTo>
                <a:lnTo>
                  <a:pt x="9326" y="0"/>
                </a:lnTo>
                <a:lnTo>
                  <a:pt x="9326" y="378"/>
                </a:lnTo>
                <a:cubicBezTo>
                  <a:pt x="9326" y="630"/>
                  <a:pt x="9137" y="819"/>
                  <a:pt x="8917" y="819"/>
                </a:cubicBezTo>
                <a:cubicBezTo>
                  <a:pt x="8696" y="819"/>
                  <a:pt x="8507" y="630"/>
                  <a:pt x="8507" y="378"/>
                </a:cubicBezTo>
                <a:lnTo>
                  <a:pt x="85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2" name="Google Shape;5412;p57">
            <a:extLst>
              <a:ext uri="{FF2B5EF4-FFF2-40B4-BE49-F238E27FC236}">
                <a16:creationId xmlns:a16="http://schemas.microsoft.com/office/drawing/2014/main" id="{E604FE02-23A8-C18B-CA24-724EF3A810FE}"/>
              </a:ext>
            </a:extLst>
          </p:cNvPr>
          <p:cNvSpPr/>
          <p:nvPr/>
        </p:nvSpPr>
        <p:spPr>
          <a:xfrm>
            <a:off x="2363221" y="2727152"/>
            <a:ext cx="355100" cy="240469"/>
          </a:xfrm>
          <a:custGeom>
            <a:avLst/>
            <a:gdLst/>
            <a:ahLst/>
            <a:cxnLst/>
            <a:rect l="l" t="t" r="r" b="b"/>
            <a:pathLst>
              <a:path w="11028" h="7468" extrusionOk="0">
                <a:moveTo>
                  <a:pt x="3794" y="1673"/>
                </a:moveTo>
                <a:cubicBezTo>
                  <a:pt x="3841" y="1673"/>
                  <a:pt x="3890" y="1682"/>
                  <a:pt x="3939" y="1702"/>
                </a:cubicBezTo>
                <a:lnTo>
                  <a:pt x="6428" y="2521"/>
                </a:lnTo>
                <a:cubicBezTo>
                  <a:pt x="6680" y="2616"/>
                  <a:pt x="6806" y="2994"/>
                  <a:pt x="6585" y="3214"/>
                </a:cubicBezTo>
                <a:lnTo>
                  <a:pt x="6018" y="3750"/>
                </a:lnTo>
                <a:lnTo>
                  <a:pt x="7404" y="5136"/>
                </a:lnTo>
                <a:cubicBezTo>
                  <a:pt x="7593" y="5262"/>
                  <a:pt x="7593" y="5514"/>
                  <a:pt x="7436" y="5671"/>
                </a:cubicBezTo>
                <a:cubicBezTo>
                  <a:pt x="7357" y="5750"/>
                  <a:pt x="7247" y="5790"/>
                  <a:pt x="7136" y="5790"/>
                </a:cubicBezTo>
                <a:cubicBezTo>
                  <a:pt x="7026" y="5790"/>
                  <a:pt x="6916" y="5750"/>
                  <a:pt x="6837" y="5671"/>
                </a:cubicBezTo>
                <a:lnTo>
                  <a:pt x="5451" y="4317"/>
                </a:lnTo>
                <a:lnTo>
                  <a:pt x="4915" y="4852"/>
                </a:lnTo>
                <a:cubicBezTo>
                  <a:pt x="4821" y="4947"/>
                  <a:pt x="4714" y="4988"/>
                  <a:pt x="4613" y="4988"/>
                </a:cubicBezTo>
                <a:cubicBezTo>
                  <a:pt x="4444" y="4988"/>
                  <a:pt x="4293" y="4872"/>
                  <a:pt x="4254" y="4695"/>
                </a:cubicBezTo>
                <a:lnTo>
                  <a:pt x="3435" y="2206"/>
                </a:lnTo>
                <a:cubicBezTo>
                  <a:pt x="3328" y="1940"/>
                  <a:pt x="3537" y="1673"/>
                  <a:pt x="3794" y="1673"/>
                </a:cubicBezTo>
                <a:close/>
                <a:moveTo>
                  <a:pt x="1198" y="1"/>
                </a:moveTo>
                <a:cubicBezTo>
                  <a:pt x="536" y="1"/>
                  <a:pt x="1" y="568"/>
                  <a:pt x="1" y="1229"/>
                </a:cubicBezTo>
                <a:lnTo>
                  <a:pt x="1" y="7467"/>
                </a:lnTo>
                <a:lnTo>
                  <a:pt x="11027" y="7467"/>
                </a:lnTo>
                <a:lnTo>
                  <a:pt x="11027" y="1229"/>
                </a:lnTo>
                <a:cubicBezTo>
                  <a:pt x="11027" y="568"/>
                  <a:pt x="10460" y="1"/>
                  <a:pt x="976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4" name="Google Shape;5414;p57">
            <a:extLst>
              <a:ext uri="{FF2B5EF4-FFF2-40B4-BE49-F238E27FC236}">
                <a16:creationId xmlns:a16="http://schemas.microsoft.com/office/drawing/2014/main" id="{325810DD-EC54-FCB8-2C83-C7457DAB14BE}"/>
              </a:ext>
            </a:extLst>
          </p:cNvPr>
          <p:cNvSpPr/>
          <p:nvPr/>
        </p:nvSpPr>
        <p:spPr>
          <a:xfrm>
            <a:off x="2395181" y="3243597"/>
            <a:ext cx="291183" cy="291184"/>
          </a:xfrm>
          <a:custGeom>
            <a:avLst/>
            <a:gdLst/>
            <a:ahLst/>
            <a:cxnLst/>
            <a:rect l="l" t="t" r="r" b="b"/>
            <a:pathLst>
              <a:path w="9043" h="9043" extrusionOk="0">
                <a:moveTo>
                  <a:pt x="4506" y="2174"/>
                </a:moveTo>
                <a:cubicBezTo>
                  <a:pt x="6144" y="2174"/>
                  <a:pt x="7404" y="3466"/>
                  <a:pt x="7436" y="5041"/>
                </a:cubicBezTo>
                <a:cubicBezTo>
                  <a:pt x="7436" y="6648"/>
                  <a:pt x="6144" y="7908"/>
                  <a:pt x="4506" y="7908"/>
                </a:cubicBezTo>
                <a:cubicBezTo>
                  <a:pt x="2899" y="7908"/>
                  <a:pt x="1639" y="6616"/>
                  <a:pt x="1639" y="5041"/>
                </a:cubicBezTo>
                <a:cubicBezTo>
                  <a:pt x="1639" y="3466"/>
                  <a:pt x="2931" y="2174"/>
                  <a:pt x="4506" y="2174"/>
                </a:cubicBezTo>
                <a:close/>
                <a:moveTo>
                  <a:pt x="4506" y="0"/>
                </a:moveTo>
                <a:lnTo>
                  <a:pt x="1" y="3214"/>
                </a:lnTo>
                <a:lnTo>
                  <a:pt x="1" y="8664"/>
                </a:lnTo>
                <a:cubicBezTo>
                  <a:pt x="1" y="8885"/>
                  <a:pt x="190" y="9042"/>
                  <a:pt x="379" y="9042"/>
                </a:cubicBezTo>
                <a:lnTo>
                  <a:pt x="8665" y="9042"/>
                </a:lnTo>
                <a:cubicBezTo>
                  <a:pt x="8885" y="9042"/>
                  <a:pt x="9043" y="8853"/>
                  <a:pt x="9043" y="8664"/>
                </a:cubicBezTo>
                <a:lnTo>
                  <a:pt x="9043" y="3214"/>
                </a:lnTo>
                <a:lnTo>
                  <a:pt x="450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5" name="Google Shape;5415;p57">
            <a:extLst>
              <a:ext uri="{FF2B5EF4-FFF2-40B4-BE49-F238E27FC236}">
                <a16:creationId xmlns:a16="http://schemas.microsoft.com/office/drawing/2014/main" id="{4C6585B1-2889-209D-EB14-110F91681D78}"/>
              </a:ext>
            </a:extLst>
          </p:cNvPr>
          <p:cNvSpPr/>
          <p:nvPr/>
        </p:nvSpPr>
        <p:spPr>
          <a:xfrm>
            <a:off x="2473298" y="3337943"/>
            <a:ext cx="134950" cy="134950"/>
          </a:xfrm>
          <a:custGeom>
            <a:avLst/>
            <a:gdLst/>
            <a:ahLst/>
            <a:cxnLst/>
            <a:rect l="l" t="t" r="r" b="b"/>
            <a:pathLst>
              <a:path w="4191" h="4191" extrusionOk="0">
                <a:moveTo>
                  <a:pt x="2080" y="1040"/>
                </a:moveTo>
                <a:cubicBezTo>
                  <a:pt x="2332" y="1040"/>
                  <a:pt x="2521" y="1229"/>
                  <a:pt x="2521" y="1450"/>
                </a:cubicBezTo>
                <a:lnTo>
                  <a:pt x="2521" y="1859"/>
                </a:lnTo>
                <a:lnTo>
                  <a:pt x="2931" y="1859"/>
                </a:lnTo>
                <a:cubicBezTo>
                  <a:pt x="3151" y="1859"/>
                  <a:pt x="3372" y="2080"/>
                  <a:pt x="3372" y="2269"/>
                </a:cubicBezTo>
                <a:cubicBezTo>
                  <a:pt x="3372" y="2489"/>
                  <a:pt x="3151" y="2710"/>
                  <a:pt x="2931" y="2710"/>
                </a:cubicBezTo>
                <a:lnTo>
                  <a:pt x="2080" y="2710"/>
                </a:lnTo>
                <a:cubicBezTo>
                  <a:pt x="1859" y="2710"/>
                  <a:pt x="1702" y="2489"/>
                  <a:pt x="1702" y="2269"/>
                </a:cubicBezTo>
                <a:lnTo>
                  <a:pt x="1702" y="1450"/>
                </a:lnTo>
                <a:cubicBezTo>
                  <a:pt x="1702" y="1198"/>
                  <a:pt x="1891" y="1040"/>
                  <a:pt x="2080" y="1040"/>
                </a:cubicBezTo>
                <a:close/>
                <a:moveTo>
                  <a:pt x="2080" y="0"/>
                </a:moveTo>
                <a:cubicBezTo>
                  <a:pt x="946" y="0"/>
                  <a:pt x="64" y="946"/>
                  <a:pt x="1" y="2111"/>
                </a:cubicBezTo>
                <a:cubicBezTo>
                  <a:pt x="64" y="3277"/>
                  <a:pt x="946" y="4191"/>
                  <a:pt x="2080" y="4191"/>
                </a:cubicBezTo>
                <a:cubicBezTo>
                  <a:pt x="3246" y="4191"/>
                  <a:pt x="4128" y="3245"/>
                  <a:pt x="4191" y="2111"/>
                </a:cubicBezTo>
                <a:cubicBezTo>
                  <a:pt x="4191" y="977"/>
                  <a:pt x="3246" y="63"/>
                  <a:pt x="20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6" name="Google Shape;5416;p57">
            <a:extLst>
              <a:ext uri="{FF2B5EF4-FFF2-40B4-BE49-F238E27FC236}">
                <a16:creationId xmlns:a16="http://schemas.microsoft.com/office/drawing/2014/main" id="{2E4BAD82-9256-BF20-33BA-513E8CCF69EC}"/>
              </a:ext>
            </a:extLst>
          </p:cNvPr>
          <p:cNvSpPr/>
          <p:nvPr/>
        </p:nvSpPr>
        <p:spPr>
          <a:xfrm>
            <a:off x="2339379" y="3126937"/>
            <a:ext cx="403786" cy="213260"/>
          </a:xfrm>
          <a:custGeom>
            <a:avLst/>
            <a:gdLst/>
            <a:ahLst/>
            <a:cxnLst/>
            <a:rect l="l" t="t" r="r" b="b"/>
            <a:pathLst>
              <a:path w="12540" h="6623" extrusionOk="0">
                <a:moveTo>
                  <a:pt x="6239" y="0"/>
                </a:moveTo>
                <a:cubicBezTo>
                  <a:pt x="6018" y="0"/>
                  <a:pt x="5861" y="189"/>
                  <a:pt x="5861" y="378"/>
                </a:cubicBezTo>
                <a:lnTo>
                  <a:pt x="5861" y="1859"/>
                </a:lnTo>
                <a:lnTo>
                  <a:pt x="1891" y="4695"/>
                </a:lnTo>
                <a:lnTo>
                  <a:pt x="222" y="5860"/>
                </a:lnTo>
                <a:cubicBezTo>
                  <a:pt x="32" y="5986"/>
                  <a:pt x="1" y="6270"/>
                  <a:pt x="159" y="6459"/>
                </a:cubicBezTo>
                <a:cubicBezTo>
                  <a:pt x="230" y="6566"/>
                  <a:pt x="342" y="6623"/>
                  <a:pt x="460" y="6623"/>
                </a:cubicBezTo>
                <a:cubicBezTo>
                  <a:pt x="550" y="6623"/>
                  <a:pt x="644" y="6590"/>
                  <a:pt x="726" y="6522"/>
                </a:cubicBezTo>
                <a:lnTo>
                  <a:pt x="6050" y="2741"/>
                </a:lnTo>
                <a:cubicBezTo>
                  <a:pt x="6129" y="2678"/>
                  <a:pt x="6215" y="2647"/>
                  <a:pt x="6298" y="2647"/>
                </a:cubicBezTo>
                <a:cubicBezTo>
                  <a:pt x="6381" y="2647"/>
                  <a:pt x="6459" y="2678"/>
                  <a:pt x="6523" y="2741"/>
                </a:cubicBezTo>
                <a:lnTo>
                  <a:pt x="11847" y="6522"/>
                </a:lnTo>
                <a:cubicBezTo>
                  <a:pt x="11926" y="6575"/>
                  <a:pt x="12016" y="6600"/>
                  <a:pt x="12105" y="6600"/>
                </a:cubicBezTo>
                <a:cubicBezTo>
                  <a:pt x="12230" y="6600"/>
                  <a:pt x="12354" y="6551"/>
                  <a:pt x="12445" y="6459"/>
                </a:cubicBezTo>
                <a:cubicBezTo>
                  <a:pt x="12540" y="6270"/>
                  <a:pt x="12508" y="6018"/>
                  <a:pt x="12351" y="5860"/>
                </a:cubicBezTo>
                <a:lnTo>
                  <a:pt x="10713" y="4695"/>
                </a:lnTo>
                <a:lnTo>
                  <a:pt x="6712" y="1859"/>
                </a:lnTo>
                <a:lnTo>
                  <a:pt x="6712" y="378"/>
                </a:lnTo>
                <a:cubicBezTo>
                  <a:pt x="6680" y="189"/>
                  <a:pt x="6491" y="0"/>
                  <a:pt x="62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8" name="Google Shape;5418;p57">
            <a:extLst>
              <a:ext uri="{FF2B5EF4-FFF2-40B4-BE49-F238E27FC236}">
                <a16:creationId xmlns:a16="http://schemas.microsoft.com/office/drawing/2014/main" id="{A61F3B3B-2624-C8E0-D352-1394AAC2E039}"/>
              </a:ext>
            </a:extLst>
          </p:cNvPr>
          <p:cNvSpPr/>
          <p:nvPr/>
        </p:nvSpPr>
        <p:spPr>
          <a:xfrm>
            <a:off x="978247" y="3671643"/>
            <a:ext cx="374355" cy="409872"/>
          </a:xfrm>
          <a:custGeom>
            <a:avLst/>
            <a:gdLst/>
            <a:ahLst/>
            <a:cxnLst/>
            <a:rect l="l" t="t" r="r" b="b"/>
            <a:pathLst>
              <a:path w="11626" h="12729" extrusionOk="0">
                <a:moveTo>
                  <a:pt x="442" y="1"/>
                </a:moveTo>
                <a:cubicBezTo>
                  <a:pt x="221" y="1"/>
                  <a:pt x="32" y="190"/>
                  <a:pt x="32" y="442"/>
                </a:cubicBezTo>
                <a:lnTo>
                  <a:pt x="32" y="4159"/>
                </a:lnTo>
                <a:cubicBezTo>
                  <a:pt x="32" y="4317"/>
                  <a:pt x="126" y="4474"/>
                  <a:pt x="284" y="4569"/>
                </a:cubicBezTo>
                <a:cubicBezTo>
                  <a:pt x="1072" y="4821"/>
                  <a:pt x="1670" y="5640"/>
                  <a:pt x="1670" y="6491"/>
                </a:cubicBezTo>
                <a:cubicBezTo>
                  <a:pt x="1670" y="7404"/>
                  <a:pt x="1103" y="8129"/>
                  <a:pt x="284" y="8475"/>
                </a:cubicBezTo>
                <a:cubicBezTo>
                  <a:pt x="126" y="8507"/>
                  <a:pt x="0" y="8664"/>
                  <a:pt x="0" y="8853"/>
                </a:cubicBezTo>
                <a:lnTo>
                  <a:pt x="0" y="12319"/>
                </a:lnTo>
                <a:cubicBezTo>
                  <a:pt x="0" y="12571"/>
                  <a:pt x="221" y="12729"/>
                  <a:pt x="442" y="12729"/>
                </a:cubicBezTo>
                <a:lnTo>
                  <a:pt x="3308" y="12729"/>
                </a:lnTo>
                <a:lnTo>
                  <a:pt x="3308" y="4852"/>
                </a:lnTo>
                <a:cubicBezTo>
                  <a:pt x="3308" y="3687"/>
                  <a:pt x="4254" y="2805"/>
                  <a:pt x="5419" y="2741"/>
                </a:cubicBezTo>
                <a:lnTo>
                  <a:pt x="6238" y="2741"/>
                </a:lnTo>
                <a:cubicBezTo>
                  <a:pt x="7373" y="2741"/>
                  <a:pt x="8286" y="3687"/>
                  <a:pt x="8318" y="4852"/>
                </a:cubicBezTo>
                <a:lnTo>
                  <a:pt x="8318" y="12729"/>
                </a:lnTo>
                <a:lnTo>
                  <a:pt x="11216" y="12729"/>
                </a:lnTo>
                <a:cubicBezTo>
                  <a:pt x="11437" y="12729"/>
                  <a:pt x="11594" y="12508"/>
                  <a:pt x="11626" y="12319"/>
                </a:cubicBezTo>
                <a:lnTo>
                  <a:pt x="11626" y="8853"/>
                </a:lnTo>
                <a:cubicBezTo>
                  <a:pt x="11626" y="8696"/>
                  <a:pt x="11500" y="8538"/>
                  <a:pt x="11374" y="8475"/>
                </a:cubicBezTo>
                <a:cubicBezTo>
                  <a:pt x="10586" y="8192"/>
                  <a:pt x="9988" y="7404"/>
                  <a:pt x="9988" y="6491"/>
                </a:cubicBezTo>
                <a:cubicBezTo>
                  <a:pt x="9988" y="5577"/>
                  <a:pt x="10586" y="4852"/>
                  <a:pt x="11374" y="4569"/>
                </a:cubicBezTo>
                <a:cubicBezTo>
                  <a:pt x="11531" y="4537"/>
                  <a:pt x="11626" y="4380"/>
                  <a:pt x="11626" y="4159"/>
                </a:cubicBezTo>
                <a:lnTo>
                  <a:pt x="11626" y="442"/>
                </a:lnTo>
                <a:cubicBezTo>
                  <a:pt x="11626" y="190"/>
                  <a:pt x="11437" y="1"/>
                  <a:pt x="1121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49" name="Google Shape;5419;p57">
            <a:extLst>
              <a:ext uri="{FF2B5EF4-FFF2-40B4-BE49-F238E27FC236}">
                <a16:creationId xmlns:a16="http://schemas.microsoft.com/office/drawing/2014/main" id="{4243CEE1-5ADA-4BAD-3AD4-B563D7361B86}"/>
              </a:ext>
            </a:extLst>
          </p:cNvPr>
          <p:cNvSpPr/>
          <p:nvPr/>
        </p:nvSpPr>
        <p:spPr>
          <a:xfrm>
            <a:off x="1113163" y="3788304"/>
            <a:ext cx="106550" cy="293212"/>
          </a:xfrm>
          <a:custGeom>
            <a:avLst/>
            <a:gdLst/>
            <a:ahLst/>
            <a:cxnLst/>
            <a:rect l="l" t="t" r="r" b="b"/>
            <a:pathLst>
              <a:path w="3309" h="9106" extrusionOk="0">
                <a:moveTo>
                  <a:pt x="1607" y="3309"/>
                </a:moveTo>
                <a:cubicBezTo>
                  <a:pt x="2080" y="3309"/>
                  <a:pt x="2426" y="3655"/>
                  <a:pt x="2426" y="4128"/>
                </a:cubicBezTo>
                <a:cubicBezTo>
                  <a:pt x="2426" y="4600"/>
                  <a:pt x="2080" y="4947"/>
                  <a:pt x="1607" y="4947"/>
                </a:cubicBezTo>
                <a:cubicBezTo>
                  <a:pt x="1135" y="4947"/>
                  <a:pt x="788" y="4600"/>
                  <a:pt x="788" y="4128"/>
                </a:cubicBezTo>
                <a:cubicBezTo>
                  <a:pt x="788" y="3655"/>
                  <a:pt x="1135" y="3309"/>
                  <a:pt x="1607" y="3309"/>
                </a:cubicBezTo>
                <a:close/>
                <a:moveTo>
                  <a:pt x="1229" y="1"/>
                </a:moveTo>
                <a:cubicBezTo>
                  <a:pt x="536" y="1"/>
                  <a:pt x="1" y="536"/>
                  <a:pt x="1" y="1261"/>
                </a:cubicBezTo>
                <a:lnTo>
                  <a:pt x="1" y="9106"/>
                </a:lnTo>
                <a:lnTo>
                  <a:pt x="3309" y="9106"/>
                </a:lnTo>
                <a:lnTo>
                  <a:pt x="3309" y="1229"/>
                </a:lnTo>
                <a:cubicBezTo>
                  <a:pt x="3309" y="536"/>
                  <a:pt x="2742" y="1"/>
                  <a:pt x="208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0" name="Google Shape;5420;p57">
            <a:extLst>
              <a:ext uri="{FF2B5EF4-FFF2-40B4-BE49-F238E27FC236}">
                <a16:creationId xmlns:a16="http://schemas.microsoft.com/office/drawing/2014/main" id="{E04E3790-E475-2E9B-47AD-231C42C49DCC}"/>
              </a:ext>
            </a:extLst>
          </p:cNvPr>
          <p:cNvSpPr/>
          <p:nvPr/>
        </p:nvSpPr>
        <p:spPr>
          <a:xfrm>
            <a:off x="1002688" y="4177765"/>
            <a:ext cx="347984" cy="407844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2" name="Google Shape;5422;p57">
            <a:extLst>
              <a:ext uri="{FF2B5EF4-FFF2-40B4-BE49-F238E27FC236}">
                <a16:creationId xmlns:a16="http://schemas.microsoft.com/office/drawing/2014/main" id="{AE4D2587-6021-8F5F-58CE-7C49AE3647C1}"/>
              </a:ext>
            </a:extLst>
          </p:cNvPr>
          <p:cNvSpPr/>
          <p:nvPr/>
        </p:nvSpPr>
        <p:spPr>
          <a:xfrm>
            <a:off x="971688" y="4681913"/>
            <a:ext cx="122778" cy="198319"/>
          </a:xfrm>
          <a:custGeom>
            <a:avLst/>
            <a:gdLst/>
            <a:ahLst/>
            <a:cxnLst/>
            <a:rect l="l" t="t" r="r" b="b"/>
            <a:pathLst>
              <a:path w="3813" h="6159" extrusionOk="0">
                <a:moveTo>
                  <a:pt x="1698" y="1"/>
                </a:moveTo>
                <a:cubicBezTo>
                  <a:pt x="1520" y="1"/>
                  <a:pt x="1373" y="138"/>
                  <a:pt x="1293" y="299"/>
                </a:cubicBezTo>
                <a:lnTo>
                  <a:pt x="1" y="5119"/>
                </a:lnTo>
                <a:cubicBezTo>
                  <a:pt x="1" y="5308"/>
                  <a:pt x="127" y="5528"/>
                  <a:pt x="316" y="5623"/>
                </a:cubicBezTo>
                <a:lnTo>
                  <a:pt x="2332" y="6158"/>
                </a:lnTo>
                <a:cubicBezTo>
                  <a:pt x="3277" y="2630"/>
                  <a:pt x="2868" y="4111"/>
                  <a:pt x="3813" y="582"/>
                </a:cubicBezTo>
                <a:lnTo>
                  <a:pt x="1797" y="15"/>
                </a:lnTo>
                <a:cubicBezTo>
                  <a:pt x="1763" y="5"/>
                  <a:pt x="1730" y="1"/>
                  <a:pt x="169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3" name="Google Shape;5423;p57">
            <a:extLst>
              <a:ext uri="{FF2B5EF4-FFF2-40B4-BE49-F238E27FC236}">
                <a16:creationId xmlns:a16="http://schemas.microsoft.com/office/drawing/2014/main" id="{3706978C-9756-623D-4EED-68DF7F529A00}"/>
              </a:ext>
            </a:extLst>
          </p:cNvPr>
          <p:cNvSpPr/>
          <p:nvPr/>
        </p:nvSpPr>
        <p:spPr>
          <a:xfrm>
            <a:off x="1046779" y="4733111"/>
            <a:ext cx="278979" cy="357161"/>
          </a:xfrm>
          <a:custGeom>
            <a:avLst/>
            <a:gdLst/>
            <a:ahLst/>
            <a:cxnLst/>
            <a:rect l="l" t="t" r="r" b="b"/>
            <a:pathLst>
              <a:path w="8664" h="11092" extrusionOk="0">
                <a:moveTo>
                  <a:pt x="4348" y="3466"/>
                </a:moveTo>
                <a:cubicBezTo>
                  <a:pt x="4820" y="3466"/>
                  <a:pt x="5199" y="3844"/>
                  <a:pt x="5199" y="4316"/>
                </a:cubicBezTo>
                <a:cubicBezTo>
                  <a:pt x="5199" y="4789"/>
                  <a:pt x="4820" y="5136"/>
                  <a:pt x="4348" y="5136"/>
                </a:cubicBezTo>
                <a:cubicBezTo>
                  <a:pt x="3907" y="5136"/>
                  <a:pt x="3529" y="4789"/>
                  <a:pt x="3529" y="4316"/>
                </a:cubicBezTo>
                <a:cubicBezTo>
                  <a:pt x="3529" y="3875"/>
                  <a:pt x="3875" y="3466"/>
                  <a:pt x="4348" y="3466"/>
                </a:cubicBezTo>
                <a:close/>
                <a:moveTo>
                  <a:pt x="5104" y="5766"/>
                </a:moveTo>
                <a:lnTo>
                  <a:pt x="6081" y="7624"/>
                </a:lnTo>
                <a:lnTo>
                  <a:pt x="2615" y="7624"/>
                </a:lnTo>
                <a:lnTo>
                  <a:pt x="3560" y="5766"/>
                </a:lnTo>
                <a:cubicBezTo>
                  <a:pt x="3812" y="5892"/>
                  <a:pt x="4096" y="5955"/>
                  <a:pt x="4348" y="5955"/>
                </a:cubicBezTo>
                <a:cubicBezTo>
                  <a:pt x="4631" y="5955"/>
                  <a:pt x="4883" y="5892"/>
                  <a:pt x="5104" y="5766"/>
                </a:cubicBezTo>
                <a:close/>
                <a:moveTo>
                  <a:pt x="2048" y="0"/>
                </a:moveTo>
                <a:cubicBezTo>
                  <a:pt x="1386" y="2458"/>
                  <a:pt x="1638" y="1544"/>
                  <a:pt x="977" y="4001"/>
                </a:cubicBezTo>
                <a:lnTo>
                  <a:pt x="2678" y="4474"/>
                </a:lnTo>
                <a:cubicBezTo>
                  <a:pt x="2678" y="4726"/>
                  <a:pt x="2741" y="5010"/>
                  <a:pt x="2899" y="5199"/>
                </a:cubicBezTo>
                <a:lnTo>
                  <a:pt x="32" y="10523"/>
                </a:lnTo>
                <a:cubicBezTo>
                  <a:pt x="0" y="10680"/>
                  <a:pt x="63" y="10964"/>
                  <a:pt x="252" y="11027"/>
                </a:cubicBezTo>
                <a:cubicBezTo>
                  <a:pt x="328" y="11070"/>
                  <a:pt x="404" y="11091"/>
                  <a:pt x="475" y="11091"/>
                </a:cubicBezTo>
                <a:cubicBezTo>
                  <a:pt x="613" y="11091"/>
                  <a:pt x="737" y="11014"/>
                  <a:pt x="819" y="10869"/>
                </a:cubicBezTo>
                <a:lnTo>
                  <a:pt x="2143" y="8475"/>
                </a:lnTo>
                <a:lnTo>
                  <a:pt x="6490" y="8475"/>
                </a:lnTo>
                <a:lnTo>
                  <a:pt x="7845" y="10869"/>
                </a:lnTo>
                <a:cubicBezTo>
                  <a:pt x="7907" y="11014"/>
                  <a:pt x="8037" y="11091"/>
                  <a:pt x="8173" y="11091"/>
                </a:cubicBezTo>
                <a:cubicBezTo>
                  <a:pt x="8243" y="11091"/>
                  <a:pt x="8316" y="11070"/>
                  <a:pt x="8381" y="11027"/>
                </a:cubicBezTo>
                <a:cubicBezTo>
                  <a:pt x="8570" y="10932"/>
                  <a:pt x="8664" y="10680"/>
                  <a:pt x="8538" y="10491"/>
                </a:cubicBezTo>
                <a:lnTo>
                  <a:pt x="5734" y="5262"/>
                </a:lnTo>
                <a:lnTo>
                  <a:pt x="6585" y="5482"/>
                </a:lnTo>
                <a:cubicBezTo>
                  <a:pt x="7120" y="3434"/>
                  <a:pt x="6931" y="4222"/>
                  <a:pt x="7624" y="1513"/>
                </a:cubicBezTo>
                <a:lnTo>
                  <a:pt x="20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4" name="Google Shape;5424;p57">
            <a:extLst>
              <a:ext uri="{FF2B5EF4-FFF2-40B4-BE49-F238E27FC236}">
                <a16:creationId xmlns:a16="http://schemas.microsoft.com/office/drawing/2014/main" id="{94A25418-6DDE-832A-9F2A-41924F185E17}"/>
              </a:ext>
            </a:extLst>
          </p:cNvPr>
          <p:cNvSpPr/>
          <p:nvPr/>
        </p:nvSpPr>
        <p:spPr>
          <a:xfrm>
            <a:off x="1292271" y="4813255"/>
            <a:ext cx="83204" cy="92220"/>
          </a:xfrm>
          <a:custGeom>
            <a:avLst/>
            <a:gdLst/>
            <a:ahLst/>
            <a:cxnLst/>
            <a:rect l="l" t="t" r="r" b="b"/>
            <a:pathLst>
              <a:path w="2584" h="2864" extrusionOk="0">
                <a:moveTo>
                  <a:pt x="630" y="0"/>
                </a:moveTo>
                <a:cubicBezTo>
                  <a:pt x="252" y="1449"/>
                  <a:pt x="410" y="945"/>
                  <a:pt x="0" y="2395"/>
                </a:cubicBezTo>
                <a:lnTo>
                  <a:pt x="1607" y="2836"/>
                </a:lnTo>
                <a:cubicBezTo>
                  <a:pt x="1658" y="2855"/>
                  <a:pt x="1707" y="2864"/>
                  <a:pt x="1753" y="2864"/>
                </a:cubicBezTo>
                <a:cubicBezTo>
                  <a:pt x="1932" y="2864"/>
                  <a:pt x="2067" y="2728"/>
                  <a:pt x="2143" y="2552"/>
                </a:cubicBezTo>
                <a:lnTo>
                  <a:pt x="2584" y="945"/>
                </a:lnTo>
                <a:cubicBezTo>
                  <a:pt x="2552" y="725"/>
                  <a:pt x="2458" y="473"/>
                  <a:pt x="2237" y="441"/>
                </a:cubicBezTo>
                <a:lnTo>
                  <a:pt x="6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6" name="Google Shape;5426;p57">
            <a:extLst>
              <a:ext uri="{FF2B5EF4-FFF2-40B4-BE49-F238E27FC236}">
                <a16:creationId xmlns:a16="http://schemas.microsoft.com/office/drawing/2014/main" id="{EC672DCC-970F-03AB-3588-A05C14E8F8F6}"/>
              </a:ext>
            </a:extLst>
          </p:cNvPr>
          <p:cNvSpPr/>
          <p:nvPr/>
        </p:nvSpPr>
        <p:spPr>
          <a:xfrm>
            <a:off x="3362845" y="3743451"/>
            <a:ext cx="336812" cy="315494"/>
          </a:xfrm>
          <a:custGeom>
            <a:avLst/>
            <a:gdLst/>
            <a:ahLst/>
            <a:cxnLst/>
            <a:rect l="l" t="t" r="r" b="b"/>
            <a:pathLst>
              <a:path w="10460" h="9798" extrusionOk="0">
                <a:moveTo>
                  <a:pt x="6091" y="980"/>
                </a:moveTo>
                <a:cubicBezTo>
                  <a:pt x="6596" y="980"/>
                  <a:pt x="7119" y="1154"/>
                  <a:pt x="7562" y="1520"/>
                </a:cubicBezTo>
                <a:cubicBezTo>
                  <a:pt x="7719" y="1677"/>
                  <a:pt x="7751" y="1898"/>
                  <a:pt x="7593" y="2087"/>
                </a:cubicBezTo>
                <a:cubicBezTo>
                  <a:pt x="7518" y="2181"/>
                  <a:pt x="7387" y="2241"/>
                  <a:pt x="7260" y="2241"/>
                </a:cubicBezTo>
                <a:cubicBezTo>
                  <a:pt x="7174" y="2241"/>
                  <a:pt x="7090" y="2213"/>
                  <a:pt x="7026" y="2150"/>
                </a:cubicBezTo>
                <a:cubicBezTo>
                  <a:pt x="6747" y="1918"/>
                  <a:pt x="6415" y="1807"/>
                  <a:pt x="6101" y="1807"/>
                </a:cubicBezTo>
                <a:cubicBezTo>
                  <a:pt x="5776" y="1807"/>
                  <a:pt x="5470" y="1925"/>
                  <a:pt x="5262" y="2150"/>
                </a:cubicBezTo>
                <a:cubicBezTo>
                  <a:pt x="5183" y="2229"/>
                  <a:pt x="5073" y="2268"/>
                  <a:pt x="4962" y="2268"/>
                </a:cubicBezTo>
                <a:cubicBezTo>
                  <a:pt x="4852" y="2268"/>
                  <a:pt x="4742" y="2229"/>
                  <a:pt x="4663" y="2150"/>
                </a:cubicBezTo>
                <a:cubicBezTo>
                  <a:pt x="4506" y="1992"/>
                  <a:pt x="4506" y="1709"/>
                  <a:pt x="4663" y="1551"/>
                </a:cubicBezTo>
                <a:cubicBezTo>
                  <a:pt x="5037" y="1177"/>
                  <a:pt x="5553" y="980"/>
                  <a:pt x="6091" y="980"/>
                </a:cubicBezTo>
                <a:close/>
                <a:moveTo>
                  <a:pt x="3781" y="7852"/>
                </a:moveTo>
                <a:lnTo>
                  <a:pt x="4348" y="8451"/>
                </a:lnTo>
                <a:lnTo>
                  <a:pt x="4002" y="8797"/>
                </a:lnTo>
                <a:cubicBezTo>
                  <a:pt x="3923" y="8876"/>
                  <a:pt x="3812" y="8915"/>
                  <a:pt x="3702" y="8915"/>
                </a:cubicBezTo>
                <a:cubicBezTo>
                  <a:pt x="3592" y="8915"/>
                  <a:pt x="3482" y="8876"/>
                  <a:pt x="3403" y="8797"/>
                </a:cubicBezTo>
                <a:cubicBezTo>
                  <a:pt x="3214" y="8640"/>
                  <a:pt x="3214" y="8356"/>
                  <a:pt x="3403" y="8199"/>
                </a:cubicBezTo>
                <a:lnTo>
                  <a:pt x="3781" y="7852"/>
                </a:lnTo>
                <a:close/>
                <a:moveTo>
                  <a:pt x="6201" y="1"/>
                </a:moveTo>
                <a:cubicBezTo>
                  <a:pt x="5236" y="1"/>
                  <a:pt x="4264" y="375"/>
                  <a:pt x="3529" y="1110"/>
                </a:cubicBezTo>
                <a:lnTo>
                  <a:pt x="2363" y="2307"/>
                </a:lnTo>
                <a:cubicBezTo>
                  <a:pt x="2269" y="2370"/>
                  <a:pt x="2206" y="2402"/>
                  <a:pt x="2048" y="2402"/>
                </a:cubicBezTo>
                <a:cubicBezTo>
                  <a:pt x="1450" y="2465"/>
                  <a:pt x="851" y="2622"/>
                  <a:pt x="378" y="3095"/>
                </a:cubicBezTo>
                <a:cubicBezTo>
                  <a:pt x="0" y="3441"/>
                  <a:pt x="0" y="4040"/>
                  <a:pt x="347" y="4418"/>
                </a:cubicBezTo>
                <a:lnTo>
                  <a:pt x="3182" y="7254"/>
                </a:lnTo>
                <a:lnTo>
                  <a:pt x="2773" y="7663"/>
                </a:lnTo>
                <a:cubicBezTo>
                  <a:pt x="2300" y="8136"/>
                  <a:pt x="2300" y="8923"/>
                  <a:pt x="2773" y="9427"/>
                </a:cubicBezTo>
                <a:cubicBezTo>
                  <a:pt x="3009" y="9664"/>
                  <a:pt x="3324" y="9782"/>
                  <a:pt x="3647" y="9782"/>
                </a:cubicBezTo>
                <a:cubicBezTo>
                  <a:pt x="3970" y="9782"/>
                  <a:pt x="4301" y="9664"/>
                  <a:pt x="4569" y="9427"/>
                </a:cubicBezTo>
                <a:lnTo>
                  <a:pt x="4947" y="9018"/>
                </a:lnTo>
                <a:lnTo>
                  <a:pt x="5419" y="9490"/>
                </a:lnTo>
                <a:cubicBezTo>
                  <a:pt x="5624" y="9695"/>
                  <a:pt x="5868" y="9798"/>
                  <a:pt x="6112" y="9798"/>
                </a:cubicBezTo>
                <a:cubicBezTo>
                  <a:pt x="6357" y="9798"/>
                  <a:pt x="6601" y="9695"/>
                  <a:pt x="6805" y="9490"/>
                </a:cubicBezTo>
                <a:cubicBezTo>
                  <a:pt x="7278" y="9018"/>
                  <a:pt x="7436" y="8388"/>
                  <a:pt x="7467" y="7852"/>
                </a:cubicBezTo>
                <a:cubicBezTo>
                  <a:pt x="7467" y="7726"/>
                  <a:pt x="7499" y="7663"/>
                  <a:pt x="7593" y="7569"/>
                </a:cubicBezTo>
                <a:lnTo>
                  <a:pt x="8696" y="6466"/>
                </a:lnTo>
                <a:cubicBezTo>
                  <a:pt x="10460" y="4702"/>
                  <a:pt x="10145" y="1740"/>
                  <a:pt x="8066" y="511"/>
                </a:cubicBezTo>
                <a:cubicBezTo>
                  <a:pt x="7496" y="170"/>
                  <a:pt x="6850" y="1"/>
                  <a:pt x="620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7" name="Google Shape;5427;p57">
            <a:extLst>
              <a:ext uri="{FF2B5EF4-FFF2-40B4-BE49-F238E27FC236}">
                <a16:creationId xmlns:a16="http://schemas.microsoft.com/office/drawing/2014/main" id="{2F0E867F-BBB7-A85C-F0F8-A79606E96375}"/>
              </a:ext>
            </a:extLst>
          </p:cNvPr>
          <p:cNvSpPr/>
          <p:nvPr/>
        </p:nvSpPr>
        <p:spPr>
          <a:xfrm>
            <a:off x="3629653" y="3650104"/>
            <a:ext cx="147122" cy="143321"/>
          </a:xfrm>
          <a:custGeom>
            <a:avLst/>
            <a:gdLst/>
            <a:ahLst/>
            <a:cxnLst/>
            <a:rect l="l" t="t" r="r" b="b"/>
            <a:pathLst>
              <a:path w="4569" h="4451" extrusionOk="0">
                <a:moveTo>
                  <a:pt x="3226" y="0"/>
                </a:moveTo>
                <a:cubicBezTo>
                  <a:pt x="2907" y="0"/>
                  <a:pt x="2584" y="118"/>
                  <a:pt x="2332" y="355"/>
                </a:cubicBezTo>
                <a:lnTo>
                  <a:pt x="0" y="2686"/>
                </a:lnTo>
                <a:cubicBezTo>
                  <a:pt x="788" y="3095"/>
                  <a:pt x="1355" y="3631"/>
                  <a:pt x="1796" y="4450"/>
                </a:cubicBezTo>
                <a:lnTo>
                  <a:pt x="4096" y="2119"/>
                </a:lnTo>
                <a:cubicBezTo>
                  <a:pt x="4568" y="1646"/>
                  <a:pt x="4568" y="859"/>
                  <a:pt x="4096" y="355"/>
                </a:cubicBezTo>
                <a:cubicBezTo>
                  <a:pt x="3860" y="118"/>
                  <a:pt x="3545" y="0"/>
                  <a:pt x="32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59" name="Google Shape;5429;p57">
            <a:extLst>
              <a:ext uri="{FF2B5EF4-FFF2-40B4-BE49-F238E27FC236}">
                <a16:creationId xmlns:a16="http://schemas.microsoft.com/office/drawing/2014/main" id="{BAB07580-56FB-D692-8922-AE947036614A}"/>
              </a:ext>
            </a:extLst>
          </p:cNvPr>
          <p:cNvSpPr/>
          <p:nvPr/>
        </p:nvSpPr>
        <p:spPr>
          <a:xfrm>
            <a:off x="3619038" y="4375838"/>
            <a:ext cx="80178" cy="80178"/>
          </a:xfrm>
          <a:custGeom>
            <a:avLst/>
            <a:gdLst/>
            <a:ahLst/>
            <a:cxnLst/>
            <a:rect l="l" t="t" r="r" b="b"/>
            <a:pathLst>
              <a:path w="2490" h="2490" extrusionOk="0">
                <a:moveTo>
                  <a:pt x="1229" y="1"/>
                </a:moveTo>
                <a:cubicBezTo>
                  <a:pt x="568" y="1"/>
                  <a:pt x="1" y="568"/>
                  <a:pt x="1" y="1261"/>
                </a:cubicBezTo>
                <a:cubicBezTo>
                  <a:pt x="1" y="1923"/>
                  <a:pt x="568" y="2490"/>
                  <a:pt x="1229" y="2490"/>
                </a:cubicBezTo>
                <a:cubicBezTo>
                  <a:pt x="1891" y="2490"/>
                  <a:pt x="2426" y="1954"/>
                  <a:pt x="2490" y="1261"/>
                </a:cubicBezTo>
                <a:cubicBezTo>
                  <a:pt x="2490" y="599"/>
                  <a:pt x="1922" y="1"/>
                  <a:pt x="122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0" name="Google Shape;5430;p57">
            <a:extLst>
              <a:ext uri="{FF2B5EF4-FFF2-40B4-BE49-F238E27FC236}">
                <a16:creationId xmlns:a16="http://schemas.microsoft.com/office/drawing/2014/main" id="{EF3F9018-77E9-1C55-6D2D-6F218CC4A2F0}"/>
              </a:ext>
            </a:extLst>
          </p:cNvPr>
          <p:cNvSpPr/>
          <p:nvPr/>
        </p:nvSpPr>
        <p:spPr>
          <a:xfrm>
            <a:off x="3372517" y="4225569"/>
            <a:ext cx="410903" cy="265843"/>
          </a:xfrm>
          <a:custGeom>
            <a:avLst/>
            <a:gdLst/>
            <a:ahLst/>
            <a:cxnLst/>
            <a:rect l="l" t="t" r="r" b="b"/>
            <a:pathLst>
              <a:path w="12761" h="8256" extrusionOk="0">
                <a:moveTo>
                  <a:pt x="5357" y="1702"/>
                </a:moveTo>
                <a:cubicBezTo>
                  <a:pt x="5609" y="1702"/>
                  <a:pt x="5798" y="1923"/>
                  <a:pt x="5798" y="2112"/>
                </a:cubicBezTo>
                <a:cubicBezTo>
                  <a:pt x="5766" y="2332"/>
                  <a:pt x="5609" y="2490"/>
                  <a:pt x="5357" y="2490"/>
                </a:cubicBezTo>
                <a:lnTo>
                  <a:pt x="2049" y="2490"/>
                </a:lnTo>
                <a:cubicBezTo>
                  <a:pt x="1828" y="2490"/>
                  <a:pt x="1639" y="2301"/>
                  <a:pt x="1639" y="2112"/>
                </a:cubicBezTo>
                <a:cubicBezTo>
                  <a:pt x="1639" y="1860"/>
                  <a:pt x="1828" y="1702"/>
                  <a:pt x="2049" y="1702"/>
                </a:cubicBezTo>
                <a:close/>
                <a:moveTo>
                  <a:pt x="5357" y="3309"/>
                </a:moveTo>
                <a:cubicBezTo>
                  <a:pt x="5609" y="3309"/>
                  <a:pt x="5798" y="3529"/>
                  <a:pt x="5798" y="3750"/>
                </a:cubicBezTo>
                <a:cubicBezTo>
                  <a:pt x="5766" y="4002"/>
                  <a:pt x="5609" y="4160"/>
                  <a:pt x="5357" y="4160"/>
                </a:cubicBezTo>
                <a:lnTo>
                  <a:pt x="2049" y="4160"/>
                </a:lnTo>
                <a:cubicBezTo>
                  <a:pt x="1828" y="4160"/>
                  <a:pt x="1639" y="3939"/>
                  <a:pt x="1639" y="3750"/>
                </a:cubicBezTo>
                <a:cubicBezTo>
                  <a:pt x="1639" y="3529"/>
                  <a:pt x="1828" y="3309"/>
                  <a:pt x="2049" y="3309"/>
                </a:cubicBezTo>
                <a:close/>
                <a:moveTo>
                  <a:pt x="5357" y="4979"/>
                </a:moveTo>
                <a:cubicBezTo>
                  <a:pt x="5609" y="4979"/>
                  <a:pt x="5798" y="5168"/>
                  <a:pt x="5798" y="5388"/>
                </a:cubicBezTo>
                <a:cubicBezTo>
                  <a:pt x="5766" y="5640"/>
                  <a:pt x="5609" y="5798"/>
                  <a:pt x="5357" y="5798"/>
                </a:cubicBezTo>
                <a:lnTo>
                  <a:pt x="2049" y="5798"/>
                </a:lnTo>
                <a:cubicBezTo>
                  <a:pt x="1828" y="5798"/>
                  <a:pt x="1639" y="5609"/>
                  <a:pt x="1639" y="5388"/>
                </a:cubicBezTo>
                <a:cubicBezTo>
                  <a:pt x="1639" y="5136"/>
                  <a:pt x="1828" y="4979"/>
                  <a:pt x="2049" y="4979"/>
                </a:cubicBezTo>
                <a:close/>
                <a:moveTo>
                  <a:pt x="8948" y="1671"/>
                </a:moveTo>
                <a:cubicBezTo>
                  <a:pt x="10082" y="1671"/>
                  <a:pt x="10996" y="2584"/>
                  <a:pt x="11028" y="3750"/>
                </a:cubicBezTo>
                <a:cubicBezTo>
                  <a:pt x="10996" y="4916"/>
                  <a:pt x="10082" y="5798"/>
                  <a:pt x="8948" y="5798"/>
                </a:cubicBezTo>
                <a:cubicBezTo>
                  <a:pt x="7814" y="5798"/>
                  <a:pt x="6900" y="4853"/>
                  <a:pt x="6869" y="3750"/>
                </a:cubicBezTo>
                <a:cubicBezTo>
                  <a:pt x="6869" y="2616"/>
                  <a:pt x="7814" y="1702"/>
                  <a:pt x="8948" y="1671"/>
                </a:cubicBezTo>
                <a:close/>
                <a:moveTo>
                  <a:pt x="1230" y="1"/>
                </a:moveTo>
                <a:cubicBezTo>
                  <a:pt x="568" y="1"/>
                  <a:pt x="1" y="568"/>
                  <a:pt x="1" y="1230"/>
                </a:cubicBezTo>
                <a:lnTo>
                  <a:pt x="1" y="6207"/>
                </a:lnTo>
                <a:cubicBezTo>
                  <a:pt x="1" y="6743"/>
                  <a:pt x="379" y="7184"/>
                  <a:pt x="852" y="7373"/>
                </a:cubicBezTo>
                <a:lnTo>
                  <a:pt x="852" y="7846"/>
                </a:lnTo>
                <a:cubicBezTo>
                  <a:pt x="852" y="8098"/>
                  <a:pt x="1041" y="8255"/>
                  <a:pt x="1261" y="8255"/>
                </a:cubicBezTo>
                <a:lnTo>
                  <a:pt x="2931" y="8255"/>
                </a:lnTo>
                <a:cubicBezTo>
                  <a:pt x="3151" y="8255"/>
                  <a:pt x="3372" y="8066"/>
                  <a:pt x="3372" y="7846"/>
                </a:cubicBezTo>
                <a:lnTo>
                  <a:pt x="3372" y="7436"/>
                </a:lnTo>
                <a:lnTo>
                  <a:pt x="9421" y="7436"/>
                </a:lnTo>
                <a:lnTo>
                  <a:pt x="9421" y="7846"/>
                </a:lnTo>
                <a:cubicBezTo>
                  <a:pt x="9421" y="8098"/>
                  <a:pt x="9610" y="8255"/>
                  <a:pt x="9862" y="8255"/>
                </a:cubicBezTo>
                <a:lnTo>
                  <a:pt x="11500" y="8255"/>
                </a:lnTo>
                <a:cubicBezTo>
                  <a:pt x="11752" y="8255"/>
                  <a:pt x="11941" y="8066"/>
                  <a:pt x="11941" y="7846"/>
                </a:cubicBezTo>
                <a:lnTo>
                  <a:pt x="11941" y="7373"/>
                </a:lnTo>
                <a:cubicBezTo>
                  <a:pt x="12414" y="7215"/>
                  <a:pt x="12760" y="6743"/>
                  <a:pt x="12760" y="6207"/>
                </a:cubicBezTo>
                <a:lnTo>
                  <a:pt x="12760" y="1230"/>
                </a:lnTo>
                <a:cubicBezTo>
                  <a:pt x="12666" y="599"/>
                  <a:pt x="12099" y="1"/>
                  <a:pt x="1143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2" name="Google Shape;5432;p57">
            <a:extLst>
              <a:ext uri="{FF2B5EF4-FFF2-40B4-BE49-F238E27FC236}">
                <a16:creationId xmlns:a16="http://schemas.microsoft.com/office/drawing/2014/main" id="{80885237-BAA1-52D4-1B13-DE686E71AACF}"/>
              </a:ext>
            </a:extLst>
          </p:cNvPr>
          <p:cNvSpPr/>
          <p:nvPr/>
        </p:nvSpPr>
        <p:spPr>
          <a:xfrm>
            <a:off x="3620585" y="4660049"/>
            <a:ext cx="160291" cy="239825"/>
          </a:xfrm>
          <a:custGeom>
            <a:avLst/>
            <a:gdLst/>
            <a:ahLst/>
            <a:cxnLst/>
            <a:rect l="l" t="t" r="r" b="b"/>
            <a:pathLst>
              <a:path w="4978" h="7448" extrusionOk="0">
                <a:moveTo>
                  <a:pt x="2489" y="820"/>
                </a:moveTo>
                <a:cubicBezTo>
                  <a:pt x="3403" y="820"/>
                  <a:pt x="4127" y="1576"/>
                  <a:pt x="4127" y="2490"/>
                </a:cubicBezTo>
                <a:cubicBezTo>
                  <a:pt x="4127" y="3372"/>
                  <a:pt x="3403" y="4128"/>
                  <a:pt x="2489" y="4128"/>
                </a:cubicBezTo>
                <a:cubicBezTo>
                  <a:pt x="1575" y="4128"/>
                  <a:pt x="819" y="3372"/>
                  <a:pt x="819" y="2490"/>
                </a:cubicBezTo>
                <a:cubicBezTo>
                  <a:pt x="819" y="1576"/>
                  <a:pt x="1575" y="820"/>
                  <a:pt x="2489" y="820"/>
                </a:cubicBezTo>
                <a:close/>
                <a:moveTo>
                  <a:pt x="2489" y="1"/>
                </a:moveTo>
                <a:cubicBezTo>
                  <a:pt x="1103" y="1"/>
                  <a:pt x="0" y="1104"/>
                  <a:pt x="0" y="2490"/>
                </a:cubicBezTo>
                <a:cubicBezTo>
                  <a:pt x="0" y="3214"/>
                  <a:pt x="315" y="3845"/>
                  <a:pt x="819" y="4317"/>
                </a:cubicBezTo>
                <a:lnTo>
                  <a:pt x="819" y="7058"/>
                </a:lnTo>
                <a:cubicBezTo>
                  <a:pt x="819" y="7287"/>
                  <a:pt x="1012" y="7448"/>
                  <a:pt x="1225" y="7448"/>
                </a:cubicBezTo>
                <a:cubicBezTo>
                  <a:pt x="1334" y="7448"/>
                  <a:pt x="1448" y="7406"/>
                  <a:pt x="1544" y="7310"/>
                </a:cubicBezTo>
                <a:lnTo>
                  <a:pt x="2489" y="6365"/>
                </a:lnTo>
                <a:lnTo>
                  <a:pt x="3434" y="7310"/>
                </a:lnTo>
                <a:cubicBezTo>
                  <a:pt x="3530" y="7406"/>
                  <a:pt x="3640" y="7448"/>
                  <a:pt x="3744" y="7448"/>
                </a:cubicBezTo>
                <a:cubicBezTo>
                  <a:pt x="3948" y="7448"/>
                  <a:pt x="4127" y="7287"/>
                  <a:pt x="4127" y="7058"/>
                </a:cubicBezTo>
                <a:lnTo>
                  <a:pt x="4127" y="4317"/>
                </a:lnTo>
                <a:cubicBezTo>
                  <a:pt x="4663" y="3845"/>
                  <a:pt x="4978" y="3214"/>
                  <a:pt x="4978" y="2490"/>
                </a:cubicBezTo>
                <a:cubicBezTo>
                  <a:pt x="4978" y="1104"/>
                  <a:pt x="3875" y="1"/>
                  <a:pt x="248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3" name="Google Shape;5433;p57">
            <a:extLst>
              <a:ext uri="{FF2B5EF4-FFF2-40B4-BE49-F238E27FC236}">
                <a16:creationId xmlns:a16="http://schemas.microsoft.com/office/drawing/2014/main" id="{8CBB0E6E-5937-96D5-2AD7-ECCBF8C3850A}"/>
              </a:ext>
            </a:extLst>
          </p:cNvPr>
          <p:cNvSpPr/>
          <p:nvPr/>
        </p:nvSpPr>
        <p:spPr>
          <a:xfrm>
            <a:off x="3430863" y="5015117"/>
            <a:ext cx="347984" cy="52775"/>
          </a:xfrm>
          <a:custGeom>
            <a:avLst/>
            <a:gdLst/>
            <a:ahLst/>
            <a:cxnLst/>
            <a:rect l="l" t="t" r="r" b="b"/>
            <a:pathLst>
              <a:path w="10807" h="1639" extrusionOk="0">
                <a:moveTo>
                  <a:pt x="1450" y="1"/>
                </a:moveTo>
                <a:cubicBezTo>
                  <a:pt x="1292" y="788"/>
                  <a:pt x="662" y="1387"/>
                  <a:pt x="1" y="1639"/>
                </a:cubicBezTo>
                <a:lnTo>
                  <a:pt x="8822" y="1639"/>
                </a:lnTo>
                <a:cubicBezTo>
                  <a:pt x="9799" y="1639"/>
                  <a:pt x="10649" y="946"/>
                  <a:pt x="1080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4" name="Google Shape;5434;p57">
            <a:extLst>
              <a:ext uri="{FF2B5EF4-FFF2-40B4-BE49-F238E27FC236}">
                <a16:creationId xmlns:a16="http://schemas.microsoft.com/office/drawing/2014/main" id="{0A966310-0DA1-4CAB-F249-8D0A911BB098}"/>
              </a:ext>
            </a:extLst>
          </p:cNvPr>
          <p:cNvSpPr/>
          <p:nvPr/>
        </p:nvSpPr>
        <p:spPr>
          <a:xfrm>
            <a:off x="3375060" y="4658020"/>
            <a:ext cx="353072" cy="380828"/>
          </a:xfrm>
          <a:custGeom>
            <a:avLst/>
            <a:gdLst/>
            <a:ahLst/>
            <a:cxnLst/>
            <a:rect l="l" t="t" r="r" b="b"/>
            <a:pathLst>
              <a:path w="10965" h="11827" extrusionOk="0">
                <a:moveTo>
                  <a:pt x="379" y="1"/>
                </a:moveTo>
                <a:cubicBezTo>
                  <a:pt x="158" y="1"/>
                  <a:pt x="1" y="221"/>
                  <a:pt x="1" y="411"/>
                </a:cubicBezTo>
                <a:lnTo>
                  <a:pt x="1" y="10618"/>
                </a:lnTo>
                <a:cubicBezTo>
                  <a:pt x="1" y="11280"/>
                  <a:pt x="537" y="11815"/>
                  <a:pt x="1198" y="11815"/>
                </a:cubicBezTo>
                <a:cubicBezTo>
                  <a:pt x="1247" y="11823"/>
                  <a:pt x="1295" y="11826"/>
                  <a:pt x="1342" y="11826"/>
                </a:cubicBezTo>
                <a:cubicBezTo>
                  <a:pt x="1912" y="11826"/>
                  <a:pt x="2395" y="11318"/>
                  <a:pt x="2395" y="10650"/>
                </a:cubicBezTo>
                <a:cubicBezTo>
                  <a:pt x="2395" y="10398"/>
                  <a:pt x="2584" y="10272"/>
                  <a:pt x="2836" y="10272"/>
                </a:cubicBezTo>
                <a:lnTo>
                  <a:pt x="10965" y="10272"/>
                </a:lnTo>
                <a:lnTo>
                  <a:pt x="10965" y="8255"/>
                </a:lnTo>
                <a:cubicBezTo>
                  <a:pt x="10807" y="8161"/>
                  <a:pt x="10650" y="8098"/>
                  <a:pt x="10492" y="7972"/>
                </a:cubicBezTo>
                <a:lnTo>
                  <a:pt x="10146" y="7625"/>
                </a:lnTo>
                <a:lnTo>
                  <a:pt x="9799" y="7972"/>
                </a:lnTo>
                <a:cubicBezTo>
                  <a:pt x="9547" y="8224"/>
                  <a:pt x="9232" y="8318"/>
                  <a:pt x="8917" y="8318"/>
                </a:cubicBezTo>
                <a:cubicBezTo>
                  <a:pt x="8255" y="8318"/>
                  <a:pt x="7720" y="7783"/>
                  <a:pt x="7720" y="7058"/>
                </a:cubicBezTo>
                <a:lnTo>
                  <a:pt x="7720" y="4664"/>
                </a:lnTo>
                <a:cubicBezTo>
                  <a:pt x="7184" y="4065"/>
                  <a:pt x="6869" y="3309"/>
                  <a:pt x="6869" y="2490"/>
                </a:cubicBezTo>
                <a:cubicBezTo>
                  <a:pt x="6869" y="1513"/>
                  <a:pt x="7310" y="600"/>
                  <a:pt x="803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5" name="Google Shape;5435;p57">
            <a:extLst>
              <a:ext uri="{FF2B5EF4-FFF2-40B4-BE49-F238E27FC236}">
                <a16:creationId xmlns:a16="http://schemas.microsoft.com/office/drawing/2014/main" id="{01EAA2D3-5896-92C4-5C1A-569E75425AE4}"/>
              </a:ext>
            </a:extLst>
          </p:cNvPr>
          <p:cNvSpPr/>
          <p:nvPr/>
        </p:nvSpPr>
        <p:spPr>
          <a:xfrm>
            <a:off x="2547128" y="5170333"/>
            <a:ext cx="293212" cy="406814"/>
          </a:xfrm>
          <a:custGeom>
            <a:avLst/>
            <a:gdLst/>
            <a:ahLst/>
            <a:cxnLst/>
            <a:rect l="l" t="t" r="r" b="b"/>
            <a:pathLst>
              <a:path w="9106" h="12634" extrusionOk="0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7" name="Google Shape;5437;p57">
            <a:extLst>
              <a:ext uri="{FF2B5EF4-FFF2-40B4-BE49-F238E27FC236}">
                <a16:creationId xmlns:a16="http://schemas.microsoft.com/office/drawing/2014/main" id="{CFD33AAD-15AB-54E0-9E34-45A8400DC770}"/>
              </a:ext>
            </a:extLst>
          </p:cNvPr>
          <p:cNvSpPr/>
          <p:nvPr/>
        </p:nvSpPr>
        <p:spPr>
          <a:xfrm>
            <a:off x="4871895" y="2288866"/>
            <a:ext cx="388949" cy="137594"/>
          </a:xfrm>
          <a:custGeom>
            <a:avLst/>
            <a:gdLst/>
            <a:ahLst/>
            <a:cxnLst/>
            <a:rect l="l" t="t" r="r" b="b"/>
            <a:pathLst>
              <a:path w="11847" h="4191" extrusionOk="0">
                <a:moveTo>
                  <a:pt x="5230" y="0"/>
                </a:moveTo>
                <a:cubicBezTo>
                  <a:pt x="5073" y="0"/>
                  <a:pt x="4947" y="63"/>
                  <a:pt x="4915" y="189"/>
                </a:cubicBezTo>
                <a:lnTo>
                  <a:pt x="4096" y="2080"/>
                </a:lnTo>
                <a:lnTo>
                  <a:pt x="347" y="2080"/>
                </a:lnTo>
                <a:cubicBezTo>
                  <a:pt x="158" y="2080"/>
                  <a:pt x="0" y="2237"/>
                  <a:pt x="0" y="2426"/>
                </a:cubicBezTo>
                <a:cubicBezTo>
                  <a:pt x="0" y="2615"/>
                  <a:pt x="158" y="2773"/>
                  <a:pt x="347" y="2773"/>
                </a:cubicBezTo>
                <a:lnTo>
                  <a:pt x="4316" y="2773"/>
                </a:lnTo>
                <a:cubicBezTo>
                  <a:pt x="4411" y="2773"/>
                  <a:pt x="4505" y="2710"/>
                  <a:pt x="4600" y="2584"/>
                </a:cubicBezTo>
                <a:lnTo>
                  <a:pt x="5199" y="1292"/>
                </a:lnTo>
                <a:lnTo>
                  <a:pt x="6238" y="3970"/>
                </a:lnTo>
                <a:cubicBezTo>
                  <a:pt x="6301" y="4096"/>
                  <a:pt x="6396" y="4159"/>
                  <a:pt x="6522" y="4191"/>
                </a:cubicBezTo>
                <a:lnTo>
                  <a:pt x="6553" y="4191"/>
                </a:lnTo>
                <a:cubicBezTo>
                  <a:pt x="6679" y="4191"/>
                  <a:pt x="6805" y="4127"/>
                  <a:pt x="6868" y="4033"/>
                </a:cubicBezTo>
                <a:lnTo>
                  <a:pt x="7624" y="2836"/>
                </a:lnTo>
                <a:lnTo>
                  <a:pt x="11500" y="2836"/>
                </a:lnTo>
                <a:cubicBezTo>
                  <a:pt x="11689" y="2836"/>
                  <a:pt x="11846" y="2678"/>
                  <a:pt x="11846" y="2458"/>
                </a:cubicBezTo>
                <a:cubicBezTo>
                  <a:pt x="11846" y="2269"/>
                  <a:pt x="11689" y="2111"/>
                  <a:pt x="11500" y="2111"/>
                </a:cubicBezTo>
                <a:lnTo>
                  <a:pt x="7435" y="2111"/>
                </a:lnTo>
                <a:cubicBezTo>
                  <a:pt x="7309" y="2111"/>
                  <a:pt x="7183" y="2206"/>
                  <a:pt x="7120" y="2269"/>
                </a:cubicBezTo>
                <a:lnTo>
                  <a:pt x="6648" y="3056"/>
                </a:lnTo>
                <a:lnTo>
                  <a:pt x="5545" y="221"/>
                </a:lnTo>
                <a:cubicBezTo>
                  <a:pt x="5514" y="95"/>
                  <a:pt x="5388" y="0"/>
                  <a:pt x="52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8" name="Google Shape;5438;p57">
            <a:extLst>
              <a:ext uri="{FF2B5EF4-FFF2-40B4-BE49-F238E27FC236}">
                <a16:creationId xmlns:a16="http://schemas.microsoft.com/office/drawing/2014/main" id="{2C1FD305-BE0E-80FE-545F-FAA558222F2E}"/>
              </a:ext>
            </a:extLst>
          </p:cNvPr>
          <p:cNvSpPr/>
          <p:nvPr/>
        </p:nvSpPr>
        <p:spPr>
          <a:xfrm>
            <a:off x="4868776" y="2177143"/>
            <a:ext cx="387931" cy="164516"/>
          </a:xfrm>
          <a:custGeom>
            <a:avLst/>
            <a:gdLst/>
            <a:ahLst/>
            <a:cxnLst/>
            <a:rect l="l" t="t" r="r" b="b"/>
            <a:pathLst>
              <a:path w="11816" h="5011" extrusionOk="0">
                <a:moveTo>
                  <a:pt x="3151" y="1"/>
                </a:moveTo>
                <a:cubicBezTo>
                  <a:pt x="1387" y="1"/>
                  <a:pt x="1" y="1419"/>
                  <a:pt x="1" y="3277"/>
                </a:cubicBezTo>
                <a:cubicBezTo>
                  <a:pt x="1" y="3876"/>
                  <a:pt x="158" y="4349"/>
                  <a:pt x="442" y="4821"/>
                </a:cubicBezTo>
                <a:lnTo>
                  <a:pt x="3655" y="4821"/>
                </a:lnTo>
                <a:lnTo>
                  <a:pt x="4285" y="3340"/>
                </a:lnTo>
                <a:cubicBezTo>
                  <a:pt x="4443" y="2994"/>
                  <a:pt x="4821" y="2773"/>
                  <a:pt x="5199" y="2710"/>
                </a:cubicBezTo>
                <a:cubicBezTo>
                  <a:pt x="5672" y="2710"/>
                  <a:pt x="6018" y="2994"/>
                  <a:pt x="6176" y="3403"/>
                </a:cubicBezTo>
                <a:lnTo>
                  <a:pt x="6806" y="5010"/>
                </a:lnTo>
                <a:cubicBezTo>
                  <a:pt x="6963" y="4884"/>
                  <a:pt x="7215" y="4821"/>
                  <a:pt x="7404" y="4821"/>
                </a:cubicBezTo>
                <a:lnTo>
                  <a:pt x="11374" y="4821"/>
                </a:lnTo>
                <a:cubicBezTo>
                  <a:pt x="11626" y="4349"/>
                  <a:pt x="11815" y="3813"/>
                  <a:pt x="11815" y="3277"/>
                </a:cubicBezTo>
                <a:cubicBezTo>
                  <a:pt x="11815" y="1419"/>
                  <a:pt x="10429" y="1"/>
                  <a:pt x="8665" y="1"/>
                </a:cubicBezTo>
                <a:cubicBezTo>
                  <a:pt x="7247" y="1"/>
                  <a:pt x="6396" y="977"/>
                  <a:pt x="5924" y="1860"/>
                </a:cubicBezTo>
                <a:cubicBezTo>
                  <a:pt x="5451" y="977"/>
                  <a:pt x="4537" y="1"/>
                  <a:pt x="315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69" name="Google Shape;5439;p57">
            <a:extLst>
              <a:ext uri="{FF2B5EF4-FFF2-40B4-BE49-F238E27FC236}">
                <a16:creationId xmlns:a16="http://schemas.microsoft.com/office/drawing/2014/main" id="{04340B82-4F03-CE07-5CAC-5BE133382740}"/>
              </a:ext>
            </a:extLst>
          </p:cNvPr>
          <p:cNvSpPr/>
          <p:nvPr/>
        </p:nvSpPr>
        <p:spPr>
          <a:xfrm>
            <a:off x="4943270" y="2388146"/>
            <a:ext cx="245149" cy="129321"/>
          </a:xfrm>
          <a:custGeom>
            <a:avLst/>
            <a:gdLst/>
            <a:ahLst/>
            <a:cxnLst/>
            <a:rect l="l" t="t" r="r" b="b"/>
            <a:pathLst>
              <a:path w="7467" h="3939" extrusionOk="0">
                <a:moveTo>
                  <a:pt x="2962" y="1"/>
                </a:moveTo>
                <a:cubicBezTo>
                  <a:pt x="2773" y="284"/>
                  <a:pt x="2458" y="442"/>
                  <a:pt x="2111" y="442"/>
                </a:cubicBezTo>
                <a:lnTo>
                  <a:pt x="0" y="442"/>
                </a:lnTo>
                <a:cubicBezTo>
                  <a:pt x="158" y="599"/>
                  <a:pt x="347" y="757"/>
                  <a:pt x="536" y="914"/>
                </a:cubicBezTo>
                <a:cubicBezTo>
                  <a:pt x="1449" y="1734"/>
                  <a:pt x="2426" y="2647"/>
                  <a:pt x="3434" y="3813"/>
                </a:cubicBezTo>
                <a:cubicBezTo>
                  <a:pt x="3529" y="3907"/>
                  <a:pt x="3592" y="3939"/>
                  <a:pt x="3718" y="3939"/>
                </a:cubicBezTo>
                <a:cubicBezTo>
                  <a:pt x="3844" y="3939"/>
                  <a:pt x="3907" y="3907"/>
                  <a:pt x="4001" y="3813"/>
                </a:cubicBezTo>
                <a:cubicBezTo>
                  <a:pt x="4978" y="2584"/>
                  <a:pt x="6018" y="1734"/>
                  <a:pt x="6900" y="914"/>
                </a:cubicBezTo>
                <a:cubicBezTo>
                  <a:pt x="7120" y="757"/>
                  <a:pt x="7278" y="599"/>
                  <a:pt x="7467" y="442"/>
                </a:cubicBezTo>
                <a:lnTo>
                  <a:pt x="5860" y="442"/>
                </a:lnTo>
                <a:lnTo>
                  <a:pt x="5293" y="1324"/>
                </a:lnTo>
                <a:cubicBezTo>
                  <a:pt x="5104" y="1639"/>
                  <a:pt x="4789" y="1860"/>
                  <a:pt x="4379" y="1860"/>
                </a:cubicBezTo>
                <a:lnTo>
                  <a:pt x="4316" y="1860"/>
                </a:lnTo>
                <a:cubicBezTo>
                  <a:pt x="3907" y="1797"/>
                  <a:pt x="3592" y="1576"/>
                  <a:pt x="3434" y="1167"/>
                </a:cubicBezTo>
                <a:lnTo>
                  <a:pt x="296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1" name="Google Shape;5441;p57">
            <a:extLst>
              <a:ext uri="{FF2B5EF4-FFF2-40B4-BE49-F238E27FC236}">
                <a16:creationId xmlns:a16="http://schemas.microsoft.com/office/drawing/2014/main" id="{4C470976-E77D-AFA0-4D39-6A550ECF8CA4}"/>
              </a:ext>
            </a:extLst>
          </p:cNvPr>
          <p:cNvSpPr/>
          <p:nvPr/>
        </p:nvSpPr>
        <p:spPr>
          <a:xfrm>
            <a:off x="4869826" y="2815622"/>
            <a:ext cx="45537" cy="69306"/>
          </a:xfrm>
          <a:custGeom>
            <a:avLst/>
            <a:gdLst/>
            <a:ahLst/>
            <a:cxnLst/>
            <a:rect l="l" t="t" r="r" b="b"/>
            <a:pathLst>
              <a:path w="1387" h="2111" extrusionOk="0">
                <a:moveTo>
                  <a:pt x="0" y="0"/>
                </a:moveTo>
                <a:lnTo>
                  <a:pt x="0" y="2111"/>
                </a:lnTo>
                <a:lnTo>
                  <a:pt x="1386" y="2111"/>
                </a:lnTo>
                <a:lnTo>
                  <a:pt x="138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2" name="Google Shape;5442;p57">
            <a:extLst>
              <a:ext uri="{FF2B5EF4-FFF2-40B4-BE49-F238E27FC236}">
                <a16:creationId xmlns:a16="http://schemas.microsoft.com/office/drawing/2014/main" id="{0F17F921-4F17-934E-1AB7-65A503A4FFC1}"/>
              </a:ext>
            </a:extLst>
          </p:cNvPr>
          <p:cNvSpPr/>
          <p:nvPr/>
        </p:nvSpPr>
        <p:spPr>
          <a:xfrm>
            <a:off x="4869825" y="2908699"/>
            <a:ext cx="69306" cy="22785"/>
          </a:xfrm>
          <a:custGeom>
            <a:avLst/>
            <a:gdLst/>
            <a:ahLst/>
            <a:cxnLst/>
            <a:rect l="l" t="t" r="r" b="b"/>
            <a:pathLst>
              <a:path w="2111" h="694" extrusionOk="0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6"/>
                  <a:pt x="2111" y="347"/>
                </a:cubicBezTo>
                <a:cubicBezTo>
                  <a:pt x="2111" y="158"/>
                  <a:pt x="1954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3" name="Google Shape;5443;p57">
            <a:extLst>
              <a:ext uri="{FF2B5EF4-FFF2-40B4-BE49-F238E27FC236}">
                <a16:creationId xmlns:a16="http://schemas.microsoft.com/office/drawing/2014/main" id="{BA76946A-9F09-6B44-58B5-F2B33D88E5C1}"/>
              </a:ext>
            </a:extLst>
          </p:cNvPr>
          <p:cNvSpPr/>
          <p:nvPr/>
        </p:nvSpPr>
        <p:spPr>
          <a:xfrm>
            <a:off x="4869825" y="2770087"/>
            <a:ext cx="69306" cy="22817"/>
          </a:xfrm>
          <a:custGeom>
            <a:avLst/>
            <a:gdLst/>
            <a:ahLst/>
            <a:cxnLst/>
            <a:rect l="l" t="t" r="r" b="b"/>
            <a:pathLst>
              <a:path w="2111" h="695" extrusionOk="0">
                <a:moveTo>
                  <a:pt x="0" y="1"/>
                </a:moveTo>
                <a:lnTo>
                  <a:pt x="0" y="694"/>
                </a:lnTo>
                <a:lnTo>
                  <a:pt x="1733" y="694"/>
                </a:lnTo>
                <a:cubicBezTo>
                  <a:pt x="1954" y="694"/>
                  <a:pt x="2111" y="537"/>
                  <a:pt x="2111" y="348"/>
                </a:cubicBezTo>
                <a:cubicBezTo>
                  <a:pt x="2111" y="159"/>
                  <a:pt x="1954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4" name="Google Shape;5444;p57">
            <a:extLst>
              <a:ext uri="{FF2B5EF4-FFF2-40B4-BE49-F238E27FC236}">
                <a16:creationId xmlns:a16="http://schemas.microsoft.com/office/drawing/2014/main" id="{83F0CDBC-E0E9-0466-D55D-2C1A32F9AE04}"/>
              </a:ext>
            </a:extLst>
          </p:cNvPr>
          <p:cNvSpPr/>
          <p:nvPr/>
        </p:nvSpPr>
        <p:spPr>
          <a:xfrm>
            <a:off x="4870844" y="2656327"/>
            <a:ext cx="388949" cy="388949"/>
          </a:xfrm>
          <a:custGeom>
            <a:avLst/>
            <a:gdLst/>
            <a:ahLst/>
            <a:cxnLst/>
            <a:rect l="l" t="t" r="r" b="b"/>
            <a:pathLst>
              <a:path w="11847" h="11847" extrusionOk="0">
                <a:moveTo>
                  <a:pt x="2427" y="0"/>
                </a:moveTo>
                <a:cubicBezTo>
                  <a:pt x="1072" y="0"/>
                  <a:pt x="1" y="1103"/>
                  <a:pt x="1" y="2426"/>
                </a:cubicBezTo>
                <a:lnTo>
                  <a:pt x="1" y="2804"/>
                </a:lnTo>
                <a:lnTo>
                  <a:pt x="1355" y="2804"/>
                </a:lnTo>
                <a:lnTo>
                  <a:pt x="1355" y="2426"/>
                </a:lnTo>
                <a:cubicBezTo>
                  <a:pt x="1355" y="1859"/>
                  <a:pt x="1828" y="1418"/>
                  <a:pt x="2395" y="1418"/>
                </a:cubicBezTo>
                <a:lnTo>
                  <a:pt x="9358" y="1418"/>
                </a:lnTo>
                <a:cubicBezTo>
                  <a:pt x="9956" y="1418"/>
                  <a:pt x="10366" y="1891"/>
                  <a:pt x="10366" y="2426"/>
                </a:cubicBezTo>
                <a:lnTo>
                  <a:pt x="10366" y="9420"/>
                </a:lnTo>
                <a:cubicBezTo>
                  <a:pt x="10366" y="9987"/>
                  <a:pt x="9893" y="10429"/>
                  <a:pt x="9358" y="10429"/>
                </a:cubicBezTo>
                <a:lnTo>
                  <a:pt x="2395" y="10429"/>
                </a:lnTo>
                <a:cubicBezTo>
                  <a:pt x="1797" y="10429"/>
                  <a:pt x="1355" y="9956"/>
                  <a:pt x="1355" y="9420"/>
                </a:cubicBezTo>
                <a:lnTo>
                  <a:pt x="1355" y="9042"/>
                </a:lnTo>
                <a:lnTo>
                  <a:pt x="1" y="9042"/>
                </a:lnTo>
                <a:lnTo>
                  <a:pt x="1" y="9420"/>
                </a:lnTo>
                <a:cubicBezTo>
                  <a:pt x="1" y="10744"/>
                  <a:pt x="1103" y="11846"/>
                  <a:pt x="2427" y="11846"/>
                </a:cubicBezTo>
                <a:lnTo>
                  <a:pt x="9389" y="11846"/>
                </a:lnTo>
                <a:cubicBezTo>
                  <a:pt x="10744" y="11846"/>
                  <a:pt x="11847" y="10744"/>
                  <a:pt x="11847" y="9420"/>
                </a:cubicBezTo>
                <a:lnTo>
                  <a:pt x="11847" y="2426"/>
                </a:lnTo>
                <a:cubicBezTo>
                  <a:pt x="11847" y="1103"/>
                  <a:pt x="10744" y="0"/>
                  <a:pt x="938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5" name="Google Shape;5445;p57">
            <a:extLst>
              <a:ext uri="{FF2B5EF4-FFF2-40B4-BE49-F238E27FC236}">
                <a16:creationId xmlns:a16="http://schemas.microsoft.com/office/drawing/2014/main" id="{A079DBFC-DF49-3AD7-1009-6BB2DCF9A946}"/>
              </a:ext>
            </a:extLst>
          </p:cNvPr>
          <p:cNvSpPr/>
          <p:nvPr/>
        </p:nvSpPr>
        <p:spPr>
          <a:xfrm>
            <a:off x="5018748" y="2792872"/>
            <a:ext cx="113825" cy="113792"/>
          </a:xfrm>
          <a:custGeom>
            <a:avLst/>
            <a:gdLst/>
            <a:ahLst/>
            <a:cxnLst/>
            <a:rect l="l" t="t" r="r" b="b"/>
            <a:pathLst>
              <a:path w="3467" h="3466" extrusionOk="0">
                <a:moveTo>
                  <a:pt x="1387" y="0"/>
                </a:moveTo>
                <a:lnTo>
                  <a:pt x="1387" y="1040"/>
                </a:lnTo>
                <a:cubicBezTo>
                  <a:pt x="1387" y="1229"/>
                  <a:pt x="1230" y="1386"/>
                  <a:pt x="1041" y="1386"/>
                </a:cubicBezTo>
                <a:lnTo>
                  <a:pt x="1" y="1386"/>
                </a:lnTo>
                <a:lnTo>
                  <a:pt x="1" y="2111"/>
                </a:lnTo>
                <a:lnTo>
                  <a:pt x="1041" y="2111"/>
                </a:lnTo>
                <a:cubicBezTo>
                  <a:pt x="1230" y="2111"/>
                  <a:pt x="1387" y="2268"/>
                  <a:pt x="1387" y="2457"/>
                </a:cubicBezTo>
                <a:lnTo>
                  <a:pt x="1387" y="3466"/>
                </a:lnTo>
                <a:lnTo>
                  <a:pt x="2080" y="3466"/>
                </a:lnTo>
                <a:lnTo>
                  <a:pt x="2080" y="2457"/>
                </a:lnTo>
                <a:cubicBezTo>
                  <a:pt x="2080" y="2268"/>
                  <a:pt x="2238" y="2111"/>
                  <a:pt x="2458" y="2111"/>
                </a:cubicBezTo>
                <a:lnTo>
                  <a:pt x="3467" y="2111"/>
                </a:lnTo>
                <a:lnTo>
                  <a:pt x="3467" y="1386"/>
                </a:lnTo>
                <a:lnTo>
                  <a:pt x="2458" y="1386"/>
                </a:lnTo>
                <a:cubicBezTo>
                  <a:pt x="2238" y="1386"/>
                  <a:pt x="2080" y="1229"/>
                  <a:pt x="2080" y="1040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6" name="Google Shape;5446;p57">
            <a:extLst>
              <a:ext uri="{FF2B5EF4-FFF2-40B4-BE49-F238E27FC236}">
                <a16:creationId xmlns:a16="http://schemas.microsoft.com/office/drawing/2014/main" id="{A5D1705A-6F4E-A97A-FCA2-CC151A96C967}"/>
              </a:ext>
            </a:extLst>
          </p:cNvPr>
          <p:cNvSpPr/>
          <p:nvPr/>
        </p:nvSpPr>
        <p:spPr>
          <a:xfrm>
            <a:off x="4939132" y="2724583"/>
            <a:ext cx="251354" cy="252404"/>
          </a:xfrm>
          <a:custGeom>
            <a:avLst/>
            <a:gdLst/>
            <a:ahLst/>
            <a:cxnLst/>
            <a:rect l="l" t="t" r="r" b="b"/>
            <a:pathLst>
              <a:path w="7656" h="7688" extrusionOk="0">
                <a:moveTo>
                  <a:pt x="4883" y="1418"/>
                </a:moveTo>
                <a:cubicBezTo>
                  <a:pt x="5072" y="1418"/>
                  <a:pt x="5230" y="1576"/>
                  <a:pt x="5230" y="1765"/>
                </a:cubicBezTo>
                <a:lnTo>
                  <a:pt x="5230" y="2805"/>
                </a:lnTo>
                <a:lnTo>
                  <a:pt x="6238" y="2805"/>
                </a:lnTo>
                <a:cubicBezTo>
                  <a:pt x="6459" y="2805"/>
                  <a:pt x="6616" y="2962"/>
                  <a:pt x="6616" y="3151"/>
                </a:cubicBezTo>
                <a:lnTo>
                  <a:pt x="6616" y="4537"/>
                </a:lnTo>
                <a:cubicBezTo>
                  <a:pt x="6616" y="4726"/>
                  <a:pt x="6459" y="4884"/>
                  <a:pt x="6238" y="4884"/>
                </a:cubicBezTo>
                <a:lnTo>
                  <a:pt x="5230" y="4884"/>
                </a:lnTo>
                <a:lnTo>
                  <a:pt x="5230" y="5924"/>
                </a:lnTo>
                <a:cubicBezTo>
                  <a:pt x="5230" y="6113"/>
                  <a:pt x="5072" y="6270"/>
                  <a:pt x="4883" y="6270"/>
                </a:cubicBezTo>
                <a:lnTo>
                  <a:pt x="3497" y="6270"/>
                </a:lnTo>
                <a:cubicBezTo>
                  <a:pt x="3308" y="6270"/>
                  <a:pt x="3151" y="6113"/>
                  <a:pt x="3151" y="5924"/>
                </a:cubicBezTo>
                <a:lnTo>
                  <a:pt x="3151" y="4884"/>
                </a:lnTo>
                <a:lnTo>
                  <a:pt x="2111" y="4884"/>
                </a:lnTo>
                <a:cubicBezTo>
                  <a:pt x="1922" y="4884"/>
                  <a:pt x="1764" y="4726"/>
                  <a:pt x="1764" y="4537"/>
                </a:cubicBezTo>
                <a:lnTo>
                  <a:pt x="1764" y="3151"/>
                </a:lnTo>
                <a:cubicBezTo>
                  <a:pt x="1764" y="2962"/>
                  <a:pt x="1922" y="2805"/>
                  <a:pt x="2111" y="2805"/>
                </a:cubicBezTo>
                <a:lnTo>
                  <a:pt x="3151" y="2805"/>
                </a:lnTo>
                <a:lnTo>
                  <a:pt x="3151" y="1765"/>
                </a:lnTo>
                <a:cubicBezTo>
                  <a:pt x="3151" y="1576"/>
                  <a:pt x="3308" y="1418"/>
                  <a:pt x="3497" y="1418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757"/>
                </a:lnTo>
                <a:cubicBezTo>
                  <a:pt x="378" y="914"/>
                  <a:pt x="693" y="1261"/>
                  <a:pt x="693" y="1734"/>
                </a:cubicBezTo>
                <a:cubicBezTo>
                  <a:pt x="693" y="2175"/>
                  <a:pt x="378" y="2553"/>
                  <a:pt x="0" y="2710"/>
                </a:cubicBezTo>
                <a:lnTo>
                  <a:pt x="0" y="4979"/>
                </a:lnTo>
                <a:cubicBezTo>
                  <a:pt x="378" y="5136"/>
                  <a:pt x="693" y="5483"/>
                  <a:pt x="693" y="5955"/>
                </a:cubicBezTo>
                <a:cubicBezTo>
                  <a:pt x="693" y="6396"/>
                  <a:pt x="441" y="6774"/>
                  <a:pt x="0" y="6932"/>
                </a:cubicBezTo>
                <a:lnTo>
                  <a:pt x="0" y="7341"/>
                </a:lnTo>
                <a:cubicBezTo>
                  <a:pt x="0" y="7530"/>
                  <a:pt x="158" y="7688"/>
                  <a:pt x="347" y="7688"/>
                </a:cubicBezTo>
                <a:lnTo>
                  <a:pt x="7309" y="7688"/>
                </a:lnTo>
                <a:cubicBezTo>
                  <a:pt x="7498" y="7688"/>
                  <a:pt x="7656" y="7530"/>
                  <a:pt x="7656" y="7341"/>
                </a:cubicBezTo>
                <a:lnTo>
                  <a:pt x="7656" y="347"/>
                </a:lnTo>
                <a:cubicBezTo>
                  <a:pt x="7656" y="158"/>
                  <a:pt x="7498" y="1"/>
                  <a:pt x="73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8" name="Google Shape;5448;p57">
            <a:extLst>
              <a:ext uri="{FF2B5EF4-FFF2-40B4-BE49-F238E27FC236}">
                <a16:creationId xmlns:a16="http://schemas.microsoft.com/office/drawing/2014/main" id="{DCCB2E67-604E-6F95-19C5-DED786C54FC6}"/>
              </a:ext>
            </a:extLst>
          </p:cNvPr>
          <p:cNvSpPr/>
          <p:nvPr/>
        </p:nvSpPr>
        <p:spPr>
          <a:xfrm>
            <a:off x="5036362" y="3339574"/>
            <a:ext cx="113792" cy="84901"/>
          </a:xfrm>
          <a:custGeom>
            <a:avLst/>
            <a:gdLst/>
            <a:ahLst/>
            <a:cxnLst/>
            <a:rect l="l" t="t" r="r" b="b"/>
            <a:pathLst>
              <a:path w="3466" h="2586" extrusionOk="0">
                <a:moveTo>
                  <a:pt x="614" y="0"/>
                </a:moveTo>
                <a:cubicBezTo>
                  <a:pt x="287" y="0"/>
                  <a:pt x="0" y="305"/>
                  <a:pt x="0" y="696"/>
                </a:cubicBezTo>
                <a:cubicBezTo>
                  <a:pt x="0" y="1326"/>
                  <a:pt x="1008" y="2019"/>
                  <a:pt x="1733" y="2586"/>
                </a:cubicBezTo>
                <a:cubicBezTo>
                  <a:pt x="2426" y="2019"/>
                  <a:pt x="3466" y="1326"/>
                  <a:pt x="3466" y="696"/>
                </a:cubicBezTo>
                <a:cubicBezTo>
                  <a:pt x="3466" y="349"/>
                  <a:pt x="3214" y="3"/>
                  <a:pt x="2741" y="3"/>
                </a:cubicBezTo>
                <a:cubicBezTo>
                  <a:pt x="2237" y="3"/>
                  <a:pt x="2048" y="570"/>
                  <a:pt x="2048" y="570"/>
                </a:cubicBezTo>
                <a:cubicBezTo>
                  <a:pt x="2001" y="743"/>
                  <a:pt x="1851" y="830"/>
                  <a:pt x="1701" y="830"/>
                </a:cubicBezTo>
                <a:cubicBezTo>
                  <a:pt x="1552" y="830"/>
                  <a:pt x="1402" y="743"/>
                  <a:pt x="1355" y="570"/>
                </a:cubicBezTo>
                <a:cubicBezTo>
                  <a:pt x="1355" y="538"/>
                  <a:pt x="1166" y="3"/>
                  <a:pt x="662" y="3"/>
                </a:cubicBezTo>
                <a:cubicBezTo>
                  <a:pt x="646" y="1"/>
                  <a:pt x="630" y="0"/>
                  <a:pt x="61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9" name="Google Shape;5449;p57">
            <a:extLst>
              <a:ext uri="{FF2B5EF4-FFF2-40B4-BE49-F238E27FC236}">
                <a16:creationId xmlns:a16="http://schemas.microsoft.com/office/drawing/2014/main" id="{AB6C983B-0D17-86FE-5B20-1385CB5DED53}"/>
              </a:ext>
            </a:extLst>
          </p:cNvPr>
          <p:cNvSpPr/>
          <p:nvPr/>
        </p:nvSpPr>
        <p:spPr>
          <a:xfrm>
            <a:off x="4865674" y="3152437"/>
            <a:ext cx="398273" cy="388916"/>
          </a:xfrm>
          <a:custGeom>
            <a:avLst/>
            <a:gdLst/>
            <a:ahLst/>
            <a:cxnLst/>
            <a:rect l="l" t="t" r="r" b="b"/>
            <a:pathLst>
              <a:path w="12131" h="11846" extrusionOk="0">
                <a:moveTo>
                  <a:pt x="3744" y="3555"/>
                </a:moveTo>
                <a:cubicBezTo>
                  <a:pt x="3907" y="3555"/>
                  <a:pt x="4040" y="3674"/>
                  <a:pt x="4096" y="3844"/>
                </a:cubicBezTo>
                <a:cubicBezTo>
                  <a:pt x="4128" y="4033"/>
                  <a:pt x="3970" y="4190"/>
                  <a:pt x="3813" y="4253"/>
                </a:cubicBezTo>
                <a:cubicBezTo>
                  <a:pt x="2931" y="4379"/>
                  <a:pt x="2427" y="5451"/>
                  <a:pt x="2899" y="6333"/>
                </a:cubicBezTo>
                <a:cubicBezTo>
                  <a:pt x="2994" y="6490"/>
                  <a:pt x="2931" y="6711"/>
                  <a:pt x="2773" y="6805"/>
                </a:cubicBezTo>
                <a:cubicBezTo>
                  <a:pt x="2723" y="6825"/>
                  <a:pt x="2667" y="6836"/>
                  <a:pt x="2611" y="6836"/>
                </a:cubicBezTo>
                <a:cubicBezTo>
                  <a:pt x="2489" y="6836"/>
                  <a:pt x="2365" y="6787"/>
                  <a:pt x="2301" y="6679"/>
                </a:cubicBezTo>
                <a:cubicBezTo>
                  <a:pt x="1608" y="5419"/>
                  <a:pt x="2364" y="3812"/>
                  <a:pt x="3687" y="3560"/>
                </a:cubicBezTo>
                <a:cubicBezTo>
                  <a:pt x="3706" y="3557"/>
                  <a:pt x="3726" y="3555"/>
                  <a:pt x="3744" y="3555"/>
                </a:cubicBezTo>
                <a:close/>
                <a:moveTo>
                  <a:pt x="7940" y="4946"/>
                </a:moveTo>
                <a:cubicBezTo>
                  <a:pt x="8728" y="4946"/>
                  <a:pt x="9326" y="5577"/>
                  <a:pt x="9326" y="6364"/>
                </a:cubicBezTo>
                <a:cubicBezTo>
                  <a:pt x="9326" y="7341"/>
                  <a:pt x="8381" y="7939"/>
                  <a:pt x="7121" y="9011"/>
                </a:cubicBezTo>
                <a:cubicBezTo>
                  <a:pt x="7058" y="9074"/>
                  <a:pt x="6979" y="9105"/>
                  <a:pt x="6900" y="9105"/>
                </a:cubicBezTo>
                <a:cubicBezTo>
                  <a:pt x="6822" y="9105"/>
                  <a:pt x="6743" y="9074"/>
                  <a:pt x="6680" y="9011"/>
                </a:cubicBezTo>
                <a:cubicBezTo>
                  <a:pt x="5420" y="7971"/>
                  <a:pt x="4474" y="7341"/>
                  <a:pt x="4474" y="6364"/>
                </a:cubicBezTo>
                <a:cubicBezTo>
                  <a:pt x="4474" y="5577"/>
                  <a:pt x="5105" y="4946"/>
                  <a:pt x="5861" y="4946"/>
                </a:cubicBezTo>
                <a:cubicBezTo>
                  <a:pt x="6365" y="4946"/>
                  <a:pt x="6711" y="5230"/>
                  <a:pt x="6932" y="5451"/>
                </a:cubicBezTo>
                <a:cubicBezTo>
                  <a:pt x="7121" y="5198"/>
                  <a:pt x="7467" y="4946"/>
                  <a:pt x="7940" y="4946"/>
                </a:cubicBezTo>
                <a:close/>
                <a:moveTo>
                  <a:pt x="7404" y="0"/>
                </a:moveTo>
                <a:cubicBezTo>
                  <a:pt x="6459" y="0"/>
                  <a:pt x="5703" y="788"/>
                  <a:pt x="5703" y="1733"/>
                </a:cubicBezTo>
                <a:lnTo>
                  <a:pt x="5703" y="2899"/>
                </a:lnTo>
                <a:cubicBezTo>
                  <a:pt x="5136" y="2395"/>
                  <a:pt x="4443" y="2111"/>
                  <a:pt x="3687" y="2111"/>
                </a:cubicBezTo>
                <a:cubicBezTo>
                  <a:pt x="1450" y="2111"/>
                  <a:pt x="1" y="4505"/>
                  <a:pt x="977" y="6616"/>
                </a:cubicBezTo>
                <a:lnTo>
                  <a:pt x="2899" y="10649"/>
                </a:lnTo>
                <a:cubicBezTo>
                  <a:pt x="3246" y="11373"/>
                  <a:pt x="3939" y="11846"/>
                  <a:pt x="4727" y="11846"/>
                </a:cubicBezTo>
                <a:cubicBezTo>
                  <a:pt x="5231" y="11846"/>
                  <a:pt x="5703" y="11657"/>
                  <a:pt x="6050" y="11342"/>
                </a:cubicBezTo>
                <a:cubicBezTo>
                  <a:pt x="6396" y="11688"/>
                  <a:pt x="6869" y="11846"/>
                  <a:pt x="7404" y="11846"/>
                </a:cubicBezTo>
                <a:cubicBezTo>
                  <a:pt x="8192" y="11846"/>
                  <a:pt x="8885" y="11405"/>
                  <a:pt x="9200" y="10649"/>
                </a:cubicBezTo>
                <a:lnTo>
                  <a:pt x="11122" y="6616"/>
                </a:lnTo>
                <a:cubicBezTo>
                  <a:pt x="12130" y="4505"/>
                  <a:pt x="10618" y="2111"/>
                  <a:pt x="8413" y="2111"/>
                </a:cubicBezTo>
                <a:cubicBezTo>
                  <a:pt x="7656" y="2111"/>
                  <a:pt x="6963" y="2395"/>
                  <a:pt x="6396" y="2899"/>
                </a:cubicBezTo>
                <a:lnTo>
                  <a:pt x="6396" y="1733"/>
                </a:lnTo>
                <a:cubicBezTo>
                  <a:pt x="6396" y="1166"/>
                  <a:pt x="6837" y="693"/>
                  <a:pt x="7404" y="693"/>
                </a:cubicBezTo>
                <a:cubicBezTo>
                  <a:pt x="7593" y="693"/>
                  <a:pt x="7751" y="536"/>
                  <a:pt x="7751" y="347"/>
                </a:cubicBezTo>
                <a:cubicBezTo>
                  <a:pt x="7751" y="158"/>
                  <a:pt x="7593" y="0"/>
                  <a:pt x="74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1" name="Google Shape;5451;p57">
            <a:extLst>
              <a:ext uri="{FF2B5EF4-FFF2-40B4-BE49-F238E27FC236}">
                <a16:creationId xmlns:a16="http://schemas.microsoft.com/office/drawing/2014/main" id="{926C390E-ED2D-1A65-83A2-57D11790D890}"/>
              </a:ext>
            </a:extLst>
          </p:cNvPr>
          <p:cNvSpPr/>
          <p:nvPr/>
        </p:nvSpPr>
        <p:spPr>
          <a:xfrm>
            <a:off x="7647798" y="2358419"/>
            <a:ext cx="69306" cy="90285"/>
          </a:xfrm>
          <a:custGeom>
            <a:avLst/>
            <a:gdLst/>
            <a:ahLst/>
            <a:cxnLst/>
            <a:rect l="l" t="t" r="r" b="b"/>
            <a:pathLst>
              <a:path w="2111" h="2750" extrusionOk="0">
                <a:moveTo>
                  <a:pt x="1067" y="0"/>
                </a:moveTo>
                <a:cubicBezTo>
                  <a:pt x="953" y="0"/>
                  <a:pt x="835" y="55"/>
                  <a:pt x="756" y="166"/>
                </a:cubicBezTo>
                <a:cubicBezTo>
                  <a:pt x="536" y="481"/>
                  <a:pt x="0" y="1300"/>
                  <a:pt x="0" y="1741"/>
                </a:cubicBezTo>
                <a:cubicBezTo>
                  <a:pt x="0" y="2308"/>
                  <a:pt x="473" y="2749"/>
                  <a:pt x="1040" y="2749"/>
                </a:cubicBezTo>
                <a:cubicBezTo>
                  <a:pt x="1638" y="2749"/>
                  <a:pt x="2048" y="2276"/>
                  <a:pt x="2048" y="1741"/>
                </a:cubicBezTo>
                <a:cubicBezTo>
                  <a:pt x="2111" y="1300"/>
                  <a:pt x="1575" y="481"/>
                  <a:pt x="1355" y="166"/>
                </a:cubicBezTo>
                <a:cubicBezTo>
                  <a:pt x="1292" y="55"/>
                  <a:pt x="1182" y="0"/>
                  <a:pt x="10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2" name="Google Shape;5452;p57">
            <a:extLst>
              <a:ext uri="{FF2B5EF4-FFF2-40B4-BE49-F238E27FC236}">
                <a16:creationId xmlns:a16="http://schemas.microsoft.com/office/drawing/2014/main" id="{63062223-7F73-4F5A-8F0F-BDB61AF4166D}"/>
              </a:ext>
            </a:extLst>
          </p:cNvPr>
          <p:cNvSpPr/>
          <p:nvPr/>
        </p:nvSpPr>
        <p:spPr>
          <a:xfrm>
            <a:off x="7329207" y="2222138"/>
            <a:ext cx="384812" cy="250337"/>
          </a:xfrm>
          <a:custGeom>
            <a:avLst/>
            <a:gdLst/>
            <a:ahLst/>
            <a:cxnLst/>
            <a:rect l="l" t="t" r="r" b="b"/>
            <a:pathLst>
              <a:path w="11721" h="7625" extrusionOk="0">
                <a:moveTo>
                  <a:pt x="10775" y="2048"/>
                </a:moveTo>
                <a:cubicBezTo>
                  <a:pt x="10964" y="2048"/>
                  <a:pt x="11122" y="2206"/>
                  <a:pt x="11122" y="2426"/>
                </a:cubicBezTo>
                <a:cubicBezTo>
                  <a:pt x="11122" y="2615"/>
                  <a:pt x="10964" y="2773"/>
                  <a:pt x="10775" y="2773"/>
                </a:cubicBezTo>
                <a:lnTo>
                  <a:pt x="9830" y="2773"/>
                </a:lnTo>
                <a:lnTo>
                  <a:pt x="9988" y="2048"/>
                </a:lnTo>
                <a:close/>
                <a:moveTo>
                  <a:pt x="4474" y="2773"/>
                </a:moveTo>
                <a:cubicBezTo>
                  <a:pt x="4663" y="2773"/>
                  <a:pt x="4821" y="2930"/>
                  <a:pt x="4821" y="3119"/>
                </a:cubicBezTo>
                <a:cubicBezTo>
                  <a:pt x="4821" y="3308"/>
                  <a:pt x="4663" y="3466"/>
                  <a:pt x="4474" y="3466"/>
                </a:cubicBezTo>
                <a:cubicBezTo>
                  <a:pt x="4285" y="3466"/>
                  <a:pt x="4128" y="3308"/>
                  <a:pt x="4128" y="3119"/>
                </a:cubicBezTo>
                <a:cubicBezTo>
                  <a:pt x="4128" y="2930"/>
                  <a:pt x="4285" y="2773"/>
                  <a:pt x="4474" y="2773"/>
                </a:cubicBezTo>
                <a:close/>
                <a:moveTo>
                  <a:pt x="4474" y="4159"/>
                </a:moveTo>
                <a:cubicBezTo>
                  <a:pt x="4663" y="4159"/>
                  <a:pt x="4821" y="4317"/>
                  <a:pt x="4821" y="4506"/>
                </a:cubicBezTo>
                <a:cubicBezTo>
                  <a:pt x="4821" y="4695"/>
                  <a:pt x="4663" y="4852"/>
                  <a:pt x="4474" y="4852"/>
                </a:cubicBezTo>
                <a:cubicBezTo>
                  <a:pt x="4285" y="4852"/>
                  <a:pt x="4128" y="4695"/>
                  <a:pt x="4128" y="4506"/>
                </a:cubicBezTo>
                <a:cubicBezTo>
                  <a:pt x="4128" y="4317"/>
                  <a:pt x="4285" y="4159"/>
                  <a:pt x="4474" y="4159"/>
                </a:cubicBezTo>
                <a:close/>
                <a:moveTo>
                  <a:pt x="4474" y="5514"/>
                </a:moveTo>
                <a:cubicBezTo>
                  <a:pt x="4663" y="5514"/>
                  <a:pt x="4821" y="5671"/>
                  <a:pt x="4821" y="5892"/>
                </a:cubicBezTo>
                <a:cubicBezTo>
                  <a:pt x="4821" y="6081"/>
                  <a:pt x="4663" y="6238"/>
                  <a:pt x="4474" y="6238"/>
                </a:cubicBezTo>
                <a:cubicBezTo>
                  <a:pt x="4285" y="6238"/>
                  <a:pt x="4128" y="6081"/>
                  <a:pt x="4128" y="5892"/>
                </a:cubicBezTo>
                <a:cubicBezTo>
                  <a:pt x="4128" y="5671"/>
                  <a:pt x="4285" y="5514"/>
                  <a:pt x="4474" y="5514"/>
                </a:cubicBezTo>
                <a:close/>
                <a:moveTo>
                  <a:pt x="3088" y="0"/>
                </a:moveTo>
                <a:cubicBezTo>
                  <a:pt x="1355" y="0"/>
                  <a:pt x="1" y="1418"/>
                  <a:pt x="1" y="3119"/>
                </a:cubicBezTo>
                <a:lnTo>
                  <a:pt x="1" y="4506"/>
                </a:lnTo>
                <a:cubicBezTo>
                  <a:pt x="1" y="6238"/>
                  <a:pt x="1418" y="7625"/>
                  <a:pt x="3088" y="7625"/>
                </a:cubicBezTo>
                <a:lnTo>
                  <a:pt x="6554" y="7625"/>
                </a:lnTo>
                <a:cubicBezTo>
                  <a:pt x="7152" y="7625"/>
                  <a:pt x="7593" y="7152"/>
                  <a:pt x="7593" y="6585"/>
                </a:cubicBezTo>
                <a:cubicBezTo>
                  <a:pt x="7593" y="6459"/>
                  <a:pt x="7562" y="6301"/>
                  <a:pt x="7499" y="6207"/>
                </a:cubicBezTo>
                <a:cubicBezTo>
                  <a:pt x="7940" y="6081"/>
                  <a:pt x="8255" y="5671"/>
                  <a:pt x="8255" y="5199"/>
                </a:cubicBezTo>
                <a:cubicBezTo>
                  <a:pt x="8255" y="5104"/>
                  <a:pt x="8223" y="4947"/>
                  <a:pt x="8192" y="4821"/>
                </a:cubicBezTo>
                <a:cubicBezTo>
                  <a:pt x="8633" y="4695"/>
                  <a:pt x="8948" y="4317"/>
                  <a:pt x="8948" y="3844"/>
                </a:cubicBezTo>
                <a:cubicBezTo>
                  <a:pt x="8948" y="3718"/>
                  <a:pt x="8885" y="3592"/>
                  <a:pt x="8854" y="3466"/>
                </a:cubicBezTo>
                <a:lnTo>
                  <a:pt x="10712" y="3466"/>
                </a:lnTo>
                <a:cubicBezTo>
                  <a:pt x="11311" y="3466"/>
                  <a:pt x="11721" y="2993"/>
                  <a:pt x="11721" y="2458"/>
                </a:cubicBezTo>
                <a:cubicBezTo>
                  <a:pt x="11721" y="1891"/>
                  <a:pt x="11342" y="1387"/>
                  <a:pt x="10775" y="1387"/>
                </a:cubicBezTo>
                <a:lnTo>
                  <a:pt x="6554" y="1387"/>
                </a:lnTo>
                <a:cubicBezTo>
                  <a:pt x="6806" y="1103"/>
                  <a:pt x="6932" y="757"/>
                  <a:pt x="6932" y="379"/>
                </a:cubicBezTo>
                <a:cubicBezTo>
                  <a:pt x="6932" y="158"/>
                  <a:pt x="6774" y="0"/>
                  <a:pt x="65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4" name="Google Shape;5454;p57">
            <a:extLst>
              <a:ext uri="{FF2B5EF4-FFF2-40B4-BE49-F238E27FC236}">
                <a16:creationId xmlns:a16="http://schemas.microsoft.com/office/drawing/2014/main" id="{9A7086F8-678A-424B-2613-35443E49D9B5}"/>
              </a:ext>
            </a:extLst>
          </p:cNvPr>
          <p:cNvSpPr/>
          <p:nvPr/>
        </p:nvSpPr>
        <p:spPr>
          <a:xfrm>
            <a:off x="7471955" y="2726404"/>
            <a:ext cx="101382" cy="50462"/>
          </a:xfrm>
          <a:custGeom>
            <a:avLst/>
            <a:gdLst/>
            <a:ahLst/>
            <a:cxnLst/>
            <a:rect l="l" t="t" r="r" b="b"/>
            <a:pathLst>
              <a:path w="3088" h="1537" extrusionOk="0">
                <a:moveTo>
                  <a:pt x="1532" y="1"/>
                </a:moveTo>
                <a:cubicBezTo>
                  <a:pt x="1001" y="1"/>
                  <a:pt x="473" y="103"/>
                  <a:pt x="0" y="308"/>
                </a:cubicBezTo>
                <a:lnTo>
                  <a:pt x="693" y="1537"/>
                </a:lnTo>
                <a:cubicBezTo>
                  <a:pt x="946" y="1442"/>
                  <a:pt x="1229" y="1379"/>
                  <a:pt x="1544" y="1379"/>
                </a:cubicBezTo>
                <a:cubicBezTo>
                  <a:pt x="1859" y="1379"/>
                  <a:pt x="2143" y="1442"/>
                  <a:pt x="2426" y="1537"/>
                </a:cubicBezTo>
                <a:lnTo>
                  <a:pt x="3088" y="308"/>
                </a:lnTo>
                <a:cubicBezTo>
                  <a:pt x="2600" y="103"/>
                  <a:pt x="2064" y="1"/>
                  <a:pt x="153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5" name="Google Shape;5455;p57">
            <a:extLst>
              <a:ext uri="{FF2B5EF4-FFF2-40B4-BE49-F238E27FC236}">
                <a16:creationId xmlns:a16="http://schemas.microsoft.com/office/drawing/2014/main" id="{C2D7EEB9-1C8F-2198-8DD5-FE664C95CE04}"/>
              </a:ext>
            </a:extLst>
          </p:cNvPr>
          <p:cNvSpPr/>
          <p:nvPr/>
        </p:nvSpPr>
        <p:spPr>
          <a:xfrm>
            <a:off x="7511255" y="2840951"/>
            <a:ext cx="22785" cy="22785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1"/>
                </a:moveTo>
                <a:cubicBezTo>
                  <a:pt x="158" y="1"/>
                  <a:pt x="1" y="127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cubicBezTo>
                  <a:pt x="536" y="694"/>
                  <a:pt x="694" y="536"/>
                  <a:pt x="694" y="347"/>
                </a:cubicBezTo>
                <a:cubicBezTo>
                  <a:pt x="694" y="127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6" name="Google Shape;5456;p57">
            <a:extLst>
              <a:ext uri="{FF2B5EF4-FFF2-40B4-BE49-F238E27FC236}">
                <a16:creationId xmlns:a16="http://schemas.microsoft.com/office/drawing/2014/main" id="{C5E37145-0FC7-D27D-98C9-AA8DF922E17C}"/>
              </a:ext>
            </a:extLst>
          </p:cNvPr>
          <p:cNvSpPr/>
          <p:nvPr/>
        </p:nvSpPr>
        <p:spPr>
          <a:xfrm>
            <a:off x="7398512" y="2863705"/>
            <a:ext cx="73476" cy="89005"/>
          </a:xfrm>
          <a:custGeom>
            <a:avLst/>
            <a:gdLst/>
            <a:ahLst/>
            <a:cxnLst/>
            <a:rect l="l" t="t" r="r" b="b"/>
            <a:pathLst>
              <a:path w="2238" h="2711" extrusionOk="0">
                <a:moveTo>
                  <a:pt x="1387" y="1"/>
                </a:moveTo>
                <a:lnTo>
                  <a:pt x="1" y="32"/>
                </a:lnTo>
                <a:cubicBezTo>
                  <a:pt x="127" y="1104"/>
                  <a:pt x="662" y="2080"/>
                  <a:pt x="1544" y="2710"/>
                </a:cubicBezTo>
                <a:lnTo>
                  <a:pt x="2237" y="1545"/>
                </a:lnTo>
                <a:cubicBezTo>
                  <a:pt x="1765" y="1135"/>
                  <a:pt x="1450" y="600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7" name="Google Shape;5457;p57">
            <a:extLst>
              <a:ext uri="{FF2B5EF4-FFF2-40B4-BE49-F238E27FC236}">
                <a16:creationId xmlns:a16="http://schemas.microsoft.com/office/drawing/2014/main" id="{A85D0219-FED8-BDC2-D27B-F8EF2158437B}"/>
              </a:ext>
            </a:extLst>
          </p:cNvPr>
          <p:cNvSpPr/>
          <p:nvPr/>
        </p:nvSpPr>
        <p:spPr>
          <a:xfrm>
            <a:off x="7573304" y="2862687"/>
            <a:ext cx="73476" cy="88972"/>
          </a:xfrm>
          <a:custGeom>
            <a:avLst/>
            <a:gdLst/>
            <a:ahLst/>
            <a:cxnLst/>
            <a:rect l="l" t="t" r="r" b="b"/>
            <a:pathLst>
              <a:path w="2238" h="2710" extrusionOk="0">
                <a:moveTo>
                  <a:pt x="851" y="0"/>
                </a:moveTo>
                <a:cubicBezTo>
                  <a:pt x="757" y="631"/>
                  <a:pt x="473" y="1166"/>
                  <a:pt x="1" y="1544"/>
                </a:cubicBezTo>
                <a:lnTo>
                  <a:pt x="694" y="2710"/>
                </a:lnTo>
                <a:cubicBezTo>
                  <a:pt x="1576" y="2080"/>
                  <a:pt x="2112" y="1103"/>
                  <a:pt x="2238" y="32"/>
                </a:cubicBezTo>
                <a:lnTo>
                  <a:pt x="85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88" name="Google Shape;5458;p57">
            <a:extLst>
              <a:ext uri="{FF2B5EF4-FFF2-40B4-BE49-F238E27FC236}">
                <a16:creationId xmlns:a16="http://schemas.microsoft.com/office/drawing/2014/main" id="{F58B4FB8-B630-FDCF-B1F3-10EC390D98F5}"/>
              </a:ext>
            </a:extLst>
          </p:cNvPr>
          <p:cNvSpPr/>
          <p:nvPr/>
        </p:nvSpPr>
        <p:spPr>
          <a:xfrm>
            <a:off x="7329207" y="2656837"/>
            <a:ext cx="387898" cy="387931"/>
          </a:xfrm>
          <a:custGeom>
            <a:avLst/>
            <a:gdLst/>
            <a:ahLst/>
            <a:cxnLst/>
            <a:rect l="l" t="t" r="r" b="b"/>
            <a:pathLst>
              <a:path w="11815" h="11816" extrusionOk="0">
                <a:moveTo>
                  <a:pt x="5876" y="1419"/>
                </a:moveTo>
                <a:cubicBezTo>
                  <a:pt x="6632" y="1419"/>
                  <a:pt x="7389" y="1608"/>
                  <a:pt x="8066" y="1986"/>
                </a:cubicBezTo>
                <a:cubicBezTo>
                  <a:pt x="8223" y="2049"/>
                  <a:pt x="8286" y="2301"/>
                  <a:pt x="8192" y="2458"/>
                </a:cubicBezTo>
                <a:lnTo>
                  <a:pt x="7152" y="4254"/>
                </a:lnTo>
                <a:cubicBezTo>
                  <a:pt x="7110" y="4361"/>
                  <a:pt x="6980" y="4439"/>
                  <a:pt x="6852" y="4439"/>
                </a:cubicBezTo>
                <a:cubicBezTo>
                  <a:pt x="6791" y="4439"/>
                  <a:pt x="6731" y="4421"/>
                  <a:pt x="6680" y="4380"/>
                </a:cubicBezTo>
                <a:cubicBezTo>
                  <a:pt x="6428" y="4238"/>
                  <a:pt x="6136" y="4167"/>
                  <a:pt x="5841" y="4167"/>
                </a:cubicBezTo>
                <a:cubicBezTo>
                  <a:pt x="5546" y="4167"/>
                  <a:pt x="5246" y="4238"/>
                  <a:pt x="4978" y="4380"/>
                </a:cubicBezTo>
                <a:cubicBezTo>
                  <a:pt x="4929" y="4400"/>
                  <a:pt x="4872" y="4411"/>
                  <a:pt x="4816" y="4411"/>
                </a:cubicBezTo>
                <a:cubicBezTo>
                  <a:pt x="4694" y="4411"/>
                  <a:pt x="4570" y="4362"/>
                  <a:pt x="4506" y="4254"/>
                </a:cubicBezTo>
                <a:lnTo>
                  <a:pt x="3498" y="2458"/>
                </a:lnTo>
                <a:cubicBezTo>
                  <a:pt x="3466" y="2301"/>
                  <a:pt x="3529" y="2080"/>
                  <a:pt x="3687" y="1986"/>
                </a:cubicBezTo>
                <a:cubicBezTo>
                  <a:pt x="4364" y="1608"/>
                  <a:pt x="5120" y="1419"/>
                  <a:pt x="5876" y="1419"/>
                </a:cubicBezTo>
                <a:close/>
                <a:moveTo>
                  <a:pt x="5861" y="4916"/>
                </a:moveTo>
                <a:cubicBezTo>
                  <a:pt x="6459" y="4916"/>
                  <a:pt x="6869" y="5388"/>
                  <a:pt x="6869" y="5955"/>
                </a:cubicBezTo>
                <a:cubicBezTo>
                  <a:pt x="6869" y="6554"/>
                  <a:pt x="6396" y="6964"/>
                  <a:pt x="5861" y="6964"/>
                </a:cubicBezTo>
                <a:cubicBezTo>
                  <a:pt x="5294" y="6964"/>
                  <a:pt x="4821" y="6491"/>
                  <a:pt x="4821" y="5955"/>
                </a:cubicBezTo>
                <a:cubicBezTo>
                  <a:pt x="4821" y="5357"/>
                  <a:pt x="5294" y="4916"/>
                  <a:pt x="5861" y="4916"/>
                </a:cubicBezTo>
                <a:close/>
                <a:moveTo>
                  <a:pt x="3813" y="5609"/>
                </a:moveTo>
                <a:cubicBezTo>
                  <a:pt x="4065" y="5640"/>
                  <a:pt x="4159" y="5735"/>
                  <a:pt x="4159" y="5955"/>
                </a:cubicBezTo>
                <a:cubicBezTo>
                  <a:pt x="4159" y="6522"/>
                  <a:pt x="4474" y="7090"/>
                  <a:pt x="5010" y="7405"/>
                </a:cubicBezTo>
                <a:cubicBezTo>
                  <a:pt x="5136" y="7531"/>
                  <a:pt x="5230" y="7720"/>
                  <a:pt x="5104" y="7877"/>
                </a:cubicBezTo>
                <a:lnTo>
                  <a:pt x="4033" y="9641"/>
                </a:lnTo>
                <a:cubicBezTo>
                  <a:pt x="3991" y="9748"/>
                  <a:pt x="3861" y="9826"/>
                  <a:pt x="3733" y="9826"/>
                </a:cubicBezTo>
                <a:cubicBezTo>
                  <a:pt x="3672" y="9826"/>
                  <a:pt x="3612" y="9808"/>
                  <a:pt x="3561" y="9767"/>
                </a:cubicBezTo>
                <a:cubicBezTo>
                  <a:pt x="2238" y="8948"/>
                  <a:pt x="1418" y="7531"/>
                  <a:pt x="1355" y="5987"/>
                </a:cubicBezTo>
                <a:cubicBezTo>
                  <a:pt x="1355" y="5798"/>
                  <a:pt x="1544" y="5640"/>
                  <a:pt x="1733" y="5640"/>
                </a:cubicBezTo>
                <a:lnTo>
                  <a:pt x="3813" y="5609"/>
                </a:lnTo>
                <a:close/>
                <a:moveTo>
                  <a:pt x="8003" y="5640"/>
                </a:moveTo>
                <a:lnTo>
                  <a:pt x="10082" y="5672"/>
                </a:lnTo>
                <a:cubicBezTo>
                  <a:pt x="10271" y="5672"/>
                  <a:pt x="10429" y="5829"/>
                  <a:pt x="10429" y="6018"/>
                </a:cubicBezTo>
                <a:cubicBezTo>
                  <a:pt x="10397" y="7562"/>
                  <a:pt x="9547" y="8980"/>
                  <a:pt x="8223" y="9799"/>
                </a:cubicBezTo>
                <a:cubicBezTo>
                  <a:pt x="8168" y="9844"/>
                  <a:pt x="8100" y="9865"/>
                  <a:pt x="8033" y="9865"/>
                </a:cubicBezTo>
                <a:cubicBezTo>
                  <a:pt x="7911" y="9865"/>
                  <a:pt x="7792" y="9795"/>
                  <a:pt x="7751" y="9673"/>
                </a:cubicBezTo>
                <a:lnTo>
                  <a:pt x="6680" y="7909"/>
                </a:lnTo>
                <a:cubicBezTo>
                  <a:pt x="6554" y="7751"/>
                  <a:pt x="6648" y="7531"/>
                  <a:pt x="6806" y="7436"/>
                </a:cubicBezTo>
                <a:cubicBezTo>
                  <a:pt x="7310" y="7121"/>
                  <a:pt x="7625" y="6585"/>
                  <a:pt x="7625" y="5987"/>
                </a:cubicBezTo>
                <a:cubicBezTo>
                  <a:pt x="7625" y="5829"/>
                  <a:pt x="7751" y="5672"/>
                  <a:pt x="8003" y="5640"/>
                </a:cubicBezTo>
                <a:close/>
                <a:moveTo>
                  <a:pt x="5892" y="1"/>
                </a:moveTo>
                <a:cubicBezTo>
                  <a:pt x="2616" y="1"/>
                  <a:pt x="1" y="2679"/>
                  <a:pt x="1" y="5924"/>
                </a:cubicBezTo>
                <a:cubicBezTo>
                  <a:pt x="1" y="9137"/>
                  <a:pt x="2679" y="11815"/>
                  <a:pt x="5892" y="11815"/>
                </a:cubicBezTo>
                <a:cubicBezTo>
                  <a:pt x="9169" y="11815"/>
                  <a:pt x="11815" y="9137"/>
                  <a:pt x="11815" y="5924"/>
                </a:cubicBezTo>
                <a:cubicBezTo>
                  <a:pt x="11815" y="2679"/>
                  <a:pt x="9137" y="1"/>
                  <a:pt x="589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0" name="Google Shape;5460;p57">
            <a:extLst>
              <a:ext uri="{FF2B5EF4-FFF2-40B4-BE49-F238E27FC236}">
                <a16:creationId xmlns:a16="http://schemas.microsoft.com/office/drawing/2014/main" id="{9E4B2A53-944A-B1A7-4A19-F45F2FA1C46F}"/>
              </a:ext>
            </a:extLst>
          </p:cNvPr>
          <p:cNvSpPr/>
          <p:nvPr/>
        </p:nvSpPr>
        <p:spPr>
          <a:xfrm>
            <a:off x="7539702" y="3154603"/>
            <a:ext cx="190322" cy="177452"/>
          </a:xfrm>
          <a:custGeom>
            <a:avLst/>
            <a:gdLst/>
            <a:ahLst/>
            <a:cxnLst/>
            <a:rect l="l" t="t" r="r" b="b"/>
            <a:pathLst>
              <a:path w="5797" h="5405" extrusionOk="0">
                <a:moveTo>
                  <a:pt x="2317" y="1"/>
                </a:moveTo>
                <a:cubicBezTo>
                  <a:pt x="1515" y="1"/>
                  <a:pt x="685" y="309"/>
                  <a:pt x="0" y="993"/>
                </a:cubicBezTo>
                <a:lnTo>
                  <a:pt x="1008" y="1970"/>
                </a:lnTo>
                <a:cubicBezTo>
                  <a:pt x="1398" y="1581"/>
                  <a:pt x="1864" y="1407"/>
                  <a:pt x="2313" y="1407"/>
                </a:cubicBezTo>
                <a:cubicBezTo>
                  <a:pt x="2771" y="1407"/>
                  <a:pt x="3210" y="1588"/>
                  <a:pt x="3529" y="1907"/>
                </a:cubicBezTo>
                <a:cubicBezTo>
                  <a:pt x="3623" y="2002"/>
                  <a:pt x="3623" y="2254"/>
                  <a:pt x="3529" y="2380"/>
                </a:cubicBezTo>
                <a:cubicBezTo>
                  <a:pt x="3450" y="2427"/>
                  <a:pt x="3348" y="2450"/>
                  <a:pt x="3249" y="2450"/>
                </a:cubicBezTo>
                <a:cubicBezTo>
                  <a:pt x="3151" y="2450"/>
                  <a:pt x="3056" y="2427"/>
                  <a:pt x="2993" y="2380"/>
                </a:cubicBezTo>
                <a:cubicBezTo>
                  <a:pt x="2804" y="2175"/>
                  <a:pt x="2552" y="2057"/>
                  <a:pt x="2284" y="2057"/>
                </a:cubicBezTo>
                <a:cubicBezTo>
                  <a:pt x="2016" y="2057"/>
                  <a:pt x="1733" y="2175"/>
                  <a:pt x="1481" y="2443"/>
                </a:cubicBezTo>
                <a:lnTo>
                  <a:pt x="4411" y="5404"/>
                </a:lnTo>
                <a:cubicBezTo>
                  <a:pt x="5797" y="4018"/>
                  <a:pt x="5640" y="2065"/>
                  <a:pt x="4505" y="899"/>
                </a:cubicBezTo>
                <a:cubicBezTo>
                  <a:pt x="3931" y="325"/>
                  <a:pt x="3139" y="1"/>
                  <a:pt x="231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1" name="Google Shape;5461;p57">
            <a:extLst>
              <a:ext uri="{FF2B5EF4-FFF2-40B4-BE49-F238E27FC236}">
                <a16:creationId xmlns:a16="http://schemas.microsoft.com/office/drawing/2014/main" id="{1AC548B2-F1BD-521F-E485-34D5080BFA89}"/>
              </a:ext>
            </a:extLst>
          </p:cNvPr>
          <p:cNvSpPr/>
          <p:nvPr/>
        </p:nvSpPr>
        <p:spPr>
          <a:xfrm>
            <a:off x="7470396" y="3296827"/>
            <a:ext cx="103451" cy="101415"/>
          </a:xfrm>
          <a:custGeom>
            <a:avLst/>
            <a:gdLst/>
            <a:ahLst/>
            <a:cxnLst/>
            <a:rect l="l" t="t" r="r" b="b"/>
            <a:pathLst>
              <a:path w="3151" h="3089" extrusionOk="0">
                <a:moveTo>
                  <a:pt x="1339" y="1"/>
                </a:moveTo>
                <a:cubicBezTo>
                  <a:pt x="1253" y="1"/>
                  <a:pt x="1166" y="32"/>
                  <a:pt x="1103" y="95"/>
                </a:cubicBezTo>
                <a:lnTo>
                  <a:pt x="126" y="1072"/>
                </a:lnTo>
                <a:cubicBezTo>
                  <a:pt x="0" y="1198"/>
                  <a:pt x="0" y="1387"/>
                  <a:pt x="126" y="1545"/>
                </a:cubicBezTo>
                <a:lnTo>
                  <a:pt x="1576" y="2994"/>
                </a:lnTo>
                <a:cubicBezTo>
                  <a:pt x="1639" y="3057"/>
                  <a:pt x="1725" y="3088"/>
                  <a:pt x="1812" y="3088"/>
                </a:cubicBezTo>
                <a:cubicBezTo>
                  <a:pt x="1899" y="3088"/>
                  <a:pt x="1985" y="3057"/>
                  <a:pt x="2048" y="2994"/>
                </a:cubicBezTo>
                <a:lnTo>
                  <a:pt x="3025" y="2017"/>
                </a:lnTo>
                <a:cubicBezTo>
                  <a:pt x="3151" y="1891"/>
                  <a:pt x="3151" y="1671"/>
                  <a:pt x="3025" y="1545"/>
                </a:cubicBezTo>
                <a:lnTo>
                  <a:pt x="1576" y="95"/>
                </a:lnTo>
                <a:cubicBezTo>
                  <a:pt x="1513" y="32"/>
                  <a:pt x="1426" y="1"/>
                  <a:pt x="133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2" name="Google Shape;5462;p57">
            <a:extLst>
              <a:ext uri="{FF2B5EF4-FFF2-40B4-BE49-F238E27FC236}">
                <a16:creationId xmlns:a16="http://schemas.microsoft.com/office/drawing/2014/main" id="{9EED7339-E52E-3FA0-1EDD-1F01B3BC78A6}"/>
              </a:ext>
            </a:extLst>
          </p:cNvPr>
          <p:cNvSpPr/>
          <p:nvPr/>
        </p:nvSpPr>
        <p:spPr>
          <a:xfrm>
            <a:off x="7316287" y="3363046"/>
            <a:ext cx="190322" cy="176894"/>
          </a:xfrm>
          <a:custGeom>
            <a:avLst/>
            <a:gdLst/>
            <a:ahLst/>
            <a:cxnLst/>
            <a:rect l="l" t="t" r="r" b="b"/>
            <a:pathLst>
              <a:path w="5797" h="5388" extrusionOk="0">
                <a:moveTo>
                  <a:pt x="1355" y="0"/>
                </a:moveTo>
                <a:cubicBezTo>
                  <a:pt x="0" y="1386"/>
                  <a:pt x="158" y="3340"/>
                  <a:pt x="1292" y="4474"/>
                </a:cubicBezTo>
                <a:cubicBezTo>
                  <a:pt x="1890" y="5072"/>
                  <a:pt x="2710" y="5388"/>
                  <a:pt x="3497" y="5388"/>
                </a:cubicBezTo>
                <a:cubicBezTo>
                  <a:pt x="4348" y="5388"/>
                  <a:pt x="5135" y="5072"/>
                  <a:pt x="5797" y="4411"/>
                </a:cubicBezTo>
                <a:lnTo>
                  <a:pt x="4820" y="3434"/>
                </a:lnTo>
                <a:cubicBezTo>
                  <a:pt x="4431" y="3824"/>
                  <a:pt x="3964" y="3997"/>
                  <a:pt x="3516" y="3997"/>
                </a:cubicBezTo>
                <a:cubicBezTo>
                  <a:pt x="3058" y="3997"/>
                  <a:pt x="2619" y="3816"/>
                  <a:pt x="2300" y="3497"/>
                </a:cubicBezTo>
                <a:cubicBezTo>
                  <a:pt x="2174" y="3371"/>
                  <a:pt x="2174" y="3151"/>
                  <a:pt x="2300" y="3025"/>
                </a:cubicBezTo>
                <a:cubicBezTo>
                  <a:pt x="2347" y="2962"/>
                  <a:pt x="2434" y="2930"/>
                  <a:pt x="2524" y="2930"/>
                </a:cubicBezTo>
                <a:cubicBezTo>
                  <a:pt x="2615" y="2930"/>
                  <a:pt x="2710" y="2962"/>
                  <a:pt x="2773" y="3025"/>
                </a:cubicBezTo>
                <a:cubicBezTo>
                  <a:pt x="2962" y="3229"/>
                  <a:pt x="3214" y="3348"/>
                  <a:pt x="3481" y="3348"/>
                </a:cubicBezTo>
                <a:cubicBezTo>
                  <a:pt x="3749" y="3348"/>
                  <a:pt x="4033" y="3229"/>
                  <a:pt x="4285" y="2962"/>
                </a:cubicBezTo>
                <a:lnTo>
                  <a:pt x="135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3" name="Google Shape;5463;p57">
            <a:extLst>
              <a:ext uri="{FF2B5EF4-FFF2-40B4-BE49-F238E27FC236}">
                <a16:creationId xmlns:a16="http://schemas.microsoft.com/office/drawing/2014/main" id="{4140C657-891B-0147-7D83-89336ADAFB6F}"/>
              </a:ext>
            </a:extLst>
          </p:cNvPr>
          <p:cNvSpPr/>
          <p:nvPr/>
        </p:nvSpPr>
        <p:spPr>
          <a:xfrm>
            <a:off x="7319375" y="3152798"/>
            <a:ext cx="408581" cy="388193"/>
          </a:xfrm>
          <a:custGeom>
            <a:avLst/>
            <a:gdLst/>
            <a:ahLst/>
            <a:cxnLst/>
            <a:rect l="l" t="t" r="r" b="b"/>
            <a:pathLst>
              <a:path w="12445" h="11824" extrusionOk="0">
                <a:moveTo>
                  <a:pt x="3419" y="1356"/>
                </a:moveTo>
                <a:cubicBezTo>
                  <a:pt x="3506" y="1356"/>
                  <a:pt x="3592" y="1379"/>
                  <a:pt x="3655" y="1426"/>
                </a:cubicBezTo>
                <a:cubicBezTo>
                  <a:pt x="3781" y="1552"/>
                  <a:pt x="3781" y="1741"/>
                  <a:pt x="3655" y="1899"/>
                </a:cubicBezTo>
                <a:cubicBezTo>
                  <a:pt x="3592" y="1962"/>
                  <a:pt x="3506" y="1994"/>
                  <a:pt x="3419" y="1994"/>
                </a:cubicBezTo>
                <a:cubicBezTo>
                  <a:pt x="3332" y="1994"/>
                  <a:pt x="3246" y="1962"/>
                  <a:pt x="3183" y="1899"/>
                </a:cubicBezTo>
                <a:cubicBezTo>
                  <a:pt x="3057" y="1804"/>
                  <a:pt x="3057" y="1552"/>
                  <a:pt x="3183" y="1426"/>
                </a:cubicBezTo>
                <a:cubicBezTo>
                  <a:pt x="3246" y="1379"/>
                  <a:pt x="3332" y="1356"/>
                  <a:pt x="3419" y="1356"/>
                </a:cubicBezTo>
                <a:close/>
                <a:moveTo>
                  <a:pt x="4364" y="2277"/>
                </a:moveTo>
                <a:cubicBezTo>
                  <a:pt x="4451" y="2277"/>
                  <a:pt x="4537" y="2309"/>
                  <a:pt x="4600" y="2372"/>
                </a:cubicBezTo>
                <a:cubicBezTo>
                  <a:pt x="4726" y="2498"/>
                  <a:pt x="4726" y="2718"/>
                  <a:pt x="4600" y="2844"/>
                </a:cubicBezTo>
                <a:cubicBezTo>
                  <a:pt x="4537" y="2907"/>
                  <a:pt x="4451" y="2939"/>
                  <a:pt x="4364" y="2939"/>
                </a:cubicBezTo>
                <a:cubicBezTo>
                  <a:pt x="4277" y="2939"/>
                  <a:pt x="4191" y="2907"/>
                  <a:pt x="4128" y="2844"/>
                </a:cubicBezTo>
                <a:cubicBezTo>
                  <a:pt x="4002" y="2750"/>
                  <a:pt x="4002" y="2529"/>
                  <a:pt x="4128" y="2372"/>
                </a:cubicBezTo>
                <a:cubicBezTo>
                  <a:pt x="4191" y="2309"/>
                  <a:pt x="4277" y="2277"/>
                  <a:pt x="4364" y="2277"/>
                </a:cubicBezTo>
                <a:close/>
                <a:moveTo>
                  <a:pt x="3179" y="2561"/>
                </a:moveTo>
                <a:cubicBezTo>
                  <a:pt x="3269" y="2561"/>
                  <a:pt x="3356" y="2592"/>
                  <a:pt x="3403" y="2655"/>
                </a:cubicBezTo>
                <a:cubicBezTo>
                  <a:pt x="3529" y="2781"/>
                  <a:pt x="3529" y="2970"/>
                  <a:pt x="3403" y="3128"/>
                </a:cubicBezTo>
                <a:cubicBezTo>
                  <a:pt x="3356" y="3191"/>
                  <a:pt x="3269" y="3222"/>
                  <a:pt x="3179" y="3222"/>
                </a:cubicBezTo>
                <a:cubicBezTo>
                  <a:pt x="3088" y="3222"/>
                  <a:pt x="2994" y="3191"/>
                  <a:pt x="2931" y="3128"/>
                </a:cubicBezTo>
                <a:cubicBezTo>
                  <a:pt x="2836" y="3002"/>
                  <a:pt x="2836" y="2781"/>
                  <a:pt x="2931" y="2655"/>
                </a:cubicBezTo>
                <a:cubicBezTo>
                  <a:pt x="2994" y="2592"/>
                  <a:pt x="3088" y="2561"/>
                  <a:pt x="3179" y="2561"/>
                </a:cubicBezTo>
                <a:close/>
                <a:moveTo>
                  <a:pt x="1970" y="2813"/>
                </a:moveTo>
                <a:cubicBezTo>
                  <a:pt x="2056" y="2813"/>
                  <a:pt x="2143" y="2844"/>
                  <a:pt x="2206" y="2907"/>
                </a:cubicBezTo>
                <a:cubicBezTo>
                  <a:pt x="2300" y="3002"/>
                  <a:pt x="2300" y="3254"/>
                  <a:pt x="2206" y="3380"/>
                </a:cubicBezTo>
                <a:cubicBezTo>
                  <a:pt x="2143" y="3427"/>
                  <a:pt x="2048" y="3451"/>
                  <a:pt x="1958" y="3451"/>
                </a:cubicBezTo>
                <a:cubicBezTo>
                  <a:pt x="1867" y="3451"/>
                  <a:pt x="1781" y="3427"/>
                  <a:pt x="1733" y="3380"/>
                </a:cubicBezTo>
                <a:cubicBezTo>
                  <a:pt x="1607" y="3254"/>
                  <a:pt x="1607" y="3002"/>
                  <a:pt x="1733" y="2907"/>
                </a:cubicBezTo>
                <a:cubicBezTo>
                  <a:pt x="1796" y="2844"/>
                  <a:pt x="1883" y="2813"/>
                  <a:pt x="1970" y="2813"/>
                </a:cubicBezTo>
                <a:close/>
                <a:moveTo>
                  <a:pt x="2946" y="3789"/>
                </a:moveTo>
                <a:cubicBezTo>
                  <a:pt x="3033" y="3789"/>
                  <a:pt x="3120" y="3821"/>
                  <a:pt x="3183" y="3884"/>
                </a:cubicBezTo>
                <a:cubicBezTo>
                  <a:pt x="3309" y="4010"/>
                  <a:pt x="3309" y="4199"/>
                  <a:pt x="3183" y="4356"/>
                </a:cubicBezTo>
                <a:cubicBezTo>
                  <a:pt x="3120" y="4419"/>
                  <a:pt x="3033" y="4451"/>
                  <a:pt x="2946" y="4451"/>
                </a:cubicBezTo>
                <a:cubicBezTo>
                  <a:pt x="2860" y="4451"/>
                  <a:pt x="2773" y="4419"/>
                  <a:pt x="2710" y="4356"/>
                </a:cubicBezTo>
                <a:cubicBezTo>
                  <a:pt x="2584" y="4230"/>
                  <a:pt x="2584" y="4010"/>
                  <a:pt x="2710" y="3884"/>
                </a:cubicBezTo>
                <a:cubicBezTo>
                  <a:pt x="2773" y="3821"/>
                  <a:pt x="2860" y="3789"/>
                  <a:pt x="2946" y="3789"/>
                </a:cubicBezTo>
                <a:close/>
                <a:moveTo>
                  <a:pt x="9480" y="7381"/>
                </a:moveTo>
                <a:cubicBezTo>
                  <a:pt x="9570" y="7381"/>
                  <a:pt x="9657" y="7412"/>
                  <a:pt x="9704" y="7475"/>
                </a:cubicBezTo>
                <a:cubicBezTo>
                  <a:pt x="9830" y="7570"/>
                  <a:pt x="9830" y="7822"/>
                  <a:pt x="9704" y="7948"/>
                </a:cubicBezTo>
                <a:cubicBezTo>
                  <a:pt x="9657" y="7995"/>
                  <a:pt x="9570" y="8019"/>
                  <a:pt x="9480" y="8019"/>
                </a:cubicBezTo>
                <a:cubicBezTo>
                  <a:pt x="9389" y="8019"/>
                  <a:pt x="9295" y="7995"/>
                  <a:pt x="9232" y="7948"/>
                </a:cubicBezTo>
                <a:cubicBezTo>
                  <a:pt x="9074" y="7822"/>
                  <a:pt x="9074" y="7633"/>
                  <a:pt x="9232" y="7475"/>
                </a:cubicBezTo>
                <a:cubicBezTo>
                  <a:pt x="9295" y="7412"/>
                  <a:pt x="9389" y="7381"/>
                  <a:pt x="9480" y="7381"/>
                </a:cubicBezTo>
                <a:close/>
                <a:moveTo>
                  <a:pt x="5955" y="3640"/>
                </a:moveTo>
                <a:cubicBezTo>
                  <a:pt x="6223" y="3640"/>
                  <a:pt x="6491" y="3742"/>
                  <a:pt x="6680" y="3947"/>
                </a:cubicBezTo>
                <a:lnTo>
                  <a:pt x="8129" y="5396"/>
                </a:lnTo>
                <a:cubicBezTo>
                  <a:pt x="8538" y="5806"/>
                  <a:pt x="8538" y="6467"/>
                  <a:pt x="8129" y="6877"/>
                </a:cubicBezTo>
                <a:lnTo>
                  <a:pt x="7152" y="7853"/>
                </a:lnTo>
                <a:cubicBezTo>
                  <a:pt x="6963" y="8058"/>
                  <a:pt x="6695" y="8161"/>
                  <a:pt x="6428" y="8161"/>
                </a:cubicBezTo>
                <a:cubicBezTo>
                  <a:pt x="6160" y="8161"/>
                  <a:pt x="5892" y="8058"/>
                  <a:pt x="5703" y="7853"/>
                </a:cubicBezTo>
                <a:lnTo>
                  <a:pt x="4254" y="6404"/>
                </a:lnTo>
                <a:cubicBezTo>
                  <a:pt x="3844" y="5995"/>
                  <a:pt x="3844" y="5333"/>
                  <a:pt x="4254" y="4955"/>
                </a:cubicBezTo>
                <a:lnTo>
                  <a:pt x="5230" y="3947"/>
                </a:lnTo>
                <a:cubicBezTo>
                  <a:pt x="5419" y="3742"/>
                  <a:pt x="5687" y="3640"/>
                  <a:pt x="5955" y="3640"/>
                </a:cubicBezTo>
                <a:close/>
                <a:moveTo>
                  <a:pt x="10464" y="8357"/>
                </a:moveTo>
                <a:cubicBezTo>
                  <a:pt x="10555" y="8357"/>
                  <a:pt x="10649" y="8389"/>
                  <a:pt x="10712" y="8452"/>
                </a:cubicBezTo>
                <a:cubicBezTo>
                  <a:pt x="10807" y="8578"/>
                  <a:pt x="10807" y="8799"/>
                  <a:pt x="10712" y="8925"/>
                </a:cubicBezTo>
                <a:cubicBezTo>
                  <a:pt x="10649" y="8988"/>
                  <a:pt x="10555" y="9019"/>
                  <a:pt x="10464" y="9019"/>
                </a:cubicBezTo>
                <a:cubicBezTo>
                  <a:pt x="10374" y="9019"/>
                  <a:pt x="10287" y="8988"/>
                  <a:pt x="10240" y="8925"/>
                </a:cubicBezTo>
                <a:cubicBezTo>
                  <a:pt x="10082" y="8799"/>
                  <a:pt x="10082" y="8610"/>
                  <a:pt x="10240" y="8452"/>
                </a:cubicBezTo>
                <a:cubicBezTo>
                  <a:pt x="10287" y="8389"/>
                  <a:pt x="10374" y="8357"/>
                  <a:pt x="10464" y="8357"/>
                </a:cubicBezTo>
                <a:close/>
                <a:moveTo>
                  <a:pt x="9247" y="8602"/>
                </a:moveTo>
                <a:cubicBezTo>
                  <a:pt x="9334" y="8602"/>
                  <a:pt x="9421" y="8625"/>
                  <a:pt x="9484" y="8673"/>
                </a:cubicBezTo>
                <a:cubicBezTo>
                  <a:pt x="9610" y="8799"/>
                  <a:pt x="9610" y="9051"/>
                  <a:pt x="9484" y="9145"/>
                </a:cubicBezTo>
                <a:cubicBezTo>
                  <a:pt x="9421" y="9208"/>
                  <a:pt x="9334" y="9240"/>
                  <a:pt x="9247" y="9240"/>
                </a:cubicBezTo>
                <a:cubicBezTo>
                  <a:pt x="9161" y="9240"/>
                  <a:pt x="9074" y="9208"/>
                  <a:pt x="9011" y="9145"/>
                </a:cubicBezTo>
                <a:cubicBezTo>
                  <a:pt x="8854" y="9051"/>
                  <a:pt x="8854" y="8830"/>
                  <a:pt x="9011" y="8673"/>
                </a:cubicBezTo>
                <a:cubicBezTo>
                  <a:pt x="9074" y="8625"/>
                  <a:pt x="9161" y="8602"/>
                  <a:pt x="9247" y="8602"/>
                </a:cubicBezTo>
                <a:close/>
                <a:moveTo>
                  <a:pt x="8030" y="8862"/>
                </a:moveTo>
                <a:cubicBezTo>
                  <a:pt x="8121" y="8862"/>
                  <a:pt x="8208" y="8893"/>
                  <a:pt x="8255" y="8956"/>
                </a:cubicBezTo>
                <a:cubicBezTo>
                  <a:pt x="8381" y="9082"/>
                  <a:pt x="8381" y="9303"/>
                  <a:pt x="8255" y="9429"/>
                </a:cubicBezTo>
                <a:cubicBezTo>
                  <a:pt x="8192" y="9492"/>
                  <a:pt x="8105" y="9523"/>
                  <a:pt x="8019" y="9523"/>
                </a:cubicBezTo>
                <a:cubicBezTo>
                  <a:pt x="7932" y="9523"/>
                  <a:pt x="7845" y="9492"/>
                  <a:pt x="7782" y="9429"/>
                </a:cubicBezTo>
                <a:cubicBezTo>
                  <a:pt x="7656" y="9303"/>
                  <a:pt x="7656" y="9082"/>
                  <a:pt x="7782" y="8956"/>
                </a:cubicBezTo>
                <a:cubicBezTo>
                  <a:pt x="7845" y="8893"/>
                  <a:pt x="7940" y="8862"/>
                  <a:pt x="8030" y="8862"/>
                </a:cubicBezTo>
                <a:close/>
                <a:moveTo>
                  <a:pt x="8964" y="9862"/>
                </a:moveTo>
                <a:cubicBezTo>
                  <a:pt x="9050" y="9862"/>
                  <a:pt x="9137" y="9885"/>
                  <a:pt x="9200" y="9933"/>
                </a:cubicBezTo>
                <a:cubicBezTo>
                  <a:pt x="9326" y="10059"/>
                  <a:pt x="9326" y="10279"/>
                  <a:pt x="9200" y="10405"/>
                </a:cubicBezTo>
                <a:cubicBezTo>
                  <a:pt x="9137" y="10468"/>
                  <a:pt x="9050" y="10500"/>
                  <a:pt x="8964" y="10500"/>
                </a:cubicBezTo>
                <a:cubicBezTo>
                  <a:pt x="8877" y="10500"/>
                  <a:pt x="8791" y="10468"/>
                  <a:pt x="8727" y="10405"/>
                </a:cubicBezTo>
                <a:cubicBezTo>
                  <a:pt x="8601" y="10311"/>
                  <a:pt x="8601" y="10059"/>
                  <a:pt x="8727" y="9933"/>
                </a:cubicBezTo>
                <a:cubicBezTo>
                  <a:pt x="8791" y="9885"/>
                  <a:pt x="8877" y="9862"/>
                  <a:pt x="8964" y="9862"/>
                </a:cubicBezTo>
                <a:close/>
                <a:moveTo>
                  <a:pt x="3415" y="1"/>
                </a:moveTo>
                <a:cubicBezTo>
                  <a:pt x="2616" y="1"/>
                  <a:pt x="1812" y="308"/>
                  <a:pt x="1198" y="922"/>
                </a:cubicBezTo>
                <a:cubicBezTo>
                  <a:pt x="1" y="2151"/>
                  <a:pt x="1" y="4104"/>
                  <a:pt x="1198" y="5333"/>
                </a:cubicBezTo>
                <a:lnTo>
                  <a:pt x="6806" y="10941"/>
                </a:lnTo>
                <a:cubicBezTo>
                  <a:pt x="7404" y="11508"/>
                  <a:pt x="8223" y="11823"/>
                  <a:pt x="9011" y="11823"/>
                </a:cubicBezTo>
                <a:cubicBezTo>
                  <a:pt x="9799" y="11823"/>
                  <a:pt x="10618" y="11508"/>
                  <a:pt x="11216" y="10941"/>
                </a:cubicBezTo>
                <a:cubicBezTo>
                  <a:pt x="12445" y="9712"/>
                  <a:pt x="12445" y="7727"/>
                  <a:pt x="11216" y="6530"/>
                </a:cubicBezTo>
                <a:lnTo>
                  <a:pt x="5609" y="922"/>
                </a:lnTo>
                <a:cubicBezTo>
                  <a:pt x="5010" y="308"/>
                  <a:pt x="4214" y="1"/>
                  <a:pt x="341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4" name="Google Shape;5464;p57">
            <a:extLst>
              <a:ext uri="{FF2B5EF4-FFF2-40B4-BE49-F238E27FC236}">
                <a16:creationId xmlns:a16="http://schemas.microsoft.com/office/drawing/2014/main" id="{3764952D-6A97-5A9F-D05E-7F02F8D64FEB}"/>
              </a:ext>
            </a:extLst>
          </p:cNvPr>
          <p:cNvSpPr/>
          <p:nvPr/>
        </p:nvSpPr>
        <p:spPr>
          <a:xfrm>
            <a:off x="5846941" y="3682497"/>
            <a:ext cx="388949" cy="387898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6" name="Google Shape;5466;p57">
            <a:extLst>
              <a:ext uri="{FF2B5EF4-FFF2-40B4-BE49-F238E27FC236}">
                <a16:creationId xmlns:a16="http://schemas.microsoft.com/office/drawing/2014/main" id="{624D6268-0ABF-E812-B2D3-74C933B3E89A}"/>
              </a:ext>
            </a:extLst>
          </p:cNvPr>
          <p:cNvSpPr/>
          <p:nvPr/>
        </p:nvSpPr>
        <p:spPr>
          <a:xfrm>
            <a:off x="5881586" y="4280315"/>
            <a:ext cx="136577" cy="147936"/>
          </a:xfrm>
          <a:custGeom>
            <a:avLst/>
            <a:gdLst/>
            <a:ahLst/>
            <a:cxnLst/>
            <a:rect l="l" t="t" r="r" b="b"/>
            <a:pathLst>
              <a:path w="4160" h="4506" extrusionOk="0">
                <a:moveTo>
                  <a:pt x="2080" y="1"/>
                </a:moveTo>
                <a:cubicBezTo>
                  <a:pt x="946" y="1"/>
                  <a:pt x="1" y="946"/>
                  <a:pt x="1" y="2080"/>
                </a:cubicBezTo>
                <a:lnTo>
                  <a:pt x="1" y="4506"/>
                </a:lnTo>
                <a:lnTo>
                  <a:pt x="4160" y="4506"/>
                </a:lnTo>
                <a:lnTo>
                  <a:pt x="4160" y="2080"/>
                </a:lnTo>
                <a:cubicBezTo>
                  <a:pt x="4160" y="946"/>
                  <a:pt x="3214" y="1"/>
                  <a:pt x="208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7" name="Google Shape;5467;p57">
            <a:extLst>
              <a:ext uri="{FF2B5EF4-FFF2-40B4-BE49-F238E27FC236}">
                <a16:creationId xmlns:a16="http://schemas.microsoft.com/office/drawing/2014/main" id="{FE94997D-2BDE-3220-FE4D-9291B4D3FE4A}"/>
              </a:ext>
            </a:extLst>
          </p:cNvPr>
          <p:cNvSpPr/>
          <p:nvPr/>
        </p:nvSpPr>
        <p:spPr>
          <a:xfrm>
            <a:off x="6063633" y="4380648"/>
            <a:ext cx="136577" cy="148987"/>
          </a:xfrm>
          <a:custGeom>
            <a:avLst/>
            <a:gdLst/>
            <a:ahLst/>
            <a:cxnLst/>
            <a:rect l="l" t="t" r="r" b="b"/>
            <a:pathLst>
              <a:path w="4160" h="4538" extrusionOk="0">
                <a:moveTo>
                  <a:pt x="1" y="1"/>
                </a:moveTo>
                <a:lnTo>
                  <a:pt x="1" y="2458"/>
                </a:lnTo>
                <a:cubicBezTo>
                  <a:pt x="1" y="3592"/>
                  <a:pt x="946" y="4537"/>
                  <a:pt x="2080" y="4537"/>
                </a:cubicBezTo>
                <a:cubicBezTo>
                  <a:pt x="3246" y="4537"/>
                  <a:pt x="4160" y="3592"/>
                  <a:pt x="4160" y="2458"/>
                </a:cubicBezTo>
                <a:lnTo>
                  <a:pt x="416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8" name="Google Shape;5468;p57">
            <a:extLst>
              <a:ext uri="{FF2B5EF4-FFF2-40B4-BE49-F238E27FC236}">
                <a16:creationId xmlns:a16="http://schemas.microsoft.com/office/drawing/2014/main" id="{98353948-1925-1FAA-52C8-8A52CCDC9BD7}"/>
              </a:ext>
            </a:extLst>
          </p:cNvPr>
          <p:cNvSpPr/>
          <p:nvPr/>
        </p:nvSpPr>
        <p:spPr>
          <a:xfrm>
            <a:off x="5881586" y="4450970"/>
            <a:ext cx="136577" cy="147969"/>
          </a:xfrm>
          <a:custGeom>
            <a:avLst/>
            <a:gdLst/>
            <a:ahLst/>
            <a:cxnLst/>
            <a:rect l="l" t="t" r="r" b="b"/>
            <a:pathLst>
              <a:path w="4160" h="4507" extrusionOk="0">
                <a:moveTo>
                  <a:pt x="1734" y="694"/>
                </a:moveTo>
                <a:cubicBezTo>
                  <a:pt x="1923" y="694"/>
                  <a:pt x="2080" y="852"/>
                  <a:pt x="2080" y="1041"/>
                </a:cubicBezTo>
                <a:lnTo>
                  <a:pt x="2080" y="2427"/>
                </a:lnTo>
                <a:cubicBezTo>
                  <a:pt x="2269" y="2427"/>
                  <a:pt x="2427" y="2584"/>
                  <a:pt x="2427" y="2773"/>
                </a:cubicBezTo>
                <a:cubicBezTo>
                  <a:pt x="2427" y="2962"/>
                  <a:pt x="2269" y="3120"/>
                  <a:pt x="2080" y="3120"/>
                </a:cubicBezTo>
                <a:cubicBezTo>
                  <a:pt x="1702" y="3120"/>
                  <a:pt x="1356" y="2805"/>
                  <a:pt x="1356" y="2427"/>
                </a:cubicBezTo>
                <a:lnTo>
                  <a:pt x="1356" y="1041"/>
                </a:lnTo>
                <a:cubicBezTo>
                  <a:pt x="1356" y="852"/>
                  <a:pt x="1513" y="694"/>
                  <a:pt x="1734" y="694"/>
                </a:cubicBezTo>
                <a:close/>
                <a:moveTo>
                  <a:pt x="1" y="1"/>
                </a:moveTo>
                <a:lnTo>
                  <a:pt x="1" y="2427"/>
                </a:lnTo>
                <a:cubicBezTo>
                  <a:pt x="1" y="3561"/>
                  <a:pt x="946" y="4506"/>
                  <a:pt x="2080" y="4506"/>
                </a:cubicBezTo>
                <a:cubicBezTo>
                  <a:pt x="3214" y="4506"/>
                  <a:pt x="4160" y="3561"/>
                  <a:pt x="4160" y="2427"/>
                </a:cubicBezTo>
                <a:lnTo>
                  <a:pt x="416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99" name="Google Shape;5469;p57">
            <a:extLst>
              <a:ext uri="{FF2B5EF4-FFF2-40B4-BE49-F238E27FC236}">
                <a16:creationId xmlns:a16="http://schemas.microsoft.com/office/drawing/2014/main" id="{012F0CBA-C761-FC74-2D36-D9688E632D9C}"/>
              </a:ext>
            </a:extLst>
          </p:cNvPr>
          <p:cNvSpPr/>
          <p:nvPr/>
        </p:nvSpPr>
        <p:spPr>
          <a:xfrm>
            <a:off x="6063633" y="4209992"/>
            <a:ext cx="136577" cy="148954"/>
          </a:xfrm>
          <a:custGeom>
            <a:avLst/>
            <a:gdLst/>
            <a:ahLst/>
            <a:cxnLst/>
            <a:rect l="l" t="t" r="r" b="b"/>
            <a:pathLst>
              <a:path w="4160" h="4537" extrusionOk="0">
                <a:moveTo>
                  <a:pt x="2049" y="1387"/>
                </a:moveTo>
                <a:cubicBezTo>
                  <a:pt x="2427" y="1387"/>
                  <a:pt x="2742" y="1702"/>
                  <a:pt x="2742" y="2080"/>
                </a:cubicBezTo>
                <a:lnTo>
                  <a:pt x="2742" y="3466"/>
                </a:lnTo>
                <a:cubicBezTo>
                  <a:pt x="2742" y="3655"/>
                  <a:pt x="2584" y="3812"/>
                  <a:pt x="2395" y="3812"/>
                </a:cubicBezTo>
                <a:cubicBezTo>
                  <a:pt x="2206" y="3812"/>
                  <a:pt x="2049" y="3655"/>
                  <a:pt x="2049" y="3466"/>
                </a:cubicBezTo>
                <a:lnTo>
                  <a:pt x="2049" y="2080"/>
                </a:lnTo>
                <a:cubicBezTo>
                  <a:pt x="1860" y="2080"/>
                  <a:pt x="1702" y="1922"/>
                  <a:pt x="1702" y="1733"/>
                </a:cubicBezTo>
                <a:cubicBezTo>
                  <a:pt x="1702" y="1544"/>
                  <a:pt x="1860" y="1387"/>
                  <a:pt x="2049" y="1387"/>
                </a:cubicBezTo>
                <a:close/>
                <a:moveTo>
                  <a:pt x="2080" y="0"/>
                </a:moveTo>
                <a:cubicBezTo>
                  <a:pt x="946" y="0"/>
                  <a:pt x="1" y="945"/>
                  <a:pt x="1" y="2080"/>
                </a:cubicBezTo>
                <a:lnTo>
                  <a:pt x="1" y="4537"/>
                </a:lnTo>
                <a:lnTo>
                  <a:pt x="4160" y="4537"/>
                </a:lnTo>
                <a:lnTo>
                  <a:pt x="4160" y="2080"/>
                </a:lnTo>
                <a:cubicBezTo>
                  <a:pt x="4160" y="945"/>
                  <a:pt x="3214" y="0"/>
                  <a:pt x="20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1" name="Google Shape;5471;p57">
            <a:extLst>
              <a:ext uri="{FF2B5EF4-FFF2-40B4-BE49-F238E27FC236}">
                <a16:creationId xmlns:a16="http://schemas.microsoft.com/office/drawing/2014/main" id="{906A2DAD-C0D2-D0EB-352F-1D145C19AE19}"/>
              </a:ext>
            </a:extLst>
          </p:cNvPr>
          <p:cNvSpPr/>
          <p:nvPr/>
        </p:nvSpPr>
        <p:spPr>
          <a:xfrm>
            <a:off x="6040370" y="4706084"/>
            <a:ext cx="138645" cy="298959"/>
          </a:xfrm>
          <a:custGeom>
            <a:avLst/>
            <a:gdLst/>
            <a:ahLst/>
            <a:cxnLst/>
            <a:rect l="l" t="t" r="r" b="b"/>
            <a:pathLst>
              <a:path w="4223" h="9106" extrusionOk="0">
                <a:moveTo>
                  <a:pt x="2836" y="662"/>
                </a:moveTo>
                <a:lnTo>
                  <a:pt x="2836" y="1387"/>
                </a:lnTo>
                <a:lnTo>
                  <a:pt x="2143" y="1387"/>
                </a:lnTo>
                <a:lnTo>
                  <a:pt x="2143" y="662"/>
                </a:lnTo>
                <a:close/>
                <a:moveTo>
                  <a:pt x="1072" y="4884"/>
                </a:moveTo>
                <a:cubicBezTo>
                  <a:pt x="1261" y="4884"/>
                  <a:pt x="1418" y="5041"/>
                  <a:pt x="1418" y="5230"/>
                </a:cubicBezTo>
                <a:cubicBezTo>
                  <a:pt x="1418" y="5451"/>
                  <a:pt x="1261" y="5608"/>
                  <a:pt x="1072" y="5608"/>
                </a:cubicBezTo>
                <a:cubicBezTo>
                  <a:pt x="851" y="5608"/>
                  <a:pt x="694" y="5451"/>
                  <a:pt x="694" y="5230"/>
                </a:cubicBezTo>
                <a:cubicBezTo>
                  <a:pt x="694" y="5041"/>
                  <a:pt x="851" y="4884"/>
                  <a:pt x="1072" y="4884"/>
                </a:cubicBezTo>
                <a:close/>
                <a:moveTo>
                  <a:pt x="3498" y="6302"/>
                </a:moveTo>
                <a:lnTo>
                  <a:pt x="3498" y="6648"/>
                </a:lnTo>
                <a:cubicBezTo>
                  <a:pt x="3498" y="6869"/>
                  <a:pt x="3340" y="6995"/>
                  <a:pt x="3151" y="6995"/>
                </a:cubicBezTo>
                <a:lnTo>
                  <a:pt x="1765" y="6995"/>
                </a:lnTo>
                <a:cubicBezTo>
                  <a:pt x="1576" y="6995"/>
                  <a:pt x="1418" y="6869"/>
                  <a:pt x="1418" y="6648"/>
                </a:cubicBezTo>
                <a:lnTo>
                  <a:pt x="1418" y="6302"/>
                </a:lnTo>
                <a:close/>
                <a:moveTo>
                  <a:pt x="1072" y="1"/>
                </a:moveTo>
                <a:cubicBezTo>
                  <a:pt x="851" y="1"/>
                  <a:pt x="694" y="158"/>
                  <a:pt x="694" y="347"/>
                </a:cubicBezTo>
                <a:cubicBezTo>
                  <a:pt x="694" y="568"/>
                  <a:pt x="851" y="725"/>
                  <a:pt x="1072" y="725"/>
                </a:cubicBezTo>
                <a:lnTo>
                  <a:pt x="1418" y="725"/>
                </a:lnTo>
                <a:lnTo>
                  <a:pt x="1418" y="1450"/>
                </a:lnTo>
                <a:cubicBezTo>
                  <a:pt x="1009" y="1576"/>
                  <a:pt x="694" y="1985"/>
                  <a:pt x="694" y="2458"/>
                </a:cubicBezTo>
                <a:lnTo>
                  <a:pt x="694" y="4285"/>
                </a:lnTo>
                <a:cubicBezTo>
                  <a:pt x="316" y="4443"/>
                  <a:pt x="1" y="4821"/>
                  <a:pt x="1" y="5293"/>
                </a:cubicBezTo>
                <a:cubicBezTo>
                  <a:pt x="1" y="5703"/>
                  <a:pt x="284" y="6112"/>
                  <a:pt x="694" y="6270"/>
                </a:cubicBezTo>
                <a:lnTo>
                  <a:pt x="694" y="6648"/>
                </a:lnTo>
                <a:cubicBezTo>
                  <a:pt x="694" y="7089"/>
                  <a:pt x="977" y="7499"/>
                  <a:pt x="1418" y="7656"/>
                </a:cubicBezTo>
                <a:lnTo>
                  <a:pt x="1418" y="8759"/>
                </a:lnTo>
                <a:cubicBezTo>
                  <a:pt x="1418" y="8948"/>
                  <a:pt x="1576" y="9105"/>
                  <a:pt x="1765" y="9105"/>
                </a:cubicBezTo>
                <a:lnTo>
                  <a:pt x="3151" y="9105"/>
                </a:lnTo>
                <a:cubicBezTo>
                  <a:pt x="3340" y="9105"/>
                  <a:pt x="3498" y="8948"/>
                  <a:pt x="3498" y="8759"/>
                </a:cubicBezTo>
                <a:lnTo>
                  <a:pt x="3498" y="7656"/>
                </a:lnTo>
                <a:cubicBezTo>
                  <a:pt x="3907" y="7499"/>
                  <a:pt x="4222" y="7121"/>
                  <a:pt x="4222" y="6648"/>
                </a:cubicBezTo>
                <a:lnTo>
                  <a:pt x="4222" y="5955"/>
                </a:lnTo>
                <a:lnTo>
                  <a:pt x="4222" y="2458"/>
                </a:lnTo>
                <a:cubicBezTo>
                  <a:pt x="4222" y="2017"/>
                  <a:pt x="3939" y="1607"/>
                  <a:pt x="3498" y="1450"/>
                </a:cubicBezTo>
                <a:lnTo>
                  <a:pt x="3498" y="725"/>
                </a:lnTo>
                <a:lnTo>
                  <a:pt x="3876" y="725"/>
                </a:lnTo>
                <a:cubicBezTo>
                  <a:pt x="4065" y="725"/>
                  <a:pt x="4222" y="568"/>
                  <a:pt x="4222" y="347"/>
                </a:cubicBezTo>
                <a:cubicBezTo>
                  <a:pt x="4222" y="158"/>
                  <a:pt x="4065" y="1"/>
                  <a:pt x="387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2" name="Google Shape;5472;p57">
            <a:extLst>
              <a:ext uri="{FF2B5EF4-FFF2-40B4-BE49-F238E27FC236}">
                <a16:creationId xmlns:a16="http://schemas.microsoft.com/office/drawing/2014/main" id="{9FE95339-61A3-4E43-98E8-401614F928B1}"/>
              </a:ext>
            </a:extLst>
          </p:cNvPr>
          <p:cNvSpPr/>
          <p:nvPr/>
        </p:nvSpPr>
        <p:spPr>
          <a:xfrm>
            <a:off x="6107609" y="5025692"/>
            <a:ext cx="93109" cy="22785"/>
          </a:xfrm>
          <a:custGeom>
            <a:avLst/>
            <a:gdLst/>
            <a:ahLst/>
            <a:cxnLst/>
            <a:rect l="l" t="t" r="r" b="b"/>
            <a:pathLst>
              <a:path w="2836" h="694" extrusionOk="0">
                <a:moveTo>
                  <a:pt x="0" y="1"/>
                </a:moveTo>
                <a:lnTo>
                  <a:pt x="347" y="694"/>
                </a:lnTo>
                <a:lnTo>
                  <a:pt x="2489" y="694"/>
                </a:lnTo>
                <a:cubicBezTo>
                  <a:pt x="2678" y="694"/>
                  <a:pt x="2836" y="536"/>
                  <a:pt x="2836" y="347"/>
                </a:cubicBezTo>
                <a:cubicBezTo>
                  <a:pt x="2836" y="158"/>
                  <a:pt x="2678" y="1"/>
                  <a:pt x="248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3" name="Google Shape;5473;p57">
            <a:extLst>
              <a:ext uri="{FF2B5EF4-FFF2-40B4-BE49-F238E27FC236}">
                <a16:creationId xmlns:a16="http://schemas.microsoft.com/office/drawing/2014/main" id="{DD0D91B6-B21E-3ADC-FA1D-DAD6764B16D0}"/>
              </a:ext>
            </a:extLst>
          </p:cNvPr>
          <p:cNvSpPr/>
          <p:nvPr/>
        </p:nvSpPr>
        <p:spPr>
          <a:xfrm>
            <a:off x="5881076" y="4804347"/>
            <a:ext cx="274138" cy="290686"/>
          </a:xfrm>
          <a:custGeom>
            <a:avLst/>
            <a:gdLst/>
            <a:ahLst/>
            <a:cxnLst/>
            <a:rect l="l" t="t" r="r" b="b"/>
            <a:pathLst>
              <a:path w="8350" h="8854" extrusionOk="0">
                <a:moveTo>
                  <a:pt x="4884" y="1"/>
                </a:moveTo>
                <a:cubicBezTo>
                  <a:pt x="2931" y="473"/>
                  <a:pt x="1419" y="2237"/>
                  <a:pt x="1419" y="4380"/>
                </a:cubicBezTo>
                <a:lnTo>
                  <a:pt x="1419" y="8192"/>
                </a:lnTo>
                <a:lnTo>
                  <a:pt x="410" y="8192"/>
                </a:lnTo>
                <a:cubicBezTo>
                  <a:pt x="389" y="8189"/>
                  <a:pt x="368" y="8188"/>
                  <a:pt x="347" y="8188"/>
                </a:cubicBezTo>
                <a:cubicBezTo>
                  <a:pt x="132" y="8188"/>
                  <a:pt x="1" y="8334"/>
                  <a:pt x="1" y="8507"/>
                </a:cubicBezTo>
                <a:cubicBezTo>
                  <a:pt x="1" y="8696"/>
                  <a:pt x="158" y="8853"/>
                  <a:pt x="347" y="8853"/>
                </a:cubicBezTo>
                <a:lnTo>
                  <a:pt x="8003" y="8853"/>
                </a:lnTo>
                <a:cubicBezTo>
                  <a:pt x="8192" y="8853"/>
                  <a:pt x="8350" y="8696"/>
                  <a:pt x="8350" y="8507"/>
                </a:cubicBezTo>
                <a:cubicBezTo>
                  <a:pt x="8350" y="8318"/>
                  <a:pt x="8192" y="8160"/>
                  <a:pt x="8003" y="8160"/>
                </a:cubicBezTo>
                <a:lnTo>
                  <a:pt x="6806" y="8160"/>
                </a:lnTo>
                <a:lnTo>
                  <a:pt x="6239" y="6963"/>
                </a:lnTo>
                <a:cubicBezTo>
                  <a:pt x="6207" y="6869"/>
                  <a:pt x="6018" y="6774"/>
                  <a:pt x="5924" y="6774"/>
                </a:cubicBezTo>
                <a:lnTo>
                  <a:pt x="4191" y="6774"/>
                </a:lnTo>
                <a:lnTo>
                  <a:pt x="4191" y="3655"/>
                </a:lnTo>
                <a:cubicBezTo>
                  <a:pt x="4191" y="3435"/>
                  <a:pt x="4254" y="3245"/>
                  <a:pt x="4380" y="3088"/>
                </a:cubicBezTo>
                <a:cubicBezTo>
                  <a:pt x="4254" y="2836"/>
                  <a:pt x="4191" y="2552"/>
                  <a:pt x="4191" y="2300"/>
                </a:cubicBezTo>
                <a:cubicBezTo>
                  <a:pt x="4191" y="1733"/>
                  <a:pt x="4443" y="1229"/>
                  <a:pt x="4884" y="914"/>
                </a:cubicBezTo>
                <a:lnTo>
                  <a:pt x="488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5" name="Google Shape;5475;p57">
            <a:extLst>
              <a:ext uri="{FF2B5EF4-FFF2-40B4-BE49-F238E27FC236}">
                <a16:creationId xmlns:a16="http://schemas.microsoft.com/office/drawing/2014/main" id="{E915CE50-3CFE-1657-2400-20DFFEE90511}"/>
              </a:ext>
            </a:extLst>
          </p:cNvPr>
          <p:cNvSpPr/>
          <p:nvPr/>
        </p:nvSpPr>
        <p:spPr>
          <a:xfrm>
            <a:off x="8306264" y="3683827"/>
            <a:ext cx="393053" cy="385337"/>
          </a:xfrm>
          <a:custGeom>
            <a:avLst/>
            <a:gdLst/>
            <a:ahLst/>
            <a:cxnLst/>
            <a:rect l="l" t="t" r="r" b="b"/>
            <a:pathLst>
              <a:path w="11972" h="11737" extrusionOk="0">
                <a:moveTo>
                  <a:pt x="3214" y="5522"/>
                </a:moveTo>
                <a:cubicBezTo>
                  <a:pt x="3403" y="5522"/>
                  <a:pt x="3560" y="5679"/>
                  <a:pt x="3560" y="5868"/>
                </a:cubicBezTo>
                <a:cubicBezTo>
                  <a:pt x="3560" y="6057"/>
                  <a:pt x="3403" y="6215"/>
                  <a:pt x="3214" y="6215"/>
                </a:cubicBezTo>
                <a:cubicBezTo>
                  <a:pt x="3024" y="6215"/>
                  <a:pt x="2867" y="6057"/>
                  <a:pt x="2867" y="5868"/>
                </a:cubicBezTo>
                <a:cubicBezTo>
                  <a:pt x="2867" y="5679"/>
                  <a:pt x="3024" y="5522"/>
                  <a:pt x="3214" y="5522"/>
                </a:cubicBezTo>
                <a:close/>
                <a:moveTo>
                  <a:pt x="5986" y="2749"/>
                </a:moveTo>
                <a:cubicBezTo>
                  <a:pt x="6931" y="2749"/>
                  <a:pt x="7719" y="3537"/>
                  <a:pt x="7719" y="4482"/>
                </a:cubicBezTo>
                <a:cubicBezTo>
                  <a:pt x="7719" y="5427"/>
                  <a:pt x="6963" y="6215"/>
                  <a:pt x="5986" y="6215"/>
                </a:cubicBezTo>
                <a:cubicBezTo>
                  <a:pt x="5041" y="6215"/>
                  <a:pt x="4253" y="5427"/>
                  <a:pt x="4253" y="4482"/>
                </a:cubicBezTo>
                <a:cubicBezTo>
                  <a:pt x="4253" y="3537"/>
                  <a:pt x="5041" y="2749"/>
                  <a:pt x="5986" y="2749"/>
                </a:cubicBezTo>
                <a:close/>
                <a:moveTo>
                  <a:pt x="8790" y="5522"/>
                </a:moveTo>
                <a:cubicBezTo>
                  <a:pt x="8979" y="5522"/>
                  <a:pt x="9136" y="5679"/>
                  <a:pt x="9136" y="5868"/>
                </a:cubicBezTo>
                <a:cubicBezTo>
                  <a:pt x="9136" y="6057"/>
                  <a:pt x="8979" y="6215"/>
                  <a:pt x="8790" y="6215"/>
                </a:cubicBezTo>
                <a:cubicBezTo>
                  <a:pt x="8569" y="6215"/>
                  <a:pt x="8412" y="6057"/>
                  <a:pt x="8412" y="5868"/>
                </a:cubicBezTo>
                <a:cubicBezTo>
                  <a:pt x="8412" y="5679"/>
                  <a:pt x="8569" y="5522"/>
                  <a:pt x="8790" y="5522"/>
                </a:cubicBezTo>
                <a:close/>
                <a:moveTo>
                  <a:pt x="4600" y="7601"/>
                </a:moveTo>
                <a:cubicBezTo>
                  <a:pt x="4789" y="7601"/>
                  <a:pt x="4946" y="7759"/>
                  <a:pt x="4946" y="7948"/>
                </a:cubicBezTo>
                <a:cubicBezTo>
                  <a:pt x="4946" y="8168"/>
                  <a:pt x="4789" y="8326"/>
                  <a:pt x="4600" y="8326"/>
                </a:cubicBezTo>
                <a:cubicBezTo>
                  <a:pt x="4411" y="8326"/>
                  <a:pt x="4253" y="8168"/>
                  <a:pt x="4253" y="7948"/>
                </a:cubicBezTo>
                <a:cubicBezTo>
                  <a:pt x="4253" y="7759"/>
                  <a:pt x="4411" y="7601"/>
                  <a:pt x="4600" y="7601"/>
                </a:cubicBezTo>
                <a:close/>
                <a:moveTo>
                  <a:pt x="6679" y="6939"/>
                </a:moveTo>
                <a:cubicBezTo>
                  <a:pt x="7278" y="6939"/>
                  <a:pt x="7719" y="7412"/>
                  <a:pt x="7719" y="7948"/>
                </a:cubicBezTo>
                <a:cubicBezTo>
                  <a:pt x="7719" y="8515"/>
                  <a:pt x="7246" y="8987"/>
                  <a:pt x="6679" y="8987"/>
                </a:cubicBezTo>
                <a:cubicBezTo>
                  <a:pt x="6080" y="8987"/>
                  <a:pt x="5671" y="8515"/>
                  <a:pt x="5671" y="7948"/>
                </a:cubicBezTo>
                <a:cubicBezTo>
                  <a:pt x="5671" y="7412"/>
                  <a:pt x="6143" y="6939"/>
                  <a:pt x="6679" y="6939"/>
                </a:cubicBezTo>
                <a:close/>
                <a:moveTo>
                  <a:pt x="5309" y="1"/>
                </a:moveTo>
                <a:cubicBezTo>
                  <a:pt x="5222" y="1"/>
                  <a:pt x="5135" y="24"/>
                  <a:pt x="5072" y="71"/>
                </a:cubicBezTo>
                <a:cubicBezTo>
                  <a:pt x="4946" y="197"/>
                  <a:pt x="4946" y="449"/>
                  <a:pt x="5072" y="544"/>
                </a:cubicBezTo>
                <a:cubicBezTo>
                  <a:pt x="5356" y="828"/>
                  <a:pt x="5545" y="1080"/>
                  <a:pt x="5639" y="1363"/>
                </a:cubicBezTo>
                <a:cubicBezTo>
                  <a:pt x="5356" y="1426"/>
                  <a:pt x="5041" y="1458"/>
                  <a:pt x="4757" y="1552"/>
                </a:cubicBezTo>
                <a:cubicBezTo>
                  <a:pt x="4474" y="1017"/>
                  <a:pt x="4096" y="796"/>
                  <a:pt x="3592" y="576"/>
                </a:cubicBezTo>
                <a:cubicBezTo>
                  <a:pt x="3552" y="560"/>
                  <a:pt x="3507" y="552"/>
                  <a:pt x="3460" y="552"/>
                </a:cubicBezTo>
                <a:cubicBezTo>
                  <a:pt x="3320" y="552"/>
                  <a:pt x="3166" y="623"/>
                  <a:pt x="3119" y="765"/>
                </a:cubicBezTo>
                <a:cubicBezTo>
                  <a:pt x="3024" y="922"/>
                  <a:pt x="3119" y="1143"/>
                  <a:pt x="3277" y="1206"/>
                </a:cubicBezTo>
                <a:cubicBezTo>
                  <a:pt x="3623" y="1363"/>
                  <a:pt x="3907" y="1552"/>
                  <a:pt x="4064" y="1804"/>
                </a:cubicBezTo>
                <a:cubicBezTo>
                  <a:pt x="3781" y="1930"/>
                  <a:pt x="3529" y="2088"/>
                  <a:pt x="3308" y="2245"/>
                </a:cubicBezTo>
                <a:cubicBezTo>
                  <a:pt x="2867" y="1836"/>
                  <a:pt x="2394" y="1773"/>
                  <a:pt x="1890" y="1741"/>
                </a:cubicBezTo>
                <a:cubicBezTo>
                  <a:pt x="1701" y="1741"/>
                  <a:pt x="1544" y="1836"/>
                  <a:pt x="1481" y="2056"/>
                </a:cubicBezTo>
                <a:cubicBezTo>
                  <a:pt x="1481" y="2245"/>
                  <a:pt x="1607" y="2403"/>
                  <a:pt x="1796" y="2434"/>
                </a:cubicBezTo>
                <a:cubicBezTo>
                  <a:pt x="2205" y="2466"/>
                  <a:pt x="2489" y="2529"/>
                  <a:pt x="2741" y="2718"/>
                </a:cubicBezTo>
                <a:cubicBezTo>
                  <a:pt x="2552" y="2907"/>
                  <a:pt x="2363" y="3159"/>
                  <a:pt x="2205" y="3379"/>
                </a:cubicBezTo>
                <a:cubicBezTo>
                  <a:pt x="1949" y="3294"/>
                  <a:pt x="1725" y="3260"/>
                  <a:pt x="1508" y="3260"/>
                </a:cubicBezTo>
                <a:cubicBezTo>
                  <a:pt x="1243" y="3260"/>
                  <a:pt x="987" y="3310"/>
                  <a:pt x="693" y="3379"/>
                </a:cubicBezTo>
                <a:cubicBezTo>
                  <a:pt x="504" y="3411"/>
                  <a:pt x="441" y="3631"/>
                  <a:pt x="473" y="3821"/>
                </a:cubicBezTo>
                <a:cubicBezTo>
                  <a:pt x="498" y="3970"/>
                  <a:pt x="621" y="4060"/>
                  <a:pt x="781" y="4060"/>
                </a:cubicBezTo>
                <a:cubicBezTo>
                  <a:pt x="823" y="4060"/>
                  <a:pt x="868" y="4054"/>
                  <a:pt x="914" y="4041"/>
                </a:cubicBezTo>
                <a:cubicBezTo>
                  <a:pt x="1160" y="3979"/>
                  <a:pt x="1366" y="3931"/>
                  <a:pt x="1567" y="3931"/>
                </a:cubicBezTo>
                <a:cubicBezTo>
                  <a:pt x="1674" y="3931"/>
                  <a:pt x="1780" y="3945"/>
                  <a:pt x="1890" y="3978"/>
                </a:cubicBezTo>
                <a:cubicBezTo>
                  <a:pt x="1764" y="4262"/>
                  <a:pt x="1638" y="4514"/>
                  <a:pt x="1607" y="4797"/>
                </a:cubicBezTo>
                <a:cubicBezTo>
                  <a:pt x="1071" y="4797"/>
                  <a:pt x="630" y="4986"/>
                  <a:pt x="189" y="5301"/>
                </a:cubicBezTo>
                <a:cubicBezTo>
                  <a:pt x="32" y="5427"/>
                  <a:pt x="0" y="5616"/>
                  <a:pt x="126" y="5774"/>
                </a:cubicBezTo>
                <a:cubicBezTo>
                  <a:pt x="186" y="5874"/>
                  <a:pt x="296" y="5935"/>
                  <a:pt x="409" y="5935"/>
                </a:cubicBezTo>
                <a:cubicBezTo>
                  <a:pt x="474" y="5935"/>
                  <a:pt x="541" y="5915"/>
                  <a:pt x="599" y="5868"/>
                </a:cubicBezTo>
                <a:cubicBezTo>
                  <a:pt x="914" y="5616"/>
                  <a:pt x="1166" y="5459"/>
                  <a:pt x="1481" y="5459"/>
                </a:cubicBezTo>
                <a:cubicBezTo>
                  <a:pt x="1481" y="5585"/>
                  <a:pt x="1449" y="5742"/>
                  <a:pt x="1449" y="5868"/>
                </a:cubicBezTo>
                <a:cubicBezTo>
                  <a:pt x="1449" y="6026"/>
                  <a:pt x="1449" y="6183"/>
                  <a:pt x="1481" y="6341"/>
                </a:cubicBezTo>
                <a:cubicBezTo>
                  <a:pt x="945" y="6530"/>
                  <a:pt x="662" y="6876"/>
                  <a:pt x="347" y="7318"/>
                </a:cubicBezTo>
                <a:cubicBezTo>
                  <a:pt x="221" y="7475"/>
                  <a:pt x="284" y="7664"/>
                  <a:pt x="441" y="7790"/>
                </a:cubicBezTo>
                <a:cubicBezTo>
                  <a:pt x="507" y="7843"/>
                  <a:pt x="584" y="7868"/>
                  <a:pt x="658" y="7868"/>
                </a:cubicBezTo>
                <a:cubicBezTo>
                  <a:pt x="761" y="7868"/>
                  <a:pt x="859" y="7819"/>
                  <a:pt x="914" y="7727"/>
                </a:cubicBezTo>
                <a:cubicBezTo>
                  <a:pt x="1134" y="7349"/>
                  <a:pt x="1323" y="7129"/>
                  <a:pt x="1607" y="7002"/>
                </a:cubicBezTo>
                <a:cubicBezTo>
                  <a:pt x="1701" y="7286"/>
                  <a:pt x="1764" y="7570"/>
                  <a:pt x="1922" y="7822"/>
                </a:cubicBezTo>
                <a:cubicBezTo>
                  <a:pt x="1481" y="8200"/>
                  <a:pt x="1323" y="8609"/>
                  <a:pt x="1166" y="9145"/>
                </a:cubicBezTo>
                <a:cubicBezTo>
                  <a:pt x="1134" y="9334"/>
                  <a:pt x="1260" y="9523"/>
                  <a:pt x="1418" y="9554"/>
                </a:cubicBezTo>
                <a:cubicBezTo>
                  <a:pt x="1452" y="9566"/>
                  <a:pt x="1486" y="9571"/>
                  <a:pt x="1519" y="9571"/>
                </a:cubicBezTo>
                <a:cubicBezTo>
                  <a:pt x="1671" y="9571"/>
                  <a:pt x="1807" y="9463"/>
                  <a:pt x="1859" y="9334"/>
                </a:cubicBezTo>
                <a:cubicBezTo>
                  <a:pt x="1953" y="8924"/>
                  <a:pt x="2048" y="8672"/>
                  <a:pt x="2268" y="8420"/>
                </a:cubicBezTo>
                <a:cubicBezTo>
                  <a:pt x="2426" y="8672"/>
                  <a:pt x="2646" y="8893"/>
                  <a:pt x="2835" y="9082"/>
                </a:cubicBezTo>
                <a:cubicBezTo>
                  <a:pt x="2520" y="9554"/>
                  <a:pt x="2552" y="10027"/>
                  <a:pt x="2583" y="10594"/>
                </a:cubicBezTo>
                <a:cubicBezTo>
                  <a:pt x="2583" y="10783"/>
                  <a:pt x="2741" y="10909"/>
                  <a:pt x="2961" y="10909"/>
                </a:cubicBezTo>
                <a:lnTo>
                  <a:pt x="2993" y="10909"/>
                </a:lnTo>
                <a:cubicBezTo>
                  <a:pt x="3182" y="10909"/>
                  <a:pt x="3308" y="10720"/>
                  <a:pt x="3308" y="10500"/>
                </a:cubicBezTo>
                <a:cubicBezTo>
                  <a:pt x="3277" y="10090"/>
                  <a:pt x="3277" y="9806"/>
                  <a:pt x="3371" y="9523"/>
                </a:cubicBezTo>
                <a:cubicBezTo>
                  <a:pt x="3623" y="9680"/>
                  <a:pt x="3844" y="9838"/>
                  <a:pt x="4127" y="9964"/>
                </a:cubicBezTo>
                <a:cubicBezTo>
                  <a:pt x="4001" y="10500"/>
                  <a:pt x="4159" y="10941"/>
                  <a:pt x="4411" y="11445"/>
                </a:cubicBezTo>
                <a:cubicBezTo>
                  <a:pt x="4452" y="11589"/>
                  <a:pt x="4561" y="11652"/>
                  <a:pt x="4684" y="11652"/>
                </a:cubicBezTo>
                <a:cubicBezTo>
                  <a:pt x="4749" y="11652"/>
                  <a:pt x="4818" y="11635"/>
                  <a:pt x="4883" y="11602"/>
                </a:cubicBezTo>
                <a:cubicBezTo>
                  <a:pt x="5041" y="11539"/>
                  <a:pt x="5104" y="11350"/>
                  <a:pt x="5041" y="11130"/>
                </a:cubicBezTo>
                <a:cubicBezTo>
                  <a:pt x="4883" y="10783"/>
                  <a:pt x="4757" y="10500"/>
                  <a:pt x="4789" y="10184"/>
                </a:cubicBezTo>
                <a:lnTo>
                  <a:pt x="4789" y="10184"/>
                </a:lnTo>
                <a:cubicBezTo>
                  <a:pt x="5072" y="10279"/>
                  <a:pt x="5356" y="10311"/>
                  <a:pt x="5671" y="10342"/>
                </a:cubicBezTo>
                <a:cubicBezTo>
                  <a:pt x="5734" y="10909"/>
                  <a:pt x="6049" y="11256"/>
                  <a:pt x="6427" y="11665"/>
                </a:cubicBezTo>
                <a:cubicBezTo>
                  <a:pt x="6474" y="11712"/>
                  <a:pt x="6561" y="11736"/>
                  <a:pt x="6651" y="11736"/>
                </a:cubicBezTo>
                <a:cubicBezTo>
                  <a:pt x="6742" y="11736"/>
                  <a:pt x="6837" y="11712"/>
                  <a:pt x="6900" y="11665"/>
                </a:cubicBezTo>
                <a:cubicBezTo>
                  <a:pt x="6994" y="11539"/>
                  <a:pt x="6994" y="11287"/>
                  <a:pt x="6900" y="11193"/>
                </a:cubicBezTo>
                <a:cubicBezTo>
                  <a:pt x="6616" y="10909"/>
                  <a:pt x="6427" y="10657"/>
                  <a:pt x="6333" y="10342"/>
                </a:cubicBezTo>
                <a:cubicBezTo>
                  <a:pt x="6616" y="10311"/>
                  <a:pt x="6931" y="10279"/>
                  <a:pt x="7215" y="10184"/>
                </a:cubicBezTo>
                <a:cubicBezTo>
                  <a:pt x="7467" y="10720"/>
                  <a:pt x="7876" y="10941"/>
                  <a:pt x="8380" y="11130"/>
                </a:cubicBezTo>
                <a:cubicBezTo>
                  <a:pt x="8424" y="11156"/>
                  <a:pt x="8474" y="11167"/>
                  <a:pt x="8526" y="11167"/>
                </a:cubicBezTo>
                <a:cubicBezTo>
                  <a:pt x="8662" y="11167"/>
                  <a:pt x="8807" y="11086"/>
                  <a:pt x="8853" y="10972"/>
                </a:cubicBezTo>
                <a:cubicBezTo>
                  <a:pt x="8947" y="10815"/>
                  <a:pt x="8853" y="10594"/>
                  <a:pt x="8695" y="10500"/>
                </a:cubicBezTo>
                <a:cubicBezTo>
                  <a:pt x="8349" y="10374"/>
                  <a:pt x="8065" y="10184"/>
                  <a:pt x="7908" y="9932"/>
                </a:cubicBezTo>
                <a:cubicBezTo>
                  <a:pt x="8191" y="9806"/>
                  <a:pt x="8412" y="9649"/>
                  <a:pt x="8664" y="9491"/>
                </a:cubicBezTo>
                <a:cubicBezTo>
                  <a:pt x="9105" y="9901"/>
                  <a:pt x="9578" y="9964"/>
                  <a:pt x="10082" y="9995"/>
                </a:cubicBezTo>
                <a:lnTo>
                  <a:pt x="10113" y="9995"/>
                </a:lnTo>
                <a:cubicBezTo>
                  <a:pt x="10302" y="9995"/>
                  <a:pt x="10428" y="9869"/>
                  <a:pt x="10460" y="9680"/>
                </a:cubicBezTo>
                <a:cubicBezTo>
                  <a:pt x="10460" y="9491"/>
                  <a:pt x="10365" y="9334"/>
                  <a:pt x="10145" y="9302"/>
                </a:cubicBezTo>
                <a:cubicBezTo>
                  <a:pt x="9767" y="9239"/>
                  <a:pt x="9483" y="9208"/>
                  <a:pt x="9199" y="9019"/>
                </a:cubicBezTo>
                <a:cubicBezTo>
                  <a:pt x="9388" y="8830"/>
                  <a:pt x="9609" y="8578"/>
                  <a:pt x="9767" y="8357"/>
                </a:cubicBezTo>
                <a:cubicBezTo>
                  <a:pt x="9980" y="8437"/>
                  <a:pt x="10181" y="8466"/>
                  <a:pt x="10384" y="8466"/>
                </a:cubicBezTo>
                <a:cubicBezTo>
                  <a:pt x="10660" y="8466"/>
                  <a:pt x="10938" y="8412"/>
                  <a:pt x="11247" y="8357"/>
                </a:cubicBezTo>
                <a:cubicBezTo>
                  <a:pt x="11468" y="8294"/>
                  <a:pt x="11531" y="8105"/>
                  <a:pt x="11499" y="7916"/>
                </a:cubicBezTo>
                <a:cubicBezTo>
                  <a:pt x="11472" y="7751"/>
                  <a:pt x="11300" y="7658"/>
                  <a:pt x="11131" y="7658"/>
                </a:cubicBezTo>
                <a:cubicBezTo>
                  <a:pt x="11107" y="7658"/>
                  <a:pt x="11082" y="7660"/>
                  <a:pt x="11058" y="7664"/>
                </a:cubicBezTo>
                <a:cubicBezTo>
                  <a:pt x="10806" y="7748"/>
                  <a:pt x="10596" y="7804"/>
                  <a:pt x="10391" y="7804"/>
                </a:cubicBezTo>
                <a:cubicBezTo>
                  <a:pt x="10288" y="7804"/>
                  <a:pt x="10187" y="7790"/>
                  <a:pt x="10082" y="7759"/>
                </a:cubicBezTo>
                <a:cubicBezTo>
                  <a:pt x="10208" y="7475"/>
                  <a:pt x="10302" y="7192"/>
                  <a:pt x="10365" y="6939"/>
                </a:cubicBezTo>
                <a:lnTo>
                  <a:pt x="10397" y="6939"/>
                </a:lnTo>
                <a:cubicBezTo>
                  <a:pt x="10932" y="6939"/>
                  <a:pt x="11342" y="6687"/>
                  <a:pt x="11751" y="6372"/>
                </a:cubicBezTo>
                <a:cubicBezTo>
                  <a:pt x="11940" y="6246"/>
                  <a:pt x="11972" y="6057"/>
                  <a:pt x="11846" y="5900"/>
                </a:cubicBezTo>
                <a:cubicBezTo>
                  <a:pt x="11789" y="5843"/>
                  <a:pt x="11687" y="5798"/>
                  <a:pt x="11580" y="5798"/>
                </a:cubicBezTo>
                <a:cubicBezTo>
                  <a:pt x="11509" y="5798"/>
                  <a:pt x="11436" y="5818"/>
                  <a:pt x="11373" y="5868"/>
                </a:cubicBezTo>
                <a:cubicBezTo>
                  <a:pt x="11058" y="6120"/>
                  <a:pt x="10775" y="6278"/>
                  <a:pt x="10460" y="6278"/>
                </a:cubicBezTo>
                <a:cubicBezTo>
                  <a:pt x="10460" y="6152"/>
                  <a:pt x="10491" y="5994"/>
                  <a:pt x="10491" y="5868"/>
                </a:cubicBezTo>
                <a:cubicBezTo>
                  <a:pt x="10491" y="5711"/>
                  <a:pt x="10491" y="5553"/>
                  <a:pt x="10460" y="5396"/>
                </a:cubicBezTo>
                <a:cubicBezTo>
                  <a:pt x="11027" y="5207"/>
                  <a:pt x="11279" y="4860"/>
                  <a:pt x="11594" y="4419"/>
                </a:cubicBezTo>
                <a:cubicBezTo>
                  <a:pt x="11720" y="4262"/>
                  <a:pt x="11688" y="4073"/>
                  <a:pt x="11531" y="3947"/>
                </a:cubicBezTo>
                <a:cubicBezTo>
                  <a:pt x="11465" y="3894"/>
                  <a:pt x="11394" y="3869"/>
                  <a:pt x="11324" y="3869"/>
                </a:cubicBezTo>
                <a:cubicBezTo>
                  <a:pt x="11226" y="3869"/>
                  <a:pt x="11132" y="3918"/>
                  <a:pt x="11058" y="4010"/>
                </a:cubicBezTo>
                <a:cubicBezTo>
                  <a:pt x="10838" y="4388"/>
                  <a:pt x="10617" y="4608"/>
                  <a:pt x="10365" y="4734"/>
                </a:cubicBezTo>
                <a:cubicBezTo>
                  <a:pt x="10271" y="4451"/>
                  <a:pt x="10176" y="4167"/>
                  <a:pt x="10019" y="3915"/>
                </a:cubicBezTo>
                <a:cubicBezTo>
                  <a:pt x="10460" y="3537"/>
                  <a:pt x="10617" y="3127"/>
                  <a:pt x="10775" y="2592"/>
                </a:cubicBezTo>
                <a:cubicBezTo>
                  <a:pt x="10806" y="2403"/>
                  <a:pt x="10712" y="2214"/>
                  <a:pt x="10554" y="2182"/>
                </a:cubicBezTo>
                <a:cubicBezTo>
                  <a:pt x="10520" y="2171"/>
                  <a:pt x="10485" y="2166"/>
                  <a:pt x="10450" y="2166"/>
                </a:cubicBezTo>
                <a:cubicBezTo>
                  <a:pt x="10292" y="2166"/>
                  <a:pt x="10139" y="2274"/>
                  <a:pt x="10113" y="2403"/>
                </a:cubicBezTo>
                <a:cubicBezTo>
                  <a:pt x="9987" y="2812"/>
                  <a:pt x="9924" y="3064"/>
                  <a:pt x="9672" y="3316"/>
                </a:cubicBezTo>
                <a:cubicBezTo>
                  <a:pt x="9515" y="3064"/>
                  <a:pt x="9325" y="2844"/>
                  <a:pt x="9136" y="2655"/>
                </a:cubicBezTo>
                <a:cubicBezTo>
                  <a:pt x="9451" y="2182"/>
                  <a:pt x="9388" y="1710"/>
                  <a:pt x="9357" y="1143"/>
                </a:cubicBezTo>
                <a:cubicBezTo>
                  <a:pt x="9357" y="954"/>
                  <a:pt x="9168" y="828"/>
                  <a:pt x="8979" y="828"/>
                </a:cubicBezTo>
                <a:cubicBezTo>
                  <a:pt x="8790" y="828"/>
                  <a:pt x="8664" y="1017"/>
                  <a:pt x="8664" y="1237"/>
                </a:cubicBezTo>
                <a:cubicBezTo>
                  <a:pt x="8695" y="1647"/>
                  <a:pt x="8695" y="1930"/>
                  <a:pt x="8569" y="2214"/>
                </a:cubicBezTo>
                <a:cubicBezTo>
                  <a:pt x="8349" y="2056"/>
                  <a:pt x="8097" y="1899"/>
                  <a:pt x="7813" y="1773"/>
                </a:cubicBezTo>
                <a:cubicBezTo>
                  <a:pt x="7939" y="1237"/>
                  <a:pt x="7782" y="796"/>
                  <a:pt x="7561" y="292"/>
                </a:cubicBezTo>
                <a:cubicBezTo>
                  <a:pt x="7493" y="178"/>
                  <a:pt x="7375" y="97"/>
                  <a:pt x="7243" y="97"/>
                </a:cubicBezTo>
                <a:cubicBezTo>
                  <a:pt x="7193" y="97"/>
                  <a:pt x="7141" y="108"/>
                  <a:pt x="7089" y="134"/>
                </a:cubicBezTo>
                <a:cubicBezTo>
                  <a:pt x="6931" y="197"/>
                  <a:pt x="6837" y="386"/>
                  <a:pt x="6931" y="607"/>
                </a:cubicBezTo>
                <a:cubicBezTo>
                  <a:pt x="7089" y="954"/>
                  <a:pt x="7215" y="1237"/>
                  <a:pt x="7152" y="1552"/>
                </a:cubicBezTo>
                <a:cubicBezTo>
                  <a:pt x="6900" y="1458"/>
                  <a:pt x="6616" y="1426"/>
                  <a:pt x="6301" y="1395"/>
                </a:cubicBezTo>
                <a:cubicBezTo>
                  <a:pt x="6206" y="828"/>
                  <a:pt x="5891" y="481"/>
                  <a:pt x="5545" y="71"/>
                </a:cubicBezTo>
                <a:cubicBezTo>
                  <a:pt x="5482" y="24"/>
                  <a:pt x="5395" y="1"/>
                  <a:pt x="53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6" name="Google Shape;5476;p57">
            <a:extLst>
              <a:ext uri="{FF2B5EF4-FFF2-40B4-BE49-F238E27FC236}">
                <a16:creationId xmlns:a16="http://schemas.microsoft.com/office/drawing/2014/main" id="{F23969F5-9B41-9122-0B94-517FBF30A249}"/>
              </a:ext>
            </a:extLst>
          </p:cNvPr>
          <p:cNvSpPr/>
          <p:nvPr/>
        </p:nvSpPr>
        <p:spPr>
          <a:xfrm>
            <a:off x="8468646" y="3796830"/>
            <a:ext cx="68288" cy="67271"/>
          </a:xfrm>
          <a:custGeom>
            <a:avLst/>
            <a:gdLst/>
            <a:ahLst/>
            <a:cxnLst/>
            <a:rect l="l" t="t" r="r" b="b"/>
            <a:pathLst>
              <a:path w="2080" h="2049" extrusionOk="0">
                <a:moveTo>
                  <a:pt x="1040" y="0"/>
                </a:moveTo>
                <a:cubicBezTo>
                  <a:pt x="441" y="0"/>
                  <a:pt x="0" y="473"/>
                  <a:pt x="0" y="1009"/>
                </a:cubicBezTo>
                <a:cubicBezTo>
                  <a:pt x="0" y="1607"/>
                  <a:pt x="473" y="2048"/>
                  <a:pt x="1040" y="2048"/>
                </a:cubicBezTo>
                <a:cubicBezTo>
                  <a:pt x="1607" y="2048"/>
                  <a:pt x="2048" y="1576"/>
                  <a:pt x="2048" y="1009"/>
                </a:cubicBezTo>
                <a:cubicBezTo>
                  <a:pt x="2080" y="473"/>
                  <a:pt x="1607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7" name="Google Shape;5477;p57">
            <a:extLst>
              <a:ext uri="{FF2B5EF4-FFF2-40B4-BE49-F238E27FC236}">
                <a16:creationId xmlns:a16="http://schemas.microsoft.com/office/drawing/2014/main" id="{F4B94198-73D6-9D7B-D036-9AD257A7A2FC}"/>
              </a:ext>
            </a:extLst>
          </p:cNvPr>
          <p:cNvSpPr/>
          <p:nvPr/>
        </p:nvSpPr>
        <p:spPr>
          <a:xfrm>
            <a:off x="8514149" y="3933375"/>
            <a:ext cx="22785" cy="23803"/>
          </a:xfrm>
          <a:custGeom>
            <a:avLst/>
            <a:gdLst/>
            <a:ahLst/>
            <a:cxnLst/>
            <a:rect l="l" t="t" r="r" b="b"/>
            <a:pathLst>
              <a:path w="694" h="72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47" y="725"/>
                </a:cubicBezTo>
                <a:cubicBezTo>
                  <a:pt x="536" y="725"/>
                  <a:pt x="694" y="567"/>
                  <a:pt x="694" y="347"/>
                </a:cubicBez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09" name="Google Shape;5479;p57">
            <a:extLst>
              <a:ext uri="{FF2B5EF4-FFF2-40B4-BE49-F238E27FC236}">
                <a16:creationId xmlns:a16="http://schemas.microsoft.com/office/drawing/2014/main" id="{BCDC5A09-67F1-A9EE-F698-A43B6464927F}"/>
              </a:ext>
            </a:extLst>
          </p:cNvPr>
          <p:cNvSpPr/>
          <p:nvPr/>
        </p:nvSpPr>
        <p:spPr>
          <a:xfrm>
            <a:off x="5390576" y="2175599"/>
            <a:ext cx="34177" cy="92091"/>
          </a:xfrm>
          <a:custGeom>
            <a:avLst/>
            <a:gdLst/>
            <a:ahLst/>
            <a:cxnLst/>
            <a:rect l="l" t="t" r="r" b="b"/>
            <a:pathLst>
              <a:path w="1041" h="2805" extrusionOk="0">
                <a:moveTo>
                  <a:pt x="536" y="0"/>
                </a:moveTo>
                <a:cubicBezTo>
                  <a:pt x="253" y="0"/>
                  <a:pt x="1" y="252"/>
                  <a:pt x="1" y="536"/>
                </a:cubicBezTo>
                <a:lnTo>
                  <a:pt x="1" y="2458"/>
                </a:lnTo>
                <a:cubicBezTo>
                  <a:pt x="410" y="2458"/>
                  <a:pt x="757" y="2584"/>
                  <a:pt x="1040" y="2804"/>
                </a:cubicBezTo>
                <a:lnTo>
                  <a:pt x="1040" y="536"/>
                </a:lnTo>
                <a:cubicBezTo>
                  <a:pt x="1040" y="252"/>
                  <a:pt x="788" y="0"/>
                  <a:pt x="5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0" name="Google Shape;5480;p57">
            <a:extLst>
              <a:ext uri="{FF2B5EF4-FFF2-40B4-BE49-F238E27FC236}">
                <a16:creationId xmlns:a16="http://schemas.microsoft.com/office/drawing/2014/main" id="{12B0E926-E9EA-1DED-2FD5-AD4B43023184}"/>
              </a:ext>
            </a:extLst>
          </p:cNvPr>
          <p:cNvSpPr/>
          <p:nvPr/>
        </p:nvSpPr>
        <p:spPr>
          <a:xfrm>
            <a:off x="5675024" y="2175601"/>
            <a:ext cx="34177" cy="91040"/>
          </a:xfrm>
          <a:custGeom>
            <a:avLst/>
            <a:gdLst/>
            <a:ahLst/>
            <a:cxnLst/>
            <a:rect l="l" t="t" r="r" b="b"/>
            <a:pathLst>
              <a:path w="1041" h="2773" extrusionOk="0">
                <a:moveTo>
                  <a:pt x="536" y="0"/>
                </a:moveTo>
                <a:cubicBezTo>
                  <a:pt x="253" y="0"/>
                  <a:pt x="1" y="252"/>
                  <a:pt x="1" y="536"/>
                </a:cubicBezTo>
                <a:lnTo>
                  <a:pt x="1" y="2773"/>
                </a:lnTo>
                <a:cubicBezTo>
                  <a:pt x="284" y="2584"/>
                  <a:pt x="694" y="2426"/>
                  <a:pt x="1040" y="2426"/>
                </a:cubicBezTo>
                <a:lnTo>
                  <a:pt x="1040" y="536"/>
                </a:lnTo>
                <a:cubicBezTo>
                  <a:pt x="1040" y="252"/>
                  <a:pt x="788" y="0"/>
                  <a:pt x="5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1" name="Google Shape;5481;p57">
            <a:extLst>
              <a:ext uri="{FF2B5EF4-FFF2-40B4-BE49-F238E27FC236}">
                <a16:creationId xmlns:a16="http://schemas.microsoft.com/office/drawing/2014/main" id="{4DDB78B5-5376-22F7-3F19-79FB960CB400}"/>
              </a:ext>
            </a:extLst>
          </p:cNvPr>
          <p:cNvSpPr/>
          <p:nvPr/>
        </p:nvSpPr>
        <p:spPr>
          <a:xfrm>
            <a:off x="5504368" y="2188011"/>
            <a:ext cx="34145" cy="75544"/>
          </a:xfrm>
          <a:custGeom>
            <a:avLst/>
            <a:gdLst/>
            <a:ahLst/>
            <a:cxnLst/>
            <a:rect l="l" t="t" r="r" b="b"/>
            <a:pathLst>
              <a:path w="1040" h="2301" extrusionOk="0">
                <a:moveTo>
                  <a:pt x="536" y="0"/>
                </a:moveTo>
                <a:cubicBezTo>
                  <a:pt x="252" y="0"/>
                  <a:pt x="0" y="221"/>
                  <a:pt x="0" y="504"/>
                </a:cubicBezTo>
                <a:lnTo>
                  <a:pt x="0" y="1954"/>
                </a:lnTo>
                <a:cubicBezTo>
                  <a:pt x="410" y="1985"/>
                  <a:pt x="756" y="2080"/>
                  <a:pt x="1040" y="2300"/>
                </a:cubicBezTo>
                <a:lnTo>
                  <a:pt x="1040" y="504"/>
                </a:lnTo>
                <a:cubicBezTo>
                  <a:pt x="1040" y="221"/>
                  <a:pt x="788" y="0"/>
                  <a:pt x="5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2" name="Google Shape;5482;p57">
            <a:extLst>
              <a:ext uri="{FF2B5EF4-FFF2-40B4-BE49-F238E27FC236}">
                <a16:creationId xmlns:a16="http://schemas.microsoft.com/office/drawing/2014/main" id="{C2421877-4CBD-D995-52FD-35B7392452E2}"/>
              </a:ext>
            </a:extLst>
          </p:cNvPr>
          <p:cNvSpPr/>
          <p:nvPr/>
        </p:nvSpPr>
        <p:spPr>
          <a:xfrm>
            <a:off x="5561264" y="2188011"/>
            <a:ext cx="34145" cy="75544"/>
          </a:xfrm>
          <a:custGeom>
            <a:avLst/>
            <a:gdLst/>
            <a:ahLst/>
            <a:cxnLst/>
            <a:rect l="l" t="t" r="r" b="b"/>
            <a:pathLst>
              <a:path w="1040" h="2301" extrusionOk="0">
                <a:moveTo>
                  <a:pt x="536" y="0"/>
                </a:moveTo>
                <a:cubicBezTo>
                  <a:pt x="252" y="0"/>
                  <a:pt x="0" y="221"/>
                  <a:pt x="0" y="504"/>
                </a:cubicBezTo>
                <a:lnTo>
                  <a:pt x="0" y="2300"/>
                </a:lnTo>
                <a:cubicBezTo>
                  <a:pt x="315" y="2111"/>
                  <a:pt x="693" y="1985"/>
                  <a:pt x="1040" y="1954"/>
                </a:cubicBezTo>
                <a:lnTo>
                  <a:pt x="1040" y="504"/>
                </a:lnTo>
                <a:cubicBezTo>
                  <a:pt x="1040" y="221"/>
                  <a:pt x="788" y="0"/>
                  <a:pt x="5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3" name="Google Shape;5483;p57">
            <a:extLst>
              <a:ext uri="{FF2B5EF4-FFF2-40B4-BE49-F238E27FC236}">
                <a16:creationId xmlns:a16="http://schemas.microsoft.com/office/drawing/2014/main" id="{5C34D5AD-4E26-5ADF-D51A-EB0E43A9E979}"/>
              </a:ext>
            </a:extLst>
          </p:cNvPr>
          <p:cNvSpPr/>
          <p:nvPr/>
        </p:nvSpPr>
        <p:spPr>
          <a:xfrm>
            <a:off x="5447472" y="2152847"/>
            <a:ext cx="34177" cy="119997"/>
          </a:xfrm>
          <a:custGeom>
            <a:avLst/>
            <a:gdLst/>
            <a:ahLst/>
            <a:cxnLst/>
            <a:rect l="l" t="t" r="r" b="b"/>
            <a:pathLst>
              <a:path w="1041" h="3655" extrusionOk="0">
                <a:moveTo>
                  <a:pt x="536" y="0"/>
                </a:moveTo>
                <a:cubicBezTo>
                  <a:pt x="253" y="0"/>
                  <a:pt x="1" y="221"/>
                  <a:pt x="1" y="504"/>
                </a:cubicBezTo>
                <a:lnTo>
                  <a:pt x="1" y="3655"/>
                </a:lnTo>
                <a:cubicBezTo>
                  <a:pt x="1" y="3655"/>
                  <a:pt x="1" y="3623"/>
                  <a:pt x="64" y="3623"/>
                </a:cubicBezTo>
                <a:cubicBezTo>
                  <a:pt x="284" y="3371"/>
                  <a:pt x="631" y="3182"/>
                  <a:pt x="1040" y="3056"/>
                </a:cubicBezTo>
                <a:lnTo>
                  <a:pt x="1040" y="504"/>
                </a:lnTo>
                <a:cubicBezTo>
                  <a:pt x="1040" y="221"/>
                  <a:pt x="788" y="0"/>
                  <a:pt x="5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4" name="Google Shape;5484;p57">
            <a:extLst>
              <a:ext uri="{FF2B5EF4-FFF2-40B4-BE49-F238E27FC236}">
                <a16:creationId xmlns:a16="http://schemas.microsoft.com/office/drawing/2014/main" id="{31FE18A4-E194-2578-E086-947D61316833}"/>
              </a:ext>
            </a:extLst>
          </p:cNvPr>
          <p:cNvSpPr/>
          <p:nvPr/>
        </p:nvSpPr>
        <p:spPr>
          <a:xfrm>
            <a:off x="5618128" y="2153865"/>
            <a:ext cx="34177" cy="120030"/>
          </a:xfrm>
          <a:custGeom>
            <a:avLst/>
            <a:gdLst/>
            <a:ahLst/>
            <a:cxnLst/>
            <a:rect l="l" t="t" r="r" b="b"/>
            <a:pathLst>
              <a:path w="1041" h="3656" extrusionOk="0">
                <a:moveTo>
                  <a:pt x="536" y="1"/>
                </a:moveTo>
                <a:cubicBezTo>
                  <a:pt x="253" y="1"/>
                  <a:pt x="1" y="221"/>
                  <a:pt x="1" y="505"/>
                </a:cubicBezTo>
                <a:lnTo>
                  <a:pt x="1" y="3088"/>
                </a:lnTo>
                <a:cubicBezTo>
                  <a:pt x="379" y="3151"/>
                  <a:pt x="726" y="3340"/>
                  <a:pt x="1041" y="3655"/>
                </a:cubicBezTo>
                <a:lnTo>
                  <a:pt x="1041" y="505"/>
                </a:lnTo>
                <a:cubicBezTo>
                  <a:pt x="1041" y="253"/>
                  <a:pt x="789" y="1"/>
                  <a:pt x="53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5" name="Google Shape;5485;p57">
            <a:extLst>
              <a:ext uri="{FF2B5EF4-FFF2-40B4-BE49-F238E27FC236}">
                <a16:creationId xmlns:a16="http://schemas.microsoft.com/office/drawing/2014/main" id="{B4B04D86-35E5-BFB7-24E6-9A3384450C0A}"/>
              </a:ext>
            </a:extLst>
          </p:cNvPr>
          <p:cNvSpPr/>
          <p:nvPr/>
        </p:nvSpPr>
        <p:spPr>
          <a:xfrm>
            <a:off x="5445404" y="2275931"/>
            <a:ext cx="212056" cy="174825"/>
          </a:xfrm>
          <a:custGeom>
            <a:avLst/>
            <a:gdLst/>
            <a:ahLst/>
            <a:cxnLst/>
            <a:rect l="l" t="t" r="r" b="b"/>
            <a:pathLst>
              <a:path w="6459" h="5325" extrusionOk="0">
                <a:moveTo>
                  <a:pt x="1733" y="0"/>
                </a:moveTo>
                <a:cubicBezTo>
                  <a:pt x="1355" y="0"/>
                  <a:pt x="946" y="158"/>
                  <a:pt x="662" y="410"/>
                </a:cubicBezTo>
                <a:cubicBezTo>
                  <a:pt x="64" y="882"/>
                  <a:pt x="1" y="1639"/>
                  <a:pt x="347" y="2237"/>
                </a:cubicBezTo>
                <a:cubicBezTo>
                  <a:pt x="1324" y="2458"/>
                  <a:pt x="2048" y="3340"/>
                  <a:pt x="2174" y="4348"/>
                </a:cubicBezTo>
                <a:lnTo>
                  <a:pt x="3214" y="5325"/>
                </a:lnTo>
                <a:lnTo>
                  <a:pt x="4285" y="4348"/>
                </a:lnTo>
                <a:cubicBezTo>
                  <a:pt x="4380" y="3340"/>
                  <a:pt x="5073" y="2521"/>
                  <a:pt x="6113" y="2237"/>
                </a:cubicBezTo>
                <a:cubicBezTo>
                  <a:pt x="6459" y="1639"/>
                  <a:pt x="6333" y="882"/>
                  <a:pt x="5860" y="410"/>
                </a:cubicBezTo>
                <a:cubicBezTo>
                  <a:pt x="5577" y="158"/>
                  <a:pt x="5199" y="0"/>
                  <a:pt x="4789" y="0"/>
                </a:cubicBezTo>
                <a:cubicBezTo>
                  <a:pt x="4411" y="0"/>
                  <a:pt x="4002" y="158"/>
                  <a:pt x="3750" y="410"/>
                </a:cubicBezTo>
                <a:lnTo>
                  <a:pt x="3277" y="882"/>
                </a:lnTo>
                <a:lnTo>
                  <a:pt x="2805" y="410"/>
                </a:lnTo>
                <a:cubicBezTo>
                  <a:pt x="2521" y="158"/>
                  <a:pt x="2143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6" name="Google Shape;5486;p57">
            <a:extLst>
              <a:ext uri="{FF2B5EF4-FFF2-40B4-BE49-F238E27FC236}">
                <a16:creationId xmlns:a16="http://schemas.microsoft.com/office/drawing/2014/main" id="{3793A2A0-CF76-2670-2F46-31B1EE80FCB4}"/>
              </a:ext>
            </a:extLst>
          </p:cNvPr>
          <p:cNvSpPr/>
          <p:nvPr/>
        </p:nvSpPr>
        <p:spPr>
          <a:xfrm>
            <a:off x="5560214" y="2276949"/>
            <a:ext cx="159329" cy="264815"/>
          </a:xfrm>
          <a:custGeom>
            <a:avLst/>
            <a:gdLst/>
            <a:ahLst/>
            <a:cxnLst/>
            <a:rect l="l" t="t" r="r" b="b"/>
            <a:pathLst>
              <a:path w="4853" h="8066" extrusionOk="0">
                <a:moveTo>
                  <a:pt x="4506" y="1"/>
                </a:moveTo>
                <a:cubicBezTo>
                  <a:pt x="3876" y="1"/>
                  <a:pt x="3403" y="505"/>
                  <a:pt x="3403" y="1198"/>
                </a:cubicBezTo>
                <a:lnTo>
                  <a:pt x="3403" y="2395"/>
                </a:lnTo>
                <a:cubicBezTo>
                  <a:pt x="3403" y="2584"/>
                  <a:pt x="3246" y="2742"/>
                  <a:pt x="3025" y="2742"/>
                </a:cubicBezTo>
                <a:cubicBezTo>
                  <a:pt x="2679" y="2742"/>
                  <a:pt x="2363" y="2868"/>
                  <a:pt x="2080" y="3025"/>
                </a:cubicBezTo>
                <a:cubicBezTo>
                  <a:pt x="1702" y="3372"/>
                  <a:pt x="1418" y="3939"/>
                  <a:pt x="1418" y="4474"/>
                </a:cubicBezTo>
                <a:lnTo>
                  <a:pt x="1418" y="5231"/>
                </a:lnTo>
                <a:cubicBezTo>
                  <a:pt x="1418" y="5420"/>
                  <a:pt x="1261" y="5577"/>
                  <a:pt x="1072" y="5577"/>
                </a:cubicBezTo>
                <a:cubicBezTo>
                  <a:pt x="883" y="5577"/>
                  <a:pt x="725" y="5420"/>
                  <a:pt x="725" y="5231"/>
                </a:cubicBezTo>
                <a:lnTo>
                  <a:pt x="1" y="5892"/>
                </a:lnTo>
                <a:lnTo>
                  <a:pt x="1" y="8066"/>
                </a:lnTo>
                <a:lnTo>
                  <a:pt x="3813" y="8066"/>
                </a:lnTo>
                <a:cubicBezTo>
                  <a:pt x="4033" y="8066"/>
                  <a:pt x="4191" y="7908"/>
                  <a:pt x="4191" y="7719"/>
                </a:cubicBezTo>
                <a:cubicBezTo>
                  <a:pt x="4191" y="7530"/>
                  <a:pt x="4033" y="7373"/>
                  <a:pt x="3813" y="7373"/>
                </a:cubicBezTo>
                <a:lnTo>
                  <a:pt x="3466" y="7373"/>
                </a:lnTo>
                <a:lnTo>
                  <a:pt x="3466" y="6270"/>
                </a:lnTo>
                <a:cubicBezTo>
                  <a:pt x="3466" y="6176"/>
                  <a:pt x="3498" y="6050"/>
                  <a:pt x="3592" y="6018"/>
                </a:cubicBezTo>
                <a:lnTo>
                  <a:pt x="4128" y="5420"/>
                </a:lnTo>
                <a:cubicBezTo>
                  <a:pt x="4600" y="4947"/>
                  <a:pt x="4852" y="4380"/>
                  <a:pt x="4852" y="3687"/>
                </a:cubicBezTo>
                <a:lnTo>
                  <a:pt x="4852" y="347"/>
                </a:lnTo>
                <a:cubicBezTo>
                  <a:pt x="4852" y="158"/>
                  <a:pt x="4695" y="1"/>
                  <a:pt x="450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7" name="Google Shape;5487;p57">
            <a:extLst>
              <a:ext uri="{FF2B5EF4-FFF2-40B4-BE49-F238E27FC236}">
                <a16:creationId xmlns:a16="http://schemas.microsoft.com/office/drawing/2014/main" id="{8E4595C9-F3D9-4A62-4A75-9E328A077A5E}"/>
              </a:ext>
            </a:extLst>
          </p:cNvPr>
          <p:cNvSpPr/>
          <p:nvPr/>
        </p:nvSpPr>
        <p:spPr>
          <a:xfrm>
            <a:off x="5377147" y="2279017"/>
            <a:ext cx="161364" cy="262746"/>
          </a:xfrm>
          <a:custGeom>
            <a:avLst/>
            <a:gdLst/>
            <a:ahLst/>
            <a:cxnLst/>
            <a:rect l="l" t="t" r="r" b="b"/>
            <a:pathLst>
              <a:path w="4915" h="8003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lnTo>
                  <a:pt x="0" y="3718"/>
                </a:lnTo>
                <a:cubicBezTo>
                  <a:pt x="0" y="4348"/>
                  <a:pt x="221" y="4979"/>
                  <a:pt x="693" y="5451"/>
                </a:cubicBezTo>
                <a:lnTo>
                  <a:pt x="1323" y="5955"/>
                </a:lnTo>
                <a:cubicBezTo>
                  <a:pt x="1418" y="6018"/>
                  <a:pt x="1449" y="6113"/>
                  <a:pt x="1449" y="6207"/>
                </a:cubicBezTo>
                <a:lnTo>
                  <a:pt x="1449" y="7310"/>
                </a:lnTo>
                <a:lnTo>
                  <a:pt x="1103" y="7310"/>
                </a:lnTo>
                <a:cubicBezTo>
                  <a:pt x="882" y="7310"/>
                  <a:pt x="725" y="7467"/>
                  <a:pt x="725" y="7656"/>
                </a:cubicBezTo>
                <a:cubicBezTo>
                  <a:pt x="725" y="7845"/>
                  <a:pt x="882" y="8003"/>
                  <a:pt x="1103" y="8003"/>
                </a:cubicBezTo>
                <a:lnTo>
                  <a:pt x="4915" y="8003"/>
                </a:lnTo>
                <a:lnTo>
                  <a:pt x="4915" y="5829"/>
                </a:lnTo>
                <a:lnTo>
                  <a:pt x="4190" y="5168"/>
                </a:lnTo>
                <a:cubicBezTo>
                  <a:pt x="4190" y="5357"/>
                  <a:pt x="4033" y="5514"/>
                  <a:pt x="3844" y="5514"/>
                </a:cubicBezTo>
                <a:cubicBezTo>
                  <a:pt x="3655" y="5514"/>
                  <a:pt x="3497" y="5357"/>
                  <a:pt x="3497" y="5168"/>
                </a:cubicBezTo>
                <a:lnTo>
                  <a:pt x="3497" y="4411"/>
                </a:lnTo>
                <a:cubicBezTo>
                  <a:pt x="3497" y="3876"/>
                  <a:pt x="3214" y="3372"/>
                  <a:pt x="2741" y="3057"/>
                </a:cubicBezTo>
                <a:cubicBezTo>
                  <a:pt x="2458" y="2899"/>
                  <a:pt x="2143" y="2773"/>
                  <a:pt x="1796" y="2773"/>
                </a:cubicBezTo>
                <a:cubicBezTo>
                  <a:pt x="1607" y="2773"/>
                  <a:pt x="1449" y="2616"/>
                  <a:pt x="1449" y="2427"/>
                </a:cubicBezTo>
                <a:lnTo>
                  <a:pt x="1449" y="1229"/>
                </a:lnTo>
                <a:cubicBezTo>
                  <a:pt x="1449" y="473"/>
                  <a:pt x="945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18" name="Google Shape;5488;p57">
            <a:extLst>
              <a:ext uri="{FF2B5EF4-FFF2-40B4-BE49-F238E27FC236}">
                <a16:creationId xmlns:a16="http://schemas.microsoft.com/office/drawing/2014/main" id="{A8A65F10-5899-8E6E-44D5-58771BC3C426}"/>
              </a:ext>
            </a:extLst>
          </p:cNvPr>
          <p:cNvSpPr/>
          <p:nvPr/>
        </p:nvSpPr>
        <p:spPr>
          <a:xfrm>
            <a:off x="5354476" y="2657437"/>
            <a:ext cx="388916" cy="386618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0" name="Google Shape;5490;p57">
            <a:extLst>
              <a:ext uri="{FF2B5EF4-FFF2-40B4-BE49-F238E27FC236}">
                <a16:creationId xmlns:a16="http://schemas.microsoft.com/office/drawing/2014/main" id="{CB9D1B4B-757B-684F-8869-54A78A327B43}"/>
              </a:ext>
            </a:extLst>
          </p:cNvPr>
          <p:cNvSpPr/>
          <p:nvPr/>
        </p:nvSpPr>
        <p:spPr>
          <a:xfrm>
            <a:off x="5469206" y="3152945"/>
            <a:ext cx="158279" cy="67271"/>
          </a:xfrm>
          <a:custGeom>
            <a:avLst/>
            <a:gdLst/>
            <a:ahLst/>
            <a:cxnLst/>
            <a:rect l="l" t="t" r="r" b="b"/>
            <a:pathLst>
              <a:path w="4821" h="2049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07"/>
                  <a:pt x="473" y="2048"/>
                  <a:pt x="1040" y="2048"/>
                </a:cubicBezTo>
                <a:lnTo>
                  <a:pt x="3781" y="2048"/>
                </a:lnTo>
                <a:cubicBezTo>
                  <a:pt x="4379" y="2048"/>
                  <a:pt x="4820" y="1575"/>
                  <a:pt x="4820" y="1040"/>
                </a:cubicBezTo>
                <a:cubicBezTo>
                  <a:pt x="4820" y="441"/>
                  <a:pt x="4348" y="0"/>
                  <a:pt x="37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1" name="Google Shape;5491;p57">
            <a:extLst>
              <a:ext uri="{FF2B5EF4-FFF2-40B4-BE49-F238E27FC236}">
                <a16:creationId xmlns:a16="http://schemas.microsoft.com/office/drawing/2014/main" id="{5DFF8371-CAB1-6DE0-88A2-E8AB5D26C27F}"/>
              </a:ext>
            </a:extLst>
          </p:cNvPr>
          <p:cNvSpPr/>
          <p:nvPr/>
        </p:nvSpPr>
        <p:spPr>
          <a:xfrm>
            <a:off x="5422652" y="3380826"/>
            <a:ext cx="251387" cy="160018"/>
          </a:xfrm>
          <a:custGeom>
            <a:avLst/>
            <a:gdLst/>
            <a:ahLst/>
            <a:cxnLst/>
            <a:rect l="l" t="t" r="r" b="b"/>
            <a:pathLst>
              <a:path w="7657" h="4874" extrusionOk="0">
                <a:moveTo>
                  <a:pt x="1733" y="715"/>
                </a:moveTo>
                <a:cubicBezTo>
                  <a:pt x="1954" y="715"/>
                  <a:pt x="2111" y="872"/>
                  <a:pt x="2111" y="1061"/>
                </a:cubicBezTo>
                <a:cubicBezTo>
                  <a:pt x="2111" y="1250"/>
                  <a:pt x="1954" y="1408"/>
                  <a:pt x="1733" y="1408"/>
                </a:cubicBezTo>
                <a:cubicBezTo>
                  <a:pt x="1544" y="1408"/>
                  <a:pt x="1387" y="1250"/>
                  <a:pt x="1387" y="1061"/>
                </a:cubicBezTo>
                <a:cubicBezTo>
                  <a:pt x="1418" y="872"/>
                  <a:pt x="1576" y="715"/>
                  <a:pt x="1733" y="715"/>
                </a:cubicBezTo>
                <a:close/>
                <a:moveTo>
                  <a:pt x="3151" y="1376"/>
                </a:moveTo>
                <a:cubicBezTo>
                  <a:pt x="3372" y="1376"/>
                  <a:pt x="3529" y="1534"/>
                  <a:pt x="3529" y="1723"/>
                </a:cubicBezTo>
                <a:cubicBezTo>
                  <a:pt x="3529" y="1912"/>
                  <a:pt x="3372" y="2070"/>
                  <a:pt x="3151" y="2070"/>
                </a:cubicBezTo>
                <a:cubicBezTo>
                  <a:pt x="2962" y="2070"/>
                  <a:pt x="2804" y="1912"/>
                  <a:pt x="2804" y="1723"/>
                </a:cubicBezTo>
                <a:cubicBezTo>
                  <a:pt x="2804" y="1534"/>
                  <a:pt x="2962" y="1376"/>
                  <a:pt x="3151" y="1376"/>
                </a:cubicBezTo>
                <a:close/>
                <a:moveTo>
                  <a:pt x="5199" y="2070"/>
                </a:moveTo>
                <a:cubicBezTo>
                  <a:pt x="5419" y="2070"/>
                  <a:pt x="5577" y="2227"/>
                  <a:pt x="5577" y="2448"/>
                </a:cubicBezTo>
                <a:cubicBezTo>
                  <a:pt x="5577" y="2637"/>
                  <a:pt x="5419" y="2794"/>
                  <a:pt x="5199" y="2794"/>
                </a:cubicBezTo>
                <a:cubicBezTo>
                  <a:pt x="5010" y="2794"/>
                  <a:pt x="4852" y="2637"/>
                  <a:pt x="4852" y="2448"/>
                </a:cubicBezTo>
                <a:cubicBezTo>
                  <a:pt x="4884" y="2227"/>
                  <a:pt x="5041" y="2070"/>
                  <a:pt x="5199" y="2070"/>
                </a:cubicBezTo>
                <a:close/>
                <a:moveTo>
                  <a:pt x="3151" y="2794"/>
                </a:moveTo>
                <a:cubicBezTo>
                  <a:pt x="3372" y="2794"/>
                  <a:pt x="3529" y="2952"/>
                  <a:pt x="3529" y="3141"/>
                </a:cubicBezTo>
                <a:cubicBezTo>
                  <a:pt x="3529" y="3330"/>
                  <a:pt x="3372" y="3487"/>
                  <a:pt x="3151" y="3487"/>
                </a:cubicBezTo>
                <a:cubicBezTo>
                  <a:pt x="2962" y="3487"/>
                  <a:pt x="2804" y="3330"/>
                  <a:pt x="2804" y="3141"/>
                </a:cubicBezTo>
                <a:cubicBezTo>
                  <a:pt x="2804" y="2952"/>
                  <a:pt x="2962" y="2794"/>
                  <a:pt x="3151" y="2794"/>
                </a:cubicBezTo>
                <a:close/>
                <a:moveTo>
                  <a:pt x="1748" y="1"/>
                </a:moveTo>
                <a:cubicBezTo>
                  <a:pt x="1181" y="1"/>
                  <a:pt x="615" y="166"/>
                  <a:pt x="63" y="494"/>
                </a:cubicBezTo>
                <a:cubicBezTo>
                  <a:pt x="63" y="715"/>
                  <a:pt x="0" y="872"/>
                  <a:pt x="0" y="1061"/>
                </a:cubicBezTo>
                <a:cubicBezTo>
                  <a:pt x="0" y="2196"/>
                  <a:pt x="536" y="3298"/>
                  <a:pt x="1418" y="4023"/>
                </a:cubicBezTo>
                <a:cubicBezTo>
                  <a:pt x="2111" y="4558"/>
                  <a:pt x="2962" y="4874"/>
                  <a:pt x="3844" y="4874"/>
                </a:cubicBezTo>
                <a:cubicBezTo>
                  <a:pt x="4096" y="4874"/>
                  <a:pt x="4380" y="4842"/>
                  <a:pt x="4663" y="4811"/>
                </a:cubicBezTo>
                <a:cubicBezTo>
                  <a:pt x="6144" y="4495"/>
                  <a:pt x="7341" y="3267"/>
                  <a:pt x="7625" y="1723"/>
                </a:cubicBezTo>
                <a:cubicBezTo>
                  <a:pt x="7656" y="1439"/>
                  <a:pt x="7656" y="1219"/>
                  <a:pt x="7656" y="935"/>
                </a:cubicBezTo>
                <a:lnTo>
                  <a:pt x="7656" y="935"/>
                </a:lnTo>
                <a:cubicBezTo>
                  <a:pt x="7033" y="1235"/>
                  <a:pt x="6444" y="1354"/>
                  <a:pt x="5904" y="1354"/>
                </a:cubicBezTo>
                <a:cubicBezTo>
                  <a:pt x="4969" y="1354"/>
                  <a:pt x="4183" y="1000"/>
                  <a:pt x="3624" y="620"/>
                </a:cubicBezTo>
                <a:cubicBezTo>
                  <a:pt x="3010" y="206"/>
                  <a:pt x="2378" y="1"/>
                  <a:pt x="17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2" name="Google Shape;5492;p57">
            <a:extLst>
              <a:ext uri="{FF2B5EF4-FFF2-40B4-BE49-F238E27FC236}">
                <a16:creationId xmlns:a16="http://schemas.microsoft.com/office/drawing/2014/main" id="{573315DD-B29E-E72D-B8A1-CDE47FB742B7}"/>
              </a:ext>
            </a:extLst>
          </p:cNvPr>
          <p:cNvSpPr/>
          <p:nvPr/>
        </p:nvSpPr>
        <p:spPr>
          <a:xfrm>
            <a:off x="5431974" y="3243952"/>
            <a:ext cx="238944" cy="160182"/>
          </a:xfrm>
          <a:custGeom>
            <a:avLst/>
            <a:gdLst/>
            <a:ahLst/>
            <a:cxnLst/>
            <a:rect l="l" t="t" r="r" b="b"/>
            <a:pathLst>
              <a:path w="7278" h="4879" extrusionOk="0">
                <a:moveTo>
                  <a:pt x="1827" y="1"/>
                </a:moveTo>
                <a:lnTo>
                  <a:pt x="1827" y="1639"/>
                </a:lnTo>
                <a:cubicBezTo>
                  <a:pt x="1827" y="1765"/>
                  <a:pt x="1733" y="1891"/>
                  <a:pt x="1607" y="1922"/>
                </a:cubicBezTo>
                <a:cubicBezTo>
                  <a:pt x="914" y="2363"/>
                  <a:pt x="315" y="3025"/>
                  <a:pt x="0" y="3813"/>
                </a:cubicBezTo>
                <a:cubicBezTo>
                  <a:pt x="492" y="3611"/>
                  <a:pt x="988" y="3505"/>
                  <a:pt x="1488" y="3505"/>
                </a:cubicBezTo>
                <a:cubicBezTo>
                  <a:pt x="2237" y="3505"/>
                  <a:pt x="2993" y="3743"/>
                  <a:pt x="3749" y="4254"/>
                </a:cubicBezTo>
                <a:cubicBezTo>
                  <a:pt x="4370" y="4673"/>
                  <a:pt x="5000" y="4878"/>
                  <a:pt x="5629" y="4878"/>
                </a:cubicBezTo>
                <a:cubicBezTo>
                  <a:pt x="6181" y="4878"/>
                  <a:pt x="6733" y="4721"/>
                  <a:pt x="7278" y="4411"/>
                </a:cubicBezTo>
                <a:cubicBezTo>
                  <a:pt x="7057" y="3372"/>
                  <a:pt x="6427" y="2427"/>
                  <a:pt x="5450" y="1922"/>
                </a:cubicBezTo>
                <a:cubicBezTo>
                  <a:pt x="5356" y="1859"/>
                  <a:pt x="5293" y="1765"/>
                  <a:pt x="5293" y="1639"/>
                </a:cubicBezTo>
                <a:lnTo>
                  <a:pt x="529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4" name="Google Shape;5494;p57">
            <a:extLst>
              <a:ext uri="{FF2B5EF4-FFF2-40B4-BE49-F238E27FC236}">
                <a16:creationId xmlns:a16="http://schemas.microsoft.com/office/drawing/2014/main" id="{81E20F29-C8AB-A4CB-E306-85D31914AE5B}"/>
              </a:ext>
            </a:extLst>
          </p:cNvPr>
          <p:cNvSpPr/>
          <p:nvPr/>
        </p:nvSpPr>
        <p:spPr>
          <a:xfrm>
            <a:off x="7965849" y="2152832"/>
            <a:ext cx="67238" cy="297941"/>
          </a:xfrm>
          <a:custGeom>
            <a:avLst/>
            <a:gdLst/>
            <a:ahLst/>
            <a:cxnLst/>
            <a:rect l="l" t="t" r="r" b="b"/>
            <a:pathLst>
              <a:path w="2048" h="9075" extrusionOk="0">
                <a:moveTo>
                  <a:pt x="1071" y="1"/>
                </a:moveTo>
                <a:cubicBezTo>
                  <a:pt x="882" y="1"/>
                  <a:pt x="725" y="158"/>
                  <a:pt x="725" y="347"/>
                </a:cubicBezTo>
                <a:lnTo>
                  <a:pt x="725" y="6554"/>
                </a:lnTo>
                <a:cubicBezTo>
                  <a:pt x="473" y="6900"/>
                  <a:pt x="0" y="7656"/>
                  <a:pt x="0" y="8034"/>
                </a:cubicBezTo>
                <a:cubicBezTo>
                  <a:pt x="0" y="8633"/>
                  <a:pt x="473" y="9074"/>
                  <a:pt x="1040" y="9074"/>
                </a:cubicBezTo>
                <a:cubicBezTo>
                  <a:pt x="1638" y="9074"/>
                  <a:pt x="2048" y="8602"/>
                  <a:pt x="2048" y="8034"/>
                </a:cubicBezTo>
                <a:cubicBezTo>
                  <a:pt x="2048" y="7656"/>
                  <a:pt x="1638" y="6900"/>
                  <a:pt x="1355" y="6554"/>
                </a:cubicBezTo>
                <a:lnTo>
                  <a:pt x="1355" y="347"/>
                </a:lnTo>
                <a:cubicBezTo>
                  <a:pt x="1386" y="158"/>
                  <a:pt x="1260" y="1"/>
                  <a:pt x="10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5" name="Google Shape;5495;p57">
            <a:extLst>
              <a:ext uri="{FF2B5EF4-FFF2-40B4-BE49-F238E27FC236}">
                <a16:creationId xmlns:a16="http://schemas.microsoft.com/office/drawing/2014/main" id="{A85D6C05-58A6-0F84-CF84-52EEFF424F88}"/>
              </a:ext>
            </a:extLst>
          </p:cNvPr>
          <p:cNvSpPr/>
          <p:nvPr/>
        </p:nvSpPr>
        <p:spPr>
          <a:xfrm>
            <a:off x="7809639" y="2337999"/>
            <a:ext cx="388949" cy="203782"/>
          </a:xfrm>
          <a:custGeom>
            <a:avLst/>
            <a:gdLst/>
            <a:ahLst/>
            <a:cxnLst/>
            <a:rect l="l" t="t" r="r" b="b"/>
            <a:pathLst>
              <a:path w="11847" h="6207" extrusionOk="0">
                <a:moveTo>
                  <a:pt x="3939" y="662"/>
                </a:moveTo>
                <a:cubicBezTo>
                  <a:pt x="3876" y="914"/>
                  <a:pt x="3750" y="1134"/>
                  <a:pt x="3624" y="1323"/>
                </a:cubicBezTo>
                <a:cubicBezTo>
                  <a:pt x="3624" y="1386"/>
                  <a:pt x="3593" y="1418"/>
                  <a:pt x="3593" y="1481"/>
                </a:cubicBezTo>
                <a:cubicBezTo>
                  <a:pt x="3277" y="1292"/>
                  <a:pt x="2836" y="1229"/>
                  <a:pt x="2490" y="1229"/>
                </a:cubicBezTo>
                <a:cubicBezTo>
                  <a:pt x="1986" y="1229"/>
                  <a:pt x="1293" y="1386"/>
                  <a:pt x="1041" y="1859"/>
                </a:cubicBezTo>
                <a:cubicBezTo>
                  <a:pt x="915" y="2048"/>
                  <a:pt x="757" y="2111"/>
                  <a:pt x="568" y="2111"/>
                </a:cubicBezTo>
                <a:lnTo>
                  <a:pt x="568" y="1008"/>
                </a:lnTo>
                <a:cubicBezTo>
                  <a:pt x="568" y="819"/>
                  <a:pt x="726" y="662"/>
                  <a:pt x="915" y="662"/>
                </a:cubicBezTo>
                <a:close/>
                <a:moveTo>
                  <a:pt x="10681" y="662"/>
                </a:moveTo>
                <a:cubicBezTo>
                  <a:pt x="10870" y="662"/>
                  <a:pt x="11028" y="819"/>
                  <a:pt x="11028" y="1008"/>
                </a:cubicBezTo>
                <a:lnTo>
                  <a:pt x="11028" y="2111"/>
                </a:lnTo>
                <a:cubicBezTo>
                  <a:pt x="10870" y="2111"/>
                  <a:pt x="10681" y="2048"/>
                  <a:pt x="10555" y="1859"/>
                </a:cubicBezTo>
                <a:cubicBezTo>
                  <a:pt x="10335" y="1449"/>
                  <a:pt x="9894" y="1229"/>
                  <a:pt x="9452" y="1229"/>
                </a:cubicBezTo>
                <a:cubicBezTo>
                  <a:pt x="9011" y="1229"/>
                  <a:pt x="8602" y="1449"/>
                  <a:pt x="8350" y="1859"/>
                </a:cubicBezTo>
                <a:cubicBezTo>
                  <a:pt x="8318" y="1922"/>
                  <a:pt x="8224" y="2016"/>
                  <a:pt x="8192" y="2048"/>
                </a:cubicBezTo>
                <a:cubicBezTo>
                  <a:pt x="8161" y="1733"/>
                  <a:pt x="8003" y="1292"/>
                  <a:pt x="7657" y="662"/>
                </a:cubicBezTo>
                <a:close/>
                <a:moveTo>
                  <a:pt x="2332" y="2741"/>
                </a:moveTo>
                <a:cubicBezTo>
                  <a:pt x="2521" y="2741"/>
                  <a:pt x="2679" y="2899"/>
                  <a:pt x="2679" y="3119"/>
                </a:cubicBezTo>
                <a:cubicBezTo>
                  <a:pt x="2679" y="3308"/>
                  <a:pt x="2521" y="3466"/>
                  <a:pt x="2332" y="3466"/>
                </a:cubicBezTo>
                <a:cubicBezTo>
                  <a:pt x="2143" y="3466"/>
                  <a:pt x="1986" y="3308"/>
                  <a:pt x="1986" y="3119"/>
                </a:cubicBezTo>
                <a:cubicBezTo>
                  <a:pt x="1986" y="2899"/>
                  <a:pt x="2143" y="2741"/>
                  <a:pt x="2332" y="2741"/>
                </a:cubicBezTo>
                <a:close/>
                <a:moveTo>
                  <a:pt x="9295" y="2741"/>
                </a:moveTo>
                <a:cubicBezTo>
                  <a:pt x="9484" y="2741"/>
                  <a:pt x="9641" y="2899"/>
                  <a:pt x="9641" y="3119"/>
                </a:cubicBezTo>
                <a:cubicBezTo>
                  <a:pt x="9641" y="3308"/>
                  <a:pt x="9484" y="3466"/>
                  <a:pt x="9295" y="3466"/>
                </a:cubicBezTo>
                <a:cubicBezTo>
                  <a:pt x="9106" y="3466"/>
                  <a:pt x="8948" y="3308"/>
                  <a:pt x="8948" y="3119"/>
                </a:cubicBezTo>
                <a:cubicBezTo>
                  <a:pt x="8948" y="2899"/>
                  <a:pt x="9106" y="2741"/>
                  <a:pt x="9295" y="2741"/>
                </a:cubicBezTo>
                <a:close/>
                <a:moveTo>
                  <a:pt x="1608" y="4127"/>
                </a:moveTo>
                <a:cubicBezTo>
                  <a:pt x="1828" y="4127"/>
                  <a:pt x="1986" y="4285"/>
                  <a:pt x="1986" y="4474"/>
                </a:cubicBezTo>
                <a:cubicBezTo>
                  <a:pt x="1986" y="4694"/>
                  <a:pt x="1828" y="4852"/>
                  <a:pt x="1608" y="4852"/>
                </a:cubicBezTo>
                <a:cubicBezTo>
                  <a:pt x="1419" y="4852"/>
                  <a:pt x="1261" y="4694"/>
                  <a:pt x="1261" y="4474"/>
                </a:cubicBezTo>
                <a:cubicBezTo>
                  <a:pt x="1261" y="4285"/>
                  <a:pt x="1419" y="4127"/>
                  <a:pt x="1608" y="4127"/>
                </a:cubicBezTo>
                <a:close/>
                <a:moveTo>
                  <a:pt x="3025" y="4127"/>
                </a:moveTo>
                <a:cubicBezTo>
                  <a:pt x="3246" y="4127"/>
                  <a:pt x="3404" y="4285"/>
                  <a:pt x="3404" y="4474"/>
                </a:cubicBezTo>
                <a:cubicBezTo>
                  <a:pt x="3404" y="4694"/>
                  <a:pt x="3183" y="4852"/>
                  <a:pt x="3025" y="4852"/>
                </a:cubicBezTo>
                <a:cubicBezTo>
                  <a:pt x="2836" y="4852"/>
                  <a:pt x="2679" y="4694"/>
                  <a:pt x="2679" y="4474"/>
                </a:cubicBezTo>
                <a:cubicBezTo>
                  <a:pt x="2679" y="4285"/>
                  <a:pt x="2836" y="4127"/>
                  <a:pt x="3025" y="4127"/>
                </a:cubicBezTo>
                <a:close/>
                <a:moveTo>
                  <a:pt x="8602" y="4127"/>
                </a:moveTo>
                <a:cubicBezTo>
                  <a:pt x="8791" y="4127"/>
                  <a:pt x="8948" y="4285"/>
                  <a:pt x="8948" y="4474"/>
                </a:cubicBezTo>
                <a:cubicBezTo>
                  <a:pt x="8948" y="4694"/>
                  <a:pt x="8791" y="4852"/>
                  <a:pt x="8602" y="4852"/>
                </a:cubicBezTo>
                <a:cubicBezTo>
                  <a:pt x="8381" y="4852"/>
                  <a:pt x="8224" y="4694"/>
                  <a:pt x="8224" y="4474"/>
                </a:cubicBezTo>
                <a:cubicBezTo>
                  <a:pt x="8224" y="4285"/>
                  <a:pt x="8381" y="4127"/>
                  <a:pt x="8602" y="4127"/>
                </a:cubicBezTo>
                <a:close/>
                <a:moveTo>
                  <a:pt x="9957" y="4127"/>
                </a:moveTo>
                <a:cubicBezTo>
                  <a:pt x="10177" y="4127"/>
                  <a:pt x="10335" y="4285"/>
                  <a:pt x="10335" y="4474"/>
                </a:cubicBezTo>
                <a:cubicBezTo>
                  <a:pt x="10335" y="4694"/>
                  <a:pt x="10177" y="4852"/>
                  <a:pt x="9957" y="4852"/>
                </a:cubicBezTo>
                <a:cubicBezTo>
                  <a:pt x="9768" y="4852"/>
                  <a:pt x="9610" y="4694"/>
                  <a:pt x="9610" y="4474"/>
                </a:cubicBezTo>
                <a:cubicBezTo>
                  <a:pt x="9610" y="4285"/>
                  <a:pt x="9768" y="4127"/>
                  <a:pt x="9957" y="4127"/>
                </a:cubicBezTo>
                <a:close/>
                <a:moveTo>
                  <a:pt x="1041" y="0"/>
                </a:moveTo>
                <a:cubicBezTo>
                  <a:pt x="442" y="0"/>
                  <a:pt x="1" y="473"/>
                  <a:pt x="1" y="1008"/>
                </a:cubicBezTo>
                <a:lnTo>
                  <a:pt x="1" y="5860"/>
                </a:lnTo>
                <a:cubicBezTo>
                  <a:pt x="1" y="6049"/>
                  <a:pt x="159" y="6207"/>
                  <a:pt x="348" y="6207"/>
                </a:cubicBezTo>
                <a:lnTo>
                  <a:pt x="11500" y="6207"/>
                </a:lnTo>
                <a:cubicBezTo>
                  <a:pt x="11689" y="6207"/>
                  <a:pt x="11847" y="6049"/>
                  <a:pt x="11847" y="5860"/>
                </a:cubicBezTo>
                <a:lnTo>
                  <a:pt x="11847" y="1008"/>
                </a:lnTo>
                <a:cubicBezTo>
                  <a:pt x="11752" y="441"/>
                  <a:pt x="11280" y="0"/>
                  <a:pt x="10713" y="0"/>
                </a:cubicBezTo>
                <a:lnTo>
                  <a:pt x="7058" y="0"/>
                </a:lnTo>
                <a:cubicBezTo>
                  <a:pt x="6775" y="0"/>
                  <a:pt x="6617" y="315"/>
                  <a:pt x="6775" y="536"/>
                </a:cubicBezTo>
                <a:cubicBezTo>
                  <a:pt x="7342" y="1323"/>
                  <a:pt x="7594" y="1953"/>
                  <a:pt x="7594" y="2426"/>
                </a:cubicBezTo>
                <a:cubicBezTo>
                  <a:pt x="7594" y="2899"/>
                  <a:pt x="7405" y="3371"/>
                  <a:pt x="7027" y="3749"/>
                </a:cubicBezTo>
                <a:cubicBezTo>
                  <a:pt x="6686" y="4033"/>
                  <a:pt x="6243" y="4163"/>
                  <a:pt x="5813" y="4163"/>
                </a:cubicBezTo>
                <a:cubicBezTo>
                  <a:pt x="5766" y="4163"/>
                  <a:pt x="5719" y="4162"/>
                  <a:pt x="5672" y="4159"/>
                </a:cubicBezTo>
                <a:cubicBezTo>
                  <a:pt x="5168" y="4127"/>
                  <a:pt x="4695" y="3812"/>
                  <a:pt x="4443" y="3340"/>
                </a:cubicBezTo>
                <a:cubicBezTo>
                  <a:pt x="4128" y="2835"/>
                  <a:pt x="4097" y="2205"/>
                  <a:pt x="4349" y="1638"/>
                </a:cubicBezTo>
                <a:cubicBezTo>
                  <a:pt x="4506" y="1323"/>
                  <a:pt x="4695" y="945"/>
                  <a:pt x="4979" y="536"/>
                </a:cubicBezTo>
                <a:cubicBezTo>
                  <a:pt x="5136" y="315"/>
                  <a:pt x="4979" y="0"/>
                  <a:pt x="46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7" name="Google Shape;5497;p57">
            <a:extLst>
              <a:ext uri="{FF2B5EF4-FFF2-40B4-BE49-F238E27FC236}">
                <a16:creationId xmlns:a16="http://schemas.microsoft.com/office/drawing/2014/main" id="{40E03AF4-F557-97C6-A2E6-63792A663AB6}"/>
              </a:ext>
            </a:extLst>
          </p:cNvPr>
          <p:cNvSpPr/>
          <p:nvPr/>
        </p:nvSpPr>
        <p:spPr>
          <a:xfrm>
            <a:off x="7810164" y="2817166"/>
            <a:ext cx="388949" cy="227585"/>
          </a:xfrm>
          <a:custGeom>
            <a:avLst/>
            <a:gdLst/>
            <a:ahLst/>
            <a:cxnLst/>
            <a:rect l="l" t="t" r="r" b="b"/>
            <a:pathLst>
              <a:path w="11847" h="6932" extrusionOk="0">
                <a:moveTo>
                  <a:pt x="7656" y="3466"/>
                </a:moveTo>
                <a:lnTo>
                  <a:pt x="7656" y="4852"/>
                </a:lnTo>
                <a:lnTo>
                  <a:pt x="6963" y="4852"/>
                </a:lnTo>
                <a:lnTo>
                  <a:pt x="6963" y="3466"/>
                </a:lnTo>
                <a:close/>
                <a:moveTo>
                  <a:pt x="9074" y="3466"/>
                </a:moveTo>
                <a:lnTo>
                  <a:pt x="9074" y="4852"/>
                </a:lnTo>
                <a:lnTo>
                  <a:pt x="8381" y="4852"/>
                </a:lnTo>
                <a:lnTo>
                  <a:pt x="8381" y="3466"/>
                </a:lnTo>
                <a:close/>
                <a:moveTo>
                  <a:pt x="10460" y="3435"/>
                </a:moveTo>
                <a:lnTo>
                  <a:pt x="10460" y="4852"/>
                </a:lnTo>
                <a:lnTo>
                  <a:pt x="9735" y="4852"/>
                </a:lnTo>
                <a:lnTo>
                  <a:pt x="9735" y="3466"/>
                </a:lnTo>
                <a:lnTo>
                  <a:pt x="10114" y="3466"/>
                </a:lnTo>
                <a:cubicBezTo>
                  <a:pt x="10208" y="3466"/>
                  <a:pt x="10334" y="3466"/>
                  <a:pt x="10460" y="3435"/>
                </a:cubicBezTo>
                <a:close/>
                <a:moveTo>
                  <a:pt x="10114" y="1"/>
                </a:moveTo>
                <a:cubicBezTo>
                  <a:pt x="9515" y="1"/>
                  <a:pt x="9042" y="442"/>
                  <a:pt x="8633" y="788"/>
                </a:cubicBezTo>
                <a:cubicBezTo>
                  <a:pt x="8318" y="1103"/>
                  <a:pt x="8034" y="1387"/>
                  <a:pt x="7656" y="1387"/>
                </a:cubicBezTo>
                <a:cubicBezTo>
                  <a:pt x="7404" y="1387"/>
                  <a:pt x="7121" y="1229"/>
                  <a:pt x="7026" y="946"/>
                </a:cubicBezTo>
                <a:cubicBezTo>
                  <a:pt x="6974" y="815"/>
                  <a:pt x="6855" y="749"/>
                  <a:pt x="6708" y="749"/>
                </a:cubicBezTo>
                <a:cubicBezTo>
                  <a:pt x="6679" y="749"/>
                  <a:pt x="6648" y="752"/>
                  <a:pt x="6617" y="757"/>
                </a:cubicBezTo>
                <a:cubicBezTo>
                  <a:pt x="6018" y="914"/>
                  <a:pt x="5577" y="1481"/>
                  <a:pt x="5577" y="2080"/>
                </a:cubicBezTo>
                <a:cubicBezTo>
                  <a:pt x="5577" y="2616"/>
                  <a:pt x="5860" y="3025"/>
                  <a:pt x="6301" y="3277"/>
                </a:cubicBezTo>
                <a:lnTo>
                  <a:pt x="6301" y="4758"/>
                </a:lnTo>
                <a:cubicBezTo>
                  <a:pt x="6238" y="4758"/>
                  <a:pt x="6207" y="4726"/>
                  <a:pt x="6144" y="4726"/>
                </a:cubicBezTo>
                <a:lnTo>
                  <a:pt x="4443" y="3813"/>
                </a:lnTo>
                <a:cubicBezTo>
                  <a:pt x="4002" y="3592"/>
                  <a:pt x="3498" y="3466"/>
                  <a:pt x="2993" y="3466"/>
                </a:cubicBezTo>
                <a:lnTo>
                  <a:pt x="347" y="3466"/>
                </a:lnTo>
                <a:cubicBezTo>
                  <a:pt x="158" y="3466"/>
                  <a:pt x="0" y="3624"/>
                  <a:pt x="0" y="3813"/>
                </a:cubicBezTo>
                <a:lnTo>
                  <a:pt x="0" y="5199"/>
                </a:lnTo>
                <a:cubicBezTo>
                  <a:pt x="0" y="5388"/>
                  <a:pt x="158" y="5546"/>
                  <a:pt x="347" y="5546"/>
                </a:cubicBezTo>
                <a:lnTo>
                  <a:pt x="2993" y="5546"/>
                </a:lnTo>
                <a:cubicBezTo>
                  <a:pt x="3371" y="5546"/>
                  <a:pt x="3781" y="5672"/>
                  <a:pt x="4128" y="5829"/>
                </a:cubicBezTo>
                <a:lnTo>
                  <a:pt x="5829" y="6743"/>
                </a:lnTo>
                <a:cubicBezTo>
                  <a:pt x="6049" y="6869"/>
                  <a:pt x="6364" y="6932"/>
                  <a:pt x="6648" y="6932"/>
                </a:cubicBezTo>
                <a:lnTo>
                  <a:pt x="10807" y="6932"/>
                </a:lnTo>
                <a:cubicBezTo>
                  <a:pt x="11405" y="6932"/>
                  <a:pt x="11846" y="6459"/>
                  <a:pt x="11846" y="5924"/>
                </a:cubicBezTo>
                <a:cubicBezTo>
                  <a:pt x="11846" y="5483"/>
                  <a:pt x="11563" y="5073"/>
                  <a:pt x="11122" y="4915"/>
                </a:cubicBezTo>
                <a:lnTo>
                  <a:pt x="11122" y="3120"/>
                </a:lnTo>
                <a:cubicBezTo>
                  <a:pt x="11563" y="2805"/>
                  <a:pt x="11846" y="2301"/>
                  <a:pt x="11846" y="1733"/>
                </a:cubicBezTo>
                <a:cubicBezTo>
                  <a:pt x="11846" y="788"/>
                  <a:pt x="11059" y="1"/>
                  <a:pt x="1011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8" name="Google Shape;5498;p57">
            <a:extLst>
              <a:ext uri="{FF2B5EF4-FFF2-40B4-BE49-F238E27FC236}">
                <a16:creationId xmlns:a16="http://schemas.microsoft.com/office/drawing/2014/main" id="{AF1DA435-6778-84B8-E28B-70A0AA968FFD}"/>
              </a:ext>
            </a:extLst>
          </p:cNvPr>
          <p:cNvSpPr/>
          <p:nvPr/>
        </p:nvSpPr>
        <p:spPr>
          <a:xfrm>
            <a:off x="7809114" y="2656852"/>
            <a:ext cx="389999" cy="160346"/>
          </a:xfrm>
          <a:custGeom>
            <a:avLst/>
            <a:gdLst/>
            <a:ahLst/>
            <a:cxnLst/>
            <a:rect l="l" t="t" r="r" b="b"/>
            <a:pathLst>
              <a:path w="11879" h="4884" extrusionOk="0">
                <a:moveTo>
                  <a:pt x="10839" y="1702"/>
                </a:moveTo>
                <a:cubicBezTo>
                  <a:pt x="11028" y="1702"/>
                  <a:pt x="11185" y="1859"/>
                  <a:pt x="11185" y="2048"/>
                </a:cubicBezTo>
                <a:cubicBezTo>
                  <a:pt x="11154" y="2269"/>
                  <a:pt x="10996" y="2426"/>
                  <a:pt x="10839" y="2426"/>
                </a:cubicBezTo>
                <a:lnTo>
                  <a:pt x="10492" y="2426"/>
                </a:lnTo>
                <a:lnTo>
                  <a:pt x="10492" y="1702"/>
                </a:lnTo>
                <a:close/>
                <a:moveTo>
                  <a:pt x="726" y="725"/>
                </a:moveTo>
                <a:lnTo>
                  <a:pt x="1419" y="757"/>
                </a:lnTo>
                <a:lnTo>
                  <a:pt x="1419" y="4002"/>
                </a:lnTo>
                <a:lnTo>
                  <a:pt x="726" y="4096"/>
                </a:lnTo>
                <a:lnTo>
                  <a:pt x="726" y="725"/>
                </a:lnTo>
                <a:close/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4537"/>
                </a:lnTo>
                <a:cubicBezTo>
                  <a:pt x="1" y="4726"/>
                  <a:pt x="221" y="4884"/>
                  <a:pt x="411" y="4884"/>
                </a:cubicBezTo>
                <a:lnTo>
                  <a:pt x="9578" y="3592"/>
                </a:lnTo>
                <a:cubicBezTo>
                  <a:pt x="9862" y="3561"/>
                  <a:pt x="10083" y="3403"/>
                  <a:pt x="10240" y="3151"/>
                </a:cubicBezTo>
                <a:lnTo>
                  <a:pt x="10807" y="3151"/>
                </a:lnTo>
                <a:cubicBezTo>
                  <a:pt x="11406" y="3151"/>
                  <a:pt x="11815" y="2678"/>
                  <a:pt x="11815" y="2143"/>
                </a:cubicBezTo>
                <a:cubicBezTo>
                  <a:pt x="11878" y="1513"/>
                  <a:pt x="11406" y="1040"/>
                  <a:pt x="10839" y="1040"/>
                </a:cubicBezTo>
                <a:lnTo>
                  <a:pt x="10240" y="1040"/>
                </a:lnTo>
                <a:cubicBezTo>
                  <a:pt x="10083" y="788"/>
                  <a:pt x="9831" y="694"/>
                  <a:pt x="9515" y="631"/>
                </a:cubicBezTo>
                <a:lnTo>
                  <a:pt x="37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29" name="Google Shape;5499;p57">
            <a:extLst>
              <a:ext uri="{FF2B5EF4-FFF2-40B4-BE49-F238E27FC236}">
                <a16:creationId xmlns:a16="http://schemas.microsoft.com/office/drawing/2014/main" id="{E82D5507-B6AC-4260-48BC-1EDF0D3F5582}"/>
              </a:ext>
            </a:extLst>
          </p:cNvPr>
          <p:cNvSpPr/>
          <p:nvPr/>
        </p:nvSpPr>
        <p:spPr>
          <a:xfrm>
            <a:off x="7845366" y="3152357"/>
            <a:ext cx="318592" cy="388949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1" name="Google Shape;5501;p57">
            <a:extLst>
              <a:ext uri="{FF2B5EF4-FFF2-40B4-BE49-F238E27FC236}">
                <a16:creationId xmlns:a16="http://schemas.microsoft.com/office/drawing/2014/main" id="{3702AA2C-96E6-6D8D-A5B4-AFA5C98F2B61}"/>
              </a:ext>
            </a:extLst>
          </p:cNvPr>
          <p:cNvSpPr/>
          <p:nvPr/>
        </p:nvSpPr>
        <p:spPr>
          <a:xfrm>
            <a:off x="6496401" y="3844403"/>
            <a:ext cx="68321" cy="67271"/>
          </a:xfrm>
          <a:custGeom>
            <a:avLst/>
            <a:gdLst/>
            <a:ahLst/>
            <a:cxnLst/>
            <a:rect l="l" t="t" r="r" b="b"/>
            <a:pathLst>
              <a:path w="2081" h="2049" extrusionOk="0">
                <a:moveTo>
                  <a:pt x="1041" y="1"/>
                </a:moveTo>
                <a:cubicBezTo>
                  <a:pt x="505" y="1"/>
                  <a:pt x="32" y="473"/>
                  <a:pt x="32" y="1040"/>
                </a:cubicBezTo>
                <a:cubicBezTo>
                  <a:pt x="1" y="1576"/>
                  <a:pt x="473" y="2049"/>
                  <a:pt x="1041" y="2049"/>
                </a:cubicBezTo>
                <a:cubicBezTo>
                  <a:pt x="1639" y="2049"/>
                  <a:pt x="2080" y="1576"/>
                  <a:pt x="2080" y="1040"/>
                </a:cubicBezTo>
                <a:cubicBezTo>
                  <a:pt x="2080" y="442"/>
                  <a:pt x="1608" y="1"/>
                  <a:pt x="104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2" name="Google Shape;5502;p57">
            <a:extLst>
              <a:ext uri="{FF2B5EF4-FFF2-40B4-BE49-F238E27FC236}">
                <a16:creationId xmlns:a16="http://schemas.microsoft.com/office/drawing/2014/main" id="{65E88524-9EF3-F09B-EDE6-671D4E29E0A4}"/>
              </a:ext>
            </a:extLst>
          </p:cNvPr>
          <p:cNvSpPr/>
          <p:nvPr/>
        </p:nvSpPr>
        <p:spPr>
          <a:xfrm>
            <a:off x="6344361" y="3682022"/>
            <a:ext cx="380675" cy="388949"/>
          </a:xfrm>
          <a:custGeom>
            <a:avLst/>
            <a:gdLst/>
            <a:ahLst/>
            <a:cxnLst/>
            <a:rect l="l" t="t" r="r" b="b"/>
            <a:pathLst>
              <a:path w="11595" h="11847" extrusionOk="0">
                <a:moveTo>
                  <a:pt x="5672" y="757"/>
                </a:moveTo>
                <a:cubicBezTo>
                  <a:pt x="6144" y="757"/>
                  <a:pt x="6680" y="1544"/>
                  <a:pt x="7026" y="2710"/>
                </a:cubicBezTo>
                <a:cubicBezTo>
                  <a:pt x="6585" y="2867"/>
                  <a:pt x="6176" y="3025"/>
                  <a:pt x="5672" y="3214"/>
                </a:cubicBezTo>
                <a:cubicBezTo>
                  <a:pt x="5262" y="3025"/>
                  <a:pt x="4789" y="2836"/>
                  <a:pt x="4348" y="2710"/>
                </a:cubicBezTo>
                <a:cubicBezTo>
                  <a:pt x="4695" y="1481"/>
                  <a:pt x="5199" y="757"/>
                  <a:pt x="5672" y="757"/>
                </a:cubicBezTo>
                <a:close/>
                <a:moveTo>
                  <a:pt x="4191" y="3372"/>
                </a:moveTo>
                <a:cubicBezTo>
                  <a:pt x="4411" y="3466"/>
                  <a:pt x="4632" y="3529"/>
                  <a:pt x="4852" y="3624"/>
                </a:cubicBezTo>
                <a:cubicBezTo>
                  <a:pt x="4159" y="3970"/>
                  <a:pt x="4726" y="3655"/>
                  <a:pt x="4065" y="4096"/>
                </a:cubicBezTo>
                <a:lnTo>
                  <a:pt x="4191" y="3372"/>
                </a:lnTo>
                <a:close/>
                <a:moveTo>
                  <a:pt x="7184" y="3372"/>
                </a:moveTo>
                <a:lnTo>
                  <a:pt x="7310" y="4096"/>
                </a:lnTo>
                <a:cubicBezTo>
                  <a:pt x="6585" y="3655"/>
                  <a:pt x="7184" y="4002"/>
                  <a:pt x="6522" y="3624"/>
                </a:cubicBezTo>
                <a:cubicBezTo>
                  <a:pt x="6743" y="3529"/>
                  <a:pt x="6995" y="3466"/>
                  <a:pt x="7184" y="3372"/>
                </a:cubicBezTo>
                <a:close/>
                <a:moveTo>
                  <a:pt x="9191" y="3001"/>
                </a:moveTo>
                <a:cubicBezTo>
                  <a:pt x="9631" y="3001"/>
                  <a:pt x="10026" y="3084"/>
                  <a:pt x="10177" y="3340"/>
                </a:cubicBezTo>
                <a:cubicBezTo>
                  <a:pt x="10208" y="3435"/>
                  <a:pt x="10240" y="3529"/>
                  <a:pt x="10208" y="3655"/>
                </a:cubicBezTo>
                <a:cubicBezTo>
                  <a:pt x="9925" y="3687"/>
                  <a:pt x="9673" y="3907"/>
                  <a:pt x="9515" y="4159"/>
                </a:cubicBezTo>
                <a:cubicBezTo>
                  <a:pt x="9358" y="4474"/>
                  <a:pt x="9295" y="4852"/>
                  <a:pt x="9452" y="5104"/>
                </a:cubicBezTo>
                <a:cubicBezTo>
                  <a:pt x="9358" y="5230"/>
                  <a:pt x="9263" y="5356"/>
                  <a:pt x="9137" y="5482"/>
                </a:cubicBezTo>
                <a:cubicBezTo>
                  <a:pt x="8791" y="5167"/>
                  <a:pt x="8444" y="4884"/>
                  <a:pt x="8034" y="4600"/>
                </a:cubicBezTo>
                <a:cubicBezTo>
                  <a:pt x="8003" y="4128"/>
                  <a:pt x="7940" y="3655"/>
                  <a:pt x="7845" y="3183"/>
                </a:cubicBezTo>
                <a:cubicBezTo>
                  <a:pt x="8174" y="3100"/>
                  <a:pt x="8710" y="3001"/>
                  <a:pt x="9191" y="3001"/>
                </a:cubicBezTo>
                <a:close/>
                <a:moveTo>
                  <a:pt x="2994" y="3119"/>
                </a:moveTo>
                <a:cubicBezTo>
                  <a:pt x="3151" y="3151"/>
                  <a:pt x="3309" y="3151"/>
                  <a:pt x="3466" y="3214"/>
                </a:cubicBezTo>
                <a:cubicBezTo>
                  <a:pt x="3403" y="3655"/>
                  <a:pt x="3309" y="4128"/>
                  <a:pt x="3277" y="4632"/>
                </a:cubicBezTo>
                <a:cubicBezTo>
                  <a:pt x="2899" y="4915"/>
                  <a:pt x="2490" y="5230"/>
                  <a:pt x="2174" y="5514"/>
                </a:cubicBezTo>
                <a:cubicBezTo>
                  <a:pt x="1733" y="5010"/>
                  <a:pt x="851" y="3939"/>
                  <a:pt x="1166" y="3340"/>
                </a:cubicBezTo>
                <a:cubicBezTo>
                  <a:pt x="1198" y="3277"/>
                  <a:pt x="1261" y="3183"/>
                  <a:pt x="1387" y="3151"/>
                </a:cubicBezTo>
                <a:cubicBezTo>
                  <a:pt x="1576" y="3372"/>
                  <a:pt x="1859" y="3529"/>
                  <a:pt x="2174" y="3529"/>
                </a:cubicBezTo>
                <a:cubicBezTo>
                  <a:pt x="2521" y="3529"/>
                  <a:pt x="2836" y="3372"/>
                  <a:pt x="2994" y="3119"/>
                </a:cubicBezTo>
                <a:close/>
                <a:moveTo>
                  <a:pt x="3277" y="5482"/>
                </a:moveTo>
                <a:lnTo>
                  <a:pt x="3277" y="5482"/>
                </a:lnTo>
                <a:cubicBezTo>
                  <a:pt x="3246" y="6144"/>
                  <a:pt x="3246" y="5986"/>
                  <a:pt x="3277" y="6428"/>
                </a:cubicBezTo>
                <a:cubicBezTo>
                  <a:pt x="3088" y="6270"/>
                  <a:pt x="2899" y="6112"/>
                  <a:pt x="2742" y="5955"/>
                </a:cubicBezTo>
                <a:cubicBezTo>
                  <a:pt x="2899" y="5797"/>
                  <a:pt x="3088" y="5640"/>
                  <a:pt x="3277" y="5482"/>
                </a:cubicBezTo>
                <a:close/>
                <a:moveTo>
                  <a:pt x="8097" y="5514"/>
                </a:moveTo>
                <a:cubicBezTo>
                  <a:pt x="8286" y="5671"/>
                  <a:pt x="8475" y="5829"/>
                  <a:pt x="8633" y="5986"/>
                </a:cubicBezTo>
                <a:cubicBezTo>
                  <a:pt x="8475" y="6144"/>
                  <a:pt x="8286" y="6301"/>
                  <a:pt x="8097" y="6459"/>
                </a:cubicBezTo>
                <a:lnTo>
                  <a:pt x="8097" y="5514"/>
                </a:lnTo>
                <a:close/>
                <a:moveTo>
                  <a:pt x="5703" y="4002"/>
                </a:moveTo>
                <a:cubicBezTo>
                  <a:pt x="6333" y="4317"/>
                  <a:pt x="6743" y="4569"/>
                  <a:pt x="7373" y="5010"/>
                </a:cubicBezTo>
                <a:cubicBezTo>
                  <a:pt x="7436" y="5671"/>
                  <a:pt x="7436" y="6238"/>
                  <a:pt x="7373" y="6963"/>
                </a:cubicBezTo>
                <a:cubicBezTo>
                  <a:pt x="6837" y="7310"/>
                  <a:pt x="6333" y="7625"/>
                  <a:pt x="5703" y="7940"/>
                </a:cubicBezTo>
                <a:cubicBezTo>
                  <a:pt x="5073" y="7625"/>
                  <a:pt x="4537" y="7373"/>
                  <a:pt x="4002" y="6963"/>
                </a:cubicBezTo>
                <a:cubicBezTo>
                  <a:pt x="3907" y="6270"/>
                  <a:pt x="3907" y="5671"/>
                  <a:pt x="4002" y="5010"/>
                </a:cubicBezTo>
                <a:cubicBezTo>
                  <a:pt x="4600" y="4600"/>
                  <a:pt x="5041" y="4317"/>
                  <a:pt x="5703" y="4002"/>
                </a:cubicBezTo>
                <a:close/>
                <a:moveTo>
                  <a:pt x="4065" y="7845"/>
                </a:moveTo>
                <a:cubicBezTo>
                  <a:pt x="4506" y="8097"/>
                  <a:pt x="4254" y="8003"/>
                  <a:pt x="4852" y="8318"/>
                </a:cubicBezTo>
                <a:cubicBezTo>
                  <a:pt x="4632" y="8381"/>
                  <a:pt x="4380" y="8507"/>
                  <a:pt x="4191" y="8538"/>
                </a:cubicBezTo>
                <a:lnTo>
                  <a:pt x="4065" y="7845"/>
                </a:lnTo>
                <a:close/>
                <a:moveTo>
                  <a:pt x="7278" y="7845"/>
                </a:moveTo>
                <a:cubicBezTo>
                  <a:pt x="7247" y="8066"/>
                  <a:pt x="7215" y="8318"/>
                  <a:pt x="7152" y="8538"/>
                </a:cubicBezTo>
                <a:cubicBezTo>
                  <a:pt x="6900" y="8475"/>
                  <a:pt x="6711" y="8381"/>
                  <a:pt x="6491" y="8318"/>
                </a:cubicBezTo>
                <a:cubicBezTo>
                  <a:pt x="6837" y="8097"/>
                  <a:pt x="6869" y="8097"/>
                  <a:pt x="7278" y="7845"/>
                </a:cubicBezTo>
                <a:close/>
                <a:moveTo>
                  <a:pt x="2237" y="6459"/>
                </a:moveTo>
                <a:cubicBezTo>
                  <a:pt x="2584" y="6774"/>
                  <a:pt x="2931" y="7058"/>
                  <a:pt x="3340" y="7310"/>
                </a:cubicBezTo>
                <a:cubicBezTo>
                  <a:pt x="3372" y="7845"/>
                  <a:pt x="3435" y="8255"/>
                  <a:pt x="3529" y="8727"/>
                </a:cubicBezTo>
                <a:cubicBezTo>
                  <a:pt x="3008" y="8861"/>
                  <a:pt x="2544" y="8927"/>
                  <a:pt x="2165" y="8927"/>
                </a:cubicBezTo>
                <a:cubicBezTo>
                  <a:pt x="1650" y="8927"/>
                  <a:pt x="1293" y="8806"/>
                  <a:pt x="1166" y="8570"/>
                </a:cubicBezTo>
                <a:cubicBezTo>
                  <a:pt x="851" y="8003"/>
                  <a:pt x="1733" y="6932"/>
                  <a:pt x="2237" y="6459"/>
                </a:cubicBezTo>
                <a:close/>
                <a:moveTo>
                  <a:pt x="9137" y="6459"/>
                </a:moveTo>
                <a:cubicBezTo>
                  <a:pt x="9610" y="6932"/>
                  <a:pt x="10523" y="8003"/>
                  <a:pt x="10177" y="8570"/>
                </a:cubicBezTo>
                <a:cubicBezTo>
                  <a:pt x="10032" y="8806"/>
                  <a:pt x="9678" y="8927"/>
                  <a:pt x="9169" y="8927"/>
                </a:cubicBezTo>
                <a:cubicBezTo>
                  <a:pt x="8794" y="8927"/>
                  <a:pt x="8335" y="8861"/>
                  <a:pt x="7814" y="8727"/>
                </a:cubicBezTo>
                <a:cubicBezTo>
                  <a:pt x="7940" y="8318"/>
                  <a:pt x="8003" y="7845"/>
                  <a:pt x="8034" y="7310"/>
                </a:cubicBezTo>
                <a:cubicBezTo>
                  <a:pt x="8444" y="7058"/>
                  <a:pt x="8822" y="6743"/>
                  <a:pt x="9137" y="6459"/>
                </a:cubicBezTo>
                <a:close/>
                <a:moveTo>
                  <a:pt x="5640" y="8696"/>
                </a:moveTo>
                <a:cubicBezTo>
                  <a:pt x="6081" y="8885"/>
                  <a:pt x="6554" y="9074"/>
                  <a:pt x="6995" y="9200"/>
                </a:cubicBezTo>
                <a:cubicBezTo>
                  <a:pt x="6680" y="10429"/>
                  <a:pt x="6176" y="11185"/>
                  <a:pt x="5672" y="11185"/>
                </a:cubicBezTo>
                <a:cubicBezTo>
                  <a:pt x="5609" y="11185"/>
                  <a:pt x="5482" y="11090"/>
                  <a:pt x="5356" y="11059"/>
                </a:cubicBezTo>
                <a:cubicBezTo>
                  <a:pt x="5482" y="10775"/>
                  <a:pt x="5451" y="10460"/>
                  <a:pt x="5293" y="10177"/>
                </a:cubicBezTo>
                <a:cubicBezTo>
                  <a:pt x="5136" y="9862"/>
                  <a:pt x="4821" y="9736"/>
                  <a:pt x="4474" y="9673"/>
                </a:cubicBezTo>
                <a:cubicBezTo>
                  <a:pt x="4411" y="9515"/>
                  <a:pt x="4348" y="9357"/>
                  <a:pt x="4317" y="9200"/>
                </a:cubicBezTo>
                <a:cubicBezTo>
                  <a:pt x="4726" y="9042"/>
                  <a:pt x="5167" y="8885"/>
                  <a:pt x="5640" y="8696"/>
                </a:cubicBezTo>
                <a:close/>
                <a:moveTo>
                  <a:pt x="5640" y="1"/>
                </a:moveTo>
                <a:cubicBezTo>
                  <a:pt x="4758" y="1"/>
                  <a:pt x="4065" y="1072"/>
                  <a:pt x="3655" y="2489"/>
                </a:cubicBezTo>
                <a:cubicBezTo>
                  <a:pt x="3498" y="2426"/>
                  <a:pt x="3340" y="2395"/>
                  <a:pt x="3214" y="2395"/>
                </a:cubicBezTo>
                <a:cubicBezTo>
                  <a:pt x="3183" y="1859"/>
                  <a:pt x="2742" y="1418"/>
                  <a:pt x="2174" y="1418"/>
                </a:cubicBezTo>
                <a:cubicBezTo>
                  <a:pt x="1607" y="1418"/>
                  <a:pt x="1166" y="1891"/>
                  <a:pt x="1166" y="2426"/>
                </a:cubicBezTo>
                <a:cubicBezTo>
                  <a:pt x="883" y="2552"/>
                  <a:pt x="694" y="2710"/>
                  <a:pt x="568" y="2962"/>
                </a:cubicBezTo>
                <a:cubicBezTo>
                  <a:pt x="32" y="3907"/>
                  <a:pt x="977" y="5104"/>
                  <a:pt x="1702" y="5892"/>
                </a:cubicBezTo>
                <a:cubicBezTo>
                  <a:pt x="946" y="6743"/>
                  <a:pt x="1" y="8003"/>
                  <a:pt x="568" y="8885"/>
                </a:cubicBezTo>
                <a:cubicBezTo>
                  <a:pt x="879" y="9433"/>
                  <a:pt x="1519" y="9600"/>
                  <a:pt x="2210" y="9600"/>
                </a:cubicBezTo>
                <a:cubicBezTo>
                  <a:pt x="2710" y="9600"/>
                  <a:pt x="3237" y="9513"/>
                  <a:pt x="3687" y="9420"/>
                </a:cubicBezTo>
                <a:cubicBezTo>
                  <a:pt x="3718" y="9578"/>
                  <a:pt x="3750" y="9673"/>
                  <a:pt x="3844" y="9830"/>
                </a:cubicBezTo>
                <a:cubicBezTo>
                  <a:pt x="3403" y="10145"/>
                  <a:pt x="3246" y="10744"/>
                  <a:pt x="3529" y="11216"/>
                </a:cubicBezTo>
                <a:cubicBezTo>
                  <a:pt x="3718" y="11531"/>
                  <a:pt x="4065" y="11720"/>
                  <a:pt x="4411" y="11720"/>
                </a:cubicBezTo>
                <a:cubicBezTo>
                  <a:pt x="4600" y="11720"/>
                  <a:pt x="4789" y="11689"/>
                  <a:pt x="4947" y="11563"/>
                </a:cubicBezTo>
                <a:cubicBezTo>
                  <a:pt x="5167" y="11720"/>
                  <a:pt x="5419" y="11846"/>
                  <a:pt x="5703" y="11846"/>
                </a:cubicBezTo>
                <a:cubicBezTo>
                  <a:pt x="6585" y="11846"/>
                  <a:pt x="7278" y="10775"/>
                  <a:pt x="7688" y="9357"/>
                </a:cubicBezTo>
                <a:cubicBezTo>
                  <a:pt x="8143" y="9478"/>
                  <a:pt x="8678" y="9576"/>
                  <a:pt x="9184" y="9576"/>
                </a:cubicBezTo>
                <a:cubicBezTo>
                  <a:pt x="9868" y="9576"/>
                  <a:pt x="10499" y="9397"/>
                  <a:pt x="10807" y="8853"/>
                </a:cubicBezTo>
                <a:cubicBezTo>
                  <a:pt x="11374" y="7908"/>
                  <a:pt x="10429" y="6680"/>
                  <a:pt x="9673" y="5892"/>
                </a:cubicBezTo>
                <a:cubicBezTo>
                  <a:pt x="9799" y="5797"/>
                  <a:pt x="9862" y="5671"/>
                  <a:pt x="9988" y="5545"/>
                </a:cubicBezTo>
                <a:cubicBezTo>
                  <a:pt x="10145" y="5640"/>
                  <a:pt x="10271" y="5671"/>
                  <a:pt x="10429" y="5671"/>
                </a:cubicBezTo>
                <a:cubicBezTo>
                  <a:pt x="10775" y="5671"/>
                  <a:pt x="11122" y="5482"/>
                  <a:pt x="11311" y="5167"/>
                </a:cubicBezTo>
                <a:cubicBezTo>
                  <a:pt x="11594" y="4632"/>
                  <a:pt x="11437" y="4002"/>
                  <a:pt x="10933" y="3750"/>
                </a:cubicBezTo>
                <a:cubicBezTo>
                  <a:pt x="10964" y="3466"/>
                  <a:pt x="10901" y="3183"/>
                  <a:pt x="10775" y="2962"/>
                </a:cubicBezTo>
                <a:cubicBezTo>
                  <a:pt x="10457" y="2432"/>
                  <a:pt x="9842" y="2259"/>
                  <a:pt x="9179" y="2259"/>
                </a:cubicBezTo>
                <a:cubicBezTo>
                  <a:pt x="8661" y="2259"/>
                  <a:pt x="8113" y="2365"/>
                  <a:pt x="7656" y="2489"/>
                </a:cubicBezTo>
                <a:cubicBezTo>
                  <a:pt x="7278" y="1072"/>
                  <a:pt x="6585" y="1"/>
                  <a:pt x="56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4" name="Google Shape;5504;p57">
            <a:extLst>
              <a:ext uri="{FF2B5EF4-FFF2-40B4-BE49-F238E27FC236}">
                <a16:creationId xmlns:a16="http://schemas.microsoft.com/office/drawing/2014/main" id="{FA694156-A5C0-0964-4FE3-DB6C8469208F}"/>
              </a:ext>
            </a:extLst>
          </p:cNvPr>
          <p:cNvSpPr/>
          <p:nvPr/>
        </p:nvSpPr>
        <p:spPr>
          <a:xfrm>
            <a:off x="6489703" y="4256037"/>
            <a:ext cx="91040" cy="45241"/>
          </a:xfrm>
          <a:custGeom>
            <a:avLst/>
            <a:gdLst/>
            <a:ahLst/>
            <a:cxnLst/>
            <a:rect l="l" t="t" r="r" b="b"/>
            <a:pathLst>
              <a:path w="2773" h="1378" extrusionOk="0">
                <a:moveTo>
                  <a:pt x="1387" y="0"/>
                </a:moveTo>
                <a:cubicBezTo>
                  <a:pt x="788" y="0"/>
                  <a:pt x="284" y="347"/>
                  <a:pt x="95" y="914"/>
                </a:cubicBezTo>
                <a:cubicBezTo>
                  <a:pt x="0" y="1071"/>
                  <a:pt x="95" y="1260"/>
                  <a:pt x="284" y="1355"/>
                </a:cubicBezTo>
                <a:cubicBezTo>
                  <a:pt x="318" y="1366"/>
                  <a:pt x="352" y="1371"/>
                  <a:pt x="385" y="1371"/>
                </a:cubicBezTo>
                <a:cubicBezTo>
                  <a:pt x="537" y="1371"/>
                  <a:pt x="673" y="1263"/>
                  <a:pt x="725" y="1134"/>
                </a:cubicBezTo>
                <a:cubicBezTo>
                  <a:pt x="788" y="882"/>
                  <a:pt x="1072" y="662"/>
                  <a:pt x="1387" y="662"/>
                </a:cubicBezTo>
                <a:cubicBezTo>
                  <a:pt x="1702" y="662"/>
                  <a:pt x="1922" y="882"/>
                  <a:pt x="2048" y="1134"/>
                </a:cubicBezTo>
                <a:cubicBezTo>
                  <a:pt x="2120" y="1301"/>
                  <a:pt x="2246" y="1378"/>
                  <a:pt x="2371" y="1378"/>
                </a:cubicBezTo>
                <a:cubicBezTo>
                  <a:pt x="2411" y="1378"/>
                  <a:pt x="2451" y="1370"/>
                  <a:pt x="2489" y="1355"/>
                </a:cubicBezTo>
                <a:cubicBezTo>
                  <a:pt x="2678" y="1260"/>
                  <a:pt x="2773" y="1071"/>
                  <a:pt x="2678" y="914"/>
                </a:cubicBezTo>
                <a:cubicBezTo>
                  <a:pt x="2489" y="347"/>
                  <a:pt x="1985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5" name="Google Shape;5505;p57">
            <a:extLst>
              <a:ext uri="{FF2B5EF4-FFF2-40B4-BE49-F238E27FC236}">
                <a16:creationId xmlns:a16="http://schemas.microsoft.com/office/drawing/2014/main" id="{FED6FE80-299D-1D36-3B1F-6E7B5E24FC94}"/>
              </a:ext>
            </a:extLst>
          </p:cNvPr>
          <p:cNvSpPr/>
          <p:nvPr/>
        </p:nvSpPr>
        <p:spPr>
          <a:xfrm>
            <a:off x="6353159" y="4210501"/>
            <a:ext cx="363078" cy="387931"/>
          </a:xfrm>
          <a:custGeom>
            <a:avLst/>
            <a:gdLst/>
            <a:ahLst/>
            <a:cxnLst/>
            <a:rect l="l" t="t" r="r" b="b"/>
            <a:pathLst>
              <a:path w="11059" h="11816" extrusionOk="0">
                <a:moveTo>
                  <a:pt x="5546" y="694"/>
                </a:moveTo>
                <a:cubicBezTo>
                  <a:pt x="6743" y="694"/>
                  <a:pt x="7625" y="1608"/>
                  <a:pt x="7625" y="2773"/>
                </a:cubicBezTo>
                <a:lnTo>
                  <a:pt x="7625" y="3120"/>
                </a:lnTo>
                <a:cubicBezTo>
                  <a:pt x="7625" y="3309"/>
                  <a:pt x="7467" y="3466"/>
                  <a:pt x="7278" y="3466"/>
                </a:cubicBezTo>
                <a:lnTo>
                  <a:pt x="5892" y="3466"/>
                </a:lnTo>
                <a:lnTo>
                  <a:pt x="5892" y="3120"/>
                </a:lnTo>
                <a:cubicBezTo>
                  <a:pt x="5892" y="2931"/>
                  <a:pt x="5735" y="2773"/>
                  <a:pt x="5546" y="2773"/>
                </a:cubicBezTo>
                <a:cubicBezTo>
                  <a:pt x="5357" y="2773"/>
                  <a:pt x="5199" y="2931"/>
                  <a:pt x="5199" y="3120"/>
                </a:cubicBezTo>
                <a:lnTo>
                  <a:pt x="5199" y="3466"/>
                </a:lnTo>
                <a:lnTo>
                  <a:pt x="3813" y="3466"/>
                </a:lnTo>
                <a:cubicBezTo>
                  <a:pt x="3624" y="3466"/>
                  <a:pt x="3466" y="3309"/>
                  <a:pt x="3466" y="3120"/>
                </a:cubicBezTo>
                <a:lnTo>
                  <a:pt x="3466" y="2773"/>
                </a:lnTo>
                <a:cubicBezTo>
                  <a:pt x="3466" y="1639"/>
                  <a:pt x="4411" y="694"/>
                  <a:pt x="5546" y="694"/>
                </a:cubicBezTo>
                <a:close/>
                <a:moveTo>
                  <a:pt x="7940" y="4821"/>
                </a:moveTo>
                <a:cubicBezTo>
                  <a:pt x="8160" y="4821"/>
                  <a:pt x="8318" y="4979"/>
                  <a:pt x="8318" y="5168"/>
                </a:cubicBezTo>
                <a:cubicBezTo>
                  <a:pt x="8318" y="5357"/>
                  <a:pt x="8160" y="5514"/>
                  <a:pt x="7940" y="5514"/>
                </a:cubicBezTo>
                <a:lnTo>
                  <a:pt x="3088" y="5514"/>
                </a:lnTo>
                <a:cubicBezTo>
                  <a:pt x="2899" y="5514"/>
                  <a:pt x="2742" y="5357"/>
                  <a:pt x="2742" y="5168"/>
                </a:cubicBezTo>
                <a:cubicBezTo>
                  <a:pt x="2742" y="4979"/>
                  <a:pt x="2899" y="4821"/>
                  <a:pt x="3088" y="4821"/>
                </a:cubicBezTo>
                <a:close/>
                <a:moveTo>
                  <a:pt x="4128" y="6932"/>
                </a:moveTo>
                <a:cubicBezTo>
                  <a:pt x="4317" y="6932"/>
                  <a:pt x="4474" y="7089"/>
                  <a:pt x="4474" y="7310"/>
                </a:cubicBezTo>
                <a:cubicBezTo>
                  <a:pt x="4474" y="7499"/>
                  <a:pt x="4317" y="7656"/>
                  <a:pt x="4128" y="7656"/>
                </a:cubicBezTo>
                <a:lnTo>
                  <a:pt x="3088" y="7656"/>
                </a:lnTo>
                <a:cubicBezTo>
                  <a:pt x="2899" y="7656"/>
                  <a:pt x="2742" y="7499"/>
                  <a:pt x="2742" y="7310"/>
                </a:cubicBezTo>
                <a:cubicBezTo>
                  <a:pt x="2742" y="7089"/>
                  <a:pt x="2899" y="6932"/>
                  <a:pt x="3088" y="6932"/>
                </a:cubicBezTo>
                <a:close/>
                <a:moveTo>
                  <a:pt x="7940" y="6932"/>
                </a:moveTo>
                <a:cubicBezTo>
                  <a:pt x="8160" y="6932"/>
                  <a:pt x="8318" y="7089"/>
                  <a:pt x="8318" y="7310"/>
                </a:cubicBezTo>
                <a:cubicBezTo>
                  <a:pt x="8286" y="7499"/>
                  <a:pt x="8160" y="7656"/>
                  <a:pt x="7940" y="7656"/>
                </a:cubicBezTo>
                <a:lnTo>
                  <a:pt x="6932" y="7656"/>
                </a:lnTo>
                <a:cubicBezTo>
                  <a:pt x="6743" y="7656"/>
                  <a:pt x="6585" y="7499"/>
                  <a:pt x="6585" y="7310"/>
                </a:cubicBezTo>
                <a:cubicBezTo>
                  <a:pt x="6585" y="7089"/>
                  <a:pt x="6743" y="6932"/>
                  <a:pt x="6932" y="6932"/>
                </a:cubicBezTo>
                <a:close/>
                <a:moveTo>
                  <a:pt x="3781" y="8318"/>
                </a:moveTo>
                <a:cubicBezTo>
                  <a:pt x="4002" y="8350"/>
                  <a:pt x="4128" y="8507"/>
                  <a:pt x="4128" y="8665"/>
                </a:cubicBezTo>
                <a:cubicBezTo>
                  <a:pt x="4128" y="8885"/>
                  <a:pt x="3970" y="9043"/>
                  <a:pt x="3781" y="9043"/>
                </a:cubicBezTo>
                <a:lnTo>
                  <a:pt x="3057" y="9043"/>
                </a:lnTo>
                <a:cubicBezTo>
                  <a:pt x="2868" y="9043"/>
                  <a:pt x="2710" y="8885"/>
                  <a:pt x="2710" y="8665"/>
                </a:cubicBezTo>
                <a:cubicBezTo>
                  <a:pt x="2710" y="8476"/>
                  <a:pt x="2868" y="8318"/>
                  <a:pt x="3057" y="8318"/>
                </a:cubicBezTo>
                <a:close/>
                <a:moveTo>
                  <a:pt x="7940" y="8318"/>
                </a:moveTo>
                <a:cubicBezTo>
                  <a:pt x="8160" y="8350"/>
                  <a:pt x="8286" y="8507"/>
                  <a:pt x="8286" y="8665"/>
                </a:cubicBezTo>
                <a:cubicBezTo>
                  <a:pt x="8286" y="8885"/>
                  <a:pt x="8129" y="9043"/>
                  <a:pt x="7940" y="9043"/>
                </a:cubicBezTo>
                <a:lnTo>
                  <a:pt x="7247" y="9043"/>
                </a:lnTo>
                <a:cubicBezTo>
                  <a:pt x="7026" y="9043"/>
                  <a:pt x="6869" y="8885"/>
                  <a:pt x="6869" y="8665"/>
                </a:cubicBezTo>
                <a:cubicBezTo>
                  <a:pt x="6869" y="8476"/>
                  <a:pt x="7026" y="8318"/>
                  <a:pt x="7247" y="8318"/>
                </a:cubicBezTo>
                <a:close/>
                <a:moveTo>
                  <a:pt x="2868" y="2049"/>
                </a:moveTo>
                <a:lnTo>
                  <a:pt x="2868" y="2049"/>
                </a:lnTo>
                <a:cubicBezTo>
                  <a:pt x="2805" y="2332"/>
                  <a:pt x="2805" y="2521"/>
                  <a:pt x="2805" y="2805"/>
                </a:cubicBezTo>
                <a:cubicBezTo>
                  <a:pt x="2395" y="2962"/>
                  <a:pt x="2080" y="3309"/>
                  <a:pt x="2080" y="3781"/>
                </a:cubicBezTo>
                <a:lnTo>
                  <a:pt x="2080" y="8665"/>
                </a:lnTo>
                <a:cubicBezTo>
                  <a:pt x="2080" y="9263"/>
                  <a:pt x="2553" y="9704"/>
                  <a:pt x="3088" y="9704"/>
                </a:cubicBezTo>
                <a:lnTo>
                  <a:pt x="5199" y="9704"/>
                </a:lnTo>
                <a:lnTo>
                  <a:pt x="5199" y="7247"/>
                </a:lnTo>
                <a:cubicBezTo>
                  <a:pt x="5199" y="7058"/>
                  <a:pt x="5357" y="6900"/>
                  <a:pt x="5546" y="6900"/>
                </a:cubicBezTo>
                <a:cubicBezTo>
                  <a:pt x="5735" y="6900"/>
                  <a:pt x="5892" y="7058"/>
                  <a:pt x="5892" y="7247"/>
                </a:cubicBezTo>
                <a:lnTo>
                  <a:pt x="5892" y="9704"/>
                </a:lnTo>
                <a:lnTo>
                  <a:pt x="8003" y="9704"/>
                </a:lnTo>
                <a:cubicBezTo>
                  <a:pt x="8570" y="9704"/>
                  <a:pt x="9011" y="9232"/>
                  <a:pt x="9011" y="8665"/>
                </a:cubicBezTo>
                <a:lnTo>
                  <a:pt x="9011" y="3844"/>
                </a:lnTo>
                <a:cubicBezTo>
                  <a:pt x="9011" y="3372"/>
                  <a:pt x="8728" y="2994"/>
                  <a:pt x="8318" y="2836"/>
                </a:cubicBezTo>
                <a:cubicBezTo>
                  <a:pt x="8318" y="2584"/>
                  <a:pt x="8318" y="2364"/>
                  <a:pt x="8223" y="2112"/>
                </a:cubicBezTo>
                <a:lnTo>
                  <a:pt x="8223" y="2112"/>
                </a:lnTo>
                <a:cubicBezTo>
                  <a:pt x="9043" y="2269"/>
                  <a:pt x="9736" y="2962"/>
                  <a:pt x="9736" y="3844"/>
                </a:cubicBezTo>
                <a:lnTo>
                  <a:pt x="9736" y="8696"/>
                </a:lnTo>
                <a:cubicBezTo>
                  <a:pt x="9736" y="9641"/>
                  <a:pt x="8948" y="10429"/>
                  <a:pt x="8003" y="10429"/>
                </a:cubicBezTo>
                <a:lnTo>
                  <a:pt x="3151" y="10429"/>
                </a:lnTo>
                <a:cubicBezTo>
                  <a:pt x="2206" y="10429"/>
                  <a:pt x="1418" y="9641"/>
                  <a:pt x="1418" y="8696"/>
                </a:cubicBezTo>
                <a:lnTo>
                  <a:pt x="1418" y="3781"/>
                </a:lnTo>
                <a:lnTo>
                  <a:pt x="1355" y="3781"/>
                </a:lnTo>
                <a:cubicBezTo>
                  <a:pt x="1355" y="2931"/>
                  <a:pt x="1985" y="2206"/>
                  <a:pt x="2868" y="2049"/>
                </a:cubicBezTo>
                <a:close/>
                <a:moveTo>
                  <a:pt x="3088" y="1"/>
                </a:moveTo>
                <a:cubicBezTo>
                  <a:pt x="1355" y="1"/>
                  <a:pt x="1" y="1419"/>
                  <a:pt x="1" y="3120"/>
                </a:cubicBezTo>
                <a:lnTo>
                  <a:pt x="1" y="8728"/>
                </a:lnTo>
                <a:cubicBezTo>
                  <a:pt x="1" y="10397"/>
                  <a:pt x="1355" y="11815"/>
                  <a:pt x="3088" y="11815"/>
                </a:cubicBezTo>
                <a:lnTo>
                  <a:pt x="7940" y="11815"/>
                </a:lnTo>
                <a:cubicBezTo>
                  <a:pt x="9673" y="11815"/>
                  <a:pt x="11059" y="10397"/>
                  <a:pt x="11059" y="8728"/>
                </a:cubicBezTo>
                <a:lnTo>
                  <a:pt x="11059" y="3120"/>
                </a:lnTo>
                <a:cubicBezTo>
                  <a:pt x="11059" y="1387"/>
                  <a:pt x="9641" y="1"/>
                  <a:pt x="79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7" name="Google Shape;5507;p57">
            <a:extLst>
              <a:ext uri="{FF2B5EF4-FFF2-40B4-BE49-F238E27FC236}">
                <a16:creationId xmlns:a16="http://schemas.microsoft.com/office/drawing/2014/main" id="{2A1DBF03-03F2-F3AC-09D1-7CD8D5A5963A}"/>
              </a:ext>
            </a:extLst>
          </p:cNvPr>
          <p:cNvSpPr/>
          <p:nvPr/>
        </p:nvSpPr>
        <p:spPr>
          <a:xfrm>
            <a:off x="6475208" y="4867942"/>
            <a:ext cx="115861" cy="85886"/>
          </a:xfrm>
          <a:custGeom>
            <a:avLst/>
            <a:gdLst/>
            <a:ahLst/>
            <a:cxnLst/>
            <a:rect l="l" t="t" r="r" b="b"/>
            <a:pathLst>
              <a:path w="3529" h="2616" extrusionOk="0">
                <a:moveTo>
                  <a:pt x="725" y="1"/>
                </a:moveTo>
                <a:cubicBezTo>
                  <a:pt x="315" y="1"/>
                  <a:pt x="0" y="347"/>
                  <a:pt x="0" y="725"/>
                </a:cubicBezTo>
                <a:cubicBezTo>
                  <a:pt x="0" y="1356"/>
                  <a:pt x="1040" y="2049"/>
                  <a:pt x="1733" y="2616"/>
                </a:cubicBezTo>
                <a:cubicBezTo>
                  <a:pt x="2458" y="2017"/>
                  <a:pt x="3466" y="1356"/>
                  <a:pt x="3466" y="725"/>
                </a:cubicBezTo>
                <a:cubicBezTo>
                  <a:pt x="3529" y="410"/>
                  <a:pt x="3277" y="1"/>
                  <a:pt x="2804" y="1"/>
                </a:cubicBezTo>
                <a:cubicBezTo>
                  <a:pt x="2300" y="1"/>
                  <a:pt x="2111" y="599"/>
                  <a:pt x="2111" y="599"/>
                </a:cubicBezTo>
                <a:cubicBezTo>
                  <a:pt x="2063" y="745"/>
                  <a:pt x="1906" y="824"/>
                  <a:pt x="1753" y="824"/>
                </a:cubicBezTo>
                <a:cubicBezTo>
                  <a:pt x="1607" y="824"/>
                  <a:pt x="1464" y="753"/>
                  <a:pt x="1418" y="599"/>
                </a:cubicBezTo>
                <a:cubicBezTo>
                  <a:pt x="1418" y="568"/>
                  <a:pt x="1229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38" name="Google Shape;5508;p57">
            <a:extLst>
              <a:ext uri="{FF2B5EF4-FFF2-40B4-BE49-F238E27FC236}">
                <a16:creationId xmlns:a16="http://schemas.microsoft.com/office/drawing/2014/main" id="{87DFE174-CD02-2C4D-7374-F184008C5EE0}"/>
              </a:ext>
            </a:extLst>
          </p:cNvPr>
          <p:cNvSpPr/>
          <p:nvPr/>
        </p:nvSpPr>
        <p:spPr>
          <a:xfrm>
            <a:off x="6341782" y="4708678"/>
            <a:ext cx="385830" cy="383762"/>
          </a:xfrm>
          <a:custGeom>
            <a:avLst/>
            <a:gdLst/>
            <a:ahLst/>
            <a:cxnLst/>
            <a:rect l="l" t="t" r="r" b="b"/>
            <a:pathLst>
              <a:path w="11752" h="11689" extrusionOk="0">
                <a:moveTo>
                  <a:pt x="6837" y="4159"/>
                </a:moveTo>
                <a:cubicBezTo>
                  <a:pt x="7624" y="4159"/>
                  <a:pt x="8223" y="4789"/>
                  <a:pt x="8223" y="5576"/>
                </a:cubicBezTo>
                <a:cubicBezTo>
                  <a:pt x="8254" y="6616"/>
                  <a:pt x="7309" y="7183"/>
                  <a:pt x="6049" y="8223"/>
                </a:cubicBezTo>
                <a:cubicBezTo>
                  <a:pt x="5986" y="8286"/>
                  <a:pt x="5907" y="8317"/>
                  <a:pt x="5829" y="8317"/>
                </a:cubicBezTo>
                <a:cubicBezTo>
                  <a:pt x="5750" y="8317"/>
                  <a:pt x="5671" y="8286"/>
                  <a:pt x="5608" y="8223"/>
                </a:cubicBezTo>
                <a:cubicBezTo>
                  <a:pt x="4348" y="7183"/>
                  <a:pt x="3403" y="6585"/>
                  <a:pt x="3403" y="5576"/>
                </a:cubicBezTo>
                <a:cubicBezTo>
                  <a:pt x="3403" y="4789"/>
                  <a:pt x="4033" y="4159"/>
                  <a:pt x="4789" y="4159"/>
                </a:cubicBezTo>
                <a:cubicBezTo>
                  <a:pt x="5293" y="4159"/>
                  <a:pt x="5608" y="4411"/>
                  <a:pt x="5797" y="4663"/>
                </a:cubicBezTo>
                <a:cubicBezTo>
                  <a:pt x="6018" y="4411"/>
                  <a:pt x="6364" y="4159"/>
                  <a:pt x="6837" y="4159"/>
                </a:cubicBezTo>
                <a:close/>
                <a:moveTo>
                  <a:pt x="4474" y="0"/>
                </a:moveTo>
                <a:cubicBezTo>
                  <a:pt x="3875" y="0"/>
                  <a:pt x="3466" y="473"/>
                  <a:pt x="3466" y="1008"/>
                </a:cubicBezTo>
                <a:lnTo>
                  <a:pt x="3466" y="3466"/>
                </a:lnTo>
                <a:lnTo>
                  <a:pt x="1008" y="3466"/>
                </a:lnTo>
                <a:cubicBezTo>
                  <a:pt x="410" y="3466"/>
                  <a:pt x="0" y="3938"/>
                  <a:pt x="0" y="4474"/>
                </a:cubicBezTo>
                <a:lnTo>
                  <a:pt x="0" y="7246"/>
                </a:lnTo>
                <a:cubicBezTo>
                  <a:pt x="0" y="7813"/>
                  <a:pt x="473" y="8254"/>
                  <a:pt x="1008" y="8254"/>
                </a:cubicBezTo>
                <a:lnTo>
                  <a:pt x="3466" y="8254"/>
                </a:lnTo>
                <a:lnTo>
                  <a:pt x="3466" y="10649"/>
                </a:lnTo>
                <a:cubicBezTo>
                  <a:pt x="3466" y="11247"/>
                  <a:pt x="3938" y="11688"/>
                  <a:pt x="4474" y="11688"/>
                </a:cubicBezTo>
                <a:lnTo>
                  <a:pt x="7246" y="11688"/>
                </a:lnTo>
                <a:cubicBezTo>
                  <a:pt x="7813" y="11688"/>
                  <a:pt x="8254" y="11216"/>
                  <a:pt x="8254" y="10649"/>
                </a:cubicBezTo>
                <a:lnTo>
                  <a:pt x="8254" y="8254"/>
                </a:lnTo>
                <a:lnTo>
                  <a:pt x="10680" y="8254"/>
                </a:lnTo>
                <a:cubicBezTo>
                  <a:pt x="11279" y="8254"/>
                  <a:pt x="11720" y="7782"/>
                  <a:pt x="11720" y="7246"/>
                </a:cubicBezTo>
                <a:lnTo>
                  <a:pt x="11720" y="4474"/>
                </a:lnTo>
                <a:cubicBezTo>
                  <a:pt x="11751" y="3938"/>
                  <a:pt x="11279" y="3466"/>
                  <a:pt x="10680" y="3466"/>
                </a:cubicBezTo>
                <a:lnTo>
                  <a:pt x="8254" y="3466"/>
                </a:lnTo>
                <a:lnTo>
                  <a:pt x="8254" y="1008"/>
                </a:lnTo>
                <a:cubicBezTo>
                  <a:pt x="8254" y="410"/>
                  <a:pt x="7782" y="0"/>
                  <a:pt x="72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0" name="Google Shape;5510;p57">
            <a:extLst>
              <a:ext uri="{FF2B5EF4-FFF2-40B4-BE49-F238E27FC236}">
                <a16:creationId xmlns:a16="http://schemas.microsoft.com/office/drawing/2014/main" id="{D8879BDD-49A6-2D03-6941-F3F6A4E13E44}"/>
              </a:ext>
            </a:extLst>
          </p:cNvPr>
          <p:cNvSpPr/>
          <p:nvPr/>
        </p:nvSpPr>
        <p:spPr>
          <a:xfrm>
            <a:off x="8513657" y="4210778"/>
            <a:ext cx="184117" cy="387405"/>
          </a:xfrm>
          <a:custGeom>
            <a:avLst/>
            <a:gdLst/>
            <a:ahLst/>
            <a:cxnLst/>
            <a:rect l="l" t="t" r="r" b="b"/>
            <a:pathLst>
              <a:path w="5608" h="11800" extrusionOk="0">
                <a:moveTo>
                  <a:pt x="1465" y="2908"/>
                </a:moveTo>
                <a:cubicBezTo>
                  <a:pt x="1552" y="2908"/>
                  <a:pt x="1638" y="2931"/>
                  <a:pt x="1701" y="2979"/>
                </a:cubicBezTo>
                <a:cubicBezTo>
                  <a:pt x="1827" y="3105"/>
                  <a:pt x="1827" y="3357"/>
                  <a:pt x="1701" y="3451"/>
                </a:cubicBezTo>
                <a:cubicBezTo>
                  <a:pt x="1292" y="3861"/>
                  <a:pt x="1292" y="4522"/>
                  <a:pt x="1701" y="4932"/>
                </a:cubicBezTo>
                <a:cubicBezTo>
                  <a:pt x="1827" y="5026"/>
                  <a:pt x="1827" y="5279"/>
                  <a:pt x="1701" y="5373"/>
                </a:cubicBezTo>
                <a:cubicBezTo>
                  <a:pt x="1632" y="5477"/>
                  <a:pt x="1544" y="5524"/>
                  <a:pt x="1452" y="5524"/>
                </a:cubicBezTo>
                <a:cubicBezTo>
                  <a:pt x="1377" y="5524"/>
                  <a:pt x="1300" y="5493"/>
                  <a:pt x="1229" y="5436"/>
                </a:cubicBezTo>
                <a:cubicBezTo>
                  <a:pt x="567" y="4774"/>
                  <a:pt x="567" y="3672"/>
                  <a:pt x="1229" y="2979"/>
                </a:cubicBezTo>
                <a:cubicBezTo>
                  <a:pt x="1292" y="2931"/>
                  <a:pt x="1378" y="2908"/>
                  <a:pt x="1465" y="2908"/>
                </a:cubicBezTo>
                <a:close/>
                <a:moveTo>
                  <a:pt x="2461" y="7313"/>
                </a:moveTo>
                <a:cubicBezTo>
                  <a:pt x="2532" y="7313"/>
                  <a:pt x="2605" y="7318"/>
                  <a:pt x="2678" y="7326"/>
                </a:cubicBezTo>
                <a:cubicBezTo>
                  <a:pt x="2867" y="7358"/>
                  <a:pt x="3025" y="7515"/>
                  <a:pt x="2993" y="7704"/>
                </a:cubicBezTo>
                <a:cubicBezTo>
                  <a:pt x="2962" y="7925"/>
                  <a:pt x="2804" y="8019"/>
                  <a:pt x="2615" y="8019"/>
                </a:cubicBezTo>
                <a:cubicBezTo>
                  <a:pt x="2579" y="8016"/>
                  <a:pt x="2543" y="8014"/>
                  <a:pt x="2507" y="8014"/>
                </a:cubicBezTo>
                <a:cubicBezTo>
                  <a:pt x="1947" y="8014"/>
                  <a:pt x="1418" y="8467"/>
                  <a:pt x="1418" y="9059"/>
                </a:cubicBezTo>
                <a:cubicBezTo>
                  <a:pt x="1418" y="9248"/>
                  <a:pt x="1260" y="9406"/>
                  <a:pt x="1071" y="9406"/>
                </a:cubicBezTo>
                <a:cubicBezTo>
                  <a:pt x="882" y="9406"/>
                  <a:pt x="725" y="9248"/>
                  <a:pt x="725" y="9059"/>
                </a:cubicBezTo>
                <a:cubicBezTo>
                  <a:pt x="725" y="8091"/>
                  <a:pt x="1490" y="7313"/>
                  <a:pt x="2461" y="7313"/>
                </a:cubicBezTo>
                <a:close/>
                <a:moveTo>
                  <a:pt x="1060" y="0"/>
                </a:moveTo>
                <a:cubicBezTo>
                  <a:pt x="689" y="0"/>
                  <a:pt x="327" y="130"/>
                  <a:pt x="0" y="364"/>
                </a:cubicBezTo>
                <a:lnTo>
                  <a:pt x="0" y="5247"/>
                </a:lnTo>
                <a:cubicBezTo>
                  <a:pt x="0" y="5814"/>
                  <a:pt x="473" y="6255"/>
                  <a:pt x="1040" y="6255"/>
                </a:cubicBezTo>
                <a:cubicBezTo>
                  <a:pt x="1229" y="6255"/>
                  <a:pt x="1386" y="6413"/>
                  <a:pt x="1386" y="6602"/>
                </a:cubicBezTo>
                <a:cubicBezTo>
                  <a:pt x="1386" y="6822"/>
                  <a:pt x="1229" y="6948"/>
                  <a:pt x="1040" y="6948"/>
                </a:cubicBezTo>
                <a:cubicBezTo>
                  <a:pt x="630" y="6948"/>
                  <a:pt x="284" y="6854"/>
                  <a:pt x="0" y="6602"/>
                </a:cubicBezTo>
                <a:lnTo>
                  <a:pt x="0" y="11453"/>
                </a:lnTo>
                <a:cubicBezTo>
                  <a:pt x="284" y="11705"/>
                  <a:pt x="630" y="11800"/>
                  <a:pt x="1040" y="11800"/>
                </a:cubicBezTo>
                <a:cubicBezTo>
                  <a:pt x="1733" y="11800"/>
                  <a:pt x="2363" y="11359"/>
                  <a:pt x="2647" y="10760"/>
                </a:cubicBezTo>
                <a:cubicBezTo>
                  <a:pt x="3497" y="10634"/>
                  <a:pt x="4190" y="9910"/>
                  <a:pt x="4190" y="9028"/>
                </a:cubicBezTo>
                <a:cubicBezTo>
                  <a:pt x="4190" y="8902"/>
                  <a:pt x="4159" y="8776"/>
                  <a:pt x="4159" y="8618"/>
                </a:cubicBezTo>
                <a:cubicBezTo>
                  <a:pt x="4505" y="8555"/>
                  <a:pt x="4820" y="8397"/>
                  <a:pt x="5104" y="8145"/>
                </a:cubicBezTo>
                <a:cubicBezTo>
                  <a:pt x="5419" y="7830"/>
                  <a:pt x="5608" y="7389"/>
                  <a:pt x="5608" y="6917"/>
                </a:cubicBezTo>
                <a:cubicBezTo>
                  <a:pt x="5608" y="6539"/>
                  <a:pt x="5482" y="6192"/>
                  <a:pt x="5261" y="5909"/>
                </a:cubicBezTo>
                <a:cubicBezTo>
                  <a:pt x="5482" y="5594"/>
                  <a:pt x="5608" y="5247"/>
                  <a:pt x="5608" y="4869"/>
                </a:cubicBezTo>
                <a:cubicBezTo>
                  <a:pt x="5608" y="4396"/>
                  <a:pt x="5387" y="3987"/>
                  <a:pt x="5072" y="3672"/>
                </a:cubicBezTo>
                <a:cubicBezTo>
                  <a:pt x="4852" y="3420"/>
                  <a:pt x="4505" y="3262"/>
                  <a:pt x="4127" y="3199"/>
                </a:cubicBezTo>
                <a:cubicBezTo>
                  <a:pt x="4253" y="2632"/>
                  <a:pt x="4096" y="2002"/>
                  <a:pt x="3655" y="1561"/>
                </a:cubicBezTo>
                <a:cubicBezTo>
                  <a:pt x="3403" y="1309"/>
                  <a:pt x="3025" y="1120"/>
                  <a:pt x="2647" y="1088"/>
                </a:cubicBezTo>
                <a:cubicBezTo>
                  <a:pt x="2394" y="584"/>
                  <a:pt x="1985" y="143"/>
                  <a:pt x="1449" y="49"/>
                </a:cubicBezTo>
                <a:cubicBezTo>
                  <a:pt x="1319" y="16"/>
                  <a:pt x="1189" y="0"/>
                  <a:pt x="10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1" name="Google Shape;5511;p57">
            <a:extLst>
              <a:ext uri="{FF2B5EF4-FFF2-40B4-BE49-F238E27FC236}">
                <a16:creationId xmlns:a16="http://schemas.microsoft.com/office/drawing/2014/main" id="{3BA96DDC-2BC1-570B-4511-91174B459692}"/>
              </a:ext>
            </a:extLst>
          </p:cNvPr>
          <p:cNvSpPr/>
          <p:nvPr/>
        </p:nvSpPr>
        <p:spPr>
          <a:xfrm>
            <a:off x="8307806" y="4210747"/>
            <a:ext cx="183099" cy="386420"/>
          </a:xfrm>
          <a:custGeom>
            <a:avLst/>
            <a:gdLst/>
            <a:ahLst/>
            <a:cxnLst/>
            <a:rect l="l" t="t" r="r" b="b"/>
            <a:pathLst>
              <a:path w="5577" h="11770" extrusionOk="0">
                <a:moveTo>
                  <a:pt x="4187" y="2948"/>
                </a:moveTo>
                <a:cubicBezTo>
                  <a:pt x="4277" y="2948"/>
                  <a:pt x="4364" y="2980"/>
                  <a:pt x="4411" y="3043"/>
                </a:cubicBezTo>
                <a:cubicBezTo>
                  <a:pt x="5104" y="3673"/>
                  <a:pt x="5104" y="4775"/>
                  <a:pt x="4411" y="5437"/>
                </a:cubicBezTo>
                <a:cubicBezTo>
                  <a:pt x="4364" y="5500"/>
                  <a:pt x="4277" y="5532"/>
                  <a:pt x="4187" y="5532"/>
                </a:cubicBezTo>
                <a:cubicBezTo>
                  <a:pt x="4096" y="5532"/>
                  <a:pt x="4002" y="5500"/>
                  <a:pt x="3939" y="5437"/>
                </a:cubicBezTo>
                <a:cubicBezTo>
                  <a:pt x="3844" y="5311"/>
                  <a:pt x="3844" y="5090"/>
                  <a:pt x="3939" y="4964"/>
                </a:cubicBezTo>
                <a:cubicBezTo>
                  <a:pt x="4348" y="4555"/>
                  <a:pt x="4348" y="3893"/>
                  <a:pt x="3939" y="3515"/>
                </a:cubicBezTo>
                <a:cubicBezTo>
                  <a:pt x="3844" y="3389"/>
                  <a:pt x="3844" y="3137"/>
                  <a:pt x="3939" y="3043"/>
                </a:cubicBezTo>
                <a:cubicBezTo>
                  <a:pt x="4002" y="2980"/>
                  <a:pt x="4096" y="2948"/>
                  <a:pt x="4187" y="2948"/>
                </a:cubicBezTo>
                <a:close/>
                <a:moveTo>
                  <a:pt x="3148" y="7314"/>
                </a:moveTo>
                <a:cubicBezTo>
                  <a:pt x="4123" y="7314"/>
                  <a:pt x="4915" y="8092"/>
                  <a:pt x="4915" y="9060"/>
                </a:cubicBezTo>
                <a:cubicBezTo>
                  <a:pt x="4915" y="9249"/>
                  <a:pt x="4726" y="9407"/>
                  <a:pt x="4537" y="9407"/>
                </a:cubicBezTo>
                <a:cubicBezTo>
                  <a:pt x="4348" y="9407"/>
                  <a:pt x="4191" y="9249"/>
                  <a:pt x="4191" y="9060"/>
                </a:cubicBezTo>
                <a:cubicBezTo>
                  <a:pt x="4191" y="8468"/>
                  <a:pt x="3662" y="8015"/>
                  <a:pt x="3101" y="8015"/>
                </a:cubicBezTo>
                <a:cubicBezTo>
                  <a:pt x="3066" y="8015"/>
                  <a:pt x="3030" y="8017"/>
                  <a:pt x="2994" y="8020"/>
                </a:cubicBezTo>
                <a:cubicBezTo>
                  <a:pt x="2968" y="8029"/>
                  <a:pt x="2944" y="8033"/>
                  <a:pt x="2920" y="8033"/>
                </a:cubicBezTo>
                <a:cubicBezTo>
                  <a:pt x="2765" y="8033"/>
                  <a:pt x="2643" y="7869"/>
                  <a:pt x="2616" y="7705"/>
                </a:cubicBezTo>
                <a:cubicBezTo>
                  <a:pt x="2584" y="7516"/>
                  <a:pt x="2742" y="7359"/>
                  <a:pt x="2931" y="7327"/>
                </a:cubicBezTo>
                <a:cubicBezTo>
                  <a:pt x="3004" y="7319"/>
                  <a:pt x="3077" y="7314"/>
                  <a:pt x="3148" y="7314"/>
                </a:cubicBezTo>
                <a:close/>
                <a:moveTo>
                  <a:pt x="4581" y="0"/>
                </a:moveTo>
                <a:cubicBezTo>
                  <a:pt x="4444" y="0"/>
                  <a:pt x="4303" y="16"/>
                  <a:pt x="4159" y="50"/>
                </a:cubicBezTo>
                <a:cubicBezTo>
                  <a:pt x="3592" y="144"/>
                  <a:pt x="3214" y="585"/>
                  <a:pt x="2962" y="1089"/>
                </a:cubicBezTo>
                <a:cubicBezTo>
                  <a:pt x="2584" y="1152"/>
                  <a:pt x="2206" y="1310"/>
                  <a:pt x="1954" y="1562"/>
                </a:cubicBezTo>
                <a:cubicBezTo>
                  <a:pt x="1513" y="2003"/>
                  <a:pt x="1355" y="2633"/>
                  <a:pt x="1481" y="3200"/>
                </a:cubicBezTo>
                <a:cubicBezTo>
                  <a:pt x="1135" y="3232"/>
                  <a:pt x="820" y="3389"/>
                  <a:pt x="536" y="3673"/>
                </a:cubicBezTo>
                <a:cubicBezTo>
                  <a:pt x="221" y="3988"/>
                  <a:pt x="1" y="4397"/>
                  <a:pt x="1" y="4870"/>
                </a:cubicBezTo>
                <a:cubicBezTo>
                  <a:pt x="1" y="5280"/>
                  <a:pt x="127" y="5626"/>
                  <a:pt x="379" y="5910"/>
                </a:cubicBezTo>
                <a:cubicBezTo>
                  <a:pt x="127" y="6225"/>
                  <a:pt x="1" y="6571"/>
                  <a:pt x="1" y="6918"/>
                </a:cubicBezTo>
                <a:cubicBezTo>
                  <a:pt x="1" y="7390"/>
                  <a:pt x="221" y="7831"/>
                  <a:pt x="536" y="8146"/>
                </a:cubicBezTo>
                <a:cubicBezTo>
                  <a:pt x="788" y="8430"/>
                  <a:pt x="1135" y="8588"/>
                  <a:pt x="1481" y="8619"/>
                </a:cubicBezTo>
                <a:cubicBezTo>
                  <a:pt x="1229" y="9690"/>
                  <a:pt x="1985" y="10604"/>
                  <a:pt x="2931" y="10698"/>
                </a:cubicBezTo>
                <a:cubicBezTo>
                  <a:pt x="3214" y="11328"/>
                  <a:pt x="3781" y="11769"/>
                  <a:pt x="4537" y="11769"/>
                </a:cubicBezTo>
                <a:cubicBezTo>
                  <a:pt x="4947" y="11769"/>
                  <a:pt x="5293" y="11612"/>
                  <a:pt x="5577" y="11423"/>
                </a:cubicBezTo>
                <a:lnTo>
                  <a:pt x="5577" y="6571"/>
                </a:lnTo>
                <a:cubicBezTo>
                  <a:pt x="5293" y="6823"/>
                  <a:pt x="4947" y="6918"/>
                  <a:pt x="4537" y="6918"/>
                </a:cubicBezTo>
                <a:cubicBezTo>
                  <a:pt x="4348" y="6918"/>
                  <a:pt x="4191" y="6760"/>
                  <a:pt x="4191" y="6571"/>
                </a:cubicBezTo>
                <a:cubicBezTo>
                  <a:pt x="4191" y="6382"/>
                  <a:pt x="4348" y="6225"/>
                  <a:pt x="4537" y="6225"/>
                </a:cubicBezTo>
                <a:cubicBezTo>
                  <a:pt x="5136" y="6225"/>
                  <a:pt x="5577" y="5752"/>
                  <a:pt x="5577" y="5185"/>
                </a:cubicBezTo>
                <a:lnTo>
                  <a:pt x="5577" y="302"/>
                </a:lnTo>
                <a:cubicBezTo>
                  <a:pt x="5300" y="117"/>
                  <a:pt x="4956" y="0"/>
                  <a:pt x="45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3" name="Google Shape;5513;p57">
            <a:extLst>
              <a:ext uri="{FF2B5EF4-FFF2-40B4-BE49-F238E27FC236}">
                <a16:creationId xmlns:a16="http://schemas.microsoft.com/office/drawing/2014/main" id="{46BA5A5C-106F-8922-D73F-067C35E5131A}"/>
              </a:ext>
            </a:extLst>
          </p:cNvPr>
          <p:cNvSpPr/>
          <p:nvPr/>
        </p:nvSpPr>
        <p:spPr>
          <a:xfrm>
            <a:off x="6135748" y="2314688"/>
            <a:ext cx="23803" cy="23835"/>
          </a:xfrm>
          <a:custGeom>
            <a:avLst/>
            <a:gdLst/>
            <a:ahLst/>
            <a:cxnLst/>
            <a:rect l="l" t="t" r="r" b="b"/>
            <a:pathLst>
              <a:path w="725" h="726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6"/>
                  <a:pt x="378" y="726"/>
                </a:cubicBezTo>
                <a:cubicBezTo>
                  <a:pt x="599" y="663"/>
                  <a:pt x="725" y="505"/>
                  <a:pt x="725" y="347"/>
                </a:cubicBezTo>
                <a:cubicBezTo>
                  <a:pt x="725" y="158"/>
                  <a:pt x="567" y="1"/>
                  <a:pt x="37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4" name="Google Shape;5514;p57">
            <a:extLst>
              <a:ext uri="{FF2B5EF4-FFF2-40B4-BE49-F238E27FC236}">
                <a16:creationId xmlns:a16="http://schemas.microsoft.com/office/drawing/2014/main" id="{F9EA2E70-5EC3-7B40-1F63-B7811DD02716}"/>
              </a:ext>
            </a:extLst>
          </p:cNvPr>
          <p:cNvSpPr/>
          <p:nvPr/>
        </p:nvSpPr>
        <p:spPr>
          <a:xfrm>
            <a:off x="5977502" y="2153357"/>
            <a:ext cx="79648" cy="138612"/>
          </a:xfrm>
          <a:custGeom>
            <a:avLst/>
            <a:gdLst/>
            <a:ahLst/>
            <a:cxnLst/>
            <a:rect l="l" t="t" r="r" b="b"/>
            <a:pathLst>
              <a:path w="2426" h="4222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32" y="1922"/>
                  <a:pt x="158" y="2080"/>
                  <a:pt x="347" y="2080"/>
                </a:cubicBezTo>
                <a:cubicBezTo>
                  <a:pt x="536" y="2080"/>
                  <a:pt x="693" y="1922"/>
                  <a:pt x="693" y="1733"/>
                </a:cubicBezTo>
                <a:lnTo>
                  <a:pt x="693" y="1386"/>
                </a:lnTo>
                <a:lnTo>
                  <a:pt x="1040" y="1386"/>
                </a:lnTo>
                <a:cubicBezTo>
                  <a:pt x="1260" y="1386"/>
                  <a:pt x="1418" y="1544"/>
                  <a:pt x="1418" y="1733"/>
                </a:cubicBezTo>
                <a:lnTo>
                  <a:pt x="1418" y="2899"/>
                </a:lnTo>
                <a:cubicBezTo>
                  <a:pt x="1197" y="3025"/>
                  <a:pt x="1040" y="3277"/>
                  <a:pt x="1040" y="3497"/>
                </a:cubicBezTo>
                <a:lnTo>
                  <a:pt x="1040" y="4222"/>
                </a:lnTo>
                <a:lnTo>
                  <a:pt x="2426" y="4222"/>
                </a:lnTo>
                <a:lnTo>
                  <a:pt x="2426" y="3497"/>
                </a:lnTo>
                <a:cubicBezTo>
                  <a:pt x="2426" y="3214"/>
                  <a:pt x="2268" y="3025"/>
                  <a:pt x="2079" y="2899"/>
                </a:cubicBezTo>
                <a:lnTo>
                  <a:pt x="2079" y="1733"/>
                </a:lnTo>
                <a:cubicBezTo>
                  <a:pt x="2079" y="1134"/>
                  <a:pt x="1607" y="693"/>
                  <a:pt x="1040" y="693"/>
                </a:cubicBezTo>
                <a:lnTo>
                  <a:pt x="693" y="693"/>
                </a:lnTo>
                <a:lnTo>
                  <a:pt x="693" y="347"/>
                </a:ln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5" name="Google Shape;5515;p57">
            <a:extLst>
              <a:ext uri="{FF2B5EF4-FFF2-40B4-BE49-F238E27FC236}">
                <a16:creationId xmlns:a16="http://schemas.microsoft.com/office/drawing/2014/main" id="{6C612BA1-0891-818F-F972-3CDC40EDA27A}"/>
              </a:ext>
            </a:extLst>
          </p:cNvPr>
          <p:cNvSpPr/>
          <p:nvPr/>
        </p:nvSpPr>
        <p:spPr>
          <a:xfrm>
            <a:off x="5875101" y="2153357"/>
            <a:ext cx="79648" cy="138612"/>
          </a:xfrm>
          <a:custGeom>
            <a:avLst/>
            <a:gdLst/>
            <a:ahLst/>
            <a:cxnLst/>
            <a:rect l="l" t="t" r="r" b="b"/>
            <a:pathLst>
              <a:path w="2426" h="4222" extrusionOk="0">
                <a:moveTo>
                  <a:pt x="2079" y="0"/>
                </a:moveTo>
                <a:cubicBezTo>
                  <a:pt x="1890" y="0"/>
                  <a:pt x="1733" y="158"/>
                  <a:pt x="1733" y="347"/>
                </a:cubicBezTo>
                <a:lnTo>
                  <a:pt x="1733" y="693"/>
                </a:lnTo>
                <a:lnTo>
                  <a:pt x="1386" y="693"/>
                </a:lnTo>
                <a:cubicBezTo>
                  <a:pt x="788" y="693"/>
                  <a:pt x="347" y="1166"/>
                  <a:pt x="347" y="1733"/>
                </a:cubicBezTo>
                <a:lnTo>
                  <a:pt x="347" y="2899"/>
                </a:lnTo>
                <a:cubicBezTo>
                  <a:pt x="158" y="3025"/>
                  <a:pt x="0" y="3277"/>
                  <a:pt x="0" y="3497"/>
                </a:cubicBezTo>
                <a:lnTo>
                  <a:pt x="0" y="4222"/>
                </a:lnTo>
                <a:lnTo>
                  <a:pt x="1386" y="4222"/>
                </a:lnTo>
                <a:lnTo>
                  <a:pt x="1386" y="3497"/>
                </a:lnTo>
                <a:cubicBezTo>
                  <a:pt x="1386" y="3214"/>
                  <a:pt x="1229" y="3025"/>
                  <a:pt x="1008" y="2899"/>
                </a:cubicBezTo>
                <a:lnTo>
                  <a:pt x="1008" y="1733"/>
                </a:lnTo>
                <a:cubicBezTo>
                  <a:pt x="1008" y="1544"/>
                  <a:pt x="1166" y="1386"/>
                  <a:pt x="1386" y="1386"/>
                </a:cubicBezTo>
                <a:lnTo>
                  <a:pt x="1733" y="1386"/>
                </a:lnTo>
                <a:lnTo>
                  <a:pt x="1733" y="1733"/>
                </a:lnTo>
                <a:cubicBezTo>
                  <a:pt x="1733" y="1922"/>
                  <a:pt x="1890" y="2080"/>
                  <a:pt x="2079" y="2080"/>
                </a:cubicBezTo>
                <a:cubicBezTo>
                  <a:pt x="2268" y="2080"/>
                  <a:pt x="2426" y="1922"/>
                  <a:pt x="2426" y="1733"/>
                </a:cubicBezTo>
                <a:lnTo>
                  <a:pt x="2426" y="347"/>
                </a:lnTo>
                <a:cubicBezTo>
                  <a:pt x="2426" y="158"/>
                  <a:pt x="2268" y="0"/>
                  <a:pt x="20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6" name="Google Shape;5516;p57">
            <a:extLst>
              <a:ext uri="{FF2B5EF4-FFF2-40B4-BE49-F238E27FC236}">
                <a16:creationId xmlns:a16="http://schemas.microsoft.com/office/drawing/2014/main" id="{680D292B-02A8-0078-CD83-2E11849BDDC8}"/>
              </a:ext>
            </a:extLst>
          </p:cNvPr>
          <p:cNvSpPr/>
          <p:nvPr/>
        </p:nvSpPr>
        <p:spPr>
          <a:xfrm>
            <a:off x="5875102" y="2269184"/>
            <a:ext cx="329984" cy="272070"/>
          </a:xfrm>
          <a:custGeom>
            <a:avLst/>
            <a:gdLst/>
            <a:ahLst/>
            <a:cxnLst/>
            <a:rect l="l" t="t" r="r" b="b"/>
            <a:pathLst>
              <a:path w="10051" h="8287" extrusionOk="0">
                <a:moveTo>
                  <a:pt x="8317" y="725"/>
                </a:moveTo>
                <a:cubicBezTo>
                  <a:pt x="8885" y="725"/>
                  <a:pt x="9326" y="1198"/>
                  <a:pt x="9326" y="1733"/>
                </a:cubicBezTo>
                <a:cubicBezTo>
                  <a:pt x="9326" y="2332"/>
                  <a:pt x="8853" y="2773"/>
                  <a:pt x="8317" y="2773"/>
                </a:cubicBezTo>
                <a:cubicBezTo>
                  <a:pt x="7750" y="2773"/>
                  <a:pt x="7278" y="2301"/>
                  <a:pt x="7278" y="1733"/>
                </a:cubicBezTo>
                <a:cubicBezTo>
                  <a:pt x="7278" y="1166"/>
                  <a:pt x="7750" y="725"/>
                  <a:pt x="8317" y="725"/>
                </a:cubicBezTo>
                <a:close/>
                <a:moveTo>
                  <a:pt x="8317" y="1"/>
                </a:moveTo>
                <a:cubicBezTo>
                  <a:pt x="7372" y="1"/>
                  <a:pt x="6585" y="788"/>
                  <a:pt x="6585" y="1733"/>
                </a:cubicBezTo>
                <a:cubicBezTo>
                  <a:pt x="6585" y="2584"/>
                  <a:pt x="7152" y="3277"/>
                  <a:pt x="7939" y="3435"/>
                </a:cubicBezTo>
                <a:lnTo>
                  <a:pt x="7939" y="5199"/>
                </a:lnTo>
                <a:cubicBezTo>
                  <a:pt x="7939" y="6554"/>
                  <a:pt x="6837" y="7656"/>
                  <a:pt x="5513" y="7656"/>
                </a:cubicBezTo>
                <a:cubicBezTo>
                  <a:pt x="4190" y="7656"/>
                  <a:pt x="3088" y="6554"/>
                  <a:pt x="3088" y="5199"/>
                </a:cubicBezTo>
                <a:lnTo>
                  <a:pt x="3088" y="4506"/>
                </a:lnTo>
                <a:lnTo>
                  <a:pt x="3088" y="4443"/>
                </a:lnTo>
                <a:cubicBezTo>
                  <a:pt x="4316" y="4317"/>
                  <a:pt x="5324" y="3309"/>
                  <a:pt x="5482" y="2049"/>
                </a:cubicBezTo>
                <a:cubicBezTo>
                  <a:pt x="5513" y="1797"/>
                  <a:pt x="5513" y="1891"/>
                  <a:pt x="5513" y="1355"/>
                </a:cubicBezTo>
                <a:lnTo>
                  <a:pt x="4127" y="1355"/>
                </a:lnTo>
                <a:cubicBezTo>
                  <a:pt x="4127" y="1607"/>
                  <a:pt x="4127" y="1765"/>
                  <a:pt x="4096" y="2049"/>
                </a:cubicBezTo>
                <a:cubicBezTo>
                  <a:pt x="3938" y="2710"/>
                  <a:pt x="3340" y="3088"/>
                  <a:pt x="2741" y="3088"/>
                </a:cubicBezTo>
                <a:cubicBezTo>
                  <a:pt x="2174" y="3088"/>
                  <a:pt x="1575" y="2773"/>
                  <a:pt x="1418" y="2049"/>
                </a:cubicBezTo>
                <a:cubicBezTo>
                  <a:pt x="1386" y="1828"/>
                  <a:pt x="1386" y="1607"/>
                  <a:pt x="1386" y="1355"/>
                </a:cubicBezTo>
                <a:lnTo>
                  <a:pt x="0" y="1355"/>
                </a:lnTo>
                <a:cubicBezTo>
                  <a:pt x="0" y="1670"/>
                  <a:pt x="0" y="1733"/>
                  <a:pt x="32" y="2049"/>
                </a:cubicBezTo>
                <a:cubicBezTo>
                  <a:pt x="221" y="3277"/>
                  <a:pt x="1166" y="4317"/>
                  <a:pt x="2426" y="4474"/>
                </a:cubicBezTo>
                <a:lnTo>
                  <a:pt x="2426" y="5168"/>
                </a:lnTo>
                <a:cubicBezTo>
                  <a:pt x="2426" y="5672"/>
                  <a:pt x="2552" y="6144"/>
                  <a:pt x="2804" y="6585"/>
                </a:cubicBezTo>
                <a:cubicBezTo>
                  <a:pt x="3308" y="7625"/>
                  <a:pt x="4379" y="8286"/>
                  <a:pt x="5545" y="8286"/>
                </a:cubicBezTo>
                <a:cubicBezTo>
                  <a:pt x="7278" y="8286"/>
                  <a:pt x="8664" y="6869"/>
                  <a:pt x="8664" y="5168"/>
                </a:cubicBezTo>
                <a:lnTo>
                  <a:pt x="8664" y="3435"/>
                </a:lnTo>
                <a:cubicBezTo>
                  <a:pt x="9452" y="3277"/>
                  <a:pt x="10050" y="2584"/>
                  <a:pt x="10050" y="1733"/>
                </a:cubicBezTo>
                <a:cubicBezTo>
                  <a:pt x="10050" y="788"/>
                  <a:pt x="9263" y="1"/>
                  <a:pt x="831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8" name="Google Shape;5518;p57">
            <a:extLst>
              <a:ext uri="{FF2B5EF4-FFF2-40B4-BE49-F238E27FC236}">
                <a16:creationId xmlns:a16="http://schemas.microsoft.com/office/drawing/2014/main" id="{75B78B71-13BB-3E59-80DD-B9654EC36E3B}"/>
              </a:ext>
            </a:extLst>
          </p:cNvPr>
          <p:cNvSpPr/>
          <p:nvPr/>
        </p:nvSpPr>
        <p:spPr>
          <a:xfrm>
            <a:off x="5983198" y="2795449"/>
            <a:ext cx="113792" cy="113825"/>
          </a:xfrm>
          <a:custGeom>
            <a:avLst/>
            <a:gdLst/>
            <a:ahLst/>
            <a:cxnLst/>
            <a:rect l="l" t="t" r="r" b="b"/>
            <a:pathLst>
              <a:path w="3466" h="3467" extrusionOk="0">
                <a:moveTo>
                  <a:pt x="1386" y="662"/>
                </a:moveTo>
                <a:cubicBezTo>
                  <a:pt x="1764" y="662"/>
                  <a:pt x="2079" y="977"/>
                  <a:pt x="2079" y="1387"/>
                </a:cubicBezTo>
                <a:cubicBezTo>
                  <a:pt x="2079" y="1765"/>
                  <a:pt x="1764" y="2080"/>
                  <a:pt x="1386" y="2080"/>
                </a:cubicBezTo>
                <a:cubicBezTo>
                  <a:pt x="977" y="2080"/>
                  <a:pt x="662" y="1765"/>
                  <a:pt x="662" y="1387"/>
                </a:cubicBezTo>
                <a:cubicBezTo>
                  <a:pt x="662" y="977"/>
                  <a:pt x="977" y="662"/>
                  <a:pt x="1386" y="662"/>
                </a:cubicBezTo>
                <a:close/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679"/>
                  <a:pt x="788" y="3466"/>
                  <a:pt x="1733" y="3466"/>
                </a:cubicBezTo>
                <a:cubicBezTo>
                  <a:pt x="2678" y="3466"/>
                  <a:pt x="3466" y="2679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49" name="Google Shape;5519;p57">
            <a:extLst>
              <a:ext uri="{FF2B5EF4-FFF2-40B4-BE49-F238E27FC236}">
                <a16:creationId xmlns:a16="http://schemas.microsoft.com/office/drawing/2014/main" id="{9842E4D5-CBF7-C564-CC56-74E480D55C4C}"/>
              </a:ext>
            </a:extLst>
          </p:cNvPr>
          <p:cNvSpPr/>
          <p:nvPr/>
        </p:nvSpPr>
        <p:spPr>
          <a:xfrm>
            <a:off x="5844585" y="2725125"/>
            <a:ext cx="391018" cy="251354"/>
          </a:xfrm>
          <a:custGeom>
            <a:avLst/>
            <a:gdLst/>
            <a:ahLst/>
            <a:cxnLst/>
            <a:rect l="l" t="t" r="r" b="b"/>
            <a:pathLst>
              <a:path w="11910" h="7656" extrusionOk="0">
                <a:moveTo>
                  <a:pt x="5955" y="1418"/>
                </a:moveTo>
                <a:cubicBezTo>
                  <a:pt x="7278" y="1418"/>
                  <a:pt x="8381" y="2521"/>
                  <a:pt x="8381" y="3875"/>
                </a:cubicBezTo>
                <a:cubicBezTo>
                  <a:pt x="8381" y="5199"/>
                  <a:pt x="7278" y="6301"/>
                  <a:pt x="5955" y="6301"/>
                </a:cubicBezTo>
                <a:cubicBezTo>
                  <a:pt x="4600" y="6301"/>
                  <a:pt x="3497" y="5199"/>
                  <a:pt x="3497" y="3875"/>
                </a:cubicBezTo>
                <a:cubicBezTo>
                  <a:pt x="3497" y="2521"/>
                  <a:pt x="4600" y="1418"/>
                  <a:pt x="5955" y="1418"/>
                </a:cubicBezTo>
                <a:close/>
                <a:moveTo>
                  <a:pt x="5955" y="0"/>
                </a:moveTo>
                <a:cubicBezTo>
                  <a:pt x="2710" y="0"/>
                  <a:pt x="189" y="3466"/>
                  <a:pt x="95" y="3623"/>
                </a:cubicBezTo>
                <a:cubicBezTo>
                  <a:pt x="0" y="3749"/>
                  <a:pt x="0" y="3907"/>
                  <a:pt x="95" y="4033"/>
                </a:cubicBezTo>
                <a:cubicBezTo>
                  <a:pt x="189" y="4190"/>
                  <a:pt x="2773" y="7656"/>
                  <a:pt x="5955" y="7656"/>
                </a:cubicBezTo>
                <a:cubicBezTo>
                  <a:pt x="9137" y="7656"/>
                  <a:pt x="11689" y="4190"/>
                  <a:pt x="11815" y="4033"/>
                </a:cubicBezTo>
                <a:cubicBezTo>
                  <a:pt x="11909" y="3907"/>
                  <a:pt x="11909" y="3749"/>
                  <a:pt x="11815" y="3623"/>
                </a:cubicBezTo>
                <a:cubicBezTo>
                  <a:pt x="11689" y="3466"/>
                  <a:pt x="9168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1" name="Google Shape;5521;p57">
            <a:extLst>
              <a:ext uri="{FF2B5EF4-FFF2-40B4-BE49-F238E27FC236}">
                <a16:creationId xmlns:a16="http://schemas.microsoft.com/office/drawing/2014/main" id="{BBCD0997-5F77-A374-0D1E-96CE0074FAFD}"/>
              </a:ext>
            </a:extLst>
          </p:cNvPr>
          <p:cNvSpPr/>
          <p:nvPr/>
        </p:nvSpPr>
        <p:spPr>
          <a:xfrm>
            <a:off x="6007493" y="3158953"/>
            <a:ext cx="226567" cy="213500"/>
          </a:xfrm>
          <a:custGeom>
            <a:avLst/>
            <a:gdLst/>
            <a:ahLst/>
            <a:cxnLst/>
            <a:rect l="l" t="t" r="r" b="b"/>
            <a:pathLst>
              <a:path w="6901" h="6503" extrusionOk="0">
                <a:moveTo>
                  <a:pt x="5042" y="0"/>
                </a:moveTo>
                <a:cubicBezTo>
                  <a:pt x="4425" y="0"/>
                  <a:pt x="3809" y="237"/>
                  <a:pt x="3340" y="705"/>
                </a:cubicBezTo>
                <a:lnTo>
                  <a:pt x="1765" y="2281"/>
                </a:lnTo>
                <a:cubicBezTo>
                  <a:pt x="1639" y="2407"/>
                  <a:pt x="1639" y="2627"/>
                  <a:pt x="1765" y="2785"/>
                </a:cubicBezTo>
                <a:cubicBezTo>
                  <a:pt x="1860" y="2879"/>
                  <a:pt x="1891" y="2942"/>
                  <a:pt x="1891" y="3037"/>
                </a:cubicBezTo>
                <a:cubicBezTo>
                  <a:pt x="1891" y="3100"/>
                  <a:pt x="1860" y="3226"/>
                  <a:pt x="1765" y="3257"/>
                </a:cubicBezTo>
                <a:lnTo>
                  <a:pt x="1229" y="3824"/>
                </a:lnTo>
                <a:cubicBezTo>
                  <a:pt x="1009" y="3856"/>
                  <a:pt x="820" y="3919"/>
                  <a:pt x="662" y="4045"/>
                </a:cubicBezTo>
                <a:lnTo>
                  <a:pt x="1" y="4643"/>
                </a:lnTo>
                <a:lnTo>
                  <a:pt x="1860" y="6502"/>
                </a:lnTo>
                <a:lnTo>
                  <a:pt x="2427" y="5809"/>
                </a:lnTo>
                <a:cubicBezTo>
                  <a:pt x="2553" y="5652"/>
                  <a:pt x="2647" y="5494"/>
                  <a:pt x="2679" y="5305"/>
                </a:cubicBezTo>
                <a:lnTo>
                  <a:pt x="6774" y="1209"/>
                </a:lnTo>
                <a:cubicBezTo>
                  <a:pt x="6900" y="1083"/>
                  <a:pt x="6900" y="863"/>
                  <a:pt x="6774" y="737"/>
                </a:cubicBezTo>
                <a:cubicBezTo>
                  <a:pt x="6298" y="245"/>
                  <a:pt x="5669" y="0"/>
                  <a:pt x="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2" name="Google Shape;5522;p57">
            <a:extLst>
              <a:ext uri="{FF2B5EF4-FFF2-40B4-BE49-F238E27FC236}">
                <a16:creationId xmlns:a16="http://schemas.microsoft.com/office/drawing/2014/main" id="{07E8F205-0057-68E8-AEAC-0A567FA585BF}"/>
              </a:ext>
            </a:extLst>
          </p:cNvPr>
          <p:cNvSpPr/>
          <p:nvPr/>
        </p:nvSpPr>
        <p:spPr>
          <a:xfrm>
            <a:off x="5846129" y="3327934"/>
            <a:ext cx="206901" cy="206901"/>
          </a:xfrm>
          <a:custGeom>
            <a:avLst/>
            <a:gdLst/>
            <a:ahLst/>
            <a:cxnLst/>
            <a:rect l="l" t="t" r="r" b="b"/>
            <a:pathLst>
              <a:path w="6302" h="6302" extrusionOk="0">
                <a:moveTo>
                  <a:pt x="4412" y="1"/>
                </a:moveTo>
                <a:lnTo>
                  <a:pt x="537" y="3466"/>
                </a:lnTo>
                <a:cubicBezTo>
                  <a:pt x="190" y="3781"/>
                  <a:pt x="1" y="4222"/>
                  <a:pt x="1" y="4695"/>
                </a:cubicBezTo>
                <a:cubicBezTo>
                  <a:pt x="1" y="5136"/>
                  <a:pt x="158" y="5545"/>
                  <a:pt x="474" y="5829"/>
                </a:cubicBezTo>
                <a:cubicBezTo>
                  <a:pt x="789" y="6144"/>
                  <a:pt x="1167" y="6302"/>
                  <a:pt x="1608" y="6302"/>
                </a:cubicBezTo>
                <a:lnTo>
                  <a:pt x="1639" y="6302"/>
                </a:lnTo>
                <a:cubicBezTo>
                  <a:pt x="1954" y="6302"/>
                  <a:pt x="2269" y="6175"/>
                  <a:pt x="2553" y="5986"/>
                </a:cubicBezTo>
                <a:lnTo>
                  <a:pt x="1482" y="4915"/>
                </a:lnTo>
                <a:cubicBezTo>
                  <a:pt x="1356" y="4789"/>
                  <a:pt x="1356" y="4569"/>
                  <a:pt x="1482" y="4443"/>
                </a:cubicBezTo>
                <a:cubicBezTo>
                  <a:pt x="1545" y="4395"/>
                  <a:pt x="1631" y="4372"/>
                  <a:pt x="1718" y="4372"/>
                </a:cubicBezTo>
                <a:cubicBezTo>
                  <a:pt x="1805" y="4372"/>
                  <a:pt x="1891" y="4395"/>
                  <a:pt x="1954" y="4443"/>
                </a:cubicBezTo>
                <a:lnTo>
                  <a:pt x="3025" y="5514"/>
                </a:lnTo>
                <a:lnTo>
                  <a:pt x="3498" y="5010"/>
                </a:lnTo>
                <a:lnTo>
                  <a:pt x="2521" y="4002"/>
                </a:lnTo>
                <a:cubicBezTo>
                  <a:pt x="2395" y="3907"/>
                  <a:pt x="2395" y="3655"/>
                  <a:pt x="2521" y="3561"/>
                </a:cubicBezTo>
                <a:cubicBezTo>
                  <a:pt x="2569" y="3498"/>
                  <a:pt x="2655" y="3466"/>
                  <a:pt x="2746" y="3466"/>
                </a:cubicBezTo>
                <a:cubicBezTo>
                  <a:pt x="2836" y="3466"/>
                  <a:pt x="2931" y="3498"/>
                  <a:pt x="2994" y="3561"/>
                </a:cubicBezTo>
                <a:lnTo>
                  <a:pt x="3939" y="4474"/>
                </a:lnTo>
                <a:lnTo>
                  <a:pt x="4412" y="3970"/>
                </a:lnTo>
                <a:lnTo>
                  <a:pt x="3530" y="3120"/>
                </a:lnTo>
                <a:cubicBezTo>
                  <a:pt x="3403" y="2994"/>
                  <a:pt x="3403" y="2773"/>
                  <a:pt x="3530" y="2647"/>
                </a:cubicBezTo>
                <a:cubicBezTo>
                  <a:pt x="3593" y="2584"/>
                  <a:pt x="3679" y="2552"/>
                  <a:pt x="3766" y="2552"/>
                </a:cubicBezTo>
                <a:cubicBezTo>
                  <a:pt x="3852" y="2552"/>
                  <a:pt x="3939" y="2584"/>
                  <a:pt x="4002" y="2647"/>
                </a:cubicBezTo>
                <a:lnTo>
                  <a:pt x="4884" y="3498"/>
                </a:lnTo>
                <a:lnTo>
                  <a:pt x="5357" y="2994"/>
                </a:lnTo>
                <a:lnTo>
                  <a:pt x="4601" y="2237"/>
                </a:lnTo>
                <a:cubicBezTo>
                  <a:pt x="4475" y="2111"/>
                  <a:pt x="4475" y="1891"/>
                  <a:pt x="4601" y="1765"/>
                </a:cubicBezTo>
                <a:cubicBezTo>
                  <a:pt x="4671" y="1624"/>
                  <a:pt x="4771" y="1562"/>
                  <a:pt x="4867" y="1562"/>
                </a:cubicBezTo>
                <a:cubicBezTo>
                  <a:pt x="4944" y="1562"/>
                  <a:pt x="5018" y="1601"/>
                  <a:pt x="5073" y="1670"/>
                </a:cubicBezTo>
                <a:lnTo>
                  <a:pt x="5829" y="2395"/>
                </a:lnTo>
                <a:lnTo>
                  <a:pt x="6302" y="1891"/>
                </a:lnTo>
                <a:lnTo>
                  <a:pt x="441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4" name="Google Shape;5524;p57">
            <a:extLst>
              <a:ext uri="{FF2B5EF4-FFF2-40B4-BE49-F238E27FC236}">
                <a16:creationId xmlns:a16="http://schemas.microsoft.com/office/drawing/2014/main" id="{C15EC139-6082-2719-A827-A36C5F8C6C8D}"/>
              </a:ext>
            </a:extLst>
          </p:cNvPr>
          <p:cNvSpPr/>
          <p:nvPr/>
        </p:nvSpPr>
        <p:spPr>
          <a:xfrm>
            <a:off x="8568873" y="2335389"/>
            <a:ext cx="91040" cy="112775"/>
          </a:xfrm>
          <a:custGeom>
            <a:avLst/>
            <a:gdLst/>
            <a:ahLst/>
            <a:cxnLst/>
            <a:rect l="l" t="t" r="r" b="b"/>
            <a:pathLst>
              <a:path w="2773" h="3435" extrusionOk="0">
                <a:moveTo>
                  <a:pt x="0" y="1"/>
                </a:moveTo>
                <a:lnTo>
                  <a:pt x="0" y="3435"/>
                </a:lnTo>
                <a:lnTo>
                  <a:pt x="2773" y="3435"/>
                </a:lnTo>
                <a:lnTo>
                  <a:pt x="2773" y="2741"/>
                </a:lnTo>
                <a:lnTo>
                  <a:pt x="1040" y="2741"/>
                </a:lnTo>
                <a:cubicBezTo>
                  <a:pt x="851" y="2741"/>
                  <a:pt x="693" y="2584"/>
                  <a:pt x="693" y="2395"/>
                </a:cubicBezTo>
                <a:cubicBezTo>
                  <a:pt x="693" y="2206"/>
                  <a:pt x="851" y="2048"/>
                  <a:pt x="1040" y="2048"/>
                </a:cubicBezTo>
                <a:lnTo>
                  <a:pt x="2773" y="2048"/>
                </a:lnTo>
                <a:lnTo>
                  <a:pt x="2773" y="1324"/>
                </a:lnTo>
                <a:lnTo>
                  <a:pt x="1040" y="1324"/>
                </a:lnTo>
                <a:cubicBezTo>
                  <a:pt x="851" y="1324"/>
                  <a:pt x="693" y="1166"/>
                  <a:pt x="693" y="977"/>
                </a:cubicBezTo>
                <a:cubicBezTo>
                  <a:pt x="693" y="851"/>
                  <a:pt x="851" y="694"/>
                  <a:pt x="1040" y="694"/>
                </a:cubicBezTo>
                <a:lnTo>
                  <a:pt x="2773" y="694"/>
                </a:lnTo>
                <a:lnTo>
                  <a:pt x="277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5" name="Google Shape;5525;p57">
            <a:extLst>
              <a:ext uri="{FF2B5EF4-FFF2-40B4-BE49-F238E27FC236}">
                <a16:creationId xmlns:a16="http://schemas.microsoft.com/office/drawing/2014/main" id="{F7157DC1-D0AB-24F5-C8F8-FB656B2F679E}"/>
              </a:ext>
            </a:extLst>
          </p:cNvPr>
          <p:cNvSpPr/>
          <p:nvPr/>
        </p:nvSpPr>
        <p:spPr>
          <a:xfrm>
            <a:off x="8433347" y="2152322"/>
            <a:ext cx="251387" cy="389967"/>
          </a:xfrm>
          <a:custGeom>
            <a:avLst/>
            <a:gdLst/>
            <a:ahLst/>
            <a:cxnLst/>
            <a:rect l="l" t="t" r="r" b="b"/>
            <a:pathLst>
              <a:path w="7657" h="11878" extrusionOk="0">
                <a:moveTo>
                  <a:pt x="2049" y="693"/>
                </a:moveTo>
                <a:lnTo>
                  <a:pt x="2049" y="2773"/>
                </a:lnTo>
                <a:lnTo>
                  <a:pt x="1356" y="2773"/>
                </a:lnTo>
                <a:lnTo>
                  <a:pt x="1356" y="693"/>
                </a:lnTo>
                <a:close/>
                <a:moveTo>
                  <a:pt x="3435" y="693"/>
                </a:moveTo>
                <a:lnTo>
                  <a:pt x="3435" y="2773"/>
                </a:lnTo>
                <a:lnTo>
                  <a:pt x="2710" y="2773"/>
                </a:lnTo>
                <a:lnTo>
                  <a:pt x="2710" y="693"/>
                </a:lnTo>
                <a:close/>
                <a:moveTo>
                  <a:pt x="4821" y="693"/>
                </a:moveTo>
                <a:lnTo>
                  <a:pt x="4821" y="2773"/>
                </a:lnTo>
                <a:lnTo>
                  <a:pt x="4097" y="2773"/>
                </a:lnTo>
                <a:lnTo>
                  <a:pt x="4097" y="693"/>
                </a:lnTo>
                <a:close/>
                <a:moveTo>
                  <a:pt x="6176" y="693"/>
                </a:moveTo>
                <a:lnTo>
                  <a:pt x="6176" y="2773"/>
                </a:lnTo>
                <a:lnTo>
                  <a:pt x="5483" y="2773"/>
                </a:lnTo>
                <a:lnTo>
                  <a:pt x="5483" y="693"/>
                </a:lnTo>
                <a:close/>
                <a:moveTo>
                  <a:pt x="1041" y="0"/>
                </a:moveTo>
                <a:cubicBezTo>
                  <a:pt x="442" y="0"/>
                  <a:pt x="1" y="473"/>
                  <a:pt x="1" y="1040"/>
                </a:cubicBezTo>
                <a:lnTo>
                  <a:pt x="1" y="3119"/>
                </a:lnTo>
                <a:cubicBezTo>
                  <a:pt x="1" y="3308"/>
                  <a:pt x="158" y="3466"/>
                  <a:pt x="379" y="3466"/>
                </a:cubicBezTo>
                <a:lnTo>
                  <a:pt x="726" y="3466"/>
                </a:lnTo>
                <a:lnTo>
                  <a:pt x="726" y="4883"/>
                </a:lnTo>
                <a:lnTo>
                  <a:pt x="2458" y="4883"/>
                </a:lnTo>
                <a:cubicBezTo>
                  <a:pt x="2647" y="4883"/>
                  <a:pt x="2805" y="5041"/>
                  <a:pt x="2805" y="5262"/>
                </a:cubicBezTo>
                <a:lnTo>
                  <a:pt x="2805" y="9420"/>
                </a:lnTo>
                <a:cubicBezTo>
                  <a:pt x="2805" y="9609"/>
                  <a:pt x="2647" y="9767"/>
                  <a:pt x="2458" y="9767"/>
                </a:cubicBezTo>
                <a:lnTo>
                  <a:pt x="2112" y="9767"/>
                </a:lnTo>
                <a:cubicBezTo>
                  <a:pt x="2112" y="10523"/>
                  <a:pt x="1797" y="11247"/>
                  <a:pt x="1261" y="11751"/>
                </a:cubicBezTo>
                <a:cubicBezTo>
                  <a:pt x="1419" y="11815"/>
                  <a:pt x="1576" y="11878"/>
                  <a:pt x="1734" y="11878"/>
                </a:cubicBezTo>
                <a:lnTo>
                  <a:pt x="5924" y="11878"/>
                </a:lnTo>
                <a:cubicBezTo>
                  <a:pt x="6522" y="11878"/>
                  <a:pt x="6932" y="11405"/>
                  <a:pt x="6932" y="10838"/>
                </a:cubicBezTo>
                <a:lnTo>
                  <a:pt x="6932" y="9798"/>
                </a:lnTo>
                <a:lnTo>
                  <a:pt x="3813" y="9798"/>
                </a:lnTo>
                <a:cubicBezTo>
                  <a:pt x="3624" y="9798"/>
                  <a:pt x="3467" y="9672"/>
                  <a:pt x="3467" y="9452"/>
                </a:cubicBezTo>
                <a:lnTo>
                  <a:pt x="3467" y="5293"/>
                </a:lnTo>
                <a:cubicBezTo>
                  <a:pt x="3467" y="5104"/>
                  <a:pt x="3624" y="4946"/>
                  <a:pt x="3813" y="4946"/>
                </a:cubicBezTo>
                <a:lnTo>
                  <a:pt x="6932" y="4946"/>
                </a:lnTo>
                <a:lnTo>
                  <a:pt x="6932" y="3529"/>
                </a:lnTo>
                <a:lnTo>
                  <a:pt x="7310" y="3529"/>
                </a:lnTo>
                <a:cubicBezTo>
                  <a:pt x="7499" y="3529"/>
                  <a:pt x="7657" y="3371"/>
                  <a:pt x="7657" y="3151"/>
                </a:cubicBezTo>
                <a:lnTo>
                  <a:pt x="7657" y="1040"/>
                </a:lnTo>
                <a:lnTo>
                  <a:pt x="7625" y="1040"/>
                </a:lnTo>
                <a:cubicBezTo>
                  <a:pt x="7625" y="441"/>
                  <a:pt x="7153" y="0"/>
                  <a:pt x="65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6" name="Google Shape;5526;p57">
            <a:extLst>
              <a:ext uri="{FF2B5EF4-FFF2-40B4-BE49-F238E27FC236}">
                <a16:creationId xmlns:a16="http://schemas.microsoft.com/office/drawing/2014/main" id="{E7D4B2D2-2FB4-F399-1741-2D40E82D60F8}"/>
              </a:ext>
            </a:extLst>
          </p:cNvPr>
          <p:cNvSpPr/>
          <p:nvPr/>
        </p:nvSpPr>
        <p:spPr>
          <a:xfrm>
            <a:off x="8294767" y="2379875"/>
            <a:ext cx="91040" cy="126203"/>
          </a:xfrm>
          <a:custGeom>
            <a:avLst/>
            <a:gdLst/>
            <a:ahLst/>
            <a:cxnLst/>
            <a:rect l="l" t="t" r="r" b="b"/>
            <a:pathLst>
              <a:path w="2773" h="3844" extrusionOk="0">
                <a:moveTo>
                  <a:pt x="2143" y="0"/>
                </a:moveTo>
                <a:cubicBezTo>
                  <a:pt x="1008" y="0"/>
                  <a:pt x="63" y="945"/>
                  <a:pt x="63" y="2080"/>
                </a:cubicBezTo>
                <a:cubicBezTo>
                  <a:pt x="0" y="2804"/>
                  <a:pt x="378" y="3434"/>
                  <a:pt x="914" y="3844"/>
                </a:cubicBezTo>
                <a:cubicBezTo>
                  <a:pt x="788" y="3529"/>
                  <a:pt x="725" y="3151"/>
                  <a:pt x="725" y="2804"/>
                </a:cubicBezTo>
                <a:cubicBezTo>
                  <a:pt x="725" y="1544"/>
                  <a:pt x="1576" y="473"/>
                  <a:pt x="2773" y="126"/>
                </a:cubicBezTo>
                <a:cubicBezTo>
                  <a:pt x="2584" y="63"/>
                  <a:pt x="2332" y="0"/>
                  <a:pt x="21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7" name="Google Shape;5527;p57">
            <a:extLst>
              <a:ext uri="{FF2B5EF4-FFF2-40B4-BE49-F238E27FC236}">
                <a16:creationId xmlns:a16="http://schemas.microsoft.com/office/drawing/2014/main" id="{A736E54E-D436-ED8E-F1A4-024EF453B99D}"/>
              </a:ext>
            </a:extLst>
          </p:cNvPr>
          <p:cNvSpPr/>
          <p:nvPr/>
        </p:nvSpPr>
        <p:spPr>
          <a:xfrm>
            <a:off x="8340269" y="2403645"/>
            <a:ext cx="137595" cy="136577"/>
          </a:xfrm>
          <a:custGeom>
            <a:avLst/>
            <a:gdLst/>
            <a:ahLst/>
            <a:cxnLst/>
            <a:rect l="l" t="t" r="r" b="b"/>
            <a:pathLst>
              <a:path w="4191" h="4160" extrusionOk="0">
                <a:moveTo>
                  <a:pt x="2080" y="694"/>
                </a:moveTo>
                <a:cubicBezTo>
                  <a:pt x="2836" y="694"/>
                  <a:pt x="3466" y="1324"/>
                  <a:pt x="3466" y="2080"/>
                </a:cubicBezTo>
                <a:cubicBezTo>
                  <a:pt x="3466" y="2364"/>
                  <a:pt x="3403" y="2584"/>
                  <a:pt x="3246" y="2836"/>
                </a:cubicBezTo>
                <a:lnTo>
                  <a:pt x="1292" y="915"/>
                </a:lnTo>
                <a:cubicBezTo>
                  <a:pt x="1576" y="788"/>
                  <a:pt x="1828" y="694"/>
                  <a:pt x="2080" y="694"/>
                </a:cubicBezTo>
                <a:close/>
                <a:moveTo>
                  <a:pt x="2111" y="1"/>
                </a:moveTo>
                <a:cubicBezTo>
                  <a:pt x="946" y="1"/>
                  <a:pt x="1" y="946"/>
                  <a:pt x="1" y="2080"/>
                </a:cubicBezTo>
                <a:cubicBezTo>
                  <a:pt x="1" y="3214"/>
                  <a:pt x="946" y="4160"/>
                  <a:pt x="2111" y="4160"/>
                </a:cubicBezTo>
                <a:cubicBezTo>
                  <a:pt x="3246" y="4160"/>
                  <a:pt x="4191" y="3214"/>
                  <a:pt x="4191" y="2080"/>
                </a:cubicBezTo>
                <a:cubicBezTo>
                  <a:pt x="4191" y="946"/>
                  <a:pt x="3246" y="1"/>
                  <a:pt x="211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58" name="Google Shape;5528;p57">
            <a:extLst>
              <a:ext uri="{FF2B5EF4-FFF2-40B4-BE49-F238E27FC236}">
                <a16:creationId xmlns:a16="http://schemas.microsoft.com/office/drawing/2014/main" id="{C85CC17D-E1C3-E542-F958-50159FD31570}"/>
              </a:ext>
            </a:extLst>
          </p:cNvPr>
          <p:cNvSpPr/>
          <p:nvPr/>
        </p:nvSpPr>
        <p:spPr>
          <a:xfrm>
            <a:off x="8455079" y="2336440"/>
            <a:ext cx="45537" cy="113792"/>
          </a:xfrm>
          <a:custGeom>
            <a:avLst/>
            <a:gdLst/>
            <a:ahLst/>
            <a:cxnLst/>
            <a:rect l="l" t="t" r="r" b="b"/>
            <a:pathLst>
              <a:path w="1387" h="3466" extrusionOk="0">
                <a:moveTo>
                  <a:pt x="1" y="0"/>
                </a:moveTo>
                <a:lnTo>
                  <a:pt x="1" y="1764"/>
                </a:lnTo>
                <a:cubicBezTo>
                  <a:pt x="631" y="2111"/>
                  <a:pt x="1072" y="2709"/>
                  <a:pt x="1261" y="3466"/>
                </a:cubicBezTo>
                <a:lnTo>
                  <a:pt x="1387" y="3466"/>
                </a:lnTo>
                <a:lnTo>
                  <a:pt x="1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0" name="Google Shape;5530;p57">
            <a:extLst>
              <a:ext uri="{FF2B5EF4-FFF2-40B4-BE49-F238E27FC236}">
                <a16:creationId xmlns:a16="http://schemas.microsoft.com/office/drawing/2014/main" id="{EB740491-F1BD-A346-1BD1-8B9B8AC9CE29}"/>
              </a:ext>
            </a:extLst>
          </p:cNvPr>
          <p:cNvSpPr/>
          <p:nvPr/>
        </p:nvSpPr>
        <p:spPr>
          <a:xfrm>
            <a:off x="8478883" y="2851295"/>
            <a:ext cx="22785" cy="22817"/>
          </a:xfrm>
          <a:custGeom>
            <a:avLst/>
            <a:gdLst/>
            <a:ahLst/>
            <a:cxnLst/>
            <a:rect l="l" t="t" r="r" b="b"/>
            <a:pathLst>
              <a:path w="694" h="695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7"/>
                  <a:pt x="158" y="694"/>
                  <a:pt x="347" y="694"/>
                </a:cubicBezTo>
                <a:cubicBezTo>
                  <a:pt x="536" y="694"/>
                  <a:pt x="693" y="537"/>
                  <a:pt x="693" y="347"/>
                </a:cubicBezTo>
                <a:cubicBezTo>
                  <a:pt x="693" y="158"/>
                  <a:pt x="504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1" name="Google Shape;5531;p57">
            <a:extLst>
              <a:ext uri="{FF2B5EF4-FFF2-40B4-BE49-F238E27FC236}">
                <a16:creationId xmlns:a16="http://schemas.microsoft.com/office/drawing/2014/main" id="{CE184362-997A-A30D-6D5F-15076CCB52AE}"/>
              </a:ext>
            </a:extLst>
          </p:cNvPr>
          <p:cNvSpPr/>
          <p:nvPr/>
        </p:nvSpPr>
        <p:spPr>
          <a:xfrm>
            <a:off x="8614377" y="2851294"/>
            <a:ext cx="70357" cy="23835"/>
          </a:xfrm>
          <a:custGeom>
            <a:avLst/>
            <a:gdLst/>
            <a:ahLst/>
            <a:cxnLst/>
            <a:rect l="l" t="t" r="r" b="b"/>
            <a:pathLst>
              <a:path w="2143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37"/>
                  <a:pt x="158" y="726"/>
                  <a:pt x="347" y="726"/>
                </a:cubicBezTo>
                <a:lnTo>
                  <a:pt x="1765" y="726"/>
                </a:lnTo>
                <a:cubicBezTo>
                  <a:pt x="1985" y="726"/>
                  <a:pt x="2143" y="568"/>
                  <a:pt x="2143" y="347"/>
                </a:cubicBezTo>
                <a:cubicBezTo>
                  <a:pt x="2143" y="158"/>
                  <a:pt x="1985" y="1"/>
                  <a:pt x="176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2" name="Google Shape;5532;p57">
            <a:extLst>
              <a:ext uri="{FF2B5EF4-FFF2-40B4-BE49-F238E27FC236}">
                <a16:creationId xmlns:a16="http://schemas.microsoft.com/office/drawing/2014/main" id="{D3626BAE-4AF1-3D4F-A8AF-B550A9A82909}"/>
              </a:ext>
            </a:extLst>
          </p:cNvPr>
          <p:cNvSpPr/>
          <p:nvPr/>
        </p:nvSpPr>
        <p:spPr>
          <a:xfrm>
            <a:off x="8294767" y="2851294"/>
            <a:ext cx="70357" cy="23835"/>
          </a:xfrm>
          <a:custGeom>
            <a:avLst/>
            <a:gdLst/>
            <a:ahLst/>
            <a:cxnLst/>
            <a:rect l="l" t="t" r="r" b="b"/>
            <a:pathLst>
              <a:path w="2143" h="726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6"/>
                  <a:pt x="378" y="726"/>
                </a:cubicBezTo>
                <a:lnTo>
                  <a:pt x="1796" y="726"/>
                </a:lnTo>
                <a:cubicBezTo>
                  <a:pt x="1985" y="726"/>
                  <a:pt x="2143" y="568"/>
                  <a:pt x="2143" y="347"/>
                </a:cubicBezTo>
                <a:cubicBezTo>
                  <a:pt x="2143" y="158"/>
                  <a:pt x="1985" y="1"/>
                  <a:pt x="179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3" name="Google Shape;5533;p57">
            <a:extLst>
              <a:ext uri="{FF2B5EF4-FFF2-40B4-BE49-F238E27FC236}">
                <a16:creationId xmlns:a16="http://schemas.microsoft.com/office/drawing/2014/main" id="{63C4C83E-62BF-CDA5-E072-A3B2D0E10F08}"/>
              </a:ext>
            </a:extLst>
          </p:cNvPr>
          <p:cNvSpPr/>
          <p:nvPr/>
        </p:nvSpPr>
        <p:spPr>
          <a:xfrm>
            <a:off x="8477831" y="2668228"/>
            <a:ext cx="22785" cy="69339"/>
          </a:xfrm>
          <a:custGeom>
            <a:avLst/>
            <a:gdLst/>
            <a:ahLst/>
            <a:cxnLst/>
            <a:rect l="l" t="t" r="r" b="b"/>
            <a:pathLst>
              <a:path w="694" h="2112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765"/>
                </a:lnTo>
                <a:cubicBezTo>
                  <a:pt x="1" y="1954"/>
                  <a:pt x="158" y="2111"/>
                  <a:pt x="347" y="2111"/>
                </a:cubicBezTo>
                <a:cubicBezTo>
                  <a:pt x="536" y="2111"/>
                  <a:pt x="694" y="1954"/>
                  <a:pt x="694" y="1765"/>
                </a:cubicBezTo>
                <a:lnTo>
                  <a:pt x="694" y="347"/>
                </a:lnTo>
                <a:cubicBezTo>
                  <a:pt x="694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4" name="Google Shape;5534;p57">
            <a:extLst>
              <a:ext uri="{FF2B5EF4-FFF2-40B4-BE49-F238E27FC236}">
                <a16:creationId xmlns:a16="http://schemas.microsoft.com/office/drawing/2014/main" id="{E4218DDF-36B2-D60F-DC0F-319932EF82D2}"/>
              </a:ext>
            </a:extLst>
          </p:cNvPr>
          <p:cNvSpPr/>
          <p:nvPr/>
        </p:nvSpPr>
        <p:spPr>
          <a:xfrm>
            <a:off x="8349595" y="2723056"/>
            <a:ext cx="55879" cy="53810"/>
          </a:xfrm>
          <a:custGeom>
            <a:avLst/>
            <a:gdLst/>
            <a:ahLst/>
            <a:cxnLst/>
            <a:rect l="l" t="t" r="r" b="b"/>
            <a:pathLst>
              <a:path w="1702" h="1639" extrusionOk="0">
                <a:moveTo>
                  <a:pt x="351" y="0"/>
                </a:moveTo>
                <a:cubicBezTo>
                  <a:pt x="260" y="0"/>
                  <a:pt x="173" y="32"/>
                  <a:pt x="126" y="95"/>
                </a:cubicBezTo>
                <a:cubicBezTo>
                  <a:pt x="0" y="221"/>
                  <a:pt x="0" y="441"/>
                  <a:pt x="126" y="567"/>
                </a:cubicBezTo>
                <a:lnTo>
                  <a:pt x="1103" y="1544"/>
                </a:lnTo>
                <a:cubicBezTo>
                  <a:pt x="1166" y="1607"/>
                  <a:pt x="1252" y="1639"/>
                  <a:pt x="1339" y="1639"/>
                </a:cubicBezTo>
                <a:cubicBezTo>
                  <a:pt x="1426" y="1639"/>
                  <a:pt x="1512" y="1607"/>
                  <a:pt x="1575" y="1544"/>
                </a:cubicBezTo>
                <a:cubicBezTo>
                  <a:pt x="1701" y="1418"/>
                  <a:pt x="1701" y="1198"/>
                  <a:pt x="1575" y="1071"/>
                </a:cubicBezTo>
                <a:lnTo>
                  <a:pt x="599" y="95"/>
                </a:lnTo>
                <a:cubicBezTo>
                  <a:pt x="536" y="32"/>
                  <a:pt x="441" y="0"/>
                  <a:pt x="3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5" name="Google Shape;5535;p57">
            <a:extLst>
              <a:ext uri="{FF2B5EF4-FFF2-40B4-BE49-F238E27FC236}">
                <a16:creationId xmlns:a16="http://schemas.microsoft.com/office/drawing/2014/main" id="{5F4FBE91-94CC-F949-76BA-8E3A71DEB967}"/>
              </a:ext>
            </a:extLst>
          </p:cNvPr>
          <p:cNvSpPr/>
          <p:nvPr/>
        </p:nvSpPr>
        <p:spPr>
          <a:xfrm>
            <a:off x="8574028" y="2723056"/>
            <a:ext cx="56929" cy="53810"/>
          </a:xfrm>
          <a:custGeom>
            <a:avLst/>
            <a:gdLst/>
            <a:ahLst/>
            <a:cxnLst/>
            <a:rect l="l" t="t" r="r" b="b"/>
            <a:pathLst>
              <a:path w="1734" h="1639" extrusionOk="0">
                <a:moveTo>
                  <a:pt x="1351" y="0"/>
                </a:moveTo>
                <a:cubicBezTo>
                  <a:pt x="1261" y="0"/>
                  <a:pt x="1166" y="32"/>
                  <a:pt x="1103" y="95"/>
                </a:cubicBezTo>
                <a:lnTo>
                  <a:pt x="127" y="1071"/>
                </a:lnTo>
                <a:cubicBezTo>
                  <a:pt x="1" y="1198"/>
                  <a:pt x="1" y="1418"/>
                  <a:pt x="127" y="1544"/>
                </a:cubicBezTo>
                <a:cubicBezTo>
                  <a:pt x="190" y="1607"/>
                  <a:pt x="284" y="1639"/>
                  <a:pt x="375" y="1639"/>
                </a:cubicBezTo>
                <a:cubicBezTo>
                  <a:pt x="465" y="1639"/>
                  <a:pt x="552" y="1607"/>
                  <a:pt x="599" y="1544"/>
                </a:cubicBezTo>
                <a:lnTo>
                  <a:pt x="1576" y="567"/>
                </a:lnTo>
                <a:cubicBezTo>
                  <a:pt x="1733" y="441"/>
                  <a:pt x="1733" y="221"/>
                  <a:pt x="1576" y="95"/>
                </a:cubicBezTo>
                <a:cubicBezTo>
                  <a:pt x="1529" y="32"/>
                  <a:pt x="1442" y="0"/>
                  <a:pt x="13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6" name="Google Shape;5536;p57">
            <a:extLst>
              <a:ext uri="{FF2B5EF4-FFF2-40B4-BE49-F238E27FC236}">
                <a16:creationId xmlns:a16="http://schemas.microsoft.com/office/drawing/2014/main" id="{718FDE0B-F478-F4AC-DE98-6EC5FA33ECB4}"/>
              </a:ext>
            </a:extLst>
          </p:cNvPr>
          <p:cNvSpPr/>
          <p:nvPr/>
        </p:nvSpPr>
        <p:spPr>
          <a:xfrm>
            <a:off x="8362004" y="2986820"/>
            <a:ext cx="252405" cy="46554"/>
          </a:xfrm>
          <a:custGeom>
            <a:avLst/>
            <a:gdLst/>
            <a:ahLst/>
            <a:cxnLst/>
            <a:rect l="l" t="t" r="r" b="b"/>
            <a:pathLst>
              <a:path w="7688" h="1418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lnTo>
                  <a:pt x="0" y="1071"/>
                </a:lnTo>
                <a:cubicBezTo>
                  <a:pt x="0" y="1260"/>
                  <a:pt x="158" y="1418"/>
                  <a:pt x="378" y="1418"/>
                </a:cubicBezTo>
                <a:lnTo>
                  <a:pt x="7309" y="1418"/>
                </a:lnTo>
                <a:cubicBezTo>
                  <a:pt x="7530" y="1418"/>
                  <a:pt x="7687" y="1260"/>
                  <a:pt x="7687" y="1071"/>
                </a:cubicBezTo>
                <a:lnTo>
                  <a:pt x="7687" y="725"/>
                </a:lnTo>
                <a:cubicBezTo>
                  <a:pt x="7687" y="315"/>
                  <a:pt x="7372" y="0"/>
                  <a:pt x="69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7" name="Google Shape;5537;p57">
            <a:extLst>
              <a:ext uri="{FF2B5EF4-FFF2-40B4-BE49-F238E27FC236}">
                <a16:creationId xmlns:a16="http://schemas.microsoft.com/office/drawing/2014/main" id="{C5F5D3A4-5506-3AAC-E59F-6C6EDC81F670}"/>
              </a:ext>
            </a:extLst>
          </p:cNvPr>
          <p:cNvSpPr/>
          <p:nvPr/>
        </p:nvSpPr>
        <p:spPr>
          <a:xfrm>
            <a:off x="8386823" y="2761337"/>
            <a:ext cx="201714" cy="203782"/>
          </a:xfrm>
          <a:custGeom>
            <a:avLst/>
            <a:gdLst/>
            <a:ahLst/>
            <a:cxnLst/>
            <a:rect l="l" t="t" r="r" b="b"/>
            <a:pathLst>
              <a:path w="6144" h="6207" extrusionOk="0">
                <a:moveTo>
                  <a:pt x="3025" y="0"/>
                </a:moveTo>
                <a:cubicBezTo>
                  <a:pt x="1355" y="0"/>
                  <a:pt x="0" y="1355"/>
                  <a:pt x="0" y="3087"/>
                </a:cubicBezTo>
                <a:lnTo>
                  <a:pt x="0" y="6206"/>
                </a:lnTo>
                <a:lnTo>
                  <a:pt x="2773" y="6206"/>
                </a:lnTo>
                <a:lnTo>
                  <a:pt x="2773" y="4064"/>
                </a:lnTo>
                <a:cubicBezTo>
                  <a:pt x="2363" y="3938"/>
                  <a:pt x="2048" y="3560"/>
                  <a:pt x="2048" y="3087"/>
                </a:cubicBezTo>
                <a:cubicBezTo>
                  <a:pt x="2048" y="2489"/>
                  <a:pt x="2521" y="2079"/>
                  <a:pt x="3088" y="2079"/>
                </a:cubicBezTo>
                <a:cubicBezTo>
                  <a:pt x="3655" y="2079"/>
                  <a:pt x="4096" y="2552"/>
                  <a:pt x="4096" y="3087"/>
                </a:cubicBezTo>
                <a:cubicBezTo>
                  <a:pt x="4096" y="3529"/>
                  <a:pt x="3812" y="3938"/>
                  <a:pt x="3403" y="4064"/>
                </a:cubicBezTo>
                <a:lnTo>
                  <a:pt x="3403" y="6206"/>
                </a:lnTo>
                <a:lnTo>
                  <a:pt x="6144" y="6206"/>
                </a:lnTo>
                <a:lnTo>
                  <a:pt x="6144" y="3087"/>
                </a:lnTo>
                <a:cubicBezTo>
                  <a:pt x="6144" y="1355"/>
                  <a:pt x="4726" y="0"/>
                  <a:pt x="30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9" name="Google Shape;5539;p57">
            <a:extLst>
              <a:ext uri="{FF2B5EF4-FFF2-40B4-BE49-F238E27FC236}">
                <a16:creationId xmlns:a16="http://schemas.microsoft.com/office/drawing/2014/main" id="{F0738399-3038-244D-F5FF-D3D476A117BF}"/>
              </a:ext>
            </a:extLst>
          </p:cNvPr>
          <p:cNvSpPr/>
          <p:nvPr/>
        </p:nvSpPr>
        <p:spPr>
          <a:xfrm>
            <a:off x="8498514" y="3152551"/>
            <a:ext cx="188286" cy="180800"/>
          </a:xfrm>
          <a:custGeom>
            <a:avLst/>
            <a:gdLst/>
            <a:ahLst/>
            <a:cxnLst/>
            <a:rect l="l" t="t" r="r" b="b"/>
            <a:pathLst>
              <a:path w="5735" h="5507" extrusionOk="0">
                <a:moveTo>
                  <a:pt x="1123" y="1"/>
                </a:moveTo>
                <a:cubicBezTo>
                  <a:pt x="859" y="1"/>
                  <a:pt x="599" y="103"/>
                  <a:pt x="410" y="308"/>
                </a:cubicBezTo>
                <a:cubicBezTo>
                  <a:pt x="1" y="686"/>
                  <a:pt x="1" y="1379"/>
                  <a:pt x="410" y="1757"/>
                </a:cubicBezTo>
                <a:lnTo>
                  <a:pt x="3813" y="5191"/>
                </a:lnTo>
                <a:cubicBezTo>
                  <a:pt x="4033" y="5380"/>
                  <a:pt x="4285" y="5506"/>
                  <a:pt x="4569" y="5506"/>
                </a:cubicBezTo>
                <a:cubicBezTo>
                  <a:pt x="4853" y="5506"/>
                  <a:pt x="5136" y="5380"/>
                  <a:pt x="5325" y="5191"/>
                </a:cubicBezTo>
                <a:cubicBezTo>
                  <a:pt x="5735" y="4781"/>
                  <a:pt x="5735" y="4120"/>
                  <a:pt x="5325" y="3742"/>
                </a:cubicBezTo>
                <a:lnTo>
                  <a:pt x="1860" y="308"/>
                </a:lnTo>
                <a:cubicBezTo>
                  <a:pt x="1655" y="103"/>
                  <a:pt x="1387" y="1"/>
                  <a:pt x="11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0" name="Google Shape;5540;p57">
            <a:extLst>
              <a:ext uri="{FF2B5EF4-FFF2-40B4-BE49-F238E27FC236}">
                <a16:creationId xmlns:a16="http://schemas.microsoft.com/office/drawing/2014/main" id="{23862666-899B-8F91-2545-C730110EB84D}"/>
              </a:ext>
            </a:extLst>
          </p:cNvPr>
          <p:cNvSpPr/>
          <p:nvPr/>
        </p:nvSpPr>
        <p:spPr>
          <a:xfrm>
            <a:off x="8292698" y="3483291"/>
            <a:ext cx="56929" cy="57947"/>
          </a:xfrm>
          <a:custGeom>
            <a:avLst/>
            <a:gdLst/>
            <a:ahLst/>
            <a:cxnLst/>
            <a:rect l="l" t="t" r="r" b="b"/>
            <a:pathLst>
              <a:path w="1734" h="1765" extrusionOk="0">
                <a:moveTo>
                  <a:pt x="756" y="0"/>
                </a:moveTo>
                <a:lnTo>
                  <a:pt x="221" y="630"/>
                </a:lnTo>
                <a:cubicBezTo>
                  <a:pt x="95" y="756"/>
                  <a:pt x="0" y="945"/>
                  <a:pt x="0" y="1103"/>
                </a:cubicBezTo>
                <a:cubicBezTo>
                  <a:pt x="0" y="1292"/>
                  <a:pt x="95" y="1449"/>
                  <a:pt x="221" y="1575"/>
                </a:cubicBezTo>
                <a:cubicBezTo>
                  <a:pt x="347" y="1702"/>
                  <a:pt x="536" y="1765"/>
                  <a:pt x="693" y="1765"/>
                </a:cubicBezTo>
                <a:cubicBezTo>
                  <a:pt x="882" y="1765"/>
                  <a:pt x="1040" y="1702"/>
                  <a:pt x="1166" y="1575"/>
                </a:cubicBezTo>
                <a:lnTo>
                  <a:pt x="1733" y="977"/>
                </a:lnTo>
                <a:lnTo>
                  <a:pt x="7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1" name="Google Shape;5541;p57">
            <a:extLst>
              <a:ext uri="{FF2B5EF4-FFF2-40B4-BE49-F238E27FC236}">
                <a16:creationId xmlns:a16="http://schemas.microsoft.com/office/drawing/2014/main" id="{45DF2B73-FF25-F33C-6E28-E58650A66529}"/>
              </a:ext>
            </a:extLst>
          </p:cNvPr>
          <p:cNvSpPr/>
          <p:nvPr/>
        </p:nvSpPr>
        <p:spPr>
          <a:xfrm>
            <a:off x="8337183" y="3226782"/>
            <a:ext cx="271020" cy="273088"/>
          </a:xfrm>
          <a:custGeom>
            <a:avLst/>
            <a:gdLst/>
            <a:ahLst/>
            <a:cxnLst/>
            <a:rect l="l" t="t" r="r" b="b"/>
            <a:pathLst>
              <a:path w="8255" h="8318" extrusionOk="0">
                <a:moveTo>
                  <a:pt x="4285" y="2457"/>
                </a:moveTo>
                <a:lnTo>
                  <a:pt x="5797" y="3938"/>
                </a:lnTo>
                <a:lnTo>
                  <a:pt x="5261" y="4474"/>
                </a:lnTo>
                <a:cubicBezTo>
                  <a:pt x="4868" y="4868"/>
                  <a:pt x="4342" y="5064"/>
                  <a:pt x="3814" y="5064"/>
                </a:cubicBezTo>
                <a:cubicBezTo>
                  <a:pt x="3708" y="5064"/>
                  <a:pt x="3602" y="5057"/>
                  <a:pt x="3497" y="5041"/>
                </a:cubicBezTo>
                <a:lnTo>
                  <a:pt x="3214" y="5009"/>
                </a:lnTo>
                <a:lnTo>
                  <a:pt x="3182" y="4726"/>
                </a:lnTo>
                <a:cubicBezTo>
                  <a:pt x="3119" y="4096"/>
                  <a:pt x="3308" y="3434"/>
                  <a:pt x="3781" y="2962"/>
                </a:cubicBezTo>
                <a:lnTo>
                  <a:pt x="4285" y="2457"/>
                </a:lnTo>
                <a:close/>
                <a:moveTo>
                  <a:pt x="4789" y="0"/>
                </a:moveTo>
                <a:lnTo>
                  <a:pt x="3056" y="1796"/>
                </a:lnTo>
                <a:cubicBezTo>
                  <a:pt x="2174" y="2678"/>
                  <a:pt x="1733" y="4001"/>
                  <a:pt x="1890" y="5261"/>
                </a:cubicBezTo>
                <a:lnTo>
                  <a:pt x="1922" y="5419"/>
                </a:lnTo>
                <a:lnTo>
                  <a:pt x="0" y="7341"/>
                </a:lnTo>
                <a:lnTo>
                  <a:pt x="977" y="8317"/>
                </a:lnTo>
                <a:lnTo>
                  <a:pt x="2898" y="6396"/>
                </a:lnTo>
                <a:lnTo>
                  <a:pt x="3056" y="6427"/>
                </a:lnTo>
                <a:cubicBezTo>
                  <a:pt x="3214" y="6459"/>
                  <a:pt x="3371" y="6459"/>
                  <a:pt x="3592" y="6459"/>
                </a:cubicBezTo>
                <a:cubicBezTo>
                  <a:pt x="4694" y="6459"/>
                  <a:pt x="5734" y="6049"/>
                  <a:pt x="6522" y="5261"/>
                </a:cubicBezTo>
                <a:lnTo>
                  <a:pt x="8254" y="3466"/>
                </a:lnTo>
                <a:lnTo>
                  <a:pt x="7278" y="2489"/>
                </a:lnTo>
                <a:lnTo>
                  <a:pt x="6301" y="3466"/>
                </a:lnTo>
                <a:lnTo>
                  <a:pt x="4852" y="2016"/>
                </a:lnTo>
                <a:lnTo>
                  <a:pt x="5828" y="1040"/>
                </a:lnTo>
                <a:lnTo>
                  <a:pt x="478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3" name="Google Shape;5543;p57">
            <a:extLst>
              <a:ext uri="{FF2B5EF4-FFF2-40B4-BE49-F238E27FC236}">
                <a16:creationId xmlns:a16="http://schemas.microsoft.com/office/drawing/2014/main" id="{736E0882-9538-3B54-69C8-78ECCCB2117A}"/>
              </a:ext>
            </a:extLst>
          </p:cNvPr>
          <p:cNvSpPr/>
          <p:nvPr/>
        </p:nvSpPr>
        <p:spPr>
          <a:xfrm>
            <a:off x="6899737" y="3683039"/>
            <a:ext cx="251354" cy="46587"/>
          </a:xfrm>
          <a:custGeom>
            <a:avLst/>
            <a:gdLst/>
            <a:ahLst/>
            <a:cxnLst/>
            <a:rect l="l" t="t" r="r" b="b"/>
            <a:pathLst>
              <a:path w="7656" h="1419" extrusionOk="0">
                <a:moveTo>
                  <a:pt x="1040" y="1"/>
                </a:moveTo>
                <a:cubicBezTo>
                  <a:pt x="441" y="1"/>
                  <a:pt x="0" y="473"/>
                  <a:pt x="0" y="1040"/>
                </a:cubicBezTo>
                <a:lnTo>
                  <a:pt x="0" y="1418"/>
                </a:lnTo>
                <a:lnTo>
                  <a:pt x="7656" y="1418"/>
                </a:lnTo>
                <a:lnTo>
                  <a:pt x="7656" y="1040"/>
                </a:lnTo>
                <a:lnTo>
                  <a:pt x="7593" y="1040"/>
                </a:lnTo>
                <a:cubicBezTo>
                  <a:pt x="7593" y="442"/>
                  <a:pt x="7120" y="1"/>
                  <a:pt x="658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4" name="Google Shape;5544;p57">
            <a:extLst>
              <a:ext uri="{FF2B5EF4-FFF2-40B4-BE49-F238E27FC236}">
                <a16:creationId xmlns:a16="http://schemas.microsoft.com/office/drawing/2014/main" id="{1FCFBC25-0781-CBE2-3304-9407C132440C}"/>
              </a:ext>
            </a:extLst>
          </p:cNvPr>
          <p:cNvSpPr/>
          <p:nvPr/>
        </p:nvSpPr>
        <p:spPr>
          <a:xfrm>
            <a:off x="6966976" y="3798901"/>
            <a:ext cx="113792" cy="113792"/>
          </a:xfrm>
          <a:custGeom>
            <a:avLst/>
            <a:gdLst/>
            <a:ahLst/>
            <a:cxnLst/>
            <a:rect l="l" t="t" r="r" b="b"/>
            <a:pathLst>
              <a:path w="3466" h="3466" extrusionOk="0">
                <a:moveTo>
                  <a:pt x="1386" y="0"/>
                </a:moveTo>
                <a:lnTo>
                  <a:pt x="1386" y="1008"/>
                </a:lnTo>
                <a:cubicBezTo>
                  <a:pt x="1386" y="1197"/>
                  <a:pt x="1229" y="1355"/>
                  <a:pt x="1008" y="1355"/>
                </a:cubicBezTo>
                <a:lnTo>
                  <a:pt x="0" y="1355"/>
                </a:lnTo>
                <a:lnTo>
                  <a:pt x="0" y="2079"/>
                </a:lnTo>
                <a:lnTo>
                  <a:pt x="1008" y="2079"/>
                </a:lnTo>
                <a:cubicBezTo>
                  <a:pt x="1229" y="2079"/>
                  <a:pt x="1386" y="2237"/>
                  <a:pt x="1386" y="2426"/>
                </a:cubicBezTo>
                <a:lnTo>
                  <a:pt x="1386" y="3466"/>
                </a:lnTo>
                <a:lnTo>
                  <a:pt x="2079" y="3466"/>
                </a:lnTo>
                <a:lnTo>
                  <a:pt x="2079" y="2426"/>
                </a:lnTo>
                <a:cubicBezTo>
                  <a:pt x="2079" y="2237"/>
                  <a:pt x="2237" y="2079"/>
                  <a:pt x="2426" y="2079"/>
                </a:cubicBezTo>
                <a:lnTo>
                  <a:pt x="3466" y="2079"/>
                </a:lnTo>
                <a:lnTo>
                  <a:pt x="3466" y="1355"/>
                </a:lnTo>
                <a:lnTo>
                  <a:pt x="2426" y="1355"/>
                </a:lnTo>
                <a:cubicBezTo>
                  <a:pt x="2237" y="1355"/>
                  <a:pt x="2079" y="1197"/>
                  <a:pt x="2079" y="1008"/>
                </a:cubicBezTo>
                <a:lnTo>
                  <a:pt x="207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5" name="Google Shape;5545;p57">
            <a:extLst>
              <a:ext uri="{FF2B5EF4-FFF2-40B4-BE49-F238E27FC236}">
                <a16:creationId xmlns:a16="http://schemas.microsoft.com/office/drawing/2014/main" id="{F258B165-30D4-C615-E9DA-456C482A73E3}"/>
              </a:ext>
            </a:extLst>
          </p:cNvPr>
          <p:cNvSpPr/>
          <p:nvPr/>
        </p:nvSpPr>
        <p:spPr>
          <a:xfrm>
            <a:off x="6898687" y="3979897"/>
            <a:ext cx="250337" cy="90056"/>
          </a:xfrm>
          <a:custGeom>
            <a:avLst/>
            <a:gdLst/>
            <a:ahLst/>
            <a:cxnLst/>
            <a:rect l="l" t="t" r="r" b="b"/>
            <a:pathLst>
              <a:path w="7625" h="2743" extrusionOk="0">
                <a:moveTo>
                  <a:pt x="4159" y="694"/>
                </a:moveTo>
                <a:cubicBezTo>
                  <a:pt x="4348" y="694"/>
                  <a:pt x="4506" y="851"/>
                  <a:pt x="4506" y="1040"/>
                </a:cubicBezTo>
                <a:cubicBezTo>
                  <a:pt x="4506" y="1261"/>
                  <a:pt x="4348" y="1418"/>
                  <a:pt x="4159" y="1418"/>
                </a:cubicBezTo>
                <a:lnTo>
                  <a:pt x="3466" y="1418"/>
                </a:lnTo>
                <a:cubicBezTo>
                  <a:pt x="3246" y="1418"/>
                  <a:pt x="3088" y="1261"/>
                  <a:pt x="3088" y="1040"/>
                </a:cubicBezTo>
                <a:cubicBezTo>
                  <a:pt x="3088" y="851"/>
                  <a:pt x="3246" y="694"/>
                  <a:pt x="3466" y="694"/>
                </a:cubicBezTo>
                <a:close/>
                <a:moveTo>
                  <a:pt x="1" y="0"/>
                </a:moveTo>
                <a:lnTo>
                  <a:pt x="1" y="1733"/>
                </a:lnTo>
                <a:cubicBezTo>
                  <a:pt x="1" y="2300"/>
                  <a:pt x="473" y="2741"/>
                  <a:pt x="1009" y="2741"/>
                </a:cubicBezTo>
                <a:lnTo>
                  <a:pt x="6554" y="2741"/>
                </a:lnTo>
                <a:cubicBezTo>
                  <a:pt x="6573" y="2742"/>
                  <a:pt x="6592" y="2743"/>
                  <a:pt x="6610" y="2743"/>
                </a:cubicBezTo>
                <a:cubicBezTo>
                  <a:pt x="7182" y="2743"/>
                  <a:pt x="7625" y="2282"/>
                  <a:pt x="7625" y="1733"/>
                </a:cubicBezTo>
                <a:lnTo>
                  <a:pt x="76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6" name="Google Shape;5546;p57">
            <a:extLst>
              <a:ext uri="{FF2B5EF4-FFF2-40B4-BE49-F238E27FC236}">
                <a16:creationId xmlns:a16="http://schemas.microsoft.com/office/drawing/2014/main" id="{1AD160BB-41ED-1876-9AA2-BC2F265DCE19}"/>
              </a:ext>
            </a:extLst>
          </p:cNvPr>
          <p:cNvSpPr/>
          <p:nvPr/>
        </p:nvSpPr>
        <p:spPr>
          <a:xfrm>
            <a:off x="6898687" y="3752345"/>
            <a:ext cx="250337" cy="204833"/>
          </a:xfrm>
          <a:custGeom>
            <a:avLst/>
            <a:gdLst/>
            <a:ahLst/>
            <a:cxnLst/>
            <a:rect l="l" t="t" r="r" b="b"/>
            <a:pathLst>
              <a:path w="7625" h="6239" extrusionOk="0">
                <a:moveTo>
                  <a:pt x="4506" y="693"/>
                </a:moveTo>
                <a:cubicBezTo>
                  <a:pt x="4727" y="693"/>
                  <a:pt x="4884" y="851"/>
                  <a:pt x="4884" y="1040"/>
                </a:cubicBezTo>
                <a:lnTo>
                  <a:pt x="4884" y="2080"/>
                </a:lnTo>
                <a:lnTo>
                  <a:pt x="5892" y="2080"/>
                </a:lnTo>
                <a:cubicBezTo>
                  <a:pt x="6081" y="2080"/>
                  <a:pt x="6239" y="2237"/>
                  <a:pt x="6239" y="2426"/>
                </a:cubicBezTo>
                <a:lnTo>
                  <a:pt x="6239" y="3812"/>
                </a:lnTo>
                <a:cubicBezTo>
                  <a:pt x="6239" y="4001"/>
                  <a:pt x="6081" y="4159"/>
                  <a:pt x="5892" y="4159"/>
                </a:cubicBezTo>
                <a:lnTo>
                  <a:pt x="4884" y="4159"/>
                </a:lnTo>
                <a:lnTo>
                  <a:pt x="4884" y="5199"/>
                </a:lnTo>
                <a:cubicBezTo>
                  <a:pt x="4884" y="5388"/>
                  <a:pt x="4727" y="5545"/>
                  <a:pt x="4506" y="5545"/>
                </a:cubicBezTo>
                <a:lnTo>
                  <a:pt x="3151" y="5545"/>
                </a:lnTo>
                <a:cubicBezTo>
                  <a:pt x="2931" y="5545"/>
                  <a:pt x="2773" y="5388"/>
                  <a:pt x="2773" y="5199"/>
                </a:cubicBezTo>
                <a:lnTo>
                  <a:pt x="2773" y="4159"/>
                </a:lnTo>
                <a:lnTo>
                  <a:pt x="1765" y="4159"/>
                </a:lnTo>
                <a:cubicBezTo>
                  <a:pt x="1576" y="4159"/>
                  <a:pt x="1419" y="4001"/>
                  <a:pt x="1419" y="3812"/>
                </a:cubicBezTo>
                <a:lnTo>
                  <a:pt x="1419" y="2426"/>
                </a:lnTo>
                <a:cubicBezTo>
                  <a:pt x="1419" y="2237"/>
                  <a:pt x="1576" y="2080"/>
                  <a:pt x="1765" y="2080"/>
                </a:cubicBezTo>
                <a:lnTo>
                  <a:pt x="2773" y="2080"/>
                </a:lnTo>
                <a:lnTo>
                  <a:pt x="2773" y="1040"/>
                </a:lnTo>
                <a:cubicBezTo>
                  <a:pt x="2773" y="851"/>
                  <a:pt x="2931" y="693"/>
                  <a:pt x="3151" y="693"/>
                </a:cubicBezTo>
                <a:close/>
                <a:moveTo>
                  <a:pt x="1" y="0"/>
                </a:moveTo>
                <a:lnTo>
                  <a:pt x="1" y="6238"/>
                </a:lnTo>
                <a:lnTo>
                  <a:pt x="7625" y="6238"/>
                </a:lnTo>
                <a:lnTo>
                  <a:pt x="76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8" name="Google Shape;5548;p57">
            <a:extLst>
              <a:ext uri="{FF2B5EF4-FFF2-40B4-BE49-F238E27FC236}">
                <a16:creationId xmlns:a16="http://schemas.microsoft.com/office/drawing/2014/main" id="{5B76E86F-D0C3-202F-1694-F144F970FAF0}"/>
              </a:ext>
            </a:extLst>
          </p:cNvPr>
          <p:cNvSpPr/>
          <p:nvPr/>
        </p:nvSpPr>
        <p:spPr>
          <a:xfrm>
            <a:off x="6852149" y="4291198"/>
            <a:ext cx="346531" cy="307232"/>
          </a:xfrm>
          <a:custGeom>
            <a:avLst/>
            <a:gdLst/>
            <a:ahLst/>
            <a:cxnLst/>
            <a:rect l="l" t="t" r="r" b="b"/>
            <a:pathLst>
              <a:path w="10555" h="9358" extrusionOk="0">
                <a:moveTo>
                  <a:pt x="1701" y="3119"/>
                </a:moveTo>
                <a:cubicBezTo>
                  <a:pt x="1890" y="3119"/>
                  <a:pt x="2048" y="3277"/>
                  <a:pt x="2048" y="3466"/>
                </a:cubicBezTo>
                <a:lnTo>
                  <a:pt x="2048" y="4159"/>
                </a:lnTo>
                <a:cubicBezTo>
                  <a:pt x="2048" y="4379"/>
                  <a:pt x="2205" y="4537"/>
                  <a:pt x="2394" y="4537"/>
                </a:cubicBezTo>
                <a:lnTo>
                  <a:pt x="3119" y="4537"/>
                </a:lnTo>
                <a:cubicBezTo>
                  <a:pt x="3308" y="4537"/>
                  <a:pt x="3466" y="4663"/>
                  <a:pt x="3466" y="4883"/>
                </a:cubicBezTo>
                <a:cubicBezTo>
                  <a:pt x="3466" y="5072"/>
                  <a:pt x="3308" y="5230"/>
                  <a:pt x="3119" y="5230"/>
                </a:cubicBezTo>
                <a:lnTo>
                  <a:pt x="2394" y="5230"/>
                </a:lnTo>
                <a:cubicBezTo>
                  <a:pt x="1796" y="5198"/>
                  <a:pt x="1323" y="4726"/>
                  <a:pt x="1323" y="4159"/>
                </a:cubicBezTo>
                <a:lnTo>
                  <a:pt x="1323" y="3466"/>
                </a:lnTo>
                <a:cubicBezTo>
                  <a:pt x="1323" y="3277"/>
                  <a:pt x="1512" y="3119"/>
                  <a:pt x="1701" y="3119"/>
                </a:cubicBezTo>
                <a:close/>
                <a:moveTo>
                  <a:pt x="3781" y="6585"/>
                </a:moveTo>
                <a:lnTo>
                  <a:pt x="3781" y="6931"/>
                </a:lnTo>
                <a:cubicBezTo>
                  <a:pt x="3781" y="7120"/>
                  <a:pt x="3623" y="7278"/>
                  <a:pt x="3434" y="7278"/>
                </a:cubicBezTo>
                <a:cubicBezTo>
                  <a:pt x="3214" y="7278"/>
                  <a:pt x="3056" y="7120"/>
                  <a:pt x="3056" y="6931"/>
                </a:cubicBezTo>
                <a:lnTo>
                  <a:pt x="3056" y="6585"/>
                </a:lnTo>
                <a:close/>
                <a:moveTo>
                  <a:pt x="6900" y="0"/>
                </a:moveTo>
                <a:cubicBezTo>
                  <a:pt x="5986" y="0"/>
                  <a:pt x="5293" y="693"/>
                  <a:pt x="5293" y="1607"/>
                </a:cubicBezTo>
                <a:cubicBezTo>
                  <a:pt x="5293" y="2363"/>
                  <a:pt x="5765" y="2741"/>
                  <a:pt x="6238" y="3182"/>
                </a:cubicBezTo>
                <a:lnTo>
                  <a:pt x="7561" y="4379"/>
                </a:lnTo>
                <a:lnTo>
                  <a:pt x="7561" y="7624"/>
                </a:lnTo>
                <a:cubicBezTo>
                  <a:pt x="7561" y="8223"/>
                  <a:pt x="7089" y="8664"/>
                  <a:pt x="6553" y="8664"/>
                </a:cubicBezTo>
                <a:lnTo>
                  <a:pt x="4820" y="8664"/>
                </a:lnTo>
                <a:cubicBezTo>
                  <a:pt x="4348" y="8664"/>
                  <a:pt x="3938" y="8349"/>
                  <a:pt x="3812" y="7876"/>
                </a:cubicBezTo>
                <a:cubicBezTo>
                  <a:pt x="4222" y="7719"/>
                  <a:pt x="4505" y="7372"/>
                  <a:pt x="4505" y="6931"/>
                </a:cubicBezTo>
                <a:lnTo>
                  <a:pt x="4505" y="6585"/>
                </a:lnTo>
                <a:lnTo>
                  <a:pt x="5198" y="6585"/>
                </a:lnTo>
                <a:cubicBezTo>
                  <a:pt x="6144" y="6585"/>
                  <a:pt x="6931" y="5797"/>
                  <a:pt x="6931" y="4852"/>
                </a:cubicBezTo>
                <a:lnTo>
                  <a:pt x="6931" y="4631"/>
                </a:lnTo>
                <a:lnTo>
                  <a:pt x="5829" y="3686"/>
                </a:lnTo>
                <a:cubicBezTo>
                  <a:pt x="5671" y="3529"/>
                  <a:pt x="5482" y="3371"/>
                  <a:pt x="5293" y="3182"/>
                </a:cubicBezTo>
                <a:cubicBezTo>
                  <a:pt x="4568" y="3151"/>
                  <a:pt x="3875" y="2899"/>
                  <a:pt x="3182" y="2332"/>
                </a:cubicBezTo>
                <a:cubicBezTo>
                  <a:pt x="2720" y="1911"/>
                  <a:pt x="1880" y="1701"/>
                  <a:pt x="1091" y="1701"/>
                </a:cubicBezTo>
                <a:cubicBezTo>
                  <a:pt x="697" y="1701"/>
                  <a:pt x="315" y="1754"/>
                  <a:pt x="0" y="1859"/>
                </a:cubicBezTo>
                <a:lnTo>
                  <a:pt x="0" y="4883"/>
                </a:lnTo>
                <a:cubicBezTo>
                  <a:pt x="0" y="5829"/>
                  <a:pt x="788" y="6616"/>
                  <a:pt x="1733" y="6616"/>
                </a:cubicBezTo>
                <a:lnTo>
                  <a:pt x="2457" y="6616"/>
                </a:lnTo>
                <a:lnTo>
                  <a:pt x="2457" y="6963"/>
                </a:lnTo>
                <a:cubicBezTo>
                  <a:pt x="2394" y="7404"/>
                  <a:pt x="2678" y="7782"/>
                  <a:pt x="3119" y="7908"/>
                </a:cubicBezTo>
                <a:cubicBezTo>
                  <a:pt x="3277" y="8727"/>
                  <a:pt x="3970" y="9357"/>
                  <a:pt x="4820" y="9357"/>
                </a:cubicBezTo>
                <a:lnTo>
                  <a:pt x="6553" y="9357"/>
                </a:lnTo>
                <a:cubicBezTo>
                  <a:pt x="7498" y="9357"/>
                  <a:pt x="8286" y="8569"/>
                  <a:pt x="8286" y="7624"/>
                </a:cubicBezTo>
                <a:lnTo>
                  <a:pt x="8286" y="4379"/>
                </a:lnTo>
                <a:cubicBezTo>
                  <a:pt x="9294" y="3497"/>
                  <a:pt x="9546" y="3277"/>
                  <a:pt x="9546" y="3277"/>
                </a:cubicBezTo>
                <a:cubicBezTo>
                  <a:pt x="9987" y="2867"/>
                  <a:pt x="10554" y="2395"/>
                  <a:pt x="10554" y="1607"/>
                </a:cubicBezTo>
                <a:cubicBezTo>
                  <a:pt x="10554" y="693"/>
                  <a:pt x="9830" y="0"/>
                  <a:pt x="8948" y="0"/>
                </a:cubicBezTo>
                <a:cubicBezTo>
                  <a:pt x="8538" y="0"/>
                  <a:pt x="8191" y="126"/>
                  <a:pt x="7908" y="347"/>
                </a:cubicBezTo>
                <a:cubicBezTo>
                  <a:pt x="7656" y="95"/>
                  <a:pt x="7278" y="0"/>
                  <a:pt x="69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79" name="Google Shape;5549;p57">
            <a:extLst>
              <a:ext uri="{FF2B5EF4-FFF2-40B4-BE49-F238E27FC236}">
                <a16:creationId xmlns:a16="http://schemas.microsoft.com/office/drawing/2014/main" id="{0426A1ED-3E2F-8CBD-8C37-8438C149354A}"/>
              </a:ext>
            </a:extLst>
          </p:cNvPr>
          <p:cNvSpPr/>
          <p:nvPr/>
        </p:nvSpPr>
        <p:spPr>
          <a:xfrm>
            <a:off x="6851097" y="4210501"/>
            <a:ext cx="207952" cy="160379"/>
          </a:xfrm>
          <a:custGeom>
            <a:avLst/>
            <a:gdLst/>
            <a:ahLst/>
            <a:cxnLst/>
            <a:rect l="l" t="t" r="r" b="b"/>
            <a:pathLst>
              <a:path w="6334" h="4885" extrusionOk="0">
                <a:moveTo>
                  <a:pt x="3844" y="631"/>
                </a:moveTo>
                <a:cubicBezTo>
                  <a:pt x="4065" y="631"/>
                  <a:pt x="4222" y="788"/>
                  <a:pt x="4222" y="1009"/>
                </a:cubicBezTo>
                <a:lnTo>
                  <a:pt x="4222" y="1387"/>
                </a:lnTo>
                <a:lnTo>
                  <a:pt x="2773" y="1387"/>
                </a:lnTo>
                <a:lnTo>
                  <a:pt x="2773" y="1009"/>
                </a:lnTo>
                <a:cubicBezTo>
                  <a:pt x="2773" y="788"/>
                  <a:pt x="2931" y="631"/>
                  <a:pt x="3151" y="631"/>
                </a:cubicBezTo>
                <a:close/>
                <a:moveTo>
                  <a:pt x="3088" y="1"/>
                </a:moveTo>
                <a:cubicBezTo>
                  <a:pt x="2521" y="1"/>
                  <a:pt x="2080" y="473"/>
                  <a:pt x="2080" y="1040"/>
                </a:cubicBezTo>
                <a:lnTo>
                  <a:pt x="2080" y="1419"/>
                </a:lnTo>
                <a:lnTo>
                  <a:pt x="1733" y="1419"/>
                </a:lnTo>
                <a:cubicBezTo>
                  <a:pt x="788" y="1419"/>
                  <a:pt x="1" y="2206"/>
                  <a:pt x="1" y="3151"/>
                </a:cubicBezTo>
                <a:lnTo>
                  <a:pt x="1" y="3592"/>
                </a:lnTo>
                <a:cubicBezTo>
                  <a:pt x="332" y="3503"/>
                  <a:pt x="705" y="3459"/>
                  <a:pt x="1087" y="3459"/>
                </a:cubicBezTo>
                <a:cubicBezTo>
                  <a:pt x="2048" y="3459"/>
                  <a:pt x="3069" y="3736"/>
                  <a:pt x="3655" y="4254"/>
                </a:cubicBezTo>
                <a:cubicBezTo>
                  <a:pt x="4002" y="4569"/>
                  <a:pt x="4411" y="4758"/>
                  <a:pt x="4789" y="4884"/>
                </a:cubicBezTo>
                <a:cubicBezTo>
                  <a:pt x="4726" y="4664"/>
                  <a:pt x="4632" y="4380"/>
                  <a:pt x="4632" y="4096"/>
                </a:cubicBezTo>
                <a:cubicBezTo>
                  <a:pt x="4632" y="2994"/>
                  <a:pt x="5356" y="2112"/>
                  <a:pt x="6333" y="1860"/>
                </a:cubicBezTo>
                <a:cubicBezTo>
                  <a:pt x="6018" y="1576"/>
                  <a:pt x="5608" y="1419"/>
                  <a:pt x="5199" y="1419"/>
                </a:cubicBezTo>
                <a:lnTo>
                  <a:pt x="4821" y="1419"/>
                </a:lnTo>
                <a:lnTo>
                  <a:pt x="4821" y="1040"/>
                </a:lnTo>
                <a:cubicBezTo>
                  <a:pt x="4821" y="442"/>
                  <a:pt x="4348" y="1"/>
                  <a:pt x="381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0" name="Google Shape;5550;p57">
            <a:extLst>
              <a:ext uri="{FF2B5EF4-FFF2-40B4-BE49-F238E27FC236}">
                <a16:creationId xmlns:a16="http://schemas.microsoft.com/office/drawing/2014/main" id="{09F313EB-A3B3-7149-8455-C7C46F1F6779}"/>
              </a:ext>
            </a:extLst>
          </p:cNvPr>
          <p:cNvSpPr/>
          <p:nvPr/>
        </p:nvSpPr>
        <p:spPr>
          <a:xfrm>
            <a:off x="6818507" y="4710652"/>
            <a:ext cx="413769" cy="379691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2" name="Google Shape;5552;p57">
            <a:extLst>
              <a:ext uri="{FF2B5EF4-FFF2-40B4-BE49-F238E27FC236}">
                <a16:creationId xmlns:a16="http://schemas.microsoft.com/office/drawing/2014/main" id="{12022E2A-E263-9613-EBDC-6C8FBDBD4A53}"/>
              </a:ext>
            </a:extLst>
          </p:cNvPr>
          <p:cNvSpPr/>
          <p:nvPr/>
        </p:nvSpPr>
        <p:spPr>
          <a:xfrm>
            <a:off x="8387437" y="5048971"/>
            <a:ext cx="85886" cy="45536"/>
          </a:xfrm>
          <a:custGeom>
            <a:avLst/>
            <a:gdLst/>
            <a:ahLst/>
            <a:cxnLst/>
            <a:rect l="l" t="t" r="r" b="b"/>
            <a:pathLst>
              <a:path w="2616" h="1387" extrusionOk="0">
                <a:moveTo>
                  <a:pt x="32" y="1"/>
                </a:moveTo>
                <a:cubicBezTo>
                  <a:pt x="1" y="883"/>
                  <a:pt x="631" y="1387"/>
                  <a:pt x="1292" y="1387"/>
                </a:cubicBezTo>
                <a:cubicBezTo>
                  <a:pt x="1985" y="1387"/>
                  <a:pt x="2615" y="851"/>
                  <a:pt x="255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3" name="Google Shape;5553;p57">
            <a:extLst>
              <a:ext uri="{FF2B5EF4-FFF2-40B4-BE49-F238E27FC236}">
                <a16:creationId xmlns:a16="http://schemas.microsoft.com/office/drawing/2014/main" id="{28C40E04-290F-BA64-5A34-F408B1717DD1}"/>
              </a:ext>
            </a:extLst>
          </p:cNvPr>
          <p:cNvSpPr/>
          <p:nvPr/>
        </p:nvSpPr>
        <p:spPr>
          <a:xfrm>
            <a:off x="8527068" y="4706742"/>
            <a:ext cx="107620" cy="320561"/>
          </a:xfrm>
          <a:custGeom>
            <a:avLst/>
            <a:gdLst/>
            <a:ahLst/>
            <a:cxnLst/>
            <a:rect l="l" t="t" r="r" b="b"/>
            <a:pathLst>
              <a:path w="3278" h="9764" extrusionOk="0">
                <a:moveTo>
                  <a:pt x="1198" y="5541"/>
                </a:moveTo>
                <a:cubicBezTo>
                  <a:pt x="1387" y="5604"/>
                  <a:pt x="1544" y="5699"/>
                  <a:pt x="1544" y="5888"/>
                </a:cubicBezTo>
                <a:lnTo>
                  <a:pt x="1576" y="6266"/>
                </a:lnTo>
                <a:lnTo>
                  <a:pt x="788" y="6266"/>
                </a:lnTo>
                <a:lnTo>
                  <a:pt x="788" y="5888"/>
                </a:lnTo>
                <a:cubicBezTo>
                  <a:pt x="788" y="5699"/>
                  <a:pt x="946" y="5541"/>
                  <a:pt x="1198" y="5541"/>
                </a:cubicBezTo>
                <a:close/>
                <a:moveTo>
                  <a:pt x="2885" y="0"/>
                </a:moveTo>
                <a:cubicBezTo>
                  <a:pt x="2798" y="0"/>
                  <a:pt x="2714" y="40"/>
                  <a:pt x="2647" y="123"/>
                </a:cubicBezTo>
                <a:lnTo>
                  <a:pt x="914" y="2202"/>
                </a:lnTo>
                <a:cubicBezTo>
                  <a:pt x="883" y="2296"/>
                  <a:pt x="820" y="2360"/>
                  <a:pt x="820" y="2454"/>
                </a:cubicBezTo>
                <a:lnTo>
                  <a:pt x="820" y="4974"/>
                </a:lnTo>
                <a:cubicBezTo>
                  <a:pt x="442" y="5069"/>
                  <a:pt x="127" y="5478"/>
                  <a:pt x="127" y="5920"/>
                </a:cubicBezTo>
                <a:lnTo>
                  <a:pt x="1" y="9763"/>
                </a:lnTo>
                <a:lnTo>
                  <a:pt x="2458" y="9763"/>
                </a:lnTo>
                <a:lnTo>
                  <a:pt x="2238" y="5857"/>
                </a:lnTo>
                <a:cubicBezTo>
                  <a:pt x="2206" y="5447"/>
                  <a:pt x="1923" y="5069"/>
                  <a:pt x="1513" y="4974"/>
                </a:cubicBezTo>
                <a:lnTo>
                  <a:pt x="1513" y="2549"/>
                </a:lnTo>
                <a:lnTo>
                  <a:pt x="3151" y="595"/>
                </a:lnTo>
                <a:cubicBezTo>
                  <a:pt x="3277" y="375"/>
                  <a:pt x="3277" y="186"/>
                  <a:pt x="3120" y="91"/>
                </a:cubicBezTo>
                <a:cubicBezTo>
                  <a:pt x="3045" y="32"/>
                  <a:pt x="2964" y="0"/>
                  <a:pt x="28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4" name="Google Shape;5554;p57">
            <a:extLst>
              <a:ext uri="{FF2B5EF4-FFF2-40B4-BE49-F238E27FC236}">
                <a16:creationId xmlns:a16="http://schemas.microsoft.com/office/drawing/2014/main" id="{32D55F88-82D1-2917-0213-4DFB57884B37}"/>
              </a:ext>
            </a:extLst>
          </p:cNvPr>
          <p:cNvSpPr/>
          <p:nvPr/>
        </p:nvSpPr>
        <p:spPr>
          <a:xfrm>
            <a:off x="8370890" y="4706610"/>
            <a:ext cx="114843" cy="320693"/>
          </a:xfrm>
          <a:custGeom>
            <a:avLst/>
            <a:gdLst/>
            <a:ahLst/>
            <a:cxnLst/>
            <a:rect l="l" t="t" r="r" b="b"/>
            <a:pathLst>
              <a:path w="3498" h="9768" extrusionOk="0">
                <a:moveTo>
                  <a:pt x="1733" y="1355"/>
                </a:moveTo>
                <a:cubicBezTo>
                  <a:pt x="1922" y="1355"/>
                  <a:pt x="2080" y="1513"/>
                  <a:pt x="2080" y="1702"/>
                </a:cubicBezTo>
                <a:cubicBezTo>
                  <a:pt x="2080" y="1922"/>
                  <a:pt x="1922" y="2048"/>
                  <a:pt x="1733" y="2048"/>
                </a:cubicBezTo>
                <a:cubicBezTo>
                  <a:pt x="1544" y="2048"/>
                  <a:pt x="1387" y="1891"/>
                  <a:pt x="1387" y="1702"/>
                </a:cubicBezTo>
                <a:cubicBezTo>
                  <a:pt x="1387" y="1513"/>
                  <a:pt x="1544" y="1355"/>
                  <a:pt x="1733" y="1355"/>
                </a:cubicBezTo>
                <a:close/>
                <a:moveTo>
                  <a:pt x="1765" y="5545"/>
                </a:moveTo>
                <a:cubicBezTo>
                  <a:pt x="1954" y="5608"/>
                  <a:pt x="2111" y="5703"/>
                  <a:pt x="2111" y="5892"/>
                </a:cubicBezTo>
                <a:lnTo>
                  <a:pt x="2174" y="6270"/>
                </a:lnTo>
                <a:lnTo>
                  <a:pt x="1387" y="6270"/>
                </a:lnTo>
                <a:lnTo>
                  <a:pt x="1387" y="5892"/>
                </a:lnTo>
                <a:cubicBezTo>
                  <a:pt x="1387" y="5703"/>
                  <a:pt x="1544" y="5545"/>
                  <a:pt x="1765" y="5545"/>
                </a:cubicBezTo>
                <a:close/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553"/>
                  <a:pt x="599" y="3277"/>
                  <a:pt x="1387" y="3435"/>
                </a:cubicBezTo>
                <a:lnTo>
                  <a:pt x="1387" y="4947"/>
                </a:lnTo>
                <a:cubicBezTo>
                  <a:pt x="977" y="5073"/>
                  <a:pt x="662" y="5482"/>
                  <a:pt x="662" y="5892"/>
                </a:cubicBezTo>
                <a:lnTo>
                  <a:pt x="536" y="9767"/>
                </a:lnTo>
                <a:lnTo>
                  <a:pt x="2993" y="9767"/>
                </a:lnTo>
                <a:lnTo>
                  <a:pt x="2804" y="5861"/>
                </a:lnTo>
                <a:cubicBezTo>
                  <a:pt x="2741" y="5419"/>
                  <a:pt x="2489" y="5073"/>
                  <a:pt x="2048" y="4947"/>
                </a:cubicBezTo>
                <a:lnTo>
                  <a:pt x="2048" y="3435"/>
                </a:lnTo>
                <a:cubicBezTo>
                  <a:pt x="2836" y="3277"/>
                  <a:pt x="3435" y="2553"/>
                  <a:pt x="3435" y="1733"/>
                </a:cubicBezTo>
                <a:cubicBezTo>
                  <a:pt x="3498" y="757"/>
                  <a:pt x="2710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5" name="Google Shape;5555;p57">
            <a:extLst>
              <a:ext uri="{FF2B5EF4-FFF2-40B4-BE49-F238E27FC236}">
                <a16:creationId xmlns:a16="http://schemas.microsoft.com/office/drawing/2014/main" id="{B4A7382A-7483-B975-EC9F-3589CE231EC2}"/>
              </a:ext>
            </a:extLst>
          </p:cNvPr>
          <p:cNvSpPr/>
          <p:nvPr/>
        </p:nvSpPr>
        <p:spPr>
          <a:xfrm>
            <a:off x="8525000" y="5048971"/>
            <a:ext cx="84868" cy="45536"/>
          </a:xfrm>
          <a:custGeom>
            <a:avLst/>
            <a:gdLst/>
            <a:ahLst/>
            <a:cxnLst/>
            <a:rect l="l" t="t" r="r" b="b"/>
            <a:pathLst>
              <a:path w="2585" h="1387" extrusionOk="0">
                <a:moveTo>
                  <a:pt x="32" y="1"/>
                </a:moveTo>
                <a:cubicBezTo>
                  <a:pt x="1" y="883"/>
                  <a:pt x="631" y="1387"/>
                  <a:pt x="1292" y="1387"/>
                </a:cubicBezTo>
                <a:cubicBezTo>
                  <a:pt x="1954" y="1387"/>
                  <a:pt x="2584" y="851"/>
                  <a:pt x="255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7" name="Google Shape;5557;p57">
            <a:extLst>
              <a:ext uri="{FF2B5EF4-FFF2-40B4-BE49-F238E27FC236}">
                <a16:creationId xmlns:a16="http://schemas.microsoft.com/office/drawing/2014/main" id="{9D6DE26F-CCF1-D6A3-A3E6-06521725C011}"/>
              </a:ext>
            </a:extLst>
          </p:cNvPr>
          <p:cNvSpPr/>
          <p:nvPr/>
        </p:nvSpPr>
        <p:spPr>
          <a:xfrm>
            <a:off x="6337368" y="2152847"/>
            <a:ext cx="390000" cy="206901"/>
          </a:xfrm>
          <a:custGeom>
            <a:avLst/>
            <a:gdLst/>
            <a:ahLst/>
            <a:cxnLst/>
            <a:rect l="l" t="t" r="r" b="b"/>
            <a:pathLst>
              <a:path w="11879" h="6302" extrusionOk="0">
                <a:moveTo>
                  <a:pt x="7688" y="2080"/>
                </a:moveTo>
                <a:lnTo>
                  <a:pt x="7688" y="2836"/>
                </a:lnTo>
                <a:lnTo>
                  <a:pt x="4191" y="2836"/>
                </a:lnTo>
                <a:lnTo>
                  <a:pt x="4191" y="2080"/>
                </a:lnTo>
                <a:close/>
                <a:moveTo>
                  <a:pt x="10177" y="3497"/>
                </a:moveTo>
                <a:cubicBezTo>
                  <a:pt x="10586" y="3497"/>
                  <a:pt x="10996" y="3781"/>
                  <a:pt x="11154" y="4222"/>
                </a:cubicBezTo>
                <a:lnTo>
                  <a:pt x="820" y="4222"/>
                </a:lnTo>
                <a:cubicBezTo>
                  <a:pt x="914" y="3812"/>
                  <a:pt x="1292" y="3497"/>
                  <a:pt x="1765" y="3497"/>
                </a:cubicBezTo>
                <a:close/>
                <a:moveTo>
                  <a:pt x="3844" y="0"/>
                </a:moveTo>
                <a:cubicBezTo>
                  <a:pt x="2899" y="0"/>
                  <a:pt x="2112" y="788"/>
                  <a:pt x="2112" y="1733"/>
                </a:cubicBezTo>
                <a:lnTo>
                  <a:pt x="2112" y="2836"/>
                </a:lnTo>
                <a:lnTo>
                  <a:pt x="1734" y="2836"/>
                </a:lnTo>
                <a:cubicBezTo>
                  <a:pt x="788" y="2836"/>
                  <a:pt x="1" y="3623"/>
                  <a:pt x="1" y="4568"/>
                </a:cubicBezTo>
                <a:lnTo>
                  <a:pt x="1" y="6301"/>
                </a:lnTo>
                <a:lnTo>
                  <a:pt x="1387" y="6301"/>
                </a:lnTo>
                <a:lnTo>
                  <a:pt x="1387" y="5955"/>
                </a:lnTo>
                <a:lnTo>
                  <a:pt x="1418" y="5955"/>
                </a:lnTo>
                <a:cubicBezTo>
                  <a:pt x="1418" y="5734"/>
                  <a:pt x="1576" y="5577"/>
                  <a:pt x="1765" y="5577"/>
                </a:cubicBezTo>
                <a:lnTo>
                  <a:pt x="3151" y="5577"/>
                </a:lnTo>
                <a:cubicBezTo>
                  <a:pt x="3340" y="5577"/>
                  <a:pt x="3529" y="5734"/>
                  <a:pt x="3529" y="5955"/>
                </a:cubicBezTo>
                <a:lnTo>
                  <a:pt x="3529" y="6301"/>
                </a:lnTo>
                <a:lnTo>
                  <a:pt x="8413" y="6301"/>
                </a:lnTo>
                <a:lnTo>
                  <a:pt x="8413" y="5955"/>
                </a:lnTo>
                <a:cubicBezTo>
                  <a:pt x="8413" y="5734"/>
                  <a:pt x="8570" y="5577"/>
                  <a:pt x="8759" y="5577"/>
                </a:cubicBezTo>
                <a:lnTo>
                  <a:pt x="10145" y="5577"/>
                </a:lnTo>
                <a:cubicBezTo>
                  <a:pt x="10334" y="5577"/>
                  <a:pt x="10492" y="5734"/>
                  <a:pt x="10492" y="5955"/>
                </a:cubicBezTo>
                <a:lnTo>
                  <a:pt x="10492" y="6301"/>
                </a:lnTo>
                <a:lnTo>
                  <a:pt x="11878" y="6301"/>
                </a:lnTo>
                <a:lnTo>
                  <a:pt x="11878" y="4568"/>
                </a:lnTo>
                <a:cubicBezTo>
                  <a:pt x="11878" y="3623"/>
                  <a:pt x="11091" y="2836"/>
                  <a:pt x="10145" y="2836"/>
                </a:cubicBezTo>
                <a:lnTo>
                  <a:pt x="9767" y="2836"/>
                </a:lnTo>
                <a:lnTo>
                  <a:pt x="9767" y="1733"/>
                </a:lnTo>
                <a:cubicBezTo>
                  <a:pt x="9767" y="788"/>
                  <a:pt x="8980" y="0"/>
                  <a:pt x="80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8" name="Google Shape;5558;p57">
            <a:extLst>
              <a:ext uri="{FF2B5EF4-FFF2-40B4-BE49-F238E27FC236}">
                <a16:creationId xmlns:a16="http://schemas.microsoft.com/office/drawing/2014/main" id="{2EFEB470-7DD1-59F0-FCCE-91B7EED0DA8F}"/>
              </a:ext>
            </a:extLst>
          </p:cNvPr>
          <p:cNvSpPr/>
          <p:nvPr/>
        </p:nvSpPr>
        <p:spPr>
          <a:xfrm>
            <a:off x="6636296" y="2359717"/>
            <a:ext cx="22785" cy="68288"/>
          </a:xfrm>
          <a:custGeom>
            <a:avLst/>
            <a:gdLst/>
            <a:ahLst/>
            <a:cxnLst/>
            <a:rect l="l" t="t" r="r" b="b"/>
            <a:pathLst>
              <a:path w="694" h="2080" extrusionOk="0">
                <a:moveTo>
                  <a:pt x="1" y="0"/>
                </a:moveTo>
                <a:lnTo>
                  <a:pt x="1" y="1733"/>
                </a:lnTo>
                <a:cubicBezTo>
                  <a:pt x="1" y="1922"/>
                  <a:pt x="158" y="2079"/>
                  <a:pt x="347" y="2079"/>
                </a:cubicBezTo>
                <a:cubicBezTo>
                  <a:pt x="536" y="2079"/>
                  <a:pt x="694" y="1922"/>
                  <a:pt x="694" y="1733"/>
                </a:cubicBez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89" name="Google Shape;5559;p57">
            <a:extLst>
              <a:ext uri="{FF2B5EF4-FFF2-40B4-BE49-F238E27FC236}">
                <a16:creationId xmlns:a16="http://schemas.microsoft.com/office/drawing/2014/main" id="{4E3339A2-9047-537F-E559-3AABBD8B6B4E}"/>
              </a:ext>
            </a:extLst>
          </p:cNvPr>
          <p:cNvSpPr/>
          <p:nvPr/>
        </p:nvSpPr>
        <p:spPr>
          <a:xfrm>
            <a:off x="6338420" y="2382468"/>
            <a:ext cx="389967" cy="159296"/>
          </a:xfrm>
          <a:custGeom>
            <a:avLst/>
            <a:gdLst/>
            <a:ahLst/>
            <a:cxnLst/>
            <a:rect l="l" t="t" r="r" b="b"/>
            <a:pathLst>
              <a:path w="11878" h="4852" extrusionOk="0">
                <a:moveTo>
                  <a:pt x="5923" y="693"/>
                </a:moveTo>
                <a:cubicBezTo>
                  <a:pt x="6112" y="693"/>
                  <a:pt x="6270" y="851"/>
                  <a:pt x="6270" y="1040"/>
                </a:cubicBezTo>
                <a:lnTo>
                  <a:pt x="6270" y="1733"/>
                </a:lnTo>
                <a:lnTo>
                  <a:pt x="6994" y="1733"/>
                </a:lnTo>
                <a:cubicBezTo>
                  <a:pt x="7183" y="1733"/>
                  <a:pt x="7341" y="1891"/>
                  <a:pt x="7341" y="2080"/>
                </a:cubicBezTo>
                <a:cubicBezTo>
                  <a:pt x="7341" y="2300"/>
                  <a:pt x="7183" y="2458"/>
                  <a:pt x="6994" y="2458"/>
                </a:cubicBezTo>
                <a:lnTo>
                  <a:pt x="6270" y="2458"/>
                </a:lnTo>
                <a:lnTo>
                  <a:pt x="6270" y="3151"/>
                </a:lnTo>
                <a:cubicBezTo>
                  <a:pt x="6270" y="3340"/>
                  <a:pt x="6112" y="3497"/>
                  <a:pt x="5923" y="3497"/>
                </a:cubicBezTo>
                <a:cubicBezTo>
                  <a:pt x="5734" y="3497"/>
                  <a:pt x="5577" y="3340"/>
                  <a:pt x="5577" y="3151"/>
                </a:cubicBezTo>
                <a:lnTo>
                  <a:pt x="5577" y="2458"/>
                </a:lnTo>
                <a:lnTo>
                  <a:pt x="4852" y="2458"/>
                </a:lnTo>
                <a:cubicBezTo>
                  <a:pt x="4663" y="2458"/>
                  <a:pt x="4505" y="2300"/>
                  <a:pt x="4505" y="2080"/>
                </a:cubicBezTo>
                <a:cubicBezTo>
                  <a:pt x="4537" y="1891"/>
                  <a:pt x="4695" y="1733"/>
                  <a:pt x="4852" y="1733"/>
                </a:cubicBezTo>
                <a:lnTo>
                  <a:pt x="5577" y="1733"/>
                </a:lnTo>
                <a:lnTo>
                  <a:pt x="5577" y="1040"/>
                </a:lnTo>
                <a:cubicBezTo>
                  <a:pt x="5577" y="851"/>
                  <a:pt x="5734" y="693"/>
                  <a:pt x="5923" y="693"/>
                </a:cubicBezTo>
                <a:close/>
                <a:moveTo>
                  <a:pt x="126" y="0"/>
                </a:moveTo>
                <a:lnTo>
                  <a:pt x="126" y="3119"/>
                </a:lnTo>
                <a:cubicBezTo>
                  <a:pt x="0" y="4064"/>
                  <a:pt x="756" y="4852"/>
                  <a:pt x="1733" y="4852"/>
                </a:cubicBezTo>
                <a:lnTo>
                  <a:pt x="10145" y="4852"/>
                </a:lnTo>
                <a:cubicBezTo>
                  <a:pt x="11090" y="4852"/>
                  <a:pt x="11878" y="4064"/>
                  <a:pt x="11878" y="3119"/>
                </a:cubicBezTo>
                <a:lnTo>
                  <a:pt x="11878" y="0"/>
                </a:lnTo>
                <a:lnTo>
                  <a:pt x="10491" y="0"/>
                </a:lnTo>
                <a:lnTo>
                  <a:pt x="10491" y="1040"/>
                </a:lnTo>
                <a:cubicBezTo>
                  <a:pt x="10491" y="1639"/>
                  <a:pt x="10019" y="2048"/>
                  <a:pt x="9452" y="2048"/>
                </a:cubicBezTo>
                <a:cubicBezTo>
                  <a:pt x="8885" y="2048"/>
                  <a:pt x="8444" y="1576"/>
                  <a:pt x="8444" y="1040"/>
                </a:cubicBezTo>
                <a:lnTo>
                  <a:pt x="8444" y="0"/>
                </a:lnTo>
                <a:lnTo>
                  <a:pt x="3560" y="0"/>
                </a:lnTo>
                <a:lnTo>
                  <a:pt x="3560" y="1040"/>
                </a:lnTo>
                <a:cubicBezTo>
                  <a:pt x="3560" y="1639"/>
                  <a:pt x="3088" y="2048"/>
                  <a:pt x="2521" y="2048"/>
                </a:cubicBezTo>
                <a:cubicBezTo>
                  <a:pt x="1954" y="2048"/>
                  <a:pt x="1513" y="1576"/>
                  <a:pt x="1513" y="1040"/>
                </a:cubicBezTo>
                <a:lnTo>
                  <a:pt x="151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0" name="Google Shape;5560;p57">
            <a:extLst>
              <a:ext uri="{FF2B5EF4-FFF2-40B4-BE49-F238E27FC236}">
                <a16:creationId xmlns:a16="http://schemas.microsoft.com/office/drawing/2014/main" id="{7E4774FF-D936-E8B9-86E4-B04EAA31187D}"/>
              </a:ext>
            </a:extLst>
          </p:cNvPr>
          <p:cNvSpPr/>
          <p:nvPr/>
        </p:nvSpPr>
        <p:spPr>
          <a:xfrm>
            <a:off x="6405658" y="2359717"/>
            <a:ext cx="23803" cy="68288"/>
          </a:xfrm>
          <a:custGeom>
            <a:avLst/>
            <a:gdLst/>
            <a:ahLst/>
            <a:cxnLst/>
            <a:rect l="l" t="t" r="r" b="b"/>
            <a:pathLst>
              <a:path w="725" h="2080" extrusionOk="0">
                <a:moveTo>
                  <a:pt x="0" y="0"/>
                </a:moveTo>
                <a:lnTo>
                  <a:pt x="0" y="1733"/>
                </a:lnTo>
                <a:cubicBezTo>
                  <a:pt x="0" y="1922"/>
                  <a:pt x="158" y="2079"/>
                  <a:pt x="378" y="2079"/>
                </a:cubicBezTo>
                <a:cubicBezTo>
                  <a:pt x="567" y="2079"/>
                  <a:pt x="725" y="1922"/>
                  <a:pt x="725" y="1733"/>
                </a:cubicBez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2" name="Google Shape;5562;p57">
            <a:extLst>
              <a:ext uri="{FF2B5EF4-FFF2-40B4-BE49-F238E27FC236}">
                <a16:creationId xmlns:a16="http://schemas.microsoft.com/office/drawing/2014/main" id="{B547BC2C-99D5-E9BD-5F34-01A629ACBFD5}"/>
              </a:ext>
            </a:extLst>
          </p:cNvPr>
          <p:cNvSpPr/>
          <p:nvPr/>
        </p:nvSpPr>
        <p:spPr>
          <a:xfrm>
            <a:off x="6399227" y="2721287"/>
            <a:ext cx="274139" cy="227322"/>
          </a:xfrm>
          <a:custGeom>
            <a:avLst/>
            <a:gdLst/>
            <a:ahLst/>
            <a:cxnLst/>
            <a:rect l="l" t="t" r="r" b="b"/>
            <a:pathLst>
              <a:path w="8350" h="6924" extrusionOk="0">
                <a:moveTo>
                  <a:pt x="4128" y="2733"/>
                </a:moveTo>
                <a:cubicBezTo>
                  <a:pt x="4380" y="3048"/>
                  <a:pt x="4726" y="3269"/>
                  <a:pt x="5167" y="3552"/>
                </a:cubicBezTo>
                <a:lnTo>
                  <a:pt x="5167" y="4497"/>
                </a:lnTo>
                <a:cubicBezTo>
                  <a:pt x="5167" y="4844"/>
                  <a:pt x="5010" y="5159"/>
                  <a:pt x="4695" y="5348"/>
                </a:cubicBezTo>
                <a:cubicBezTo>
                  <a:pt x="4537" y="5474"/>
                  <a:pt x="4325" y="5537"/>
                  <a:pt x="4112" y="5537"/>
                </a:cubicBezTo>
                <a:cubicBezTo>
                  <a:pt x="3899" y="5537"/>
                  <a:pt x="3687" y="5474"/>
                  <a:pt x="3529" y="5348"/>
                </a:cubicBezTo>
                <a:cubicBezTo>
                  <a:pt x="3277" y="5159"/>
                  <a:pt x="3057" y="4844"/>
                  <a:pt x="3057" y="4497"/>
                </a:cubicBezTo>
                <a:lnTo>
                  <a:pt x="3057" y="3552"/>
                </a:lnTo>
                <a:lnTo>
                  <a:pt x="3120" y="3552"/>
                </a:lnTo>
                <a:cubicBezTo>
                  <a:pt x="3529" y="3269"/>
                  <a:pt x="3907" y="2985"/>
                  <a:pt x="4128" y="2733"/>
                </a:cubicBezTo>
                <a:close/>
                <a:moveTo>
                  <a:pt x="4222" y="0"/>
                </a:moveTo>
                <a:cubicBezTo>
                  <a:pt x="3568" y="0"/>
                  <a:pt x="2915" y="166"/>
                  <a:pt x="2363" y="496"/>
                </a:cubicBezTo>
                <a:cubicBezTo>
                  <a:pt x="1702" y="906"/>
                  <a:pt x="1229" y="1473"/>
                  <a:pt x="946" y="2166"/>
                </a:cubicBezTo>
                <a:lnTo>
                  <a:pt x="190" y="4560"/>
                </a:lnTo>
                <a:cubicBezTo>
                  <a:pt x="1" y="5002"/>
                  <a:pt x="64" y="5474"/>
                  <a:pt x="316" y="5915"/>
                </a:cubicBezTo>
                <a:cubicBezTo>
                  <a:pt x="662" y="6514"/>
                  <a:pt x="1324" y="6892"/>
                  <a:pt x="2080" y="6923"/>
                </a:cubicBezTo>
                <a:cubicBezTo>
                  <a:pt x="2363" y="6923"/>
                  <a:pt x="2615" y="6892"/>
                  <a:pt x="2805" y="6766"/>
                </a:cubicBezTo>
                <a:cubicBezTo>
                  <a:pt x="3120" y="6608"/>
                  <a:pt x="3403" y="6419"/>
                  <a:pt x="3561" y="6104"/>
                </a:cubicBezTo>
                <a:cubicBezTo>
                  <a:pt x="3750" y="6199"/>
                  <a:pt x="3939" y="6230"/>
                  <a:pt x="4191" y="6230"/>
                </a:cubicBezTo>
                <a:cubicBezTo>
                  <a:pt x="4380" y="6230"/>
                  <a:pt x="4600" y="6199"/>
                  <a:pt x="4821" y="6104"/>
                </a:cubicBezTo>
                <a:cubicBezTo>
                  <a:pt x="5010" y="6388"/>
                  <a:pt x="5230" y="6608"/>
                  <a:pt x="5545" y="6766"/>
                </a:cubicBezTo>
                <a:cubicBezTo>
                  <a:pt x="5797" y="6892"/>
                  <a:pt x="6018" y="6923"/>
                  <a:pt x="6270" y="6923"/>
                </a:cubicBezTo>
                <a:lnTo>
                  <a:pt x="6302" y="6923"/>
                </a:lnTo>
                <a:cubicBezTo>
                  <a:pt x="7026" y="6892"/>
                  <a:pt x="7688" y="6451"/>
                  <a:pt x="8034" y="5915"/>
                </a:cubicBezTo>
                <a:cubicBezTo>
                  <a:pt x="8318" y="5474"/>
                  <a:pt x="8349" y="5002"/>
                  <a:pt x="8192" y="4623"/>
                </a:cubicBezTo>
                <a:lnTo>
                  <a:pt x="7436" y="2135"/>
                </a:lnTo>
                <a:cubicBezTo>
                  <a:pt x="7184" y="1473"/>
                  <a:pt x="6711" y="906"/>
                  <a:pt x="6081" y="496"/>
                </a:cubicBezTo>
                <a:cubicBezTo>
                  <a:pt x="5530" y="166"/>
                  <a:pt x="4876" y="0"/>
                  <a:pt x="42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3" name="Google Shape;5563;p57">
            <a:extLst>
              <a:ext uri="{FF2B5EF4-FFF2-40B4-BE49-F238E27FC236}">
                <a16:creationId xmlns:a16="http://schemas.microsoft.com/office/drawing/2014/main" id="{411332DC-F9F5-B54A-7B62-55EDE2E5974F}"/>
              </a:ext>
            </a:extLst>
          </p:cNvPr>
          <p:cNvSpPr/>
          <p:nvPr/>
        </p:nvSpPr>
        <p:spPr>
          <a:xfrm>
            <a:off x="6387867" y="2947526"/>
            <a:ext cx="296858" cy="93142"/>
          </a:xfrm>
          <a:custGeom>
            <a:avLst/>
            <a:gdLst/>
            <a:ahLst/>
            <a:cxnLst/>
            <a:rect l="l" t="t" r="r" b="b"/>
            <a:pathLst>
              <a:path w="9042" h="2837" extrusionOk="0">
                <a:moveTo>
                  <a:pt x="4159" y="1"/>
                </a:moveTo>
                <a:cubicBezTo>
                  <a:pt x="3970" y="190"/>
                  <a:pt x="3686" y="379"/>
                  <a:pt x="3403" y="505"/>
                </a:cubicBezTo>
                <a:cubicBezTo>
                  <a:pt x="3151" y="631"/>
                  <a:pt x="2772" y="694"/>
                  <a:pt x="2426" y="694"/>
                </a:cubicBezTo>
                <a:cubicBezTo>
                  <a:pt x="1764" y="662"/>
                  <a:pt x="1166" y="442"/>
                  <a:pt x="693" y="32"/>
                </a:cubicBezTo>
                <a:cubicBezTo>
                  <a:pt x="252" y="473"/>
                  <a:pt x="0" y="1072"/>
                  <a:pt x="0" y="1734"/>
                </a:cubicBezTo>
                <a:lnTo>
                  <a:pt x="0" y="2490"/>
                </a:lnTo>
                <a:cubicBezTo>
                  <a:pt x="0" y="2679"/>
                  <a:pt x="158" y="2836"/>
                  <a:pt x="347" y="2836"/>
                </a:cubicBezTo>
                <a:lnTo>
                  <a:pt x="8695" y="2836"/>
                </a:lnTo>
                <a:cubicBezTo>
                  <a:pt x="8884" y="2836"/>
                  <a:pt x="9042" y="2679"/>
                  <a:pt x="9042" y="2490"/>
                </a:cubicBezTo>
                <a:lnTo>
                  <a:pt x="9042" y="1765"/>
                </a:lnTo>
                <a:cubicBezTo>
                  <a:pt x="9042" y="1135"/>
                  <a:pt x="8821" y="505"/>
                  <a:pt x="8349" y="95"/>
                </a:cubicBezTo>
                <a:cubicBezTo>
                  <a:pt x="7876" y="473"/>
                  <a:pt x="7309" y="725"/>
                  <a:pt x="6679" y="757"/>
                </a:cubicBezTo>
                <a:lnTo>
                  <a:pt x="6616" y="757"/>
                </a:lnTo>
                <a:cubicBezTo>
                  <a:pt x="6238" y="757"/>
                  <a:pt x="5891" y="662"/>
                  <a:pt x="5576" y="505"/>
                </a:cubicBezTo>
                <a:cubicBezTo>
                  <a:pt x="5324" y="379"/>
                  <a:pt x="5072" y="221"/>
                  <a:pt x="4883" y="1"/>
                </a:cubicBezTo>
                <a:cubicBezTo>
                  <a:pt x="4757" y="32"/>
                  <a:pt x="4631" y="32"/>
                  <a:pt x="4505" y="32"/>
                </a:cubicBezTo>
                <a:cubicBezTo>
                  <a:pt x="4411" y="32"/>
                  <a:pt x="4285" y="32"/>
                  <a:pt x="415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4" name="Google Shape;5564;p57">
            <a:extLst>
              <a:ext uri="{FF2B5EF4-FFF2-40B4-BE49-F238E27FC236}">
                <a16:creationId xmlns:a16="http://schemas.microsoft.com/office/drawing/2014/main" id="{4CE344EA-9155-418D-F17E-72271631F096}"/>
              </a:ext>
            </a:extLst>
          </p:cNvPr>
          <p:cNvSpPr/>
          <p:nvPr/>
        </p:nvSpPr>
        <p:spPr>
          <a:xfrm>
            <a:off x="6457141" y="2651456"/>
            <a:ext cx="160346" cy="67534"/>
          </a:xfrm>
          <a:custGeom>
            <a:avLst/>
            <a:gdLst/>
            <a:ahLst/>
            <a:cxnLst/>
            <a:rect l="l" t="t" r="r" b="b"/>
            <a:pathLst>
              <a:path w="4884" h="2057" extrusionOk="0">
                <a:moveTo>
                  <a:pt x="2454" y="1"/>
                </a:moveTo>
                <a:cubicBezTo>
                  <a:pt x="1639" y="1"/>
                  <a:pt x="820" y="339"/>
                  <a:pt x="127" y="1017"/>
                </a:cubicBezTo>
                <a:cubicBezTo>
                  <a:pt x="32" y="1111"/>
                  <a:pt x="1" y="1237"/>
                  <a:pt x="32" y="1332"/>
                </a:cubicBezTo>
                <a:lnTo>
                  <a:pt x="190" y="2056"/>
                </a:lnTo>
                <a:cubicBezTo>
                  <a:pt x="820" y="1647"/>
                  <a:pt x="1608" y="1458"/>
                  <a:pt x="2395" y="1458"/>
                </a:cubicBezTo>
                <a:cubicBezTo>
                  <a:pt x="3183" y="1458"/>
                  <a:pt x="3970" y="1647"/>
                  <a:pt x="4601" y="2056"/>
                </a:cubicBezTo>
                <a:lnTo>
                  <a:pt x="4664" y="2056"/>
                </a:lnTo>
                <a:lnTo>
                  <a:pt x="4853" y="1332"/>
                </a:lnTo>
                <a:cubicBezTo>
                  <a:pt x="4884" y="1237"/>
                  <a:pt x="4853" y="1111"/>
                  <a:pt x="4758" y="1017"/>
                </a:cubicBezTo>
                <a:cubicBezTo>
                  <a:pt x="4081" y="339"/>
                  <a:pt x="3269" y="1"/>
                  <a:pt x="245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6" name="Google Shape;5566;p57">
            <a:extLst>
              <a:ext uri="{FF2B5EF4-FFF2-40B4-BE49-F238E27FC236}">
                <a16:creationId xmlns:a16="http://schemas.microsoft.com/office/drawing/2014/main" id="{68B09727-5D7A-BB1E-A8DF-0ABE472DED40}"/>
              </a:ext>
            </a:extLst>
          </p:cNvPr>
          <p:cNvSpPr/>
          <p:nvPr/>
        </p:nvSpPr>
        <p:spPr>
          <a:xfrm>
            <a:off x="6337369" y="3338604"/>
            <a:ext cx="201747" cy="204833"/>
          </a:xfrm>
          <a:custGeom>
            <a:avLst/>
            <a:gdLst/>
            <a:ahLst/>
            <a:cxnLst/>
            <a:rect l="l" t="t" r="r" b="b"/>
            <a:pathLst>
              <a:path w="6145" h="6239" extrusionOk="0">
                <a:moveTo>
                  <a:pt x="3183" y="1"/>
                </a:moveTo>
                <a:lnTo>
                  <a:pt x="2490" y="725"/>
                </a:lnTo>
                <a:cubicBezTo>
                  <a:pt x="2206" y="1009"/>
                  <a:pt x="1986" y="1387"/>
                  <a:pt x="1860" y="1828"/>
                </a:cubicBezTo>
                <a:cubicBezTo>
                  <a:pt x="1608" y="2742"/>
                  <a:pt x="1229" y="3435"/>
                  <a:pt x="725" y="4002"/>
                </a:cubicBezTo>
                <a:lnTo>
                  <a:pt x="316" y="4411"/>
                </a:lnTo>
                <a:cubicBezTo>
                  <a:pt x="127" y="4632"/>
                  <a:pt x="1" y="4884"/>
                  <a:pt x="1" y="5167"/>
                </a:cubicBezTo>
                <a:cubicBezTo>
                  <a:pt x="1" y="5451"/>
                  <a:pt x="127" y="5734"/>
                  <a:pt x="316" y="5923"/>
                </a:cubicBezTo>
                <a:cubicBezTo>
                  <a:pt x="505" y="6113"/>
                  <a:pt x="788" y="6239"/>
                  <a:pt x="1072" y="6239"/>
                </a:cubicBezTo>
                <a:cubicBezTo>
                  <a:pt x="1355" y="6113"/>
                  <a:pt x="1608" y="5986"/>
                  <a:pt x="1765" y="5797"/>
                </a:cubicBezTo>
                <a:lnTo>
                  <a:pt x="2206" y="5419"/>
                </a:lnTo>
                <a:cubicBezTo>
                  <a:pt x="2710" y="4884"/>
                  <a:pt x="3435" y="4506"/>
                  <a:pt x="4380" y="4254"/>
                </a:cubicBezTo>
                <a:cubicBezTo>
                  <a:pt x="4664" y="4191"/>
                  <a:pt x="4916" y="4033"/>
                  <a:pt x="5168" y="3876"/>
                </a:cubicBezTo>
                <a:lnTo>
                  <a:pt x="4664" y="3372"/>
                </a:lnTo>
                <a:cubicBezTo>
                  <a:pt x="4537" y="3246"/>
                  <a:pt x="4537" y="2994"/>
                  <a:pt x="4664" y="2899"/>
                </a:cubicBezTo>
                <a:cubicBezTo>
                  <a:pt x="4711" y="2836"/>
                  <a:pt x="4797" y="2805"/>
                  <a:pt x="4888" y="2805"/>
                </a:cubicBezTo>
                <a:cubicBezTo>
                  <a:pt x="4979" y="2805"/>
                  <a:pt x="5073" y="2836"/>
                  <a:pt x="5136" y="2899"/>
                </a:cubicBezTo>
                <a:lnTo>
                  <a:pt x="5672" y="3435"/>
                </a:lnTo>
                <a:lnTo>
                  <a:pt x="6144" y="2962"/>
                </a:lnTo>
                <a:lnTo>
                  <a:pt x="318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7" name="Google Shape;5567;p57">
            <a:extLst>
              <a:ext uri="{FF2B5EF4-FFF2-40B4-BE49-F238E27FC236}">
                <a16:creationId xmlns:a16="http://schemas.microsoft.com/office/drawing/2014/main" id="{04627A09-90F1-EB95-A19D-E0365D5CA1F1}"/>
              </a:ext>
            </a:extLst>
          </p:cNvPr>
          <p:cNvSpPr/>
          <p:nvPr/>
        </p:nvSpPr>
        <p:spPr>
          <a:xfrm>
            <a:off x="6461502" y="3150352"/>
            <a:ext cx="266884" cy="265865"/>
          </a:xfrm>
          <a:custGeom>
            <a:avLst/>
            <a:gdLst/>
            <a:ahLst/>
            <a:cxnLst/>
            <a:rect l="l" t="t" r="r" b="b"/>
            <a:pathLst>
              <a:path w="8129" h="8098" extrusionOk="0">
                <a:moveTo>
                  <a:pt x="1891" y="2364"/>
                </a:moveTo>
                <a:cubicBezTo>
                  <a:pt x="1985" y="2364"/>
                  <a:pt x="2048" y="2395"/>
                  <a:pt x="2143" y="2490"/>
                </a:cubicBezTo>
                <a:lnTo>
                  <a:pt x="5545" y="5892"/>
                </a:lnTo>
                <a:cubicBezTo>
                  <a:pt x="5671" y="6018"/>
                  <a:pt x="5671" y="6239"/>
                  <a:pt x="5545" y="6365"/>
                </a:cubicBezTo>
                <a:cubicBezTo>
                  <a:pt x="5498" y="6428"/>
                  <a:pt x="5411" y="6459"/>
                  <a:pt x="5321" y="6459"/>
                </a:cubicBezTo>
                <a:cubicBezTo>
                  <a:pt x="5230" y="6459"/>
                  <a:pt x="5136" y="6428"/>
                  <a:pt x="5073" y="6365"/>
                </a:cubicBezTo>
                <a:lnTo>
                  <a:pt x="1670" y="2962"/>
                </a:lnTo>
                <a:cubicBezTo>
                  <a:pt x="1544" y="2836"/>
                  <a:pt x="1544" y="2647"/>
                  <a:pt x="1670" y="2490"/>
                </a:cubicBezTo>
                <a:cubicBezTo>
                  <a:pt x="1733" y="2395"/>
                  <a:pt x="1828" y="2364"/>
                  <a:pt x="1891" y="2364"/>
                </a:cubicBezTo>
                <a:close/>
                <a:moveTo>
                  <a:pt x="6742" y="1"/>
                </a:moveTo>
                <a:cubicBezTo>
                  <a:pt x="6333" y="1"/>
                  <a:pt x="6018" y="158"/>
                  <a:pt x="5766" y="379"/>
                </a:cubicBezTo>
                <a:lnTo>
                  <a:pt x="4128" y="2017"/>
                </a:lnTo>
                <a:cubicBezTo>
                  <a:pt x="3938" y="2206"/>
                  <a:pt x="3679" y="2301"/>
                  <a:pt x="3415" y="2301"/>
                </a:cubicBezTo>
                <a:cubicBezTo>
                  <a:pt x="3151" y="2301"/>
                  <a:pt x="2883" y="2206"/>
                  <a:pt x="2678" y="2017"/>
                </a:cubicBezTo>
                <a:cubicBezTo>
                  <a:pt x="2489" y="1812"/>
                  <a:pt x="2229" y="1710"/>
                  <a:pt x="1965" y="1710"/>
                </a:cubicBezTo>
                <a:cubicBezTo>
                  <a:pt x="1702" y="1710"/>
                  <a:pt x="1434" y="1812"/>
                  <a:pt x="1229" y="2017"/>
                </a:cubicBezTo>
                <a:cubicBezTo>
                  <a:pt x="851" y="2395"/>
                  <a:pt x="851" y="3057"/>
                  <a:pt x="1229" y="3466"/>
                </a:cubicBezTo>
                <a:lnTo>
                  <a:pt x="1481" y="3687"/>
                </a:lnTo>
                <a:lnTo>
                  <a:pt x="0" y="5167"/>
                </a:lnTo>
                <a:lnTo>
                  <a:pt x="2962" y="8097"/>
                </a:lnTo>
                <a:lnTo>
                  <a:pt x="3403" y="7625"/>
                </a:lnTo>
                <a:lnTo>
                  <a:pt x="2836" y="7089"/>
                </a:lnTo>
                <a:cubicBezTo>
                  <a:pt x="2710" y="6963"/>
                  <a:pt x="2710" y="6743"/>
                  <a:pt x="2836" y="6617"/>
                </a:cubicBezTo>
                <a:cubicBezTo>
                  <a:pt x="2899" y="6554"/>
                  <a:pt x="2985" y="6522"/>
                  <a:pt x="3072" y="6522"/>
                </a:cubicBezTo>
                <a:cubicBezTo>
                  <a:pt x="3159" y="6522"/>
                  <a:pt x="3245" y="6554"/>
                  <a:pt x="3308" y="6617"/>
                </a:cubicBezTo>
                <a:lnTo>
                  <a:pt x="3875" y="7152"/>
                </a:lnTo>
                <a:lnTo>
                  <a:pt x="4380" y="6648"/>
                </a:lnTo>
                <a:lnTo>
                  <a:pt x="4600" y="6900"/>
                </a:lnTo>
                <a:cubicBezTo>
                  <a:pt x="4821" y="7089"/>
                  <a:pt x="5073" y="7215"/>
                  <a:pt x="5356" y="7215"/>
                </a:cubicBezTo>
                <a:cubicBezTo>
                  <a:pt x="5640" y="7215"/>
                  <a:pt x="5923" y="7089"/>
                  <a:pt x="6112" y="6900"/>
                </a:cubicBezTo>
                <a:cubicBezTo>
                  <a:pt x="6490" y="6491"/>
                  <a:pt x="6490" y="5829"/>
                  <a:pt x="6112" y="5420"/>
                </a:cubicBezTo>
                <a:cubicBezTo>
                  <a:pt x="5703" y="5041"/>
                  <a:pt x="5703" y="4380"/>
                  <a:pt x="6112" y="3970"/>
                </a:cubicBezTo>
                <a:lnTo>
                  <a:pt x="7719" y="2364"/>
                </a:lnTo>
                <a:cubicBezTo>
                  <a:pt x="8003" y="2080"/>
                  <a:pt x="8129" y="1733"/>
                  <a:pt x="8129" y="1387"/>
                </a:cubicBezTo>
                <a:cubicBezTo>
                  <a:pt x="8129" y="1009"/>
                  <a:pt x="7971" y="662"/>
                  <a:pt x="7719" y="379"/>
                </a:cubicBezTo>
                <a:cubicBezTo>
                  <a:pt x="7436" y="127"/>
                  <a:pt x="7120" y="1"/>
                  <a:pt x="674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99" name="Google Shape;5569;p57">
            <a:extLst>
              <a:ext uri="{FF2B5EF4-FFF2-40B4-BE49-F238E27FC236}">
                <a16:creationId xmlns:a16="http://schemas.microsoft.com/office/drawing/2014/main" id="{E5522433-6162-CDDB-AF49-8E84D64200DD}"/>
              </a:ext>
            </a:extLst>
          </p:cNvPr>
          <p:cNvSpPr/>
          <p:nvPr/>
        </p:nvSpPr>
        <p:spPr>
          <a:xfrm>
            <a:off x="4890514" y="3933491"/>
            <a:ext cx="162415" cy="137595"/>
          </a:xfrm>
          <a:custGeom>
            <a:avLst/>
            <a:gdLst/>
            <a:ahLst/>
            <a:cxnLst/>
            <a:rect l="l" t="t" r="r" b="b"/>
            <a:pathLst>
              <a:path w="4947" h="4191" extrusionOk="0">
                <a:moveTo>
                  <a:pt x="3088" y="0"/>
                </a:moveTo>
                <a:cubicBezTo>
                  <a:pt x="2364" y="883"/>
                  <a:pt x="1387" y="2080"/>
                  <a:pt x="127" y="3655"/>
                </a:cubicBezTo>
                <a:cubicBezTo>
                  <a:pt x="1" y="3718"/>
                  <a:pt x="1" y="3875"/>
                  <a:pt x="32" y="4001"/>
                </a:cubicBezTo>
                <a:cubicBezTo>
                  <a:pt x="95" y="4127"/>
                  <a:pt x="253" y="4191"/>
                  <a:pt x="379" y="4191"/>
                </a:cubicBezTo>
                <a:lnTo>
                  <a:pt x="3246" y="4191"/>
                </a:lnTo>
                <a:cubicBezTo>
                  <a:pt x="3372" y="4191"/>
                  <a:pt x="3435" y="4159"/>
                  <a:pt x="3529" y="4096"/>
                </a:cubicBezTo>
                <a:lnTo>
                  <a:pt x="4947" y="2363"/>
                </a:lnTo>
                <a:lnTo>
                  <a:pt x="3466" y="536"/>
                </a:lnTo>
                <a:lnTo>
                  <a:pt x="3120" y="63"/>
                </a:lnTo>
                <a:cubicBezTo>
                  <a:pt x="3120" y="32"/>
                  <a:pt x="3088" y="32"/>
                  <a:pt x="30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0" name="Google Shape;5570;p57">
            <a:extLst>
              <a:ext uri="{FF2B5EF4-FFF2-40B4-BE49-F238E27FC236}">
                <a16:creationId xmlns:a16="http://schemas.microsoft.com/office/drawing/2014/main" id="{02DB35EC-CA54-C3DC-E65F-344E57C0E263}"/>
              </a:ext>
            </a:extLst>
          </p:cNvPr>
          <p:cNvSpPr/>
          <p:nvPr/>
        </p:nvSpPr>
        <p:spPr>
          <a:xfrm>
            <a:off x="4952597" y="3681907"/>
            <a:ext cx="289635" cy="389179"/>
          </a:xfrm>
          <a:custGeom>
            <a:avLst/>
            <a:gdLst/>
            <a:ahLst/>
            <a:cxnLst/>
            <a:rect l="l" t="t" r="r" b="b"/>
            <a:pathLst>
              <a:path w="8822" h="11854" extrusionOk="0">
                <a:moveTo>
                  <a:pt x="3491" y="1"/>
                </a:moveTo>
                <a:cubicBezTo>
                  <a:pt x="3420" y="1"/>
                  <a:pt x="3348" y="3"/>
                  <a:pt x="3277" y="8"/>
                </a:cubicBezTo>
                <a:cubicBezTo>
                  <a:pt x="1481" y="134"/>
                  <a:pt x="0" y="1709"/>
                  <a:pt x="0" y="3568"/>
                </a:cubicBezTo>
                <a:cubicBezTo>
                  <a:pt x="0" y="4733"/>
                  <a:pt x="945" y="6246"/>
                  <a:pt x="1764" y="7285"/>
                </a:cubicBezTo>
                <a:lnTo>
                  <a:pt x="2142" y="7758"/>
                </a:lnTo>
                <a:lnTo>
                  <a:pt x="5324" y="11759"/>
                </a:lnTo>
                <a:cubicBezTo>
                  <a:pt x="5387" y="11822"/>
                  <a:pt x="5482" y="11854"/>
                  <a:pt x="5608" y="11854"/>
                </a:cubicBezTo>
                <a:lnTo>
                  <a:pt x="8475" y="11854"/>
                </a:lnTo>
                <a:cubicBezTo>
                  <a:pt x="8601" y="11854"/>
                  <a:pt x="8695" y="11790"/>
                  <a:pt x="8790" y="11664"/>
                </a:cubicBezTo>
                <a:cubicBezTo>
                  <a:pt x="8821" y="11538"/>
                  <a:pt x="8821" y="11381"/>
                  <a:pt x="8758" y="11318"/>
                </a:cubicBezTo>
                <a:cubicBezTo>
                  <a:pt x="7939" y="10278"/>
                  <a:pt x="7183" y="9302"/>
                  <a:pt x="6459" y="8482"/>
                </a:cubicBezTo>
                <a:cubicBezTo>
                  <a:pt x="6144" y="8073"/>
                  <a:pt x="5828" y="7695"/>
                  <a:pt x="5513" y="7348"/>
                </a:cubicBezTo>
                <a:cubicBezTo>
                  <a:pt x="5387" y="7191"/>
                  <a:pt x="5293" y="7065"/>
                  <a:pt x="5167" y="6907"/>
                </a:cubicBezTo>
                <a:cubicBezTo>
                  <a:pt x="4600" y="6246"/>
                  <a:pt x="4127" y="5647"/>
                  <a:pt x="3749" y="5080"/>
                </a:cubicBezTo>
                <a:cubicBezTo>
                  <a:pt x="3088" y="4198"/>
                  <a:pt x="2646" y="3568"/>
                  <a:pt x="2363" y="3032"/>
                </a:cubicBezTo>
                <a:cubicBezTo>
                  <a:pt x="2174" y="2686"/>
                  <a:pt x="2079" y="2371"/>
                  <a:pt x="2079" y="2182"/>
                </a:cubicBezTo>
                <a:cubicBezTo>
                  <a:pt x="2079" y="1425"/>
                  <a:pt x="2678" y="764"/>
                  <a:pt x="3466" y="764"/>
                </a:cubicBezTo>
                <a:cubicBezTo>
                  <a:pt x="4253" y="764"/>
                  <a:pt x="4852" y="1425"/>
                  <a:pt x="4852" y="2182"/>
                </a:cubicBezTo>
                <a:cubicBezTo>
                  <a:pt x="4852" y="2308"/>
                  <a:pt x="4820" y="2528"/>
                  <a:pt x="4568" y="3001"/>
                </a:cubicBezTo>
                <a:cubicBezTo>
                  <a:pt x="4379" y="3347"/>
                  <a:pt x="4159" y="3757"/>
                  <a:pt x="3907" y="4103"/>
                </a:cubicBezTo>
                <a:cubicBezTo>
                  <a:pt x="4064" y="4292"/>
                  <a:pt x="4190" y="4513"/>
                  <a:pt x="4316" y="4670"/>
                </a:cubicBezTo>
                <a:cubicBezTo>
                  <a:pt x="4694" y="5206"/>
                  <a:pt x="5167" y="5805"/>
                  <a:pt x="5734" y="6435"/>
                </a:cubicBezTo>
                <a:lnTo>
                  <a:pt x="5765" y="6466"/>
                </a:lnTo>
                <a:cubicBezTo>
                  <a:pt x="6396" y="5521"/>
                  <a:pt x="6931" y="4418"/>
                  <a:pt x="6931" y="3505"/>
                </a:cubicBezTo>
                <a:cubicBezTo>
                  <a:pt x="6931" y="1621"/>
                  <a:pt x="5408" y="1"/>
                  <a:pt x="34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1" name="Google Shape;5571;p57">
            <a:extLst>
              <a:ext uri="{FF2B5EF4-FFF2-40B4-BE49-F238E27FC236}">
                <a16:creationId xmlns:a16="http://schemas.microsoft.com/office/drawing/2014/main" id="{A30B0845-A461-4B4F-E734-4A8A5B88E298}"/>
              </a:ext>
            </a:extLst>
          </p:cNvPr>
          <p:cNvSpPr/>
          <p:nvPr/>
        </p:nvSpPr>
        <p:spPr>
          <a:xfrm>
            <a:off x="5043605" y="3728692"/>
            <a:ext cx="46587" cy="47605"/>
          </a:xfrm>
          <a:custGeom>
            <a:avLst/>
            <a:gdLst/>
            <a:ahLst/>
            <a:cxnLst/>
            <a:rect l="l" t="t" r="r" b="b"/>
            <a:pathLst>
              <a:path w="1419" h="1450" extrusionOk="0">
                <a:moveTo>
                  <a:pt x="694" y="0"/>
                </a:moveTo>
                <a:cubicBezTo>
                  <a:pt x="316" y="0"/>
                  <a:pt x="0" y="347"/>
                  <a:pt x="0" y="757"/>
                </a:cubicBezTo>
                <a:cubicBezTo>
                  <a:pt x="0" y="757"/>
                  <a:pt x="0" y="914"/>
                  <a:pt x="190" y="1292"/>
                </a:cubicBezTo>
                <a:cubicBezTo>
                  <a:pt x="221" y="1355"/>
                  <a:pt x="221" y="1418"/>
                  <a:pt x="253" y="1450"/>
                </a:cubicBezTo>
                <a:cubicBezTo>
                  <a:pt x="379" y="1418"/>
                  <a:pt x="536" y="1387"/>
                  <a:pt x="662" y="1387"/>
                </a:cubicBezTo>
                <a:cubicBezTo>
                  <a:pt x="788" y="1387"/>
                  <a:pt x="946" y="1418"/>
                  <a:pt x="1040" y="1450"/>
                </a:cubicBezTo>
                <a:cubicBezTo>
                  <a:pt x="1103" y="1418"/>
                  <a:pt x="1135" y="1355"/>
                  <a:pt x="1135" y="1292"/>
                </a:cubicBezTo>
                <a:cubicBezTo>
                  <a:pt x="1324" y="914"/>
                  <a:pt x="1324" y="757"/>
                  <a:pt x="1324" y="757"/>
                </a:cubicBezTo>
                <a:cubicBezTo>
                  <a:pt x="1418" y="347"/>
                  <a:pt x="1103" y="0"/>
                  <a:pt x="6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3" name="Google Shape;5573;p57">
            <a:extLst>
              <a:ext uri="{FF2B5EF4-FFF2-40B4-BE49-F238E27FC236}">
                <a16:creationId xmlns:a16="http://schemas.microsoft.com/office/drawing/2014/main" id="{64CA0950-4035-45FF-37FA-38568E77FCA5}"/>
              </a:ext>
            </a:extLst>
          </p:cNvPr>
          <p:cNvSpPr/>
          <p:nvPr/>
        </p:nvSpPr>
        <p:spPr>
          <a:xfrm>
            <a:off x="4938611" y="4222420"/>
            <a:ext cx="226534" cy="136544"/>
          </a:xfrm>
          <a:custGeom>
            <a:avLst/>
            <a:gdLst/>
            <a:ahLst/>
            <a:cxnLst/>
            <a:rect l="l" t="t" r="r" b="b"/>
            <a:pathLst>
              <a:path w="6900" h="4159" extrusionOk="0">
                <a:moveTo>
                  <a:pt x="4884" y="1166"/>
                </a:moveTo>
                <a:lnTo>
                  <a:pt x="5797" y="2079"/>
                </a:lnTo>
                <a:lnTo>
                  <a:pt x="4884" y="2079"/>
                </a:lnTo>
                <a:lnTo>
                  <a:pt x="4884" y="1166"/>
                </a:lnTo>
                <a:close/>
                <a:moveTo>
                  <a:pt x="379" y="0"/>
                </a:moveTo>
                <a:cubicBezTo>
                  <a:pt x="158" y="0"/>
                  <a:pt x="0" y="158"/>
                  <a:pt x="0" y="347"/>
                </a:cubicBezTo>
                <a:lnTo>
                  <a:pt x="0" y="3151"/>
                </a:lnTo>
                <a:cubicBezTo>
                  <a:pt x="284" y="2899"/>
                  <a:pt x="631" y="2804"/>
                  <a:pt x="1040" y="2804"/>
                </a:cubicBezTo>
                <a:lnTo>
                  <a:pt x="4065" y="2804"/>
                </a:lnTo>
                <a:cubicBezTo>
                  <a:pt x="4726" y="2804"/>
                  <a:pt x="5325" y="3151"/>
                  <a:pt x="5608" y="3718"/>
                </a:cubicBezTo>
                <a:lnTo>
                  <a:pt x="5797" y="4159"/>
                </a:lnTo>
                <a:lnTo>
                  <a:pt x="6900" y="4159"/>
                </a:lnTo>
                <a:lnTo>
                  <a:pt x="6900" y="2426"/>
                </a:lnTo>
                <a:cubicBezTo>
                  <a:pt x="6900" y="2394"/>
                  <a:pt x="6869" y="2237"/>
                  <a:pt x="6774" y="2205"/>
                </a:cubicBezTo>
                <a:lnTo>
                  <a:pt x="4695" y="126"/>
                </a:lnTo>
                <a:cubicBezTo>
                  <a:pt x="4726" y="32"/>
                  <a:pt x="4632" y="0"/>
                  <a:pt x="45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4" name="Google Shape;5574;p57">
            <a:extLst>
              <a:ext uri="{FF2B5EF4-FFF2-40B4-BE49-F238E27FC236}">
                <a16:creationId xmlns:a16="http://schemas.microsoft.com/office/drawing/2014/main" id="{FFBB676D-ABA3-B704-853A-1F9A68D7CAE9}"/>
              </a:ext>
            </a:extLst>
          </p:cNvPr>
          <p:cNvSpPr/>
          <p:nvPr/>
        </p:nvSpPr>
        <p:spPr>
          <a:xfrm>
            <a:off x="4870356" y="4334110"/>
            <a:ext cx="392035" cy="252405"/>
          </a:xfrm>
          <a:custGeom>
            <a:avLst/>
            <a:gdLst/>
            <a:ahLst/>
            <a:cxnLst/>
            <a:rect l="l" t="t" r="r" b="b"/>
            <a:pathLst>
              <a:path w="11941" h="7688" extrusionOk="0">
                <a:moveTo>
                  <a:pt x="10838" y="3529"/>
                </a:moveTo>
                <a:cubicBezTo>
                  <a:pt x="10964" y="3529"/>
                  <a:pt x="11027" y="3561"/>
                  <a:pt x="11121" y="3655"/>
                </a:cubicBezTo>
                <a:cubicBezTo>
                  <a:pt x="11184" y="3718"/>
                  <a:pt x="11184" y="3813"/>
                  <a:pt x="11184" y="3907"/>
                </a:cubicBezTo>
                <a:lnTo>
                  <a:pt x="10901" y="5703"/>
                </a:lnTo>
                <a:lnTo>
                  <a:pt x="10365" y="3529"/>
                </a:lnTo>
                <a:close/>
                <a:moveTo>
                  <a:pt x="5227" y="2768"/>
                </a:moveTo>
                <a:cubicBezTo>
                  <a:pt x="5400" y="2768"/>
                  <a:pt x="5580" y="2884"/>
                  <a:pt x="5608" y="3025"/>
                </a:cubicBezTo>
                <a:lnTo>
                  <a:pt x="5892" y="4159"/>
                </a:lnTo>
                <a:lnTo>
                  <a:pt x="7341" y="4159"/>
                </a:lnTo>
                <a:cubicBezTo>
                  <a:pt x="7530" y="4159"/>
                  <a:pt x="7687" y="4317"/>
                  <a:pt x="7687" y="4506"/>
                </a:cubicBezTo>
                <a:cubicBezTo>
                  <a:pt x="7687" y="4758"/>
                  <a:pt x="7530" y="4915"/>
                  <a:pt x="7341" y="4915"/>
                </a:cubicBezTo>
                <a:lnTo>
                  <a:pt x="6018" y="4915"/>
                </a:lnTo>
                <a:lnTo>
                  <a:pt x="6270" y="5829"/>
                </a:lnTo>
                <a:cubicBezTo>
                  <a:pt x="6301" y="6050"/>
                  <a:pt x="6175" y="6207"/>
                  <a:pt x="6018" y="6270"/>
                </a:cubicBezTo>
                <a:lnTo>
                  <a:pt x="5955" y="6270"/>
                </a:lnTo>
                <a:cubicBezTo>
                  <a:pt x="5797" y="6270"/>
                  <a:pt x="5640" y="6176"/>
                  <a:pt x="5608" y="6018"/>
                </a:cubicBezTo>
                <a:lnTo>
                  <a:pt x="5324" y="4852"/>
                </a:lnTo>
                <a:lnTo>
                  <a:pt x="3875" y="4852"/>
                </a:lnTo>
                <a:cubicBezTo>
                  <a:pt x="3686" y="4852"/>
                  <a:pt x="3529" y="4695"/>
                  <a:pt x="3529" y="4506"/>
                </a:cubicBezTo>
                <a:cubicBezTo>
                  <a:pt x="3529" y="4317"/>
                  <a:pt x="3686" y="4159"/>
                  <a:pt x="3875" y="4159"/>
                </a:cubicBezTo>
                <a:lnTo>
                  <a:pt x="5167" y="4159"/>
                </a:lnTo>
                <a:lnTo>
                  <a:pt x="4946" y="3214"/>
                </a:lnTo>
                <a:cubicBezTo>
                  <a:pt x="4883" y="3025"/>
                  <a:pt x="5009" y="2868"/>
                  <a:pt x="5167" y="2773"/>
                </a:cubicBezTo>
                <a:cubicBezTo>
                  <a:pt x="5187" y="2770"/>
                  <a:pt x="5207" y="2768"/>
                  <a:pt x="5227" y="2768"/>
                </a:cubicBezTo>
                <a:close/>
                <a:moveTo>
                  <a:pt x="3151" y="1"/>
                </a:moveTo>
                <a:cubicBezTo>
                  <a:pt x="2584" y="1"/>
                  <a:pt x="2142" y="473"/>
                  <a:pt x="2142" y="1040"/>
                </a:cubicBezTo>
                <a:lnTo>
                  <a:pt x="2142" y="1387"/>
                </a:lnTo>
                <a:lnTo>
                  <a:pt x="1103" y="1387"/>
                </a:lnTo>
                <a:cubicBezTo>
                  <a:pt x="788" y="1387"/>
                  <a:pt x="473" y="1544"/>
                  <a:pt x="284" y="1796"/>
                </a:cubicBezTo>
                <a:cubicBezTo>
                  <a:pt x="95" y="2017"/>
                  <a:pt x="0" y="2332"/>
                  <a:pt x="95" y="2679"/>
                </a:cubicBezTo>
                <a:lnTo>
                  <a:pt x="1166" y="6869"/>
                </a:lnTo>
                <a:cubicBezTo>
                  <a:pt x="1260" y="7341"/>
                  <a:pt x="1701" y="7656"/>
                  <a:pt x="2174" y="7656"/>
                </a:cubicBezTo>
                <a:lnTo>
                  <a:pt x="10995" y="7688"/>
                </a:lnTo>
                <a:cubicBezTo>
                  <a:pt x="11153" y="7688"/>
                  <a:pt x="11310" y="7593"/>
                  <a:pt x="11342" y="7436"/>
                </a:cubicBezTo>
                <a:lnTo>
                  <a:pt x="11909" y="4033"/>
                </a:lnTo>
                <a:cubicBezTo>
                  <a:pt x="11941" y="3718"/>
                  <a:pt x="11846" y="3435"/>
                  <a:pt x="11657" y="3214"/>
                </a:cubicBezTo>
                <a:cubicBezTo>
                  <a:pt x="11468" y="2962"/>
                  <a:pt x="11184" y="2868"/>
                  <a:pt x="10869" y="2868"/>
                </a:cubicBezTo>
                <a:lnTo>
                  <a:pt x="10208" y="2868"/>
                </a:lnTo>
                <a:lnTo>
                  <a:pt x="10050" y="2269"/>
                </a:lnTo>
                <a:cubicBezTo>
                  <a:pt x="9924" y="1796"/>
                  <a:pt x="9546" y="1450"/>
                  <a:pt x="9042" y="1450"/>
                </a:cubicBezTo>
                <a:lnTo>
                  <a:pt x="7530" y="1450"/>
                </a:lnTo>
                <a:lnTo>
                  <a:pt x="7120" y="599"/>
                </a:lnTo>
                <a:cubicBezTo>
                  <a:pt x="6963" y="253"/>
                  <a:pt x="6585" y="1"/>
                  <a:pt x="617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6" name="Google Shape;5576;p57">
            <a:extLst>
              <a:ext uri="{FF2B5EF4-FFF2-40B4-BE49-F238E27FC236}">
                <a16:creationId xmlns:a16="http://schemas.microsoft.com/office/drawing/2014/main" id="{97BA5A2C-CE01-9134-F888-1077ACA6163C}"/>
              </a:ext>
            </a:extLst>
          </p:cNvPr>
          <p:cNvSpPr/>
          <p:nvPr/>
        </p:nvSpPr>
        <p:spPr>
          <a:xfrm>
            <a:off x="5065322" y="4706939"/>
            <a:ext cx="197577" cy="195903"/>
          </a:xfrm>
          <a:custGeom>
            <a:avLst/>
            <a:gdLst/>
            <a:ahLst/>
            <a:cxnLst/>
            <a:rect l="l" t="t" r="r" b="b"/>
            <a:pathLst>
              <a:path w="6018" h="5967" extrusionOk="0">
                <a:moveTo>
                  <a:pt x="3836" y="0"/>
                </a:moveTo>
                <a:cubicBezTo>
                  <a:pt x="3278" y="0"/>
                  <a:pt x="2726" y="214"/>
                  <a:pt x="2332" y="642"/>
                </a:cubicBezTo>
                <a:lnTo>
                  <a:pt x="1891" y="1083"/>
                </a:lnTo>
                <a:lnTo>
                  <a:pt x="2458" y="1619"/>
                </a:lnTo>
                <a:cubicBezTo>
                  <a:pt x="2552" y="1745"/>
                  <a:pt x="2552" y="1966"/>
                  <a:pt x="2458" y="2092"/>
                </a:cubicBezTo>
                <a:cubicBezTo>
                  <a:pt x="2363" y="2186"/>
                  <a:pt x="2300" y="2218"/>
                  <a:pt x="2206" y="2218"/>
                </a:cubicBezTo>
                <a:cubicBezTo>
                  <a:pt x="2143" y="2218"/>
                  <a:pt x="2017" y="2186"/>
                  <a:pt x="1985" y="2092"/>
                </a:cubicBezTo>
                <a:lnTo>
                  <a:pt x="1418" y="1556"/>
                </a:lnTo>
                <a:lnTo>
                  <a:pt x="946" y="2029"/>
                </a:lnTo>
                <a:lnTo>
                  <a:pt x="1513" y="2564"/>
                </a:lnTo>
                <a:cubicBezTo>
                  <a:pt x="1607" y="2690"/>
                  <a:pt x="1607" y="2911"/>
                  <a:pt x="1513" y="3037"/>
                </a:cubicBezTo>
                <a:cubicBezTo>
                  <a:pt x="1418" y="3131"/>
                  <a:pt x="1355" y="3163"/>
                  <a:pt x="1261" y="3163"/>
                </a:cubicBezTo>
                <a:cubicBezTo>
                  <a:pt x="1198" y="3163"/>
                  <a:pt x="1072" y="3131"/>
                  <a:pt x="1040" y="3037"/>
                </a:cubicBezTo>
                <a:lnTo>
                  <a:pt x="473" y="2501"/>
                </a:lnTo>
                <a:lnTo>
                  <a:pt x="1" y="3005"/>
                </a:lnTo>
                <a:lnTo>
                  <a:pt x="2962" y="5967"/>
                </a:lnTo>
                <a:lnTo>
                  <a:pt x="5388" y="3478"/>
                </a:lnTo>
                <a:cubicBezTo>
                  <a:pt x="5829" y="3037"/>
                  <a:pt x="6018" y="2501"/>
                  <a:pt x="5987" y="1903"/>
                </a:cubicBezTo>
                <a:cubicBezTo>
                  <a:pt x="5892" y="1398"/>
                  <a:pt x="5640" y="831"/>
                  <a:pt x="5167" y="453"/>
                </a:cubicBezTo>
                <a:cubicBezTo>
                  <a:pt x="4779" y="151"/>
                  <a:pt x="4305" y="0"/>
                  <a:pt x="38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7" name="Google Shape;5577;p57">
            <a:extLst>
              <a:ext uri="{FF2B5EF4-FFF2-40B4-BE49-F238E27FC236}">
                <a16:creationId xmlns:a16="http://schemas.microsoft.com/office/drawing/2014/main" id="{F58D3383-C039-A08C-88C7-790EF107B8EE}"/>
              </a:ext>
            </a:extLst>
          </p:cNvPr>
          <p:cNvSpPr/>
          <p:nvPr/>
        </p:nvSpPr>
        <p:spPr>
          <a:xfrm>
            <a:off x="4869847" y="4822143"/>
            <a:ext cx="274106" cy="272038"/>
          </a:xfrm>
          <a:custGeom>
            <a:avLst/>
            <a:gdLst/>
            <a:ahLst/>
            <a:cxnLst/>
            <a:rect l="l" t="t" r="r" b="b"/>
            <a:pathLst>
              <a:path w="8349" h="8286" extrusionOk="0">
                <a:moveTo>
                  <a:pt x="5419" y="0"/>
                </a:moveTo>
                <a:lnTo>
                  <a:pt x="4883" y="567"/>
                </a:lnTo>
                <a:lnTo>
                  <a:pt x="5450" y="1103"/>
                </a:lnTo>
                <a:cubicBezTo>
                  <a:pt x="5545" y="1229"/>
                  <a:pt x="5545" y="1449"/>
                  <a:pt x="5450" y="1575"/>
                </a:cubicBezTo>
                <a:cubicBezTo>
                  <a:pt x="5356" y="1670"/>
                  <a:pt x="5293" y="1702"/>
                  <a:pt x="5198" y="1702"/>
                </a:cubicBezTo>
                <a:cubicBezTo>
                  <a:pt x="5135" y="1702"/>
                  <a:pt x="5009" y="1670"/>
                  <a:pt x="4978" y="1575"/>
                </a:cubicBezTo>
                <a:lnTo>
                  <a:pt x="4411" y="1040"/>
                </a:lnTo>
                <a:lnTo>
                  <a:pt x="3938" y="1512"/>
                </a:lnTo>
                <a:lnTo>
                  <a:pt x="4505" y="2048"/>
                </a:lnTo>
                <a:cubicBezTo>
                  <a:pt x="4631" y="2174"/>
                  <a:pt x="4631" y="2395"/>
                  <a:pt x="4505" y="2521"/>
                </a:cubicBezTo>
                <a:cubicBezTo>
                  <a:pt x="4411" y="2615"/>
                  <a:pt x="4348" y="2647"/>
                  <a:pt x="4253" y="2647"/>
                </a:cubicBezTo>
                <a:cubicBezTo>
                  <a:pt x="4190" y="2647"/>
                  <a:pt x="4064" y="2615"/>
                  <a:pt x="4033" y="2521"/>
                </a:cubicBezTo>
                <a:lnTo>
                  <a:pt x="3466" y="1985"/>
                </a:lnTo>
                <a:lnTo>
                  <a:pt x="3214" y="2237"/>
                </a:lnTo>
                <a:cubicBezTo>
                  <a:pt x="2773" y="2678"/>
                  <a:pt x="2458" y="3277"/>
                  <a:pt x="2363" y="3907"/>
                </a:cubicBezTo>
                <a:cubicBezTo>
                  <a:pt x="2300" y="4379"/>
                  <a:pt x="2111" y="4852"/>
                  <a:pt x="1733" y="5167"/>
                </a:cubicBezTo>
                <a:lnTo>
                  <a:pt x="410" y="6490"/>
                </a:lnTo>
                <a:cubicBezTo>
                  <a:pt x="0" y="6900"/>
                  <a:pt x="0" y="7561"/>
                  <a:pt x="410" y="7971"/>
                </a:cubicBezTo>
                <a:cubicBezTo>
                  <a:pt x="599" y="8160"/>
                  <a:pt x="882" y="8286"/>
                  <a:pt x="1166" y="8286"/>
                </a:cubicBezTo>
                <a:cubicBezTo>
                  <a:pt x="1418" y="8286"/>
                  <a:pt x="1701" y="8160"/>
                  <a:pt x="1890" y="7971"/>
                </a:cubicBezTo>
                <a:lnTo>
                  <a:pt x="3245" y="6616"/>
                </a:lnTo>
                <a:cubicBezTo>
                  <a:pt x="3592" y="6270"/>
                  <a:pt x="4033" y="6081"/>
                  <a:pt x="4505" y="5986"/>
                </a:cubicBezTo>
                <a:cubicBezTo>
                  <a:pt x="5135" y="5923"/>
                  <a:pt x="5734" y="5608"/>
                  <a:pt x="6144" y="5167"/>
                </a:cubicBezTo>
                <a:lnTo>
                  <a:pt x="8349" y="2962"/>
                </a:lnTo>
                <a:lnTo>
                  <a:pt x="541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9" name="Google Shape;5579;p57">
            <a:extLst>
              <a:ext uri="{FF2B5EF4-FFF2-40B4-BE49-F238E27FC236}">
                <a16:creationId xmlns:a16="http://schemas.microsoft.com/office/drawing/2014/main" id="{625685EC-6878-F786-5F79-849BF146F4F9}"/>
              </a:ext>
            </a:extLst>
          </p:cNvPr>
          <p:cNvSpPr/>
          <p:nvPr/>
        </p:nvSpPr>
        <p:spPr>
          <a:xfrm>
            <a:off x="7484577" y="3728559"/>
            <a:ext cx="69306" cy="70390"/>
          </a:xfrm>
          <a:custGeom>
            <a:avLst/>
            <a:gdLst/>
            <a:ahLst/>
            <a:cxnLst/>
            <a:rect l="l" t="t" r="r" b="b"/>
            <a:pathLst>
              <a:path w="2111" h="2144" extrusionOk="0">
                <a:moveTo>
                  <a:pt x="1040" y="1"/>
                </a:moveTo>
                <a:cubicBezTo>
                  <a:pt x="851" y="1"/>
                  <a:pt x="693" y="158"/>
                  <a:pt x="693" y="347"/>
                </a:cubicBezTo>
                <a:lnTo>
                  <a:pt x="693" y="725"/>
                </a:lnTo>
                <a:lnTo>
                  <a:pt x="347" y="725"/>
                </a:lnTo>
                <a:cubicBezTo>
                  <a:pt x="158" y="725"/>
                  <a:pt x="0" y="883"/>
                  <a:pt x="0" y="1072"/>
                </a:cubicBezTo>
                <a:cubicBezTo>
                  <a:pt x="0" y="1261"/>
                  <a:pt x="158" y="1418"/>
                  <a:pt x="347" y="1418"/>
                </a:cubicBezTo>
                <a:lnTo>
                  <a:pt x="693" y="1418"/>
                </a:lnTo>
                <a:lnTo>
                  <a:pt x="693" y="1765"/>
                </a:lnTo>
                <a:cubicBezTo>
                  <a:pt x="693" y="1986"/>
                  <a:pt x="851" y="2143"/>
                  <a:pt x="1040" y="2143"/>
                </a:cubicBezTo>
                <a:cubicBezTo>
                  <a:pt x="1260" y="2143"/>
                  <a:pt x="1418" y="1986"/>
                  <a:pt x="1418" y="1765"/>
                </a:cubicBezTo>
                <a:lnTo>
                  <a:pt x="1418" y="1418"/>
                </a:lnTo>
                <a:lnTo>
                  <a:pt x="1764" y="1418"/>
                </a:lnTo>
                <a:cubicBezTo>
                  <a:pt x="1953" y="1418"/>
                  <a:pt x="2111" y="1261"/>
                  <a:pt x="2111" y="1072"/>
                </a:cubicBezTo>
                <a:cubicBezTo>
                  <a:pt x="2111" y="883"/>
                  <a:pt x="1953" y="725"/>
                  <a:pt x="1764" y="725"/>
                </a:cubicBezTo>
                <a:lnTo>
                  <a:pt x="1418" y="725"/>
                </a:lnTo>
                <a:lnTo>
                  <a:pt x="1418" y="347"/>
                </a:lnTo>
                <a:cubicBezTo>
                  <a:pt x="1418" y="158"/>
                  <a:pt x="1260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0" name="Google Shape;5580;p57">
            <a:extLst>
              <a:ext uri="{FF2B5EF4-FFF2-40B4-BE49-F238E27FC236}">
                <a16:creationId xmlns:a16="http://schemas.microsoft.com/office/drawing/2014/main" id="{85E95FB5-9D04-BAF4-0AA5-04EAE28BD632}"/>
              </a:ext>
            </a:extLst>
          </p:cNvPr>
          <p:cNvSpPr/>
          <p:nvPr/>
        </p:nvSpPr>
        <p:spPr>
          <a:xfrm>
            <a:off x="7325283" y="3839233"/>
            <a:ext cx="45536" cy="227585"/>
          </a:xfrm>
          <a:custGeom>
            <a:avLst/>
            <a:gdLst/>
            <a:ahLst/>
            <a:cxnLst/>
            <a:rect l="l" t="t" r="r" b="b"/>
            <a:pathLst>
              <a:path w="1387" h="6932" extrusionOk="0">
                <a:moveTo>
                  <a:pt x="1008" y="1"/>
                </a:moveTo>
                <a:cubicBezTo>
                  <a:pt x="441" y="1"/>
                  <a:pt x="0" y="473"/>
                  <a:pt x="0" y="1040"/>
                </a:cubicBezTo>
                <a:lnTo>
                  <a:pt x="0" y="6585"/>
                </a:lnTo>
                <a:cubicBezTo>
                  <a:pt x="0" y="6774"/>
                  <a:pt x="158" y="6932"/>
                  <a:pt x="347" y="6932"/>
                </a:cubicBezTo>
                <a:lnTo>
                  <a:pt x="1386" y="6932"/>
                </a:lnTo>
                <a:lnTo>
                  <a:pt x="1386" y="4285"/>
                </a:lnTo>
                <a:lnTo>
                  <a:pt x="662" y="4285"/>
                </a:lnTo>
                <a:lnTo>
                  <a:pt x="662" y="3561"/>
                </a:lnTo>
                <a:lnTo>
                  <a:pt x="1386" y="3561"/>
                </a:lnTo>
                <a:lnTo>
                  <a:pt x="1386" y="2868"/>
                </a:lnTo>
                <a:lnTo>
                  <a:pt x="662" y="2868"/>
                </a:lnTo>
                <a:lnTo>
                  <a:pt x="662" y="2143"/>
                </a:lnTo>
                <a:lnTo>
                  <a:pt x="1386" y="2143"/>
                </a:lnTo>
                <a:lnTo>
                  <a:pt x="1386" y="1418"/>
                </a:lnTo>
                <a:lnTo>
                  <a:pt x="662" y="1418"/>
                </a:lnTo>
                <a:lnTo>
                  <a:pt x="662" y="1072"/>
                </a:lnTo>
                <a:cubicBezTo>
                  <a:pt x="662" y="883"/>
                  <a:pt x="819" y="725"/>
                  <a:pt x="1008" y="725"/>
                </a:cubicBezTo>
                <a:lnTo>
                  <a:pt x="1386" y="725"/>
                </a:lnTo>
                <a:lnTo>
                  <a:pt x="138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1" name="Google Shape;5581;p57">
            <a:extLst>
              <a:ext uri="{FF2B5EF4-FFF2-40B4-BE49-F238E27FC236}">
                <a16:creationId xmlns:a16="http://schemas.microsoft.com/office/drawing/2014/main" id="{667F0D4F-1D85-0E75-1599-62070C9B2FEC}"/>
              </a:ext>
            </a:extLst>
          </p:cNvPr>
          <p:cNvSpPr/>
          <p:nvPr/>
        </p:nvSpPr>
        <p:spPr>
          <a:xfrm>
            <a:off x="7667644" y="3842351"/>
            <a:ext cx="45536" cy="227585"/>
          </a:xfrm>
          <a:custGeom>
            <a:avLst/>
            <a:gdLst/>
            <a:ahLst/>
            <a:cxnLst/>
            <a:rect l="l" t="t" r="r" b="b"/>
            <a:pathLst>
              <a:path w="1387" h="6932" extrusionOk="0">
                <a:moveTo>
                  <a:pt x="0" y="0"/>
                </a:moveTo>
                <a:lnTo>
                  <a:pt x="0" y="725"/>
                </a:lnTo>
                <a:lnTo>
                  <a:pt x="347" y="725"/>
                </a:lnTo>
                <a:cubicBezTo>
                  <a:pt x="568" y="725"/>
                  <a:pt x="725" y="882"/>
                  <a:pt x="725" y="1071"/>
                </a:cubicBezTo>
                <a:lnTo>
                  <a:pt x="725" y="1418"/>
                </a:lnTo>
                <a:lnTo>
                  <a:pt x="0" y="1418"/>
                </a:lnTo>
                <a:lnTo>
                  <a:pt x="0" y="2143"/>
                </a:lnTo>
                <a:lnTo>
                  <a:pt x="725" y="2143"/>
                </a:lnTo>
                <a:lnTo>
                  <a:pt x="725" y="2836"/>
                </a:lnTo>
                <a:lnTo>
                  <a:pt x="0" y="2836"/>
                </a:lnTo>
                <a:lnTo>
                  <a:pt x="0" y="3560"/>
                </a:lnTo>
                <a:lnTo>
                  <a:pt x="725" y="3560"/>
                </a:lnTo>
                <a:lnTo>
                  <a:pt x="725" y="4253"/>
                </a:lnTo>
                <a:lnTo>
                  <a:pt x="0" y="4253"/>
                </a:lnTo>
                <a:lnTo>
                  <a:pt x="0" y="6931"/>
                </a:lnTo>
                <a:lnTo>
                  <a:pt x="1040" y="6931"/>
                </a:lnTo>
                <a:cubicBezTo>
                  <a:pt x="1229" y="6931"/>
                  <a:pt x="1387" y="6774"/>
                  <a:pt x="1387" y="6585"/>
                </a:cubicBezTo>
                <a:lnTo>
                  <a:pt x="1387" y="1040"/>
                </a:lnTo>
                <a:cubicBezTo>
                  <a:pt x="1387" y="441"/>
                  <a:pt x="914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2" name="Google Shape;5582;p57">
            <a:extLst>
              <a:ext uri="{FF2B5EF4-FFF2-40B4-BE49-F238E27FC236}">
                <a16:creationId xmlns:a16="http://schemas.microsoft.com/office/drawing/2014/main" id="{BAF986A3-2A27-37AB-E127-61E373A9B6C0}"/>
              </a:ext>
            </a:extLst>
          </p:cNvPr>
          <p:cNvSpPr/>
          <p:nvPr/>
        </p:nvSpPr>
        <p:spPr>
          <a:xfrm>
            <a:off x="7394587" y="3682038"/>
            <a:ext cx="251354" cy="388916"/>
          </a:xfrm>
          <a:custGeom>
            <a:avLst/>
            <a:gdLst/>
            <a:ahLst/>
            <a:cxnLst/>
            <a:rect l="l" t="t" r="r" b="b"/>
            <a:pathLst>
              <a:path w="7656" h="11846" extrusionOk="0">
                <a:moveTo>
                  <a:pt x="5545" y="662"/>
                </a:moveTo>
                <a:lnTo>
                  <a:pt x="5545" y="1764"/>
                </a:lnTo>
                <a:lnTo>
                  <a:pt x="5545" y="4222"/>
                </a:lnTo>
                <a:lnTo>
                  <a:pt x="2079" y="4222"/>
                </a:lnTo>
                <a:lnTo>
                  <a:pt x="2079" y="1764"/>
                </a:lnTo>
                <a:lnTo>
                  <a:pt x="2079" y="662"/>
                </a:lnTo>
                <a:close/>
                <a:moveTo>
                  <a:pt x="3434" y="4883"/>
                </a:moveTo>
                <a:lnTo>
                  <a:pt x="3434" y="5608"/>
                </a:lnTo>
                <a:lnTo>
                  <a:pt x="2079" y="5608"/>
                </a:lnTo>
                <a:lnTo>
                  <a:pt x="2079" y="4883"/>
                </a:lnTo>
                <a:close/>
                <a:moveTo>
                  <a:pt x="5513" y="4883"/>
                </a:moveTo>
                <a:lnTo>
                  <a:pt x="5513" y="5608"/>
                </a:lnTo>
                <a:lnTo>
                  <a:pt x="4159" y="5608"/>
                </a:lnTo>
                <a:lnTo>
                  <a:pt x="4159" y="4883"/>
                </a:lnTo>
                <a:close/>
                <a:moveTo>
                  <a:pt x="3434" y="6301"/>
                </a:moveTo>
                <a:lnTo>
                  <a:pt x="3434" y="7026"/>
                </a:lnTo>
                <a:lnTo>
                  <a:pt x="2079" y="7026"/>
                </a:lnTo>
                <a:lnTo>
                  <a:pt x="2079" y="6301"/>
                </a:lnTo>
                <a:close/>
                <a:moveTo>
                  <a:pt x="5513" y="6301"/>
                </a:moveTo>
                <a:lnTo>
                  <a:pt x="5513" y="7026"/>
                </a:lnTo>
                <a:lnTo>
                  <a:pt x="4159" y="7026"/>
                </a:lnTo>
                <a:lnTo>
                  <a:pt x="4159" y="6301"/>
                </a:lnTo>
                <a:close/>
                <a:moveTo>
                  <a:pt x="3434" y="7687"/>
                </a:moveTo>
                <a:lnTo>
                  <a:pt x="3434" y="8380"/>
                </a:lnTo>
                <a:lnTo>
                  <a:pt x="2079" y="8380"/>
                </a:lnTo>
                <a:lnTo>
                  <a:pt x="2079" y="7687"/>
                </a:lnTo>
                <a:close/>
                <a:moveTo>
                  <a:pt x="5513" y="7687"/>
                </a:moveTo>
                <a:lnTo>
                  <a:pt x="5513" y="8380"/>
                </a:lnTo>
                <a:lnTo>
                  <a:pt x="4159" y="8380"/>
                </a:lnTo>
                <a:lnTo>
                  <a:pt x="4159" y="7687"/>
                </a:lnTo>
                <a:close/>
                <a:moveTo>
                  <a:pt x="1733" y="0"/>
                </a:moveTo>
                <a:cubicBezTo>
                  <a:pt x="1544" y="0"/>
                  <a:pt x="1386" y="158"/>
                  <a:pt x="1386" y="347"/>
                </a:cubicBezTo>
                <a:lnTo>
                  <a:pt x="1386" y="1449"/>
                </a:lnTo>
                <a:lnTo>
                  <a:pt x="1040" y="1449"/>
                </a:lnTo>
                <a:cubicBezTo>
                  <a:pt x="441" y="1449"/>
                  <a:pt x="0" y="1922"/>
                  <a:pt x="0" y="2489"/>
                </a:cubicBezTo>
                <a:lnTo>
                  <a:pt x="0" y="11846"/>
                </a:lnTo>
                <a:lnTo>
                  <a:pt x="2804" y="11846"/>
                </a:lnTo>
                <a:lnTo>
                  <a:pt x="2804" y="10491"/>
                </a:lnTo>
                <a:lnTo>
                  <a:pt x="4883" y="10491"/>
                </a:lnTo>
                <a:cubicBezTo>
                  <a:pt x="4852" y="10586"/>
                  <a:pt x="4852" y="11688"/>
                  <a:pt x="4852" y="11846"/>
                </a:cubicBezTo>
                <a:lnTo>
                  <a:pt x="7656" y="11846"/>
                </a:lnTo>
                <a:lnTo>
                  <a:pt x="7656" y="2489"/>
                </a:lnTo>
                <a:cubicBezTo>
                  <a:pt x="7656" y="1890"/>
                  <a:pt x="7183" y="1449"/>
                  <a:pt x="6616" y="1449"/>
                </a:cubicBezTo>
                <a:lnTo>
                  <a:pt x="6270" y="1449"/>
                </a:lnTo>
                <a:lnTo>
                  <a:pt x="6270" y="347"/>
                </a:lnTo>
                <a:cubicBezTo>
                  <a:pt x="6270" y="158"/>
                  <a:pt x="6112" y="0"/>
                  <a:pt x="59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3" name="Google Shape;5583;p57">
            <a:extLst>
              <a:ext uri="{FF2B5EF4-FFF2-40B4-BE49-F238E27FC236}">
                <a16:creationId xmlns:a16="http://schemas.microsoft.com/office/drawing/2014/main" id="{33439F2C-C9F0-5BDA-32A0-2079766B6FD3}"/>
              </a:ext>
            </a:extLst>
          </p:cNvPr>
          <p:cNvSpPr/>
          <p:nvPr/>
        </p:nvSpPr>
        <p:spPr>
          <a:xfrm>
            <a:off x="7323184" y="4209361"/>
            <a:ext cx="393086" cy="390098"/>
          </a:xfrm>
          <a:custGeom>
            <a:avLst/>
            <a:gdLst/>
            <a:ahLst/>
            <a:cxnLst/>
            <a:rect l="l" t="t" r="r" b="b"/>
            <a:pathLst>
              <a:path w="11973" h="11882" extrusionOk="0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5" name="Google Shape;5585;p57">
            <a:extLst>
              <a:ext uri="{FF2B5EF4-FFF2-40B4-BE49-F238E27FC236}">
                <a16:creationId xmlns:a16="http://schemas.microsoft.com/office/drawing/2014/main" id="{728044CB-F9D0-3F36-7A77-146040DDCF30}"/>
              </a:ext>
            </a:extLst>
          </p:cNvPr>
          <p:cNvSpPr/>
          <p:nvPr/>
        </p:nvSpPr>
        <p:spPr>
          <a:xfrm>
            <a:off x="7324758" y="4780562"/>
            <a:ext cx="388949" cy="254473"/>
          </a:xfrm>
          <a:custGeom>
            <a:avLst/>
            <a:gdLst/>
            <a:ahLst/>
            <a:cxnLst/>
            <a:rect l="l" t="t" r="r" b="b"/>
            <a:pathLst>
              <a:path w="11847" h="7751" extrusionOk="0">
                <a:moveTo>
                  <a:pt x="10838" y="2993"/>
                </a:moveTo>
                <a:cubicBezTo>
                  <a:pt x="11027" y="2993"/>
                  <a:pt x="11185" y="3119"/>
                  <a:pt x="11185" y="3340"/>
                </a:cubicBezTo>
                <a:cubicBezTo>
                  <a:pt x="11153" y="3403"/>
                  <a:pt x="11153" y="3497"/>
                  <a:pt x="11059" y="3529"/>
                </a:cubicBezTo>
                <a:cubicBezTo>
                  <a:pt x="10996" y="3592"/>
                  <a:pt x="10901" y="3687"/>
                  <a:pt x="10806" y="3687"/>
                </a:cubicBezTo>
                <a:lnTo>
                  <a:pt x="1040" y="3687"/>
                </a:lnTo>
                <a:cubicBezTo>
                  <a:pt x="914" y="3687"/>
                  <a:pt x="819" y="3655"/>
                  <a:pt x="756" y="3529"/>
                </a:cubicBezTo>
                <a:cubicBezTo>
                  <a:pt x="725" y="3497"/>
                  <a:pt x="662" y="3403"/>
                  <a:pt x="662" y="3340"/>
                </a:cubicBezTo>
                <a:cubicBezTo>
                  <a:pt x="662" y="3119"/>
                  <a:pt x="819" y="2993"/>
                  <a:pt x="1040" y="2993"/>
                </a:cubicBezTo>
                <a:close/>
                <a:moveTo>
                  <a:pt x="9735" y="4411"/>
                </a:moveTo>
                <a:cubicBezTo>
                  <a:pt x="9641" y="4947"/>
                  <a:pt x="9357" y="5671"/>
                  <a:pt x="8507" y="6364"/>
                </a:cubicBezTo>
                <a:cubicBezTo>
                  <a:pt x="8444" y="6396"/>
                  <a:pt x="8349" y="6459"/>
                  <a:pt x="8318" y="6459"/>
                </a:cubicBezTo>
                <a:cubicBezTo>
                  <a:pt x="8192" y="6459"/>
                  <a:pt x="8129" y="6396"/>
                  <a:pt x="8034" y="6333"/>
                </a:cubicBezTo>
                <a:cubicBezTo>
                  <a:pt x="7908" y="6175"/>
                  <a:pt x="7971" y="5986"/>
                  <a:pt x="8066" y="5860"/>
                </a:cubicBezTo>
                <a:cubicBezTo>
                  <a:pt x="8696" y="5356"/>
                  <a:pt x="8948" y="4821"/>
                  <a:pt x="9011" y="4411"/>
                </a:cubicBezTo>
                <a:close/>
                <a:moveTo>
                  <a:pt x="3497" y="0"/>
                </a:moveTo>
                <a:cubicBezTo>
                  <a:pt x="3434" y="95"/>
                  <a:pt x="3340" y="221"/>
                  <a:pt x="3214" y="347"/>
                </a:cubicBezTo>
                <a:lnTo>
                  <a:pt x="2237" y="1324"/>
                </a:lnTo>
                <a:cubicBezTo>
                  <a:pt x="2111" y="1450"/>
                  <a:pt x="1985" y="1576"/>
                  <a:pt x="1765" y="1639"/>
                </a:cubicBezTo>
                <a:lnTo>
                  <a:pt x="2174" y="2237"/>
                </a:lnTo>
                <a:lnTo>
                  <a:pt x="1040" y="2237"/>
                </a:lnTo>
                <a:cubicBezTo>
                  <a:pt x="441" y="2237"/>
                  <a:pt x="0" y="2710"/>
                  <a:pt x="0" y="3245"/>
                </a:cubicBezTo>
                <a:cubicBezTo>
                  <a:pt x="0" y="3497"/>
                  <a:pt x="63" y="3687"/>
                  <a:pt x="189" y="3876"/>
                </a:cubicBezTo>
                <a:cubicBezTo>
                  <a:pt x="315" y="4096"/>
                  <a:pt x="504" y="4191"/>
                  <a:pt x="756" y="4254"/>
                </a:cubicBezTo>
                <a:cubicBezTo>
                  <a:pt x="945" y="6018"/>
                  <a:pt x="1765" y="6932"/>
                  <a:pt x="2930" y="7719"/>
                </a:cubicBezTo>
                <a:cubicBezTo>
                  <a:pt x="2962" y="7751"/>
                  <a:pt x="3025" y="7751"/>
                  <a:pt x="3119" y="7751"/>
                </a:cubicBezTo>
                <a:lnTo>
                  <a:pt x="8696" y="7751"/>
                </a:lnTo>
                <a:cubicBezTo>
                  <a:pt x="8790" y="7751"/>
                  <a:pt x="8822" y="7719"/>
                  <a:pt x="8916" y="7719"/>
                </a:cubicBezTo>
                <a:cubicBezTo>
                  <a:pt x="10239" y="6805"/>
                  <a:pt x="10932" y="5671"/>
                  <a:pt x="11090" y="4254"/>
                </a:cubicBezTo>
                <a:cubicBezTo>
                  <a:pt x="11311" y="4159"/>
                  <a:pt x="11500" y="4033"/>
                  <a:pt x="11626" y="3876"/>
                </a:cubicBezTo>
                <a:cubicBezTo>
                  <a:pt x="11752" y="3687"/>
                  <a:pt x="11815" y="3497"/>
                  <a:pt x="11815" y="3245"/>
                </a:cubicBezTo>
                <a:cubicBezTo>
                  <a:pt x="11846" y="2741"/>
                  <a:pt x="11374" y="2269"/>
                  <a:pt x="10775" y="2269"/>
                </a:cubicBezTo>
                <a:lnTo>
                  <a:pt x="10712" y="2269"/>
                </a:lnTo>
                <a:cubicBezTo>
                  <a:pt x="10996" y="1733"/>
                  <a:pt x="11153" y="1135"/>
                  <a:pt x="11153" y="536"/>
                </a:cubicBezTo>
                <a:cubicBezTo>
                  <a:pt x="11153" y="347"/>
                  <a:pt x="10996" y="189"/>
                  <a:pt x="10775" y="189"/>
                </a:cubicBezTo>
                <a:cubicBezTo>
                  <a:pt x="9326" y="189"/>
                  <a:pt x="8034" y="1009"/>
                  <a:pt x="7404" y="2269"/>
                </a:cubicBezTo>
                <a:lnTo>
                  <a:pt x="6301" y="2269"/>
                </a:lnTo>
                <a:lnTo>
                  <a:pt x="349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6" name="Google Shape;5586;p57">
            <a:extLst>
              <a:ext uri="{FF2B5EF4-FFF2-40B4-BE49-F238E27FC236}">
                <a16:creationId xmlns:a16="http://schemas.microsoft.com/office/drawing/2014/main" id="{250C7249-789B-745A-D1C3-428AFBBD1377}"/>
              </a:ext>
            </a:extLst>
          </p:cNvPr>
          <p:cNvSpPr/>
          <p:nvPr/>
        </p:nvSpPr>
        <p:spPr>
          <a:xfrm>
            <a:off x="7324757" y="4717460"/>
            <a:ext cx="101382" cy="101415"/>
          </a:xfrm>
          <a:custGeom>
            <a:avLst/>
            <a:gdLst/>
            <a:ahLst/>
            <a:cxnLst/>
            <a:rect l="l" t="t" r="r" b="b"/>
            <a:pathLst>
              <a:path w="3088" h="3089" extrusionOk="0">
                <a:moveTo>
                  <a:pt x="2009" y="1"/>
                </a:moveTo>
                <a:cubicBezTo>
                  <a:pt x="1733" y="1"/>
                  <a:pt x="1465" y="95"/>
                  <a:pt x="1292" y="284"/>
                </a:cubicBezTo>
                <a:lnTo>
                  <a:pt x="315" y="1292"/>
                </a:lnTo>
                <a:cubicBezTo>
                  <a:pt x="126" y="1481"/>
                  <a:pt x="0" y="1765"/>
                  <a:pt x="0" y="2017"/>
                </a:cubicBezTo>
                <a:cubicBezTo>
                  <a:pt x="0" y="2301"/>
                  <a:pt x="126" y="2584"/>
                  <a:pt x="315" y="2773"/>
                </a:cubicBezTo>
                <a:cubicBezTo>
                  <a:pt x="504" y="2962"/>
                  <a:pt x="756" y="3088"/>
                  <a:pt x="1040" y="3088"/>
                </a:cubicBezTo>
                <a:cubicBezTo>
                  <a:pt x="1292" y="3088"/>
                  <a:pt x="1576" y="2962"/>
                  <a:pt x="1765" y="2773"/>
                </a:cubicBezTo>
                <a:lnTo>
                  <a:pt x="2773" y="1796"/>
                </a:lnTo>
                <a:cubicBezTo>
                  <a:pt x="2962" y="1576"/>
                  <a:pt x="3088" y="1324"/>
                  <a:pt x="3088" y="1040"/>
                </a:cubicBezTo>
                <a:cubicBezTo>
                  <a:pt x="3088" y="757"/>
                  <a:pt x="2962" y="505"/>
                  <a:pt x="2773" y="284"/>
                </a:cubicBezTo>
                <a:cubicBezTo>
                  <a:pt x="2568" y="95"/>
                  <a:pt x="2284" y="1"/>
                  <a:pt x="2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7" name="Google Shape;5587;p57">
            <a:extLst>
              <a:ext uri="{FF2B5EF4-FFF2-40B4-BE49-F238E27FC236}">
                <a16:creationId xmlns:a16="http://schemas.microsoft.com/office/drawing/2014/main" id="{6DE32A27-6AE1-2BAA-4E07-E3B221A0F7B6}"/>
              </a:ext>
            </a:extLst>
          </p:cNvPr>
          <p:cNvSpPr/>
          <p:nvPr/>
        </p:nvSpPr>
        <p:spPr>
          <a:xfrm>
            <a:off x="7418885" y="5060872"/>
            <a:ext cx="201713" cy="22785"/>
          </a:xfrm>
          <a:custGeom>
            <a:avLst/>
            <a:gdLst/>
            <a:ahLst/>
            <a:cxnLst/>
            <a:rect l="l" t="t" r="r" b="b"/>
            <a:pathLst>
              <a:path w="6144" h="694" extrusionOk="0">
                <a:moveTo>
                  <a:pt x="0" y="0"/>
                </a:moveTo>
                <a:cubicBezTo>
                  <a:pt x="158" y="378"/>
                  <a:pt x="536" y="693"/>
                  <a:pt x="1008" y="693"/>
                </a:cubicBezTo>
                <a:lnTo>
                  <a:pt x="5167" y="693"/>
                </a:lnTo>
                <a:cubicBezTo>
                  <a:pt x="5608" y="693"/>
                  <a:pt x="5986" y="441"/>
                  <a:pt x="61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8" name="Google Shape;5588;p57">
            <a:extLst>
              <a:ext uri="{FF2B5EF4-FFF2-40B4-BE49-F238E27FC236}">
                <a16:creationId xmlns:a16="http://schemas.microsoft.com/office/drawing/2014/main" id="{E92EBBED-1871-B887-9165-E1993D3608C2}"/>
              </a:ext>
            </a:extLst>
          </p:cNvPr>
          <p:cNvSpPr/>
          <p:nvPr/>
        </p:nvSpPr>
        <p:spPr>
          <a:xfrm>
            <a:off x="6353394" y="5193643"/>
            <a:ext cx="387898" cy="386880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0" name="Google Shape;5590;p57">
            <a:extLst>
              <a:ext uri="{FF2B5EF4-FFF2-40B4-BE49-F238E27FC236}">
                <a16:creationId xmlns:a16="http://schemas.microsoft.com/office/drawing/2014/main" id="{39EF7676-FF08-58EA-DAF7-8C07E21B5EBD}"/>
              </a:ext>
            </a:extLst>
          </p:cNvPr>
          <p:cNvSpPr/>
          <p:nvPr/>
        </p:nvSpPr>
        <p:spPr>
          <a:xfrm>
            <a:off x="7066504" y="2152979"/>
            <a:ext cx="151023" cy="149742"/>
          </a:xfrm>
          <a:custGeom>
            <a:avLst/>
            <a:gdLst/>
            <a:ahLst/>
            <a:cxnLst/>
            <a:rect l="l" t="t" r="r" b="b"/>
            <a:pathLst>
              <a:path w="4600" h="4561" extrusionOk="0">
                <a:moveTo>
                  <a:pt x="1115" y="0"/>
                </a:moveTo>
                <a:cubicBezTo>
                  <a:pt x="851" y="0"/>
                  <a:pt x="583" y="102"/>
                  <a:pt x="378" y="307"/>
                </a:cubicBezTo>
                <a:cubicBezTo>
                  <a:pt x="0" y="685"/>
                  <a:pt x="0" y="1378"/>
                  <a:pt x="378" y="1756"/>
                </a:cubicBezTo>
                <a:lnTo>
                  <a:pt x="2773" y="4245"/>
                </a:lnTo>
                <a:cubicBezTo>
                  <a:pt x="2962" y="4434"/>
                  <a:pt x="3245" y="4560"/>
                  <a:pt x="3529" y="4560"/>
                </a:cubicBezTo>
                <a:cubicBezTo>
                  <a:pt x="3812" y="4560"/>
                  <a:pt x="4064" y="4434"/>
                  <a:pt x="4285" y="4245"/>
                </a:cubicBezTo>
                <a:cubicBezTo>
                  <a:pt x="4474" y="4056"/>
                  <a:pt x="4600" y="3773"/>
                  <a:pt x="4600" y="3489"/>
                </a:cubicBezTo>
                <a:cubicBezTo>
                  <a:pt x="4600" y="3206"/>
                  <a:pt x="4474" y="2954"/>
                  <a:pt x="4285" y="2733"/>
                </a:cubicBezTo>
                <a:lnTo>
                  <a:pt x="1828" y="307"/>
                </a:lnTo>
                <a:cubicBezTo>
                  <a:pt x="1639" y="102"/>
                  <a:pt x="1379" y="0"/>
                  <a:pt x="11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1" name="Google Shape;5591;p57">
            <a:extLst>
              <a:ext uri="{FF2B5EF4-FFF2-40B4-BE49-F238E27FC236}">
                <a16:creationId xmlns:a16="http://schemas.microsoft.com/office/drawing/2014/main" id="{CAB0E8DF-A294-5C5B-A3C3-939FB5224CDD}"/>
              </a:ext>
            </a:extLst>
          </p:cNvPr>
          <p:cNvSpPr/>
          <p:nvPr/>
        </p:nvSpPr>
        <p:spPr>
          <a:xfrm>
            <a:off x="6827559" y="2350261"/>
            <a:ext cx="221380" cy="191372"/>
          </a:xfrm>
          <a:custGeom>
            <a:avLst/>
            <a:gdLst/>
            <a:ahLst/>
            <a:cxnLst/>
            <a:rect l="l" t="t" r="r" b="b"/>
            <a:pathLst>
              <a:path w="6743" h="5829" extrusionOk="0">
                <a:moveTo>
                  <a:pt x="3797" y="2167"/>
                </a:moveTo>
                <a:cubicBezTo>
                  <a:pt x="3884" y="2167"/>
                  <a:pt x="3970" y="2190"/>
                  <a:pt x="4033" y="2237"/>
                </a:cubicBezTo>
                <a:cubicBezTo>
                  <a:pt x="4159" y="2363"/>
                  <a:pt x="4159" y="2616"/>
                  <a:pt x="4033" y="2710"/>
                </a:cubicBezTo>
                <a:cubicBezTo>
                  <a:pt x="3970" y="2773"/>
                  <a:pt x="3884" y="2805"/>
                  <a:pt x="3797" y="2805"/>
                </a:cubicBezTo>
                <a:cubicBezTo>
                  <a:pt x="3710" y="2805"/>
                  <a:pt x="3624" y="2773"/>
                  <a:pt x="3561" y="2710"/>
                </a:cubicBezTo>
                <a:cubicBezTo>
                  <a:pt x="3435" y="2616"/>
                  <a:pt x="3435" y="2363"/>
                  <a:pt x="3561" y="2237"/>
                </a:cubicBezTo>
                <a:cubicBezTo>
                  <a:pt x="3624" y="2190"/>
                  <a:pt x="3710" y="2167"/>
                  <a:pt x="3797" y="2167"/>
                </a:cubicBezTo>
                <a:close/>
                <a:moveTo>
                  <a:pt x="2336" y="2639"/>
                </a:moveTo>
                <a:cubicBezTo>
                  <a:pt x="2426" y="2639"/>
                  <a:pt x="2521" y="2663"/>
                  <a:pt x="2584" y="2710"/>
                </a:cubicBezTo>
                <a:cubicBezTo>
                  <a:pt x="2679" y="2836"/>
                  <a:pt x="2679" y="3057"/>
                  <a:pt x="2584" y="3183"/>
                </a:cubicBezTo>
                <a:cubicBezTo>
                  <a:pt x="2521" y="3246"/>
                  <a:pt x="2426" y="3277"/>
                  <a:pt x="2336" y="3277"/>
                </a:cubicBezTo>
                <a:cubicBezTo>
                  <a:pt x="2245" y="3277"/>
                  <a:pt x="2159" y="3246"/>
                  <a:pt x="2111" y="3183"/>
                </a:cubicBezTo>
                <a:cubicBezTo>
                  <a:pt x="1985" y="3057"/>
                  <a:pt x="1985" y="2868"/>
                  <a:pt x="2111" y="2710"/>
                </a:cubicBezTo>
                <a:cubicBezTo>
                  <a:pt x="2159" y="2663"/>
                  <a:pt x="2245" y="2639"/>
                  <a:pt x="2336" y="2639"/>
                </a:cubicBezTo>
                <a:close/>
                <a:moveTo>
                  <a:pt x="2931" y="1"/>
                </a:moveTo>
                <a:lnTo>
                  <a:pt x="599" y="2332"/>
                </a:lnTo>
                <a:cubicBezTo>
                  <a:pt x="221" y="2710"/>
                  <a:pt x="1" y="3214"/>
                  <a:pt x="1" y="3781"/>
                </a:cubicBezTo>
                <a:cubicBezTo>
                  <a:pt x="1" y="4317"/>
                  <a:pt x="221" y="4852"/>
                  <a:pt x="599" y="5230"/>
                </a:cubicBezTo>
                <a:cubicBezTo>
                  <a:pt x="1009" y="5608"/>
                  <a:pt x="1513" y="5829"/>
                  <a:pt x="2048" y="5829"/>
                </a:cubicBezTo>
                <a:cubicBezTo>
                  <a:pt x="2616" y="5829"/>
                  <a:pt x="3120" y="5640"/>
                  <a:pt x="3529" y="5230"/>
                </a:cubicBezTo>
                <a:lnTo>
                  <a:pt x="6743" y="2048"/>
                </a:lnTo>
                <a:cubicBezTo>
                  <a:pt x="6743" y="2017"/>
                  <a:pt x="6711" y="1954"/>
                  <a:pt x="6711" y="1922"/>
                </a:cubicBezTo>
                <a:cubicBezTo>
                  <a:pt x="6396" y="1418"/>
                  <a:pt x="5829" y="1103"/>
                  <a:pt x="5136" y="1103"/>
                </a:cubicBezTo>
                <a:lnTo>
                  <a:pt x="5104" y="1103"/>
                </a:lnTo>
                <a:cubicBezTo>
                  <a:pt x="5075" y="1104"/>
                  <a:pt x="5045" y="1105"/>
                  <a:pt x="5016" y="1105"/>
                </a:cubicBezTo>
                <a:cubicBezTo>
                  <a:pt x="4168" y="1105"/>
                  <a:pt x="3387" y="670"/>
                  <a:pt x="293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2" name="Google Shape;5592;p57">
            <a:extLst>
              <a:ext uri="{FF2B5EF4-FFF2-40B4-BE49-F238E27FC236}">
                <a16:creationId xmlns:a16="http://schemas.microsoft.com/office/drawing/2014/main" id="{CE385AEE-6163-ACB4-3777-FE0C6652469D}"/>
              </a:ext>
            </a:extLst>
          </p:cNvPr>
          <p:cNvSpPr/>
          <p:nvPr/>
        </p:nvSpPr>
        <p:spPr>
          <a:xfrm>
            <a:off x="6941352" y="2219955"/>
            <a:ext cx="208970" cy="181030"/>
          </a:xfrm>
          <a:custGeom>
            <a:avLst/>
            <a:gdLst/>
            <a:ahLst/>
            <a:cxnLst/>
            <a:rect l="l" t="t" r="r" b="b"/>
            <a:pathLst>
              <a:path w="6365" h="5514" extrusionOk="0">
                <a:moveTo>
                  <a:pt x="3403" y="0"/>
                </a:moveTo>
                <a:lnTo>
                  <a:pt x="2678" y="693"/>
                </a:lnTo>
                <a:lnTo>
                  <a:pt x="2300" y="1103"/>
                </a:lnTo>
                <a:lnTo>
                  <a:pt x="3056" y="1859"/>
                </a:lnTo>
                <a:cubicBezTo>
                  <a:pt x="3151" y="1953"/>
                  <a:pt x="3151" y="2205"/>
                  <a:pt x="3056" y="2331"/>
                </a:cubicBezTo>
                <a:cubicBezTo>
                  <a:pt x="2962" y="2394"/>
                  <a:pt x="2899" y="2426"/>
                  <a:pt x="2804" y="2426"/>
                </a:cubicBezTo>
                <a:cubicBezTo>
                  <a:pt x="2741" y="2426"/>
                  <a:pt x="2615" y="2394"/>
                  <a:pt x="2584" y="2331"/>
                </a:cubicBezTo>
                <a:lnTo>
                  <a:pt x="1827" y="1575"/>
                </a:lnTo>
                <a:lnTo>
                  <a:pt x="1355" y="2048"/>
                </a:lnTo>
                <a:lnTo>
                  <a:pt x="2111" y="2804"/>
                </a:lnTo>
                <a:cubicBezTo>
                  <a:pt x="2205" y="2898"/>
                  <a:pt x="2205" y="3150"/>
                  <a:pt x="2111" y="3277"/>
                </a:cubicBezTo>
                <a:cubicBezTo>
                  <a:pt x="2016" y="3340"/>
                  <a:pt x="1953" y="3371"/>
                  <a:pt x="1859" y="3371"/>
                </a:cubicBezTo>
                <a:cubicBezTo>
                  <a:pt x="1796" y="3371"/>
                  <a:pt x="1670" y="3340"/>
                  <a:pt x="1638" y="3277"/>
                </a:cubicBezTo>
                <a:lnTo>
                  <a:pt x="882" y="2520"/>
                </a:lnTo>
                <a:lnTo>
                  <a:pt x="0" y="3371"/>
                </a:lnTo>
                <a:cubicBezTo>
                  <a:pt x="0" y="3403"/>
                  <a:pt x="63" y="3466"/>
                  <a:pt x="63" y="3497"/>
                </a:cubicBezTo>
                <a:cubicBezTo>
                  <a:pt x="364" y="4068"/>
                  <a:pt x="894" y="4381"/>
                  <a:pt x="1490" y="4381"/>
                </a:cubicBezTo>
                <a:cubicBezTo>
                  <a:pt x="1518" y="4381"/>
                  <a:pt x="1547" y="4381"/>
                  <a:pt x="1575" y="4379"/>
                </a:cubicBezTo>
                <a:cubicBezTo>
                  <a:pt x="1890" y="4379"/>
                  <a:pt x="2174" y="4411"/>
                  <a:pt x="2458" y="4474"/>
                </a:cubicBezTo>
                <a:cubicBezTo>
                  <a:pt x="2993" y="4631"/>
                  <a:pt x="3529" y="5009"/>
                  <a:pt x="3781" y="5513"/>
                </a:cubicBezTo>
                <a:lnTo>
                  <a:pt x="6364" y="2961"/>
                </a:lnTo>
                <a:lnTo>
                  <a:pt x="340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3" name="Google Shape;5593;p57">
            <a:extLst>
              <a:ext uri="{FF2B5EF4-FFF2-40B4-BE49-F238E27FC236}">
                <a16:creationId xmlns:a16="http://schemas.microsoft.com/office/drawing/2014/main" id="{03FD1527-D5BD-D694-A556-9476FEFE153F}"/>
              </a:ext>
            </a:extLst>
          </p:cNvPr>
          <p:cNvSpPr/>
          <p:nvPr/>
        </p:nvSpPr>
        <p:spPr>
          <a:xfrm>
            <a:off x="6852438" y="2656780"/>
            <a:ext cx="341344" cy="387931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5" name="Google Shape;5595;p57">
            <a:extLst>
              <a:ext uri="{FF2B5EF4-FFF2-40B4-BE49-F238E27FC236}">
                <a16:creationId xmlns:a16="http://schemas.microsoft.com/office/drawing/2014/main" id="{581CB6CC-C60B-6AF8-F978-43BD18C32F5F}"/>
              </a:ext>
            </a:extLst>
          </p:cNvPr>
          <p:cNvSpPr/>
          <p:nvPr/>
        </p:nvSpPr>
        <p:spPr>
          <a:xfrm>
            <a:off x="6832222" y="3187582"/>
            <a:ext cx="227585" cy="204833"/>
          </a:xfrm>
          <a:custGeom>
            <a:avLst/>
            <a:gdLst/>
            <a:ahLst/>
            <a:cxnLst/>
            <a:rect l="l" t="t" r="r" b="b"/>
            <a:pathLst>
              <a:path w="6932" h="6239" extrusionOk="0">
                <a:moveTo>
                  <a:pt x="3340" y="2364"/>
                </a:moveTo>
                <a:cubicBezTo>
                  <a:pt x="3529" y="2364"/>
                  <a:pt x="3686" y="2521"/>
                  <a:pt x="3686" y="2710"/>
                </a:cubicBezTo>
                <a:lnTo>
                  <a:pt x="3686" y="3435"/>
                </a:lnTo>
                <a:lnTo>
                  <a:pt x="4411" y="3435"/>
                </a:lnTo>
                <a:cubicBezTo>
                  <a:pt x="4600" y="3435"/>
                  <a:pt x="4757" y="3592"/>
                  <a:pt x="4757" y="3782"/>
                </a:cubicBezTo>
                <a:cubicBezTo>
                  <a:pt x="4757" y="3971"/>
                  <a:pt x="4600" y="4128"/>
                  <a:pt x="4411" y="4128"/>
                </a:cubicBezTo>
                <a:lnTo>
                  <a:pt x="3686" y="4128"/>
                </a:lnTo>
                <a:lnTo>
                  <a:pt x="3686" y="4853"/>
                </a:lnTo>
                <a:cubicBezTo>
                  <a:pt x="3686" y="5042"/>
                  <a:pt x="3529" y="5199"/>
                  <a:pt x="3340" y="5199"/>
                </a:cubicBezTo>
                <a:cubicBezTo>
                  <a:pt x="3151" y="5199"/>
                  <a:pt x="2993" y="5042"/>
                  <a:pt x="2993" y="4853"/>
                </a:cubicBezTo>
                <a:lnTo>
                  <a:pt x="2993" y="4128"/>
                </a:lnTo>
                <a:lnTo>
                  <a:pt x="2268" y="4128"/>
                </a:lnTo>
                <a:cubicBezTo>
                  <a:pt x="2079" y="4128"/>
                  <a:pt x="1922" y="3971"/>
                  <a:pt x="1922" y="3782"/>
                </a:cubicBezTo>
                <a:cubicBezTo>
                  <a:pt x="1922" y="3592"/>
                  <a:pt x="2079" y="3435"/>
                  <a:pt x="2268" y="3435"/>
                </a:cubicBezTo>
                <a:lnTo>
                  <a:pt x="2993" y="3435"/>
                </a:lnTo>
                <a:lnTo>
                  <a:pt x="2993" y="2710"/>
                </a:lnTo>
                <a:cubicBezTo>
                  <a:pt x="2993" y="2521"/>
                  <a:pt x="3151" y="2364"/>
                  <a:pt x="3340" y="2364"/>
                </a:cubicBezTo>
                <a:close/>
                <a:moveTo>
                  <a:pt x="3434" y="1"/>
                </a:moveTo>
                <a:cubicBezTo>
                  <a:pt x="2836" y="1"/>
                  <a:pt x="2394" y="474"/>
                  <a:pt x="2394" y="1041"/>
                </a:cubicBezTo>
                <a:lnTo>
                  <a:pt x="2394" y="1387"/>
                </a:lnTo>
                <a:lnTo>
                  <a:pt x="1008" y="1387"/>
                </a:lnTo>
                <a:cubicBezTo>
                  <a:pt x="441" y="1387"/>
                  <a:pt x="0" y="1860"/>
                  <a:pt x="0" y="2395"/>
                </a:cubicBezTo>
                <a:lnTo>
                  <a:pt x="0" y="6239"/>
                </a:lnTo>
                <a:lnTo>
                  <a:pt x="6931" y="6239"/>
                </a:lnTo>
                <a:lnTo>
                  <a:pt x="6931" y="2395"/>
                </a:lnTo>
                <a:lnTo>
                  <a:pt x="6837" y="2395"/>
                </a:lnTo>
                <a:cubicBezTo>
                  <a:pt x="6837" y="1828"/>
                  <a:pt x="6364" y="1387"/>
                  <a:pt x="5829" y="1387"/>
                </a:cubicBezTo>
                <a:lnTo>
                  <a:pt x="4442" y="1387"/>
                </a:lnTo>
                <a:lnTo>
                  <a:pt x="4442" y="1041"/>
                </a:lnTo>
                <a:cubicBezTo>
                  <a:pt x="4442" y="442"/>
                  <a:pt x="3970" y="1"/>
                  <a:pt x="343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6" name="Google Shape;5596;p57">
            <a:extLst>
              <a:ext uri="{FF2B5EF4-FFF2-40B4-BE49-F238E27FC236}">
                <a16:creationId xmlns:a16="http://schemas.microsoft.com/office/drawing/2014/main" id="{6CD294FE-FC4A-0ED6-86E2-7FDFC461CA25}"/>
              </a:ext>
            </a:extLst>
          </p:cNvPr>
          <p:cNvSpPr/>
          <p:nvPr/>
        </p:nvSpPr>
        <p:spPr>
          <a:xfrm>
            <a:off x="6828085" y="3414116"/>
            <a:ext cx="228602" cy="92091"/>
          </a:xfrm>
          <a:custGeom>
            <a:avLst/>
            <a:gdLst/>
            <a:ahLst/>
            <a:cxnLst/>
            <a:rect l="l" t="t" r="r" b="b"/>
            <a:pathLst>
              <a:path w="6963" h="2805" extrusionOk="0">
                <a:moveTo>
                  <a:pt x="2457" y="1418"/>
                </a:moveTo>
                <a:cubicBezTo>
                  <a:pt x="2647" y="1418"/>
                  <a:pt x="2804" y="1576"/>
                  <a:pt x="2804" y="1765"/>
                </a:cubicBezTo>
                <a:cubicBezTo>
                  <a:pt x="2804" y="1954"/>
                  <a:pt x="2647" y="2111"/>
                  <a:pt x="2457" y="2111"/>
                </a:cubicBezTo>
                <a:cubicBezTo>
                  <a:pt x="2237" y="2111"/>
                  <a:pt x="2079" y="1954"/>
                  <a:pt x="2079" y="1765"/>
                </a:cubicBezTo>
                <a:cubicBezTo>
                  <a:pt x="2079" y="1576"/>
                  <a:pt x="2237" y="1418"/>
                  <a:pt x="2457" y="1418"/>
                </a:cubicBezTo>
                <a:close/>
                <a:moveTo>
                  <a:pt x="32" y="0"/>
                </a:moveTo>
                <a:lnTo>
                  <a:pt x="32" y="1009"/>
                </a:lnTo>
                <a:cubicBezTo>
                  <a:pt x="0" y="1607"/>
                  <a:pt x="473" y="2080"/>
                  <a:pt x="1071" y="2080"/>
                </a:cubicBezTo>
                <a:lnTo>
                  <a:pt x="1449" y="2080"/>
                </a:lnTo>
                <a:cubicBezTo>
                  <a:pt x="1607" y="2489"/>
                  <a:pt x="1985" y="2804"/>
                  <a:pt x="2457" y="2804"/>
                </a:cubicBezTo>
                <a:cubicBezTo>
                  <a:pt x="2867" y="2804"/>
                  <a:pt x="3277" y="2521"/>
                  <a:pt x="3434" y="2080"/>
                </a:cubicBezTo>
                <a:lnTo>
                  <a:pt x="6963" y="2080"/>
                </a:lnTo>
                <a:lnTo>
                  <a:pt x="696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7" name="Google Shape;5597;p57">
            <a:extLst>
              <a:ext uri="{FF2B5EF4-FFF2-40B4-BE49-F238E27FC236}">
                <a16:creationId xmlns:a16="http://schemas.microsoft.com/office/drawing/2014/main" id="{90D3518C-E16F-E5F9-30E8-5D05BEE0D6A7}"/>
              </a:ext>
            </a:extLst>
          </p:cNvPr>
          <p:cNvSpPr/>
          <p:nvPr/>
        </p:nvSpPr>
        <p:spPr>
          <a:xfrm>
            <a:off x="7079407" y="3253802"/>
            <a:ext cx="137594" cy="252405"/>
          </a:xfrm>
          <a:custGeom>
            <a:avLst/>
            <a:gdLst/>
            <a:ahLst/>
            <a:cxnLst/>
            <a:rect l="l" t="t" r="r" b="b"/>
            <a:pathLst>
              <a:path w="4191" h="7688" extrusionOk="0">
                <a:moveTo>
                  <a:pt x="1513" y="693"/>
                </a:moveTo>
                <a:cubicBezTo>
                  <a:pt x="1954" y="693"/>
                  <a:pt x="2364" y="977"/>
                  <a:pt x="2521" y="1386"/>
                </a:cubicBezTo>
                <a:lnTo>
                  <a:pt x="3372" y="3497"/>
                </a:lnTo>
                <a:lnTo>
                  <a:pt x="1765" y="3497"/>
                </a:lnTo>
                <a:cubicBezTo>
                  <a:pt x="1576" y="3497"/>
                  <a:pt x="1419" y="3340"/>
                  <a:pt x="1419" y="3151"/>
                </a:cubicBezTo>
                <a:lnTo>
                  <a:pt x="1419" y="693"/>
                </a:lnTo>
                <a:close/>
                <a:moveTo>
                  <a:pt x="1765" y="6270"/>
                </a:moveTo>
                <a:cubicBezTo>
                  <a:pt x="1954" y="6270"/>
                  <a:pt x="2112" y="6427"/>
                  <a:pt x="2112" y="6616"/>
                </a:cubicBezTo>
                <a:cubicBezTo>
                  <a:pt x="2112" y="6805"/>
                  <a:pt x="1954" y="6963"/>
                  <a:pt x="1765" y="6963"/>
                </a:cubicBezTo>
                <a:cubicBezTo>
                  <a:pt x="1576" y="6963"/>
                  <a:pt x="1419" y="6805"/>
                  <a:pt x="1419" y="6616"/>
                </a:cubicBezTo>
                <a:cubicBezTo>
                  <a:pt x="1419" y="6427"/>
                  <a:pt x="1576" y="6270"/>
                  <a:pt x="1765" y="6270"/>
                </a:cubicBezTo>
                <a:close/>
                <a:moveTo>
                  <a:pt x="1" y="0"/>
                </a:moveTo>
                <a:lnTo>
                  <a:pt x="1" y="6963"/>
                </a:lnTo>
                <a:lnTo>
                  <a:pt x="788" y="6963"/>
                </a:lnTo>
                <a:cubicBezTo>
                  <a:pt x="946" y="7372"/>
                  <a:pt x="1293" y="7687"/>
                  <a:pt x="1765" y="7687"/>
                </a:cubicBezTo>
                <a:cubicBezTo>
                  <a:pt x="2206" y="7687"/>
                  <a:pt x="2584" y="7404"/>
                  <a:pt x="2742" y="6963"/>
                </a:cubicBezTo>
                <a:lnTo>
                  <a:pt x="3151" y="6963"/>
                </a:lnTo>
                <a:cubicBezTo>
                  <a:pt x="3718" y="6963"/>
                  <a:pt x="4159" y="6490"/>
                  <a:pt x="4159" y="5955"/>
                </a:cubicBezTo>
                <a:lnTo>
                  <a:pt x="4159" y="5577"/>
                </a:lnTo>
                <a:lnTo>
                  <a:pt x="3151" y="5577"/>
                </a:lnTo>
                <a:cubicBezTo>
                  <a:pt x="2931" y="5577"/>
                  <a:pt x="2773" y="5419"/>
                  <a:pt x="2773" y="5230"/>
                </a:cubicBezTo>
                <a:cubicBezTo>
                  <a:pt x="2773" y="5041"/>
                  <a:pt x="2994" y="4883"/>
                  <a:pt x="3183" y="4883"/>
                </a:cubicBezTo>
                <a:lnTo>
                  <a:pt x="4191" y="4883"/>
                </a:lnTo>
                <a:lnTo>
                  <a:pt x="4191" y="4096"/>
                </a:lnTo>
                <a:cubicBezTo>
                  <a:pt x="4191" y="3970"/>
                  <a:pt x="4159" y="3812"/>
                  <a:pt x="4159" y="3686"/>
                </a:cubicBezTo>
                <a:cubicBezTo>
                  <a:pt x="4096" y="3466"/>
                  <a:pt x="3246" y="1386"/>
                  <a:pt x="3151" y="1103"/>
                </a:cubicBezTo>
                <a:cubicBezTo>
                  <a:pt x="2868" y="410"/>
                  <a:pt x="2238" y="0"/>
                  <a:pt x="15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9" name="Google Shape;5599;p57">
            <a:extLst>
              <a:ext uri="{FF2B5EF4-FFF2-40B4-BE49-F238E27FC236}">
                <a16:creationId xmlns:a16="http://schemas.microsoft.com/office/drawing/2014/main" id="{701E3572-7684-46C2-DF0D-C2ABD380AFAD}"/>
              </a:ext>
            </a:extLst>
          </p:cNvPr>
          <p:cNvSpPr/>
          <p:nvPr/>
        </p:nvSpPr>
        <p:spPr>
          <a:xfrm>
            <a:off x="5494407" y="3680987"/>
            <a:ext cx="114515" cy="160872"/>
          </a:xfrm>
          <a:custGeom>
            <a:avLst/>
            <a:gdLst/>
            <a:ahLst/>
            <a:cxnLst/>
            <a:rect l="l" t="t" r="r" b="b"/>
            <a:pathLst>
              <a:path w="3488" h="4900" extrusionOk="0">
                <a:moveTo>
                  <a:pt x="1408" y="1"/>
                </a:moveTo>
                <a:lnTo>
                  <a:pt x="1408" y="1922"/>
                </a:lnTo>
                <a:cubicBezTo>
                  <a:pt x="1408" y="2647"/>
                  <a:pt x="998" y="3277"/>
                  <a:pt x="463" y="3561"/>
                </a:cubicBezTo>
                <a:cubicBezTo>
                  <a:pt x="211" y="3655"/>
                  <a:pt x="53" y="3907"/>
                  <a:pt x="22" y="4128"/>
                </a:cubicBezTo>
                <a:cubicBezTo>
                  <a:pt x="1" y="4609"/>
                  <a:pt x="369" y="4896"/>
                  <a:pt x="738" y="4896"/>
                </a:cubicBezTo>
                <a:cubicBezTo>
                  <a:pt x="925" y="4896"/>
                  <a:pt x="1113" y="4822"/>
                  <a:pt x="1250" y="4663"/>
                </a:cubicBezTo>
                <a:cubicBezTo>
                  <a:pt x="1361" y="4506"/>
                  <a:pt x="1557" y="4427"/>
                  <a:pt x="1754" y="4427"/>
                </a:cubicBezTo>
                <a:cubicBezTo>
                  <a:pt x="1951" y="4427"/>
                  <a:pt x="2148" y="4506"/>
                  <a:pt x="2258" y="4663"/>
                </a:cubicBezTo>
                <a:cubicBezTo>
                  <a:pt x="2411" y="4826"/>
                  <a:pt x="2604" y="4899"/>
                  <a:pt x="2792" y="4899"/>
                </a:cubicBezTo>
                <a:cubicBezTo>
                  <a:pt x="3149" y="4899"/>
                  <a:pt x="3487" y="4635"/>
                  <a:pt x="3487" y="4222"/>
                </a:cubicBezTo>
                <a:cubicBezTo>
                  <a:pt x="3487" y="3939"/>
                  <a:pt x="3330" y="3718"/>
                  <a:pt x="3109" y="3592"/>
                </a:cubicBezTo>
                <a:cubicBezTo>
                  <a:pt x="2479" y="3277"/>
                  <a:pt x="2101" y="2710"/>
                  <a:pt x="2101" y="2143"/>
                </a:cubicBezTo>
                <a:lnTo>
                  <a:pt x="2101" y="32"/>
                </a:lnTo>
                <a:cubicBezTo>
                  <a:pt x="2006" y="32"/>
                  <a:pt x="1880" y="1"/>
                  <a:pt x="175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0" name="Google Shape;5600;p57">
            <a:extLst>
              <a:ext uri="{FF2B5EF4-FFF2-40B4-BE49-F238E27FC236}">
                <a16:creationId xmlns:a16="http://schemas.microsoft.com/office/drawing/2014/main" id="{151D6A1E-B605-9F8B-C153-7933E81BAF48}"/>
              </a:ext>
            </a:extLst>
          </p:cNvPr>
          <p:cNvSpPr/>
          <p:nvPr/>
        </p:nvSpPr>
        <p:spPr>
          <a:xfrm>
            <a:off x="5356485" y="3685125"/>
            <a:ext cx="387931" cy="382745"/>
          </a:xfrm>
          <a:custGeom>
            <a:avLst/>
            <a:gdLst/>
            <a:ahLst/>
            <a:cxnLst/>
            <a:rect l="l" t="t" r="r" b="b"/>
            <a:pathLst>
              <a:path w="11816" h="11658" extrusionOk="0">
                <a:moveTo>
                  <a:pt x="4884" y="1"/>
                </a:moveTo>
                <a:cubicBezTo>
                  <a:pt x="2143" y="505"/>
                  <a:pt x="1" y="2899"/>
                  <a:pt x="1" y="5829"/>
                </a:cubicBezTo>
                <a:cubicBezTo>
                  <a:pt x="1" y="8696"/>
                  <a:pt x="2143" y="11153"/>
                  <a:pt x="4884" y="11657"/>
                </a:cubicBezTo>
                <a:lnTo>
                  <a:pt x="4884" y="9799"/>
                </a:lnTo>
                <a:cubicBezTo>
                  <a:pt x="4884" y="9358"/>
                  <a:pt x="4664" y="8980"/>
                  <a:pt x="4349" y="8822"/>
                </a:cubicBezTo>
                <a:cubicBezTo>
                  <a:pt x="3876" y="8633"/>
                  <a:pt x="3561" y="8160"/>
                  <a:pt x="3530" y="7625"/>
                </a:cubicBezTo>
                <a:cubicBezTo>
                  <a:pt x="3446" y="6731"/>
                  <a:pt x="4186" y="6180"/>
                  <a:pt x="4925" y="6180"/>
                </a:cubicBezTo>
                <a:cubicBezTo>
                  <a:pt x="5306" y="6180"/>
                  <a:pt x="5687" y="6327"/>
                  <a:pt x="5955" y="6648"/>
                </a:cubicBezTo>
                <a:cubicBezTo>
                  <a:pt x="6188" y="6316"/>
                  <a:pt x="6553" y="6163"/>
                  <a:pt x="6929" y="6163"/>
                </a:cubicBezTo>
                <a:cubicBezTo>
                  <a:pt x="7621" y="6163"/>
                  <a:pt x="8350" y="6684"/>
                  <a:pt x="8350" y="7562"/>
                </a:cubicBezTo>
                <a:cubicBezTo>
                  <a:pt x="8350" y="8066"/>
                  <a:pt x="8035" y="8570"/>
                  <a:pt x="7562" y="8822"/>
                </a:cubicBezTo>
                <a:cubicBezTo>
                  <a:pt x="7184" y="9011"/>
                  <a:pt x="6995" y="9326"/>
                  <a:pt x="6995" y="9641"/>
                </a:cubicBezTo>
                <a:lnTo>
                  <a:pt x="6995" y="11657"/>
                </a:lnTo>
                <a:cubicBezTo>
                  <a:pt x="9736" y="11153"/>
                  <a:pt x="11815" y="8728"/>
                  <a:pt x="11815" y="5829"/>
                </a:cubicBezTo>
                <a:cubicBezTo>
                  <a:pt x="11815" y="2899"/>
                  <a:pt x="9736" y="505"/>
                  <a:pt x="6995" y="1"/>
                </a:cubicBezTo>
                <a:lnTo>
                  <a:pt x="6995" y="2017"/>
                </a:lnTo>
                <a:cubicBezTo>
                  <a:pt x="6995" y="2364"/>
                  <a:pt x="7216" y="2679"/>
                  <a:pt x="7562" y="2836"/>
                </a:cubicBezTo>
                <a:cubicBezTo>
                  <a:pt x="8035" y="3057"/>
                  <a:pt x="8350" y="3529"/>
                  <a:pt x="8350" y="4096"/>
                </a:cubicBezTo>
                <a:cubicBezTo>
                  <a:pt x="8350" y="4945"/>
                  <a:pt x="7656" y="5495"/>
                  <a:pt x="6948" y="5495"/>
                </a:cubicBezTo>
                <a:cubicBezTo>
                  <a:pt x="6578" y="5495"/>
                  <a:pt x="6205" y="5345"/>
                  <a:pt x="5924" y="5010"/>
                </a:cubicBezTo>
                <a:cubicBezTo>
                  <a:pt x="5691" y="5321"/>
                  <a:pt x="5310" y="5471"/>
                  <a:pt x="4919" y="5471"/>
                </a:cubicBezTo>
                <a:cubicBezTo>
                  <a:pt x="4200" y="5471"/>
                  <a:pt x="3448" y="4961"/>
                  <a:pt x="3530" y="4002"/>
                </a:cubicBezTo>
                <a:cubicBezTo>
                  <a:pt x="3561" y="3498"/>
                  <a:pt x="3876" y="3057"/>
                  <a:pt x="4349" y="2836"/>
                </a:cubicBezTo>
                <a:cubicBezTo>
                  <a:pt x="4664" y="2679"/>
                  <a:pt x="4884" y="2269"/>
                  <a:pt x="4884" y="1859"/>
                </a:cubicBezTo>
                <a:lnTo>
                  <a:pt x="488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1" name="Google Shape;5601;p57">
            <a:extLst>
              <a:ext uri="{FF2B5EF4-FFF2-40B4-BE49-F238E27FC236}">
                <a16:creationId xmlns:a16="http://schemas.microsoft.com/office/drawing/2014/main" id="{8C4E7A88-DD42-035B-7873-DB11EB5E2DC3}"/>
              </a:ext>
            </a:extLst>
          </p:cNvPr>
          <p:cNvSpPr/>
          <p:nvPr/>
        </p:nvSpPr>
        <p:spPr>
          <a:xfrm>
            <a:off x="5494407" y="3910674"/>
            <a:ext cx="114515" cy="161332"/>
          </a:xfrm>
          <a:custGeom>
            <a:avLst/>
            <a:gdLst/>
            <a:ahLst/>
            <a:cxnLst/>
            <a:rect l="l" t="t" r="r" b="b"/>
            <a:pathLst>
              <a:path w="3488" h="4914" extrusionOk="0">
                <a:moveTo>
                  <a:pt x="2777" y="1"/>
                </a:moveTo>
                <a:cubicBezTo>
                  <a:pt x="2589" y="1"/>
                  <a:pt x="2399" y="77"/>
                  <a:pt x="2258" y="251"/>
                </a:cubicBezTo>
                <a:cubicBezTo>
                  <a:pt x="2148" y="408"/>
                  <a:pt x="1951" y="487"/>
                  <a:pt x="1754" y="487"/>
                </a:cubicBezTo>
                <a:cubicBezTo>
                  <a:pt x="1557" y="487"/>
                  <a:pt x="1361" y="408"/>
                  <a:pt x="1250" y="251"/>
                </a:cubicBezTo>
                <a:cubicBezTo>
                  <a:pt x="1122" y="91"/>
                  <a:pt x="936" y="17"/>
                  <a:pt x="748" y="17"/>
                </a:cubicBezTo>
                <a:cubicBezTo>
                  <a:pt x="379" y="17"/>
                  <a:pt x="1" y="297"/>
                  <a:pt x="22" y="755"/>
                </a:cubicBezTo>
                <a:cubicBezTo>
                  <a:pt x="22" y="1007"/>
                  <a:pt x="242" y="1227"/>
                  <a:pt x="463" y="1353"/>
                </a:cubicBezTo>
                <a:cubicBezTo>
                  <a:pt x="1061" y="1637"/>
                  <a:pt x="1408" y="2267"/>
                  <a:pt x="1408" y="2960"/>
                </a:cubicBezTo>
                <a:lnTo>
                  <a:pt x="1408" y="4914"/>
                </a:lnTo>
                <a:cubicBezTo>
                  <a:pt x="1534" y="4851"/>
                  <a:pt x="1660" y="4851"/>
                  <a:pt x="1754" y="4851"/>
                </a:cubicBezTo>
                <a:lnTo>
                  <a:pt x="2101" y="4851"/>
                </a:lnTo>
                <a:lnTo>
                  <a:pt x="2101" y="2771"/>
                </a:lnTo>
                <a:cubicBezTo>
                  <a:pt x="2101" y="2141"/>
                  <a:pt x="2479" y="1606"/>
                  <a:pt x="3109" y="1322"/>
                </a:cubicBezTo>
                <a:cubicBezTo>
                  <a:pt x="3330" y="1196"/>
                  <a:pt x="3487" y="975"/>
                  <a:pt x="3487" y="692"/>
                </a:cubicBezTo>
                <a:cubicBezTo>
                  <a:pt x="3487" y="279"/>
                  <a:pt x="3135" y="1"/>
                  <a:pt x="277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3" name="Google Shape;5603;p57">
            <a:extLst>
              <a:ext uri="{FF2B5EF4-FFF2-40B4-BE49-F238E27FC236}">
                <a16:creationId xmlns:a16="http://schemas.microsoft.com/office/drawing/2014/main" id="{8B6359FD-6705-6AC0-E949-5241F39F5E9F}"/>
              </a:ext>
            </a:extLst>
          </p:cNvPr>
          <p:cNvSpPr/>
          <p:nvPr/>
        </p:nvSpPr>
        <p:spPr>
          <a:xfrm>
            <a:off x="5493029" y="4255004"/>
            <a:ext cx="22785" cy="22785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158" y="693"/>
                  <a:pt x="347" y="693"/>
                </a:cubicBezTo>
                <a:cubicBezTo>
                  <a:pt x="536" y="693"/>
                  <a:pt x="694" y="536"/>
                  <a:pt x="694" y="347"/>
                </a:cubicBez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4" name="Google Shape;5604;p57">
            <a:extLst>
              <a:ext uri="{FF2B5EF4-FFF2-40B4-BE49-F238E27FC236}">
                <a16:creationId xmlns:a16="http://schemas.microsoft.com/office/drawing/2014/main" id="{2EF4D214-7814-6AC0-F9A7-F8899054FC7F}"/>
              </a:ext>
            </a:extLst>
          </p:cNvPr>
          <p:cNvSpPr/>
          <p:nvPr/>
        </p:nvSpPr>
        <p:spPr>
          <a:xfrm>
            <a:off x="5425791" y="4369813"/>
            <a:ext cx="68321" cy="68288"/>
          </a:xfrm>
          <a:custGeom>
            <a:avLst/>
            <a:gdLst/>
            <a:ahLst/>
            <a:cxnLst/>
            <a:rect l="l" t="t" r="r" b="b"/>
            <a:pathLst>
              <a:path w="2081" h="2080" extrusionOk="0">
                <a:moveTo>
                  <a:pt x="1" y="0"/>
                </a:moveTo>
                <a:lnTo>
                  <a:pt x="1" y="2080"/>
                </a:lnTo>
                <a:lnTo>
                  <a:pt x="2080" y="2080"/>
                </a:lnTo>
                <a:lnTo>
                  <a:pt x="208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5" name="Google Shape;5605;p57">
            <a:extLst>
              <a:ext uri="{FF2B5EF4-FFF2-40B4-BE49-F238E27FC236}">
                <a16:creationId xmlns:a16="http://schemas.microsoft.com/office/drawing/2014/main" id="{C364E229-855D-AD88-4D7B-D3660B72882C}"/>
              </a:ext>
            </a:extLst>
          </p:cNvPr>
          <p:cNvSpPr/>
          <p:nvPr/>
        </p:nvSpPr>
        <p:spPr>
          <a:xfrm>
            <a:off x="5356484" y="4210518"/>
            <a:ext cx="294822" cy="387898"/>
          </a:xfrm>
          <a:custGeom>
            <a:avLst/>
            <a:gdLst/>
            <a:ahLst/>
            <a:cxnLst/>
            <a:rect l="l" t="t" r="r" b="b"/>
            <a:pathLst>
              <a:path w="8980" h="11815" extrusionOk="0">
                <a:moveTo>
                  <a:pt x="4538" y="694"/>
                </a:moveTo>
                <a:cubicBezTo>
                  <a:pt x="5136" y="694"/>
                  <a:pt x="5577" y="1166"/>
                  <a:pt x="5577" y="1702"/>
                </a:cubicBezTo>
                <a:cubicBezTo>
                  <a:pt x="5577" y="1891"/>
                  <a:pt x="5735" y="2048"/>
                  <a:pt x="5924" y="2048"/>
                </a:cubicBezTo>
                <a:lnTo>
                  <a:pt x="6649" y="2048"/>
                </a:lnTo>
                <a:cubicBezTo>
                  <a:pt x="6838" y="2048"/>
                  <a:pt x="6995" y="2206"/>
                  <a:pt x="6995" y="2426"/>
                </a:cubicBezTo>
                <a:lnTo>
                  <a:pt x="6995" y="2773"/>
                </a:lnTo>
                <a:lnTo>
                  <a:pt x="2143" y="2773"/>
                </a:lnTo>
                <a:lnTo>
                  <a:pt x="2143" y="2426"/>
                </a:lnTo>
                <a:lnTo>
                  <a:pt x="2112" y="2426"/>
                </a:lnTo>
                <a:cubicBezTo>
                  <a:pt x="2112" y="2206"/>
                  <a:pt x="2269" y="2048"/>
                  <a:pt x="2458" y="2048"/>
                </a:cubicBezTo>
                <a:lnTo>
                  <a:pt x="3183" y="2048"/>
                </a:lnTo>
                <a:cubicBezTo>
                  <a:pt x="3372" y="2048"/>
                  <a:pt x="3530" y="1891"/>
                  <a:pt x="3530" y="1702"/>
                </a:cubicBezTo>
                <a:cubicBezTo>
                  <a:pt x="3530" y="1103"/>
                  <a:pt x="4002" y="694"/>
                  <a:pt x="4538" y="694"/>
                </a:cubicBezTo>
                <a:close/>
                <a:moveTo>
                  <a:pt x="7310" y="4159"/>
                </a:moveTo>
                <a:cubicBezTo>
                  <a:pt x="7499" y="4159"/>
                  <a:pt x="7657" y="4317"/>
                  <a:pt x="7657" y="4506"/>
                </a:cubicBezTo>
                <a:cubicBezTo>
                  <a:pt x="7657" y="4695"/>
                  <a:pt x="7499" y="4852"/>
                  <a:pt x="7310" y="4852"/>
                </a:cubicBezTo>
                <a:lnTo>
                  <a:pt x="5924" y="4852"/>
                </a:lnTo>
                <a:cubicBezTo>
                  <a:pt x="5735" y="4852"/>
                  <a:pt x="5577" y="4695"/>
                  <a:pt x="5577" y="4506"/>
                </a:cubicBezTo>
                <a:cubicBezTo>
                  <a:pt x="5577" y="4317"/>
                  <a:pt x="5735" y="4159"/>
                  <a:pt x="5924" y="4159"/>
                </a:cubicBezTo>
                <a:close/>
                <a:moveTo>
                  <a:pt x="7310" y="5514"/>
                </a:moveTo>
                <a:cubicBezTo>
                  <a:pt x="7499" y="5514"/>
                  <a:pt x="7657" y="5671"/>
                  <a:pt x="7657" y="5892"/>
                </a:cubicBezTo>
                <a:cubicBezTo>
                  <a:pt x="7657" y="6081"/>
                  <a:pt x="7499" y="6238"/>
                  <a:pt x="7310" y="6238"/>
                </a:cubicBezTo>
                <a:lnTo>
                  <a:pt x="5924" y="6238"/>
                </a:lnTo>
                <a:cubicBezTo>
                  <a:pt x="5735" y="6238"/>
                  <a:pt x="5577" y="6081"/>
                  <a:pt x="5577" y="5892"/>
                </a:cubicBezTo>
                <a:cubicBezTo>
                  <a:pt x="5577" y="5671"/>
                  <a:pt x="5735" y="5514"/>
                  <a:pt x="5924" y="5514"/>
                </a:cubicBezTo>
                <a:close/>
                <a:moveTo>
                  <a:pt x="4506" y="4159"/>
                </a:moveTo>
                <a:cubicBezTo>
                  <a:pt x="4695" y="4159"/>
                  <a:pt x="4853" y="4317"/>
                  <a:pt x="4853" y="4506"/>
                </a:cubicBezTo>
                <a:lnTo>
                  <a:pt x="4853" y="7247"/>
                </a:lnTo>
                <a:cubicBezTo>
                  <a:pt x="4853" y="7467"/>
                  <a:pt x="4695" y="7593"/>
                  <a:pt x="4506" y="7593"/>
                </a:cubicBezTo>
                <a:lnTo>
                  <a:pt x="1734" y="7593"/>
                </a:lnTo>
                <a:cubicBezTo>
                  <a:pt x="1545" y="7593"/>
                  <a:pt x="1387" y="7467"/>
                  <a:pt x="1387" y="7247"/>
                </a:cubicBezTo>
                <a:lnTo>
                  <a:pt x="1387" y="4506"/>
                </a:lnTo>
                <a:cubicBezTo>
                  <a:pt x="1387" y="4317"/>
                  <a:pt x="1545" y="4159"/>
                  <a:pt x="1734" y="4159"/>
                </a:cubicBezTo>
                <a:close/>
                <a:moveTo>
                  <a:pt x="7310" y="6900"/>
                </a:moveTo>
                <a:cubicBezTo>
                  <a:pt x="7499" y="6900"/>
                  <a:pt x="7657" y="7058"/>
                  <a:pt x="7657" y="7247"/>
                </a:cubicBezTo>
                <a:cubicBezTo>
                  <a:pt x="7657" y="7467"/>
                  <a:pt x="7499" y="7593"/>
                  <a:pt x="7310" y="7593"/>
                </a:cubicBezTo>
                <a:lnTo>
                  <a:pt x="5924" y="7593"/>
                </a:lnTo>
                <a:cubicBezTo>
                  <a:pt x="5735" y="7593"/>
                  <a:pt x="5577" y="7467"/>
                  <a:pt x="5577" y="7247"/>
                </a:cubicBezTo>
                <a:cubicBezTo>
                  <a:pt x="5577" y="7058"/>
                  <a:pt x="5735" y="6900"/>
                  <a:pt x="5924" y="6900"/>
                </a:cubicBezTo>
                <a:close/>
                <a:moveTo>
                  <a:pt x="7310" y="8318"/>
                </a:moveTo>
                <a:cubicBezTo>
                  <a:pt x="7499" y="8318"/>
                  <a:pt x="7657" y="8475"/>
                  <a:pt x="7657" y="8664"/>
                </a:cubicBezTo>
                <a:cubicBezTo>
                  <a:pt x="7657" y="8853"/>
                  <a:pt x="7499" y="9011"/>
                  <a:pt x="7310" y="9011"/>
                </a:cubicBezTo>
                <a:lnTo>
                  <a:pt x="1734" y="9011"/>
                </a:lnTo>
                <a:cubicBezTo>
                  <a:pt x="1545" y="9011"/>
                  <a:pt x="1387" y="8853"/>
                  <a:pt x="1387" y="8664"/>
                </a:cubicBezTo>
                <a:cubicBezTo>
                  <a:pt x="1387" y="8475"/>
                  <a:pt x="1545" y="8318"/>
                  <a:pt x="1734" y="8318"/>
                </a:cubicBezTo>
                <a:close/>
                <a:moveTo>
                  <a:pt x="7310" y="9704"/>
                </a:moveTo>
                <a:cubicBezTo>
                  <a:pt x="7499" y="9704"/>
                  <a:pt x="7657" y="9861"/>
                  <a:pt x="7657" y="10050"/>
                </a:cubicBezTo>
                <a:cubicBezTo>
                  <a:pt x="7657" y="10240"/>
                  <a:pt x="7499" y="10397"/>
                  <a:pt x="7310" y="10397"/>
                </a:cubicBezTo>
                <a:lnTo>
                  <a:pt x="1734" y="10397"/>
                </a:lnTo>
                <a:cubicBezTo>
                  <a:pt x="1545" y="10397"/>
                  <a:pt x="1387" y="10240"/>
                  <a:pt x="1387" y="10050"/>
                </a:cubicBezTo>
                <a:cubicBezTo>
                  <a:pt x="1387" y="9861"/>
                  <a:pt x="1545" y="9704"/>
                  <a:pt x="1734" y="9704"/>
                </a:cubicBezTo>
                <a:close/>
                <a:moveTo>
                  <a:pt x="4506" y="0"/>
                </a:moveTo>
                <a:cubicBezTo>
                  <a:pt x="3687" y="0"/>
                  <a:pt x="2962" y="599"/>
                  <a:pt x="2805" y="1387"/>
                </a:cubicBezTo>
                <a:lnTo>
                  <a:pt x="2427" y="1387"/>
                </a:lnTo>
                <a:cubicBezTo>
                  <a:pt x="1986" y="1387"/>
                  <a:pt x="1576" y="1670"/>
                  <a:pt x="1419" y="2080"/>
                </a:cubicBezTo>
                <a:lnTo>
                  <a:pt x="1041" y="2080"/>
                </a:lnTo>
                <a:cubicBezTo>
                  <a:pt x="442" y="2080"/>
                  <a:pt x="1" y="2552"/>
                  <a:pt x="1" y="3119"/>
                </a:cubicBezTo>
                <a:lnTo>
                  <a:pt x="1" y="10807"/>
                </a:lnTo>
                <a:cubicBezTo>
                  <a:pt x="1" y="11342"/>
                  <a:pt x="474" y="11815"/>
                  <a:pt x="1041" y="11815"/>
                </a:cubicBezTo>
                <a:lnTo>
                  <a:pt x="7972" y="11815"/>
                </a:lnTo>
                <a:cubicBezTo>
                  <a:pt x="8570" y="11815"/>
                  <a:pt x="8980" y="11342"/>
                  <a:pt x="8980" y="10807"/>
                </a:cubicBezTo>
                <a:lnTo>
                  <a:pt x="8980" y="3119"/>
                </a:lnTo>
                <a:cubicBezTo>
                  <a:pt x="8980" y="2521"/>
                  <a:pt x="8507" y="2080"/>
                  <a:pt x="7972" y="2080"/>
                </a:cubicBezTo>
                <a:lnTo>
                  <a:pt x="7562" y="2080"/>
                </a:lnTo>
                <a:cubicBezTo>
                  <a:pt x="7405" y="1702"/>
                  <a:pt x="7058" y="1387"/>
                  <a:pt x="6585" y="1387"/>
                </a:cubicBezTo>
                <a:lnTo>
                  <a:pt x="6207" y="1387"/>
                </a:lnTo>
                <a:cubicBezTo>
                  <a:pt x="6050" y="599"/>
                  <a:pt x="5325" y="0"/>
                  <a:pt x="450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6" name="Google Shape;5606;p57">
            <a:extLst>
              <a:ext uri="{FF2B5EF4-FFF2-40B4-BE49-F238E27FC236}">
                <a16:creationId xmlns:a16="http://schemas.microsoft.com/office/drawing/2014/main" id="{03833EE4-69B0-3D08-62DD-2C14E432D474}"/>
              </a:ext>
            </a:extLst>
          </p:cNvPr>
          <p:cNvSpPr/>
          <p:nvPr/>
        </p:nvSpPr>
        <p:spPr>
          <a:xfrm>
            <a:off x="5675075" y="4256809"/>
            <a:ext cx="69339" cy="250599"/>
          </a:xfrm>
          <a:custGeom>
            <a:avLst/>
            <a:gdLst/>
            <a:ahLst/>
            <a:cxnLst/>
            <a:rect l="l" t="t" r="r" b="b"/>
            <a:pathLst>
              <a:path w="2112" h="7633" extrusionOk="0">
                <a:moveTo>
                  <a:pt x="1060" y="0"/>
                </a:moveTo>
                <a:cubicBezTo>
                  <a:pt x="930" y="0"/>
                  <a:pt x="804" y="55"/>
                  <a:pt x="757" y="166"/>
                </a:cubicBezTo>
                <a:lnTo>
                  <a:pt x="32" y="1552"/>
                </a:lnTo>
                <a:cubicBezTo>
                  <a:pt x="0" y="1583"/>
                  <a:pt x="0" y="1678"/>
                  <a:pt x="0" y="1709"/>
                </a:cubicBezTo>
                <a:lnTo>
                  <a:pt x="0" y="7632"/>
                </a:lnTo>
                <a:lnTo>
                  <a:pt x="2080" y="7632"/>
                </a:lnTo>
                <a:lnTo>
                  <a:pt x="2080" y="1709"/>
                </a:lnTo>
                <a:lnTo>
                  <a:pt x="2111" y="1709"/>
                </a:lnTo>
                <a:cubicBezTo>
                  <a:pt x="2111" y="1678"/>
                  <a:pt x="2111" y="1583"/>
                  <a:pt x="2080" y="1552"/>
                </a:cubicBezTo>
                <a:lnTo>
                  <a:pt x="1387" y="166"/>
                </a:lnTo>
                <a:cubicBezTo>
                  <a:pt x="1324" y="55"/>
                  <a:pt x="1190" y="0"/>
                  <a:pt x="10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7" name="Google Shape;5607;p57">
            <a:extLst>
              <a:ext uri="{FF2B5EF4-FFF2-40B4-BE49-F238E27FC236}">
                <a16:creationId xmlns:a16="http://schemas.microsoft.com/office/drawing/2014/main" id="{20B07DC4-EC8F-DC42-B9AD-B57E10E8130C}"/>
              </a:ext>
            </a:extLst>
          </p:cNvPr>
          <p:cNvSpPr/>
          <p:nvPr/>
        </p:nvSpPr>
        <p:spPr>
          <a:xfrm>
            <a:off x="5676095" y="4527008"/>
            <a:ext cx="68321" cy="70390"/>
          </a:xfrm>
          <a:custGeom>
            <a:avLst/>
            <a:gdLst/>
            <a:ahLst/>
            <a:cxnLst/>
            <a:rect l="l" t="t" r="r" b="b"/>
            <a:pathLst>
              <a:path w="2081" h="2144" extrusionOk="0">
                <a:moveTo>
                  <a:pt x="1" y="1"/>
                </a:moveTo>
                <a:lnTo>
                  <a:pt x="1" y="1104"/>
                </a:lnTo>
                <a:lnTo>
                  <a:pt x="64" y="1104"/>
                </a:lnTo>
                <a:cubicBezTo>
                  <a:pt x="64" y="1702"/>
                  <a:pt x="505" y="2143"/>
                  <a:pt x="1072" y="2143"/>
                </a:cubicBezTo>
                <a:cubicBezTo>
                  <a:pt x="1671" y="2143"/>
                  <a:pt x="2080" y="1671"/>
                  <a:pt x="2080" y="1104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8" name="Google Shape;5608;p57">
            <a:extLst>
              <a:ext uri="{FF2B5EF4-FFF2-40B4-BE49-F238E27FC236}">
                <a16:creationId xmlns:a16="http://schemas.microsoft.com/office/drawing/2014/main" id="{AF07D168-F838-8905-648A-4F1981B00C89}"/>
              </a:ext>
            </a:extLst>
          </p:cNvPr>
          <p:cNvSpPr/>
          <p:nvPr/>
        </p:nvSpPr>
        <p:spPr>
          <a:xfrm>
            <a:off x="5356502" y="4767187"/>
            <a:ext cx="388949" cy="266621"/>
          </a:xfrm>
          <a:custGeom>
            <a:avLst/>
            <a:gdLst/>
            <a:ahLst/>
            <a:cxnLst/>
            <a:rect l="l" t="t" r="r" b="b"/>
            <a:pathLst>
              <a:path w="11847" h="8121" extrusionOk="0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0" name="Google Shape;5610;p57">
            <a:extLst>
              <a:ext uri="{FF2B5EF4-FFF2-40B4-BE49-F238E27FC236}">
                <a16:creationId xmlns:a16="http://schemas.microsoft.com/office/drawing/2014/main" id="{04661422-56FE-DA80-835E-3B5F87B20EF0}"/>
              </a:ext>
            </a:extLst>
          </p:cNvPr>
          <p:cNvSpPr/>
          <p:nvPr/>
        </p:nvSpPr>
        <p:spPr>
          <a:xfrm>
            <a:off x="7886306" y="3817531"/>
            <a:ext cx="252437" cy="138612"/>
          </a:xfrm>
          <a:custGeom>
            <a:avLst/>
            <a:gdLst/>
            <a:ahLst/>
            <a:cxnLst/>
            <a:rect l="l" t="t" r="r" b="b"/>
            <a:pathLst>
              <a:path w="7689" h="4222" extrusionOk="0">
                <a:moveTo>
                  <a:pt x="3151" y="0"/>
                </a:moveTo>
                <a:lnTo>
                  <a:pt x="2616" y="1260"/>
                </a:lnTo>
                <a:cubicBezTo>
                  <a:pt x="2584" y="1386"/>
                  <a:pt x="2427" y="1481"/>
                  <a:pt x="2301" y="1481"/>
                </a:cubicBezTo>
                <a:lnTo>
                  <a:pt x="1" y="1481"/>
                </a:lnTo>
                <a:lnTo>
                  <a:pt x="1" y="4222"/>
                </a:lnTo>
                <a:lnTo>
                  <a:pt x="7688" y="4222"/>
                </a:lnTo>
                <a:lnTo>
                  <a:pt x="7688" y="1481"/>
                </a:lnTo>
                <a:lnTo>
                  <a:pt x="5672" y="1481"/>
                </a:lnTo>
                <a:lnTo>
                  <a:pt x="4884" y="3371"/>
                </a:lnTo>
                <a:cubicBezTo>
                  <a:pt x="4827" y="3513"/>
                  <a:pt x="4713" y="3578"/>
                  <a:pt x="4593" y="3578"/>
                </a:cubicBezTo>
                <a:cubicBezTo>
                  <a:pt x="4447" y="3578"/>
                  <a:pt x="4292" y="3481"/>
                  <a:pt x="4223" y="3308"/>
                </a:cubicBezTo>
                <a:lnTo>
                  <a:pt x="315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1" name="Google Shape;5611;p57">
            <a:extLst>
              <a:ext uri="{FF2B5EF4-FFF2-40B4-BE49-F238E27FC236}">
                <a16:creationId xmlns:a16="http://schemas.microsoft.com/office/drawing/2014/main" id="{7FC4F9EC-9722-83D9-0B1B-AC2DC8265C4D}"/>
              </a:ext>
            </a:extLst>
          </p:cNvPr>
          <p:cNvSpPr/>
          <p:nvPr/>
        </p:nvSpPr>
        <p:spPr>
          <a:xfrm>
            <a:off x="7885288" y="3750294"/>
            <a:ext cx="252404" cy="139663"/>
          </a:xfrm>
          <a:custGeom>
            <a:avLst/>
            <a:gdLst/>
            <a:ahLst/>
            <a:cxnLst/>
            <a:rect l="l" t="t" r="r" b="b"/>
            <a:pathLst>
              <a:path w="7688" h="4254" extrusionOk="0">
                <a:moveTo>
                  <a:pt x="0" y="0"/>
                </a:moveTo>
                <a:lnTo>
                  <a:pt x="0" y="2836"/>
                </a:lnTo>
                <a:lnTo>
                  <a:pt x="2111" y="2836"/>
                </a:lnTo>
                <a:lnTo>
                  <a:pt x="2962" y="945"/>
                </a:lnTo>
                <a:cubicBezTo>
                  <a:pt x="3020" y="800"/>
                  <a:pt x="3138" y="735"/>
                  <a:pt x="3258" y="735"/>
                </a:cubicBezTo>
                <a:cubicBezTo>
                  <a:pt x="3399" y="735"/>
                  <a:pt x="3541" y="824"/>
                  <a:pt x="3592" y="977"/>
                </a:cubicBezTo>
                <a:lnTo>
                  <a:pt x="4632" y="4253"/>
                </a:lnTo>
                <a:lnTo>
                  <a:pt x="5104" y="3056"/>
                </a:lnTo>
                <a:cubicBezTo>
                  <a:pt x="5167" y="2930"/>
                  <a:pt x="5325" y="2836"/>
                  <a:pt x="5419" y="2836"/>
                </a:cubicBezTo>
                <a:lnTo>
                  <a:pt x="7688" y="2836"/>
                </a:lnTo>
                <a:lnTo>
                  <a:pt x="768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2" name="Google Shape;5612;p57">
            <a:extLst>
              <a:ext uri="{FF2B5EF4-FFF2-40B4-BE49-F238E27FC236}">
                <a16:creationId xmlns:a16="http://schemas.microsoft.com/office/drawing/2014/main" id="{13BD8200-7551-BAFF-2C69-E45034AF47B6}"/>
              </a:ext>
            </a:extLst>
          </p:cNvPr>
          <p:cNvSpPr/>
          <p:nvPr/>
        </p:nvSpPr>
        <p:spPr>
          <a:xfrm>
            <a:off x="7817032" y="3682038"/>
            <a:ext cx="388916" cy="388916"/>
          </a:xfrm>
          <a:custGeom>
            <a:avLst/>
            <a:gdLst/>
            <a:ahLst/>
            <a:cxnLst/>
            <a:rect l="l" t="t" r="r" b="b"/>
            <a:pathLst>
              <a:path w="11846" h="11846" extrusionOk="0">
                <a:moveTo>
                  <a:pt x="10113" y="1386"/>
                </a:moveTo>
                <a:cubicBezTo>
                  <a:pt x="10302" y="1386"/>
                  <a:pt x="10460" y="1544"/>
                  <a:pt x="10460" y="1733"/>
                </a:cubicBezTo>
                <a:lnTo>
                  <a:pt x="10460" y="8758"/>
                </a:lnTo>
                <a:cubicBezTo>
                  <a:pt x="10460" y="8947"/>
                  <a:pt x="10302" y="9105"/>
                  <a:pt x="10113" y="9105"/>
                </a:cubicBezTo>
                <a:lnTo>
                  <a:pt x="1733" y="9105"/>
                </a:lnTo>
                <a:cubicBezTo>
                  <a:pt x="1512" y="9105"/>
                  <a:pt x="1355" y="8947"/>
                  <a:pt x="1355" y="8758"/>
                </a:cubicBezTo>
                <a:lnTo>
                  <a:pt x="1355" y="1733"/>
                </a:lnTo>
                <a:cubicBezTo>
                  <a:pt x="1355" y="1544"/>
                  <a:pt x="1512" y="1386"/>
                  <a:pt x="1733" y="1386"/>
                </a:cubicBezTo>
                <a:close/>
                <a:moveTo>
                  <a:pt x="2426" y="9767"/>
                </a:moveTo>
                <a:cubicBezTo>
                  <a:pt x="2615" y="9767"/>
                  <a:pt x="2804" y="9924"/>
                  <a:pt x="2804" y="10113"/>
                </a:cubicBezTo>
                <a:cubicBezTo>
                  <a:pt x="2804" y="10334"/>
                  <a:pt x="2615" y="10491"/>
                  <a:pt x="2426" y="10491"/>
                </a:cubicBezTo>
                <a:cubicBezTo>
                  <a:pt x="2237" y="10491"/>
                  <a:pt x="2079" y="10334"/>
                  <a:pt x="2079" y="10113"/>
                </a:cubicBezTo>
                <a:cubicBezTo>
                  <a:pt x="2079" y="9924"/>
                  <a:pt x="2237" y="9767"/>
                  <a:pt x="2426" y="9767"/>
                </a:cubicBezTo>
                <a:close/>
                <a:moveTo>
                  <a:pt x="3844" y="9767"/>
                </a:moveTo>
                <a:cubicBezTo>
                  <a:pt x="4033" y="9767"/>
                  <a:pt x="4190" y="9924"/>
                  <a:pt x="4190" y="10113"/>
                </a:cubicBezTo>
                <a:cubicBezTo>
                  <a:pt x="4190" y="10334"/>
                  <a:pt x="4001" y="10491"/>
                  <a:pt x="3844" y="10491"/>
                </a:cubicBezTo>
                <a:cubicBezTo>
                  <a:pt x="3655" y="10491"/>
                  <a:pt x="3497" y="10334"/>
                  <a:pt x="3497" y="10113"/>
                </a:cubicBezTo>
                <a:cubicBezTo>
                  <a:pt x="3497" y="9924"/>
                  <a:pt x="3655" y="9767"/>
                  <a:pt x="3844" y="9767"/>
                </a:cubicBezTo>
                <a:close/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10113"/>
                </a:lnTo>
                <a:cubicBezTo>
                  <a:pt x="0" y="11058"/>
                  <a:pt x="788" y="11846"/>
                  <a:pt x="1733" y="11846"/>
                </a:cubicBezTo>
                <a:lnTo>
                  <a:pt x="10113" y="11846"/>
                </a:lnTo>
                <a:cubicBezTo>
                  <a:pt x="11058" y="11846"/>
                  <a:pt x="11846" y="11058"/>
                  <a:pt x="11846" y="10113"/>
                </a:cubicBezTo>
                <a:lnTo>
                  <a:pt x="11846" y="1733"/>
                </a:lnTo>
                <a:cubicBezTo>
                  <a:pt x="11846" y="788"/>
                  <a:pt x="11058" y="0"/>
                  <a:pt x="101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3" name="Google Shape;5613;p57">
            <a:extLst>
              <a:ext uri="{FF2B5EF4-FFF2-40B4-BE49-F238E27FC236}">
                <a16:creationId xmlns:a16="http://schemas.microsoft.com/office/drawing/2014/main" id="{AAB608BB-72A2-2AB2-D2E4-1933D40ABA25}"/>
              </a:ext>
            </a:extLst>
          </p:cNvPr>
          <p:cNvSpPr/>
          <p:nvPr/>
        </p:nvSpPr>
        <p:spPr>
          <a:xfrm>
            <a:off x="7863532" y="4210445"/>
            <a:ext cx="296891" cy="387931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5" name="Google Shape;5615;p57">
            <a:extLst>
              <a:ext uri="{FF2B5EF4-FFF2-40B4-BE49-F238E27FC236}">
                <a16:creationId xmlns:a16="http://schemas.microsoft.com/office/drawing/2014/main" id="{5AF69C28-EB23-5894-4469-494D0B8E8094}"/>
              </a:ext>
            </a:extLst>
          </p:cNvPr>
          <p:cNvSpPr/>
          <p:nvPr/>
        </p:nvSpPr>
        <p:spPr>
          <a:xfrm>
            <a:off x="7999588" y="4799176"/>
            <a:ext cx="23835" cy="22785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0" y="0"/>
                </a:moveTo>
                <a:lnTo>
                  <a:pt x="0" y="694"/>
                </a:lnTo>
                <a:lnTo>
                  <a:pt x="725" y="694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6" name="Google Shape;5616;p57">
            <a:extLst>
              <a:ext uri="{FF2B5EF4-FFF2-40B4-BE49-F238E27FC236}">
                <a16:creationId xmlns:a16="http://schemas.microsoft.com/office/drawing/2014/main" id="{C6301359-070E-FC18-D0AA-F95C55F743C2}"/>
              </a:ext>
            </a:extLst>
          </p:cNvPr>
          <p:cNvSpPr/>
          <p:nvPr/>
        </p:nvSpPr>
        <p:spPr>
          <a:xfrm>
            <a:off x="7999588" y="4843663"/>
            <a:ext cx="23835" cy="23803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0" y="0"/>
                </a:moveTo>
                <a:lnTo>
                  <a:pt x="0" y="725"/>
                </a:lnTo>
                <a:lnTo>
                  <a:pt x="725" y="725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7" name="Google Shape;5617;p57">
            <a:extLst>
              <a:ext uri="{FF2B5EF4-FFF2-40B4-BE49-F238E27FC236}">
                <a16:creationId xmlns:a16="http://schemas.microsoft.com/office/drawing/2014/main" id="{615F84E2-38F5-B270-6A0A-0D4AB31838B6}"/>
              </a:ext>
            </a:extLst>
          </p:cNvPr>
          <p:cNvSpPr/>
          <p:nvPr/>
        </p:nvSpPr>
        <p:spPr>
          <a:xfrm>
            <a:off x="7999588" y="4935721"/>
            <a:ext cx="23835" cy="45536"/>
          </a:xfrm>
          <a:custGeom>
            <a:avLst/>
            <a:gdLst/>
            <a:ahLst/>
            <a:cxnLst/>
            <a:rect l="l" t="t" r="r" b="b"/>
            <a:pathLst>
              <a:path w="726" h="1387" extrusionOk="0">
                <a:moveTo>
                  <a:pt x="0" y="0"/>
                </a:moveTo>
                <a:lnTo>
                  <a:pt x="0" y="1040"/>
                </a:lnTo>
                <a:cubicBezTo>
                  <a:pt x="0" y="1229"/>
                  <a:pt x="158" y="1386"/>
                  <a:pt x="379" y="1386"/>
                </a:cubicBezTo>
                <a:cubicBezTo>
                  <a:pt x="568" y="1386"/>
                  <a:pt x="725" y="1229"/>
                  <a:pt x="725" y="1040"/>
                </a:cubicBez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8" name="Google Shape;5618;p57">
            <a:extLst>
              <a:ext uri="{FF2B5EF4-FFF2-40B4-BE49-F238E27FC236}">
                <a16:creationId xmlns:a16="http://schemas.microsoft.com/office/drawing/2014/main" id="{4561B4C8-4D18-DD31-3872-04DDFA3BBFC9}"/>
              </a:ext>
            </a:extLst>
          </p:cNvPr>
          <p:cNvSpPr/>
          <p:nvPr/>
        </p:nvSpPr>
        <p:spPr>
          <a:xfrm>
            <a:off x="8046142" y="4775373"/>
            <a:ext cx="69306" cy="35228"/>
          </a:xfrm>
          <a:custGeom>
            <a:avLst/>
            <a:gdLst/>
            <a:ahLst/>
            <a:cxnLst/>
            <a:rect l="l" t="t" r="r" b="b"/>
            <a:pathLst>
              <a:path w="2111" h="1073" extrusionOk="0">
                <a:moveTo>
                  <a:pt x="0" y="1"/>
                </a:moveTo>
                <a:lnTo>
                  <a:pt x="0" y="725"/>
                </a:lnTo>
                <a:lnTo>
                  <a:pt x="1040" y="725"/>
                </a:lnTo>
                <a:cubicBezTo>
                  <a:pt x="1386" y="725"/>
                  <a:pt x="1701" y="883"/>
                  <a:pt x="1985" y="1072"/>
                </a:cubicBezTo>
                <a:cubicBezTo>
                  <a:pt x="2048" y="946"/>
                  <a:pt x="2111" y="851"/>
                  <a:pt x="2111" y="725"/>
                </a:cubicBezTo>
                <a:cubicBezTo>
                  <a:pt x="2111" y="316"/>
                  <a:pt x="1764" y="1"/>
                  <a:pt x="138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9" name="Google Shape;5619;p57">
            <a:extLst>
              <a:ext uri="{FF2B5EF4-FFF2-40B4-BE49-F238E27FC236}">
                <a16:creationId xmlns:a16="http://schemas.microsoft.com/office/drawing/2014/main" id="{A965590F-B120-CCB8-E9AA-ABFC15AE98E5}"/>
              </a:ext>
            </a:extLst>
          </p:cNvPr>
          <p:cNvSpPr/>
          <p:nvPr/>
        </p:nvSpPr>
        <p:spPr>
          <a:xfrm>
            <a:off x="7999588" y="4752622"/>
            <a:ext cx="23835" cy="22785"/>
          </a:xfrm>
          <a:custGeom>
            <a:avLst/>
            <a:gdLst/>
            <a:ahLst/>
            <a:cxnLst/>
            <a:rect l="l" t="t" r="r" b="b"/>
            <a:pathLst>
              <a:path w="726" h="694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694"/>
                </a:lnTo>
                <a:lnTo>
                  <a:pt x="725" y="694"/>
                </a:lnTo>
                <a:lnTo>
                  <a:pt x="725" y="347"/>
                </a:lnTo>
                <a:cubicBezTo>
                  <a:pt x="725" y="158"/>
                  <a:pt x="568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0" name="Google Shape;5620;p57">
            <a:extLst>
              <a:ext uri="{FF2B5EF4-FFF2-40B4-BE49-F238E27FC236}">
                <a16:creationId xmlns:a16="http://schemas.microsoft.com/office/drawing/2014/main" id="{EC4785D4-7CC5-C767-246B-347637E68D30}"/>
              </a:ext>
            </a:extLst>
          </p:cNvPr>
          <p:cNvSpPr/>
          <p:nvPr/>
        </p:nvSpPr>
        <p:spPr>
          <a:xfrm>
            <a:off x="7999588" y="4889166"/>
            <a:ext cx="23835" cy="23803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0" y="0"/>
                </a:moveTo>
                <a:lnTo>
                  <a:pt x="0" y="725"/>
                </a:lnTo>
                <a:lnTo>
                  <a:pt x="725" y="725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1" name="Google Shape;5621;p57">
            <a:extLst>
              <a:ext uri="{FF2B5EF4-FFF2-40B4-BE49-F238E27FC236}">
                <a16:creationId xmlns:a16="http://schemas.microsoft.com/office/drawing/2014/main" id="{80A5A610-9CD5-7F2E-312E-D6B4602235DC}"/>
              </a:ext>
            </a:extLst>
          </p:cNvPr>
          <p:cNvSpPr/>
          <p:nvPr/>
        </p:nvSpPr>
        <p:spPr>
          <a:xfrm>
            <a:off x="7817541" y="4706100"/>
            <a:ext cx="387898" cy="388916"/>
          </a:xfrm>
          <a:custGeom>
            <a:avLst/>
            <a:gdLst/>
            <a:ahLst/>
            <a:cxnLst/>
            <a:rect l="l" t="t" r="r" b="b"/>
            <a:pathLst>
              <a:path w="11815" h="11846" extrusionOk="0">
                <a:moveTo>
                  <a:pt x="5892" y="725"/>
                </a:moveTo>
                <a:cubicBezTo>
                  <a:pt x="6333" y="725"/>
                  <a:pt x="6743" y="1008"/>
                  <a:pt x="6900" y="1449"/>
                </a:cubicBezTo>
                <a:lnTo>
                  <a:pt x="8349" y="1449"/>
                </a:lnTo>
                <a:cubicBezTo>
                  <a:pt x="9106" y="1449"/>
                  <a:pt x="9736" y="2079"/>
                  <a:pt x="9736" y="2835"/>
                </a:cubicBezTo>
                <a:cubicBezTo>
                  <a:pt x="9736" y="3214"/>
                  <a:pt x="9578" y="3529"/>
                  <a:pt x="9295" y="3812"/>
                </a:cubicBezTo>
                <a:cubicBezTo>
                  <a:pt x="9326" y="3938"/>
                  <a:pt x="9358" y="4096"/>
                  <a:pt x="9358" y="4190"/>
                </a:cubicBezTo>
                <a:cubicBezTo>
                  <a:pt x="9358" y="4600"/>
                  <a:pt x="9200" y="4915"/>
                  <a:pt x="8948" y="5198"/>
                </a:cubicBezTo>
                <a:cubicBezTo>
                  <a:pt x="8980" y="5324"/>
                  <a:pt x="9011" y="5450"/>
                  <a:pt x="9011" y="5576"/>
                </a:cubicBezTo>
                <a:cubicBezTo>
                  <a:pt x="9011" y="6333"/>
                  <a:pt x="8381" y="6963"/>
                  <a:pt x="7625" y="6963"/>
                </a:cubicBezTo>
                <a:cubicBezTo>
                  <a:pt x="7436" y="6963"/>
                  <a:pt x="7278" y="6805"/>
                  <a:pt x="7278" y="6616"/>
                </a:cubicBezTo>
                <a:cubicBezTo>
                  <a:pt x="7278" y="6427"/>
                  <a:pt x="7436" y="6269"/>
                  <a:pt x="7625" y="6269"/>
                </a:cubicBezTo>
                <a:cubicBezTo>
                  <a:pt x="8034" y="6269"/>
                  <a:pt x="8349" y="5954"/>
                  <a:pt x="8349" y="5545"/>
                </a:cubicBezTo>
                <a:cubicBezTo>
                  <a:pt x="8349" y="5167"/>
                  <a:pt x="8034" y="4852"/>
                  <a:pt x="7625" y="4852"/>
                </a:cubicBezTo>
                <a:lnTo>
                  <a:pt x="6932" y="4852"/>
                </a:lnTo>
                <a:lnTo>
                  <a:pt x="6932" y="7593"/>
                </a:lnTo>
                <a:lnTo>
                  <a:pt x="7940" y="7593"/>
                </a:lnTo>
                <a:cubicBezTo>
                  <a:pt x="8538" y="7593"/>
                  <a:pt x="8980" y="8065"/>
                  <a:pt x="8980" y="8632"/>
                </a:cubicBezTo>
                <a:cubicBezTo>
                  <a:pt x="8980" y="9105"/>
                  <a:pt x="8664" y="9514"/>
                  <a:pt x="8192" y="9609"/>
                </a:cubicBezTo>
                <a:cubicBezTo>
                  <a:pt x="7562" y="9767"/>
                  <a:pt x="7058" y="10145"/>
                  <a:pt x="6680" y="10586"/>
                </a:cubicBezTo>
                <a:cubicBezTo>
                  <a:pt x="6459" y="10869"/>
                  <a:pt x="6176" y="11027"/>
                  <a:pt x="5861" y="11027"/>
                </a:cubicBezTo>
                <a:cubicBezTo>
                  <a:pt x="5545" y="11027"/>
                  <a:pt x="5230" y="10869"/>
                  <a:pt x="5041" y="10586"/>
                </a:cubicBezTo>
                <a:cubicBezTo>
                  <a:pt x="4695" y="10113"/>
                  <a:pt x="4128" y="9767"/>
                  <a:pt x="3529" y="9609"/>
                </a:cubicBezTo>
                <a:cubicBezTo>
                  <a:pt x="3057" y="9483"/>
                  <a:pt x="2742" y="9042"/>
                  <a:pt x="2742" y="8569"/>
                </a:cubicBezTo>
                <a:cubicBezTo>
                  <a:pt x="2742" y="8002"/>
                  <a:pt x="3214" y="7561"/>
                  <a:pt x="3781" y="7561"/>
                </a:cubicBezTo>
                <a:lnTo>
                  <a:pt x="4789" y="7561"/>
                </a:lnTo>
                <a:lnTo>
                  <a:pt x="4789" y="4789"/>
                </a:lnTo>
                <a:lnTo>
                  <a:pt x="4096" y="4789"/>
                </a:lnTo>
                <a:cubicBezTo>
                  <a:pt x="3687" y="4789"/>
                  <a:pt x="3372" y="5104"/>
                  <a:pt x="3372" y="5513"/>
                </a:cubicBezTo>
                <a:cubicBezTo>
                  <a:pt x="3372" y="5891"/>
                  <a:pt x="3687" y="6206"/>
                  <a:pt x="4096" y="6206"/>
                </a:cubicBezTo>
                <a:cubicBezTo>
                  <a:pt x="4285" y="6206"/>
                  <a:pt x="4443" y="6364"/>
                  <a:pt x="4443" y="6553"/>
                </a:cubicBezTo>
                <a:cubicBezTo>
                  <a:pt x="4443" y="6774"/>
                  <a:pt x="4285" y="6931"/>
                  <a:pt x="4096" y="6931"/>
                </a:cubicBezTo>
                <a:cubicBezTo>
                  <a:pt x="3340" y="6931"/>
                  <a:pt x="2710" y="6301"/>
                  <a:pt x="2710" y="5545"/>
                </a:cubicBezTo>
                <a:cubicBezTo>
                  <a:pt x="2710" y="5387"/>
                  <a:pt x="2742" y="5261"/>
                  <a:pt x="2805" y="5135"/>
                </a:cubicBezTo>
                <a:cubicBezTo>
                  <a:pt x="2521" y="4883"/>
                  <a:pt x="2363" y="4568"/>
                  <a:pt x="2363" y="4159"/>
                </a:cubicBezTo>
                <a:cubicBezTo>
                  <a:pt x="2363" y="4001"/>
                  <a:pt x="2395" y="3875"/>
                  <a:pt x="2426" y="3781"/>
                </a:cubicBezTo>
                <a:cubicBezTo>
                  <a:pt x="2174" y="3497"/>
                  <a:pt x="2017" y="3182"/>
                  <a:pt x="2017" y="2772"/>
                </a:cubicBezTo>
                <a:cubicBezTo>
                  <a:pt x="2080" y="2048"/>
                  <a:pt x="2710" y="1449"/>
                  <a:pt x="3466" y="1449"/>
                </a:cubicBezTo>
                <a:lnTo>
                  <a:pt x="4915" y="1449"/>
                </a:lnTo>
                <a:cubicBezTo>
                  <a:pt x="5073" y="1040"/>
                  <a:pt x="5419" y="725"/>
                  <a:pt x="5892" y="725"/>
                </a:cubicBezTo>
                <a:close/>
                <a:moveTo>
                  <a:pt x="1009" y="0"/>
                </a:moveTo>
                <a:cubicBezTo>
                  <a:pt x="473" y="32"/>
                  <a:pt x="1" y="504"/>
                  <a:pt x="1" y="1040"/>
                </a:cubicBezTo>
                <a:lnTo>
                  <a:pt x="1" y="10838"/>
                </a:lnTo>
                <a:cubicBezTo>
                  <a:pt x="1" y="11405"/>
                  <a:pt x="473" y="11846"/>
                  <a:pt x="1009" y="11846"/>
                </a:cubicBezTo>
                <a:lnTo>
                  <a:pt x="10807" y="11846"/>
                </a:lnTo>
                <a:cubicBezTo>
                  <a:pt x="11374" y="11846"/>
                  <a:pt x="11815" y="11373"/>
                  <a:pt x="11815" y="10775"/>
                </a:cubicBezTo>
                <a:lnTo>
                  <a:pt x="11815" y="1071"/>
                </a:lnTo>
                <a:cubicBezTo>
                  <a:pt x="11815" y="504"/>
                  <a:pt x="11342" y="32"/>
                  <a:pt x="10807" y="32"/>
                </a:cubicBezTo>
                <a:lnTo>
                  <a:pt x="100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2" name="Google Shape;5622;p57">
            <a:extLst>
              <a:ext uri="{FF2B5EF4-FFF2-40B4-BE49-F238E27FC236}">
                <a16:creationId xmlns:a16="http://schemas.microsoft.com/office/drawing/2014/main" id="{91B01D0C-C81C-8C3D-92F5-F1D814744812}"/>
              </a:ext>
            </a:extLst>
          </p:cNvPr>
          <p:cNvSpPr/>
          <p:nvPr/>
        </p:nvSpPr>
        <p:spPr>
          <a:xfrm>
            <a:off x="8046143" y="4820910"/>
            <a:ext cx="56896" cy="35195"/>
          </a:xfrm>
          <a:custGeom>
            <a:avLst/>
            <a:gdLst/>
            <a:ahLst/>
            <a:cxnLst/>
            <a:rect l="l" t="t" r="r" b="b"/>
            <a:pathLst>
              <a:path w="1733" h="1072" extrusionOk="0">
                <a:moveTo>
                  <a:pt x="0" y="0"/>
                </a:moveTo>
                <a:lnTo>
                  <a:pt x="0" y="725"/>
                </a:lnTo>
                <a:lnTo>
                  <a:pt x="725" y="725"/>
                </a:lnTo>
                <a:cubicBezTo>
                  <a:pt x="748" y="722"/>
                  <a:pt x="772" y="721"/>
                  <a:pt x="795" y="721"/>
                </a:cubicBezTo>
                <a:cubicBezTo>
                  <a:pt x="1086" y="721"/>
                  <a:pt x="1374" y="896"/>
                  <a:pt x="1607" y="1071"/>
                </a:cubicBezTo>
                <a:cubicBezTo>
                  <a:pt x="1701" y="945"/>
                  <a:pt x="1733" y="819"/>
                  <a:pt x="1733" y="725"/>
                </a:cubicBezTo>
                <a:cubicBezTo>
                  <a:pt x="1733" y="315"/>
                  <a:pt x="1418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3" name="Google Shape;5623;p57">
            <a:extLst>
              <a:ext uri="{FF2B5EF4-FFF2-40B4-BE49-F238E27FC236}">
                <a16:creationId xmlns:a16="http://schemas.microsoft.com/office/drawing/2014/main" id="{8F849CE1-CC21-AA32-1A1E-A9C40A999C8C}"/>
              </a:ext>
            </a:extLst>
          </p:cNvPr>
          <p:cNvSpPr/>
          <p:nvPr/>
        </p:nvSpPr>
        <p:spPr>
          <a:xfrm>
            <a:off x="7931332" y="4981224"/>
            <a:ext cx="159296" cy="68288"/>
          </a:xfrm>
          <a:custGeom>
            <a:avLst/>
            <a:gdLst/>
            <a:ahLst/>
            <a:cxnLst/>
            <a:rect l="l" t="t" r="r" b="b"/>
            <a:pathLst>
              <a:path w="4852" h="2080" extrusionOk="0">
                <a:moveTo>
                  <a:pt x="315" y="0"/>
                </a:moveTo>
                <a:cubicBezTo>
                  <a:pt x="158" y="0"/>
                  <a:pt x="0" y="158"/>
                  <a:pt x="0" y="347"/>
                </a:cubicBezTo>
                <a:cubicBezTo>
                  <a:pt x="0" y="567"/>
                  <a:pt x="158" y="662"/>
                  <a:pt x="284" y="693"/>
                </a:cubicBezTo>
                <a:cubicBezTo>
                  <a:pt x="1008" y="914"/>
                  <a:pt x="1701" y="1355"/>
                  <a:pt x="2174" y="1922"/>
                </a:cubicBezTo>
                <a:cubicBezTo>
                  <a:pt x="2205" y="2017"/>
                  <a:pt x="2269" y="2080"/>
                  <a:pt x="2426" y="2080"/>
                </a:cubicBezTo>
                <a:cubicBezTo>
                  <a:pt x="2584" y="2080"/>
                  <a:pt x="2678" y="2017"/>
                  <a:pt x="2710" y="1922"/>
                </a:cubicBezTo>
                <a:cubicBezTo>
                  <a:pt x="3151" y="1355"/>
                  <a:pt x="3812" y="882"/>
                  <a:pt x="4568" y="662"/>
                </a:cubicBezTo>
                <a:cubicBezTo>
                  <a:pt x="4726" y="630"/>
                  <a:pt x="4852" y="504"/>
                  <a:pt x="4852" y="347"/>
                </a:cubicBezTo>
                <a:cubicBezTo>
                  <a:pt x="4852" y="158"/>
                  <a:pt x="4694" y="0"/>
                  <a:pt x="4474" y="0"/>
                </a:cubicBezTo>
                <a:lnTo>
                  <a:pt x="3371" y="0"/>
                </a:lnTo>
                <a:cubicBezTo>
                  <a:pt x="3214" y="410"/>
                  <a:pt x="2867" y="725"/>
                  <a:pt x="2395" y="725"/>
                </a:cubicBezTo>
                <a:cubicBezTo>
                  <a:pt x="1922" y="725"/>
                  <a:pt x="1575" y="441"/>
                  <a:pt x="14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4" name="Google Shape;5624;p57">
            <a:extLst>
              <a:ext uri="{FF2B5EF4-FFF2-40B4-BE49-F238E27FC236}">
                <a16:creationId xmlns:a16="http://schemas.microsoft.com/office/drawing/2014/main" id="{717DBCA2-964B-A5F5-3A16-C10A0023A0BF}"/>
              </a:ext>
            </a:extLst>
          </p:cNvPr>
          <p:cNvSpPr/>
          <p:nvPr/>
        </p:nvSpPr>
        <p:spPr>
          <a:xfrm>
            <a:off x="7907530" y="4775373"/>
            <a:ext cx="69339" cy="35228"/>
          </a:xfrm>
          <a:custGeom>
            <a:avLst/>
            <a:gdLst/>
            <a:ahLst/>
            <a:cxnLst/>
            <a:rect l="l" t="t" r="r" b="b"/>
            <a:pathLst>
              <a:path w="2112" h="1073" extrusionOk="0">
                <a:moveTo>
                  <a:pt x="725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851"/>
                  <a:pt x="64" y="978"/>
                  <a:pt x="127" y="1072"/>
                </a:cubicBezTo>
                <a:cubicBezTo>
                  <a:pt x="410" y="883"/>
                  <a:pt x="725" y="725"/>
                  <a:pt x="1072" y="725"/>
                </a:cubicBezTo>
                <a:lnTo>
                  <a:pt x="2111" y="725"/>
                </a:lnTo>
                <a:lnTo>
                  <a:pt x="211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5" name="Google Shape;5625;p57">
            <a:extLst>
              <a:ext uri="{FF2B5EF4-FFF2-40B4-BE49-F238E27FC236}">
                <a16:creationId xmlns:a16="http://schemas.microsoft.com/office/drawing/2014/main" id="{2BD1AC0F-6B5F-22A6-AD7C-348AF9C0BC1F}"/>
              </a:ext>
            </a:extLst>
          </p:cNvPr>
          <p:cNvSpPr/>
          <p:nvPr/>
        </p:nvSpPr>
        <p:spPr>
          <a:xfrm>
            <a:off x="7920991" y="4821928"/>
            <a:ext cx="57947" cy="35195"/>
          </a:xfrm>
          <a:custGeom>
            <a:avLst/>
            <a:gdLst/>
            <a:ahLst/>
            <a:cxnLst/>
            <a:rect l="l" t="t" r="r" b="b"/>
            <a:pathLst>
              <a:path w="1765" h="1072" extrusionOk="0">
                <a:moveTo>
                  <a:pt x="693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851"/>
                  <a:pt x="32" y="1009"/>
                  <a:pt x="126" y="1072"/>
                </a:cubicBezTo>
                <a:cubicBezTo>
                  <a:pt x="347" y="820"/>
                  <a:pt x="693" y="725"/>
                  <a:pt x="1071" y="725"/>
                </a:cubicBezTo>
                <a:lnTo>
                  <a:pt x="1764" y="725"/>
                </a:lnTo>
                <a:lnTo>
                  <a:pt x="176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6" name="Google Shape;5626;p57">
            <a:extLst>
              <a:ext uri="{FF2B5EF4-FFF2-40B4-BE49-F238E27FC236}">
                <a16:creationId xmlns:a16="http://schemas.microsoft.com/office/drawing/2014/main" id="{4DD68776-7ACF-4284-A8E7-DF579E4AA1B7}"/>
              </a:ext>
            </a:extLst>
          </p:cNvPr>
          <p:cNvSpPr/>
          <p:nvPr/>
        </p:nvSpPr>
        <p:spPr>
          <a:xfrm>
            <a:off x="6799253" y="5192093"/>
            <a:ext cx="389999" cy="389967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7" name="Google Shape;5627;p57">
            <a:extLst>
              <a:ext uri="{FF2B5EF4-FFF2-40B4-BE49-F238E27FC236}">
                <a16:creationId xmlns:a16="http://schemas.microsoft.com/office/drawing/2014/main" id="{22F562A0-2F69-555A-3434-66709F37D5DF}"/>
              </a:ext>
            </a:extLst>
          </p:cNvPr>
          <p:cNvSpPr txBox="1"/>
          <p:nvPr/>
        </p:nvSpPr>
        <p:spPr>
          <a:xfrm>
            <a:off x="444157" y="1275942"/>
            <a:ext cx="3838521" cy="5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 defTabSz="685766">
              <a:spcBef>
                <a:spcPct val="0"/>
              </a:spcBef>
              <a:spcAft>
                <a:spcPct val="0"/>
              </a:spcAft>
              <a:defRPr/>
            </a:pPr>
            <a:r>
              <a:rPr lang="en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Educational Icons</a:t>
            </a:r>
            <a:endParaRPr sz="2400" b="1" dirty="0">
              <a:solidFill>
                <a:srgbClr val="FFFFFF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358" name="Google Shape;5628;p57">
            <a:extLst>
              <a:ext uri="{FF2B5EF4-FFF2-40B4-BE49-F238E27FC236}">
                <a16:creationId xmlns:a16="http://schemas.microsoft.com/office/drawing/2014/main" id="{046582FF-F1B4-BC3F-0407-56F732175B26}"/>
              </a:ext>
            </a:extLst>
          </p:cNvPr>
          <p:cNvSpPr txBox="1"/>
          <p:nvPr/>
        </p:nvSpPr>
        <p:spPr>
          <a:xfrm>
            <a:off x="4863208" y="1275942"/>
            <a:ext cx="3838521" cy="5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 defTabSz="685766">
              <a:spcBef>
                <a:spcPct val="0"/>
              </a:spcBef>
              <a:spcAft>
                <a:spcPct val="0"/>
              </a:spcAft>
              <a:defRPr/>
            </a:pPr>
            <a:r>
              <a:rPr lang="en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Medical Icons</a:t>
            </a:r>
            <a:endParaRPr sz="2400" b="1" dirty="0">
              <a:solidFill>
                <a:srgbClr val="FFFFFF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44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3DDB-E593-587D-61EB-2823FF75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67AE87-FD16-B085-DDC3-578755E611A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12" name="Google Shape;6144;p59">
            <a:extLst>
              <a:ext uri="{FF2B5EF4-FFF2-40B4-BE49-F238E27FC236}">
                <a16:creationId xmlns:a16="http://schemas.microsoft.com/office/drawing/2014/main" id="{04B7488A-DE6F-0385-CE01-49E4C3FBF32F}"/>
              </a:ext>
            </a:extLst>
          </p:cNvPr>
          <p:cNvSpPr/>
          <p:nvPr/>
        </p:nvSpPr>
        <p:spPr>
          <a:xfrm>
            <a:off x="670327" y="2117679"/>
            <a:ext cx="66152" cy="261446"/>
          </a:xfrm>
          <a:custGeom>
            <a:avLst/>
            <a:gdLst/>
            <a:ahLst/>
            <a:cxnLst/>
            <a:rect l="l" t="t" r="r" b="b"/>
            <a:pathLst>
              <a:path w="2049" h="8098" extrusionOk="0">
                <a:moveTo>
                  <a:pt x="1702" y="0"/>
                </a:moveTo>
                <a:cubicBezTo>
                  <a:pt x="757" y="0"/>
                  <a:pt x="1" y="788"/>
                  <a:pt x="1" y="1733"/>
                </a:cubicBezTo>
                <a:lnTo>
                  <a:pt x="1" y="8097"/>
                </a:lnTo>
                <a:cubicBezTo>
                  <a:pt x="348" y="7782"/>
                  <a:pt x="820" y="7562"/>
                  <a:pt x="1387" y="7562"/>
                </a:cubicBezTo>
                <a:lnTo>
                  <a:pt x="2049" y="7562"/>
                </a:lnTo>
                <a:lnTo>
                  <a:pt x="204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3" name="Google Shape;6145;p59">
            <a:extLst>
              <a:ext uri="{FF2B5EF4-FFF2-40B4-BE49-F238E27FC236}">
                <a16:creationId xmlns:a16="http://schemas.microsoft.com/office/drawing/2014/main" id="{5C3760D1-B05E-F4AF-B8BD-3FF6FEDEFDA9}"/>
              </a:ext>
            </a:extLst>
          </p:cNvPr>
          <p:cNvSpPr/>
          <p:nvPr/>
        </p:nvSpPr>
        <p:spPr>
          <a:xfrm>
            <a:off x="670327" y="2383161"/>
            <a:ext cx="313328" cy="88526"/>
          </a:xfrm>
          <a:custGeom>
            <a:avLst/>
            <a:gdLst/>
            <a:ahLst/>
            <a:cxnLst/>
            <a:rect l="l" t="t" r="r" b="b"/>
            <a:pathLst>
              <a:path w="9705" h="2742" extrusionOk="0">
                <a:moveTo>
                  <a:pt x="1387" y="0"/>
                </a:moveTo>
                <a:cubicBezTo>
                  <a:pt x="631" y="0"/>
                  <a:pt x="1" y="630"/>
                  <a:pt x="1" y="1386"/>
                </a:cubicBezTo>
                <a:cubicBezTo>
                  <a:pt x="1" y="2111"/>
                  <a:pt x="600" y="2741"/>
                  <a:pt x="1356" y="2741"/>
                </a:cubicBezTo>
                <a:lnTo>
                  <a:pt x="4758" y="2741"/>
                </a:lnTo>
                <a:lnTo>
                  <a:pt x="4758" y="1733"/>
                </a:lnTo>
                <a:lnTo>
                  <a:pt x="1702" y="1733"/>
                </a:lnTo>
                <a:cubicBezTo>
                  <a:pt x="1513" y="1733"/>
                  <a:pt x="1356" y="1575"/>
                  <a:pt x="1356" y="1355"/>
                </a:cubicBezTo>
                <a:cubicBezTo>
                  <a:pt x="1356" y="1166"/>
                  <a:pt x="1513" y="1008"/>
                  <a:pt x="1702" y="1008"/>
                </a:cubicBezTo>
                <a:lnTo>
                  <a:pt x="9232" y="1008"/>
                </a:lnTo>
                <a:cubicBezTo>
                  <a:pt x="9263" y="851"/>
                  <a:pt x="9326" y="662"/>
                  <a:pt x="9452" y="536"/>
                </a:cubicBezTo>
                <a:cubicBezTo>
                  <a:pt x="9704" y="221"/>
                  <a:pt x="9484" y="0"/>
                  <a:pt x="92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4" name="Google Shape;6146;p59">
            <a:extLst>
              <a:ext uri="{FF2B5EF4-FFF2-40B4-BE49-F238E27FC236}">
                <a16:creationId xmlns:a16="http://schemas.microsoft.com/office/drawing/2014/main" id="{04222F7F-A9DF-C5F6-B292-4B1E258395F8}"/>
              </a:ext>
            </a:extLst>
          </p:cNvPr>
          <p:cNvSpPr/>
          <p:nvPr/>
        </p:nvSpPr>
        <p:spPr>
          <a:xfrm>
            <a:off x="912433" y="2439078"/>
            <a:ext cx="71222" cy="32608"/>
          </a:xfrm>
          <a:custGeom>
            <a:avLst/>
            <a:gdLst/>
            <a:ahLst/>
            <a:cxnLst/>
            <a:rect l="l" t="t" r="r" b="b"/>
            <a:pathLst>
              <a:path w="2206" h="1010" extrusionOk="0">
                <a:moveTo>
                  <a:pt x="0" y="1"/>
                </a:moveTo>
                <a:lnTo>
                  <a:pt x="0" y="1009"/>
                </a:lnTo>
                <a:lnTo>
                  <a:pt x="1670" y="1009"/>
                </a:lnTo>
                <a:cubicBezTo>
                  <a:pt x="1953" y="1009"/>
                  <a:pt x="2205" y="788"/>
                  <a:pt x="1953" y="505"/>
                </a:cubicBezTo>
                <a:cubicBezTo>
                  <a:pt x="1827" y="347"/>
                  <a:pt x="1764" y="190"/>
                  <a:pt x="167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5" name="Google Shape;6147;p59">
            <a:extLst>
              <a:ext uri="{FF2B5EF4-FFF2-40B4-BE49-F238E27FC236}">
                <a16:creationId xmlns:a16="http://schemas.microsoft.com/office/drawing/2014/main" id="{C5606E5A-E7DF-C2AE-E056-435537BE207F}"/>
              </a:ext>
            </a:extLst>
          </p:cNvPr>
          <p:cNvSpPr/>
          <p:nvPr/>
        </p:nvSpPr>
        <p:spPr>
          <a:xfrm>
            <a:off x="813769" y="2250919"/>
            <a:ext cx="108866" cy="44780"/>
          </a:xfrm>
          <a:custGeom>
            <a:avLst/>
            <a:gdLst/>
            <a:ahLst/>
            <a:cxnLst/>
            <a:rect l="l" t="t" r="r" b="b"/>
            <a:pathLst>
              <a:path w="3372" h="1387" extrusionOk="0">
                <a:moveTo>
                  <a:pt x="1701" y="0"/>
                </a:moveTo>
                <a:cubicBezTo>
                  <a:pt x="882" y="0"/>
                  <a:pt x="221" y="599"/>
                  <a:pt x="0" y="1387"/>
                </a:cubicBezTo>
                <a:lnTo>
                  <a:pt x="3371" y="1387"/>
                </a:lnTo>
                <a:cubicBezTo>
                  <a:pt x="3214" y="599"/>
                  <a:pt x="2521" y="0"/>
                  <a:pt x="17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6" name="Google Shape;6148;p59">
            <a:extLst>
              <a:ext uri="{FF2B5EF4-FFF2-40B4-BE49-F238E27FC236}">
                <a16:creationId xmlns:a16="http://schemas.microsoft.com/office/drawing/2014/main" id="{4ED37D35-80A5-47F0-C6A4-5ECB5E21B80F}"/>
              </a:ext>
            </a:extLst>
          </p:cNvPr>
          <p:cNvSpPr/>
          <p:nvPr/>
        </p:nvSpPr>
        <p:spPr>
          <a:xfrm>
            <a:off x="847314" y="2184799"/>
            <a:ext cx="42746" cy="42746"/>
          </a:xfrm>
          <a:custGeom>
            <a:avLst/>
            <a:gdLst/>
            <a:ahLst/>
            <a:cxnLst/>
            <a:rect l="l" t="t" r="r" b="b"/>
            <a:pathLst>
              <a:path w="1324" h="1324" extrusionOk="0">
                <a:moveTo>
                  <a:pt x="662" y="1"/>
                </a:moveTo>
                <a:cubicBezTo>
                  <a:pt x="316" y="1"/>
                  <a:pt x="1" y="284"/>
                  <a:pt x="1" y="662"/>
                </a:cubicBezTo>
                <a:cubicBezTo>
                  <a:pt x="1" y="1040"/>
                  <a:pt x="316" y="1324"/>
                  <a:pt x="662" y="1324"/>
                </a:cubicBezTo>
                <a:cubicBezTo>
                  <a:pt x="1040" y="1324"/>
                  <a:pt x="1324" y="1040"/>
                  <a:pt x="1324" y="662"/>
                </a:cubicBezTo>
                <a:cubicBezTo>
                  <a:pt x="1324" y="284"/>
                  <a:pt x="1040" y="1"/>
                  <a:pt x="66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7" name="Google Shape;6149;p59">
            <a:extLst>
              <a:ext uri="{FF2B5EF4-FFF2-40B4-BE49-F238E27FC236}">
                <a16:creationId xmlns:a16="http://schemas.microsoft.com/office/drawing/2014/main" id="{D1B19E8A-E315-825B-DA1A-08BD1B9A7EFC}"/>
              </a:ext>
            </a:extLst>
          </p:cNvPr>
          <p:cNvSpPr/>
          <p:nvPr/>
        </p:nvSpPr>
        <p:spPr>
          <a:xfrm>
            <a:off x="757819" y="2117679"/>
            <a:ext cx="221768" cy="244141"/>
          </a:xfrm>
          <a:custGeom>
            <a:avLst/>
            <a:gdLst/>
            <a:ahLst/>
            <a:cxnLst/>
            <a:rect l="l" t="t" r="r" b="b"/>
            <a:pathLst>
              <a:path w="6869" h="7562" extrusionOk="0">
                <a:moveTo>
                  <a:pt x="3434" y="1355"/>
                </a:moveTo>
                <a:cubicBezTo>
                  <a:pt x="4191" y="1355"/>
                  <a:pt x="4821" y="1985"/>
                  <a:pt x="4821" y="2741"/>
                </a:cubicBezTo>
                <a:cubicBezTo>
                  <a:pt x="4821" y="3088"/>
                  <a:pt x="4663" y="3403"/>
                  <a:pt x="4474" y="3655"/>
                </a:cubicBezTo>
                <a:cubicBezTo>
                  <a:pt x="5293" y="4033"/>
                  <a:pt x="5829" y="4852"/>
                  <a:pt x="5829" y="5829"/>
                </a:cubicBezTo>
                <a:cubicBezTo>
                  <a:pt x="5829" y="6018"/>
                  <a:pt x="5671" y="6175"/>
                  <a:pt x="5482" y="6175"/>
                </a:cubicBezTo>
                <a:lnTo>
                  <a:pt x="1387" y="6175"/>
                </a:lnTo>
                <a:cubicBezTo>
                  <a:pt x="1198" y="6175"/>
                  <a:pt x="1040" y="6018"/>
                  <a:pt x="1040" y="5829"/>
                </a:cubicBezTo>
                <a:cubicBezTo>
                  <a:pt x="1040" y="4852"/>
                  <a:pt x="1576" y="4033"/>
                  <a:pt x="2426" y="3655"/>
                </a:cubicBezTo>
                <a:cubicBezTo>
                  <a:pt x="2174" y="3403"/>
                  <a:pt x="2048" y="3088"/>
                  <a:pt x="2048" y="2741"/>
                </a:cubicBezTo>
                <a:cubicBezTo>
                  <a:pt x="2048" y="1985"/>
                  <a:pt x="2678" y="1355"/>
                  <a:pt x="3434" y="1355"/>
                </a:cubicBezTo>
                <a:close/>
                <a:moveTo>
                  <a:pt x="0" y="0"/>
                </a:moveTo>
                <a:lnTo>
                  <a:pt x="0" y="7562"/>
                </a:lnTo>
                <a:lnTo>
                  <a:pt x="6868" y="7562"/>
                </a:lnTo>
                <a:lnTo>
                  <a:pt x="6868" y="1009"/>
                </a:lnTo>
                <a:cubicBezTo>
                  <a:pt x="6868" y="473"/>
                  <a:pt x="6396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8" name="Google Shape;6150;p59">
            <a:extLst>
              <a:ext uri="{FF2B5EF4-FFF2-40B4-BE49-F238E27FC236}">
                <a16:creationId xmlns:a16="http://schemas.microsoft.com/office/drawing/2014/main" id="{B2DBF545-FFB5-548A-74C6-515089198CD4}"/>
              </a:ext>
            </a:extLst>
          </p:cNvPr>
          <p:cNvSpPr/>
          <p:nvPr/>
        </p:nvSpPr>
        <p:spPr>
          <a:xfrm>
            <a:off x="847314" y="2439078"/>
            <a:ext cx="44780" cy="54982"/>
          </a:xfrm>
          <a:custGeom>
            <a:avLst/>
            <a:gdLst/>
            <a:ahLst/>
            <a:cxnLst/>
            <a:rect l="l" t="t" r="r" b="b"/>
            <a:pathLst>
              <a:path w="1387" h="1703" extrusionOk="0">
                <a:moveTo>
                  <a:pt x="1" y="1"/>
                </a:moveTo>
                <a:lnTo>
                  <a:pt x="1" y="1702"/>
                </a:lnTo>
                <a:lnTo>
                  <a:pt x="505" y="1387"/>
                </a:lnTo>
                <a:cubicBezTo>
                  <a:pt x="536" y="1324"/>
                  <a:pt x="631" y="1324"/>
                  <a:pt x="694" y="1324"/>
                </a:cubicBezTo>
                <a:cubicBezTo>
                  <a:pt x="711" y="1316"/>
                  <a:pt x="725" y="1312"/>
                  <a:pt x="739" y="1312"/>
                </a:cubicBezTo>
                <a:cubicBezTo>
                  <a:pt x="776" y="1312"/>
                  <a:pt x="805" y="1341"/>
                  <a:pt x="851" y="1387"/>
                </a:cubicBezTo>
                <a:lnTo>
                  <a:pt x="1387" y="1702"/>
                </a:lnTo>
                <a:lnTo>
                  <a:pt x="138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5" name="Google Shape;6152;p59">
            <a:extLst>
              <a:ext uri="{FF2B5EF4-FFF2-40B4-BE49-F238E27FC236}">
                <a16:creationId xmlns:a16="http://schemas.microsoft.com/office/drawing/2014/main" id="{A75BD1D9-EE9F-5EA4-E9AD-E0992A046E6A}"/>
              </a:ext>
            </a:extLst>
          </p:cNvPr>
          <p:cNvSpPr/>
          <p:nvPr/>
        </p:nvSpPr>
        <p:spPr>
          <a:xfrm>
            <a:off x="725260" y="2653325"/>
            <a:ext cx="200427" cy="184123"/>
          </a:xfrm>
          <a:custGeom>
            <a:avLst/>
            <a:gdLst/>
            <a:ahLst/>
            <a:cxnLst/>
            <a:rect l="l" t="t" r="r" b="b"/>
            <a:pathLst>
              <a:path w="6208" h="5703" extrusionOk="0">
                <a:moveTo>
                  <a:pt x="3088" y="693"/>
                </a:moveTo>
                <a:cubicBezTo>
                  <a:pt x="3655" y="693"/>
                  <a:pt x="4128" y="1166"/>
                  <a:pt x="4128" y="1733"/>
                </a:cubicBezTo>
                <a:cubicBezTo>
                  <a:pt x="4128" y="2174"/>
                  <a:pt x="3844" y="2552"/>
                  <a:pt x="3466" y="2710"/>
                </a:cubicBezTo>
                <a:lnTo>
                  <a:pt x="3466" y="3119"/>
                </a:lnTo>
                <a:cubicBezTo>
                  <a:pt x="3466" y="3308"/>
                  <a:pt x="3309" y="3466"/>
                  <a:pt x="3088" y="3466"/>
                </a:cubicBezTo>
                <a:cubicBezTo>
                  <a:pt x="2899" y="3466"/>
                  <a:pt x="2742" y="3308"/>
                  <a:pt x="2742" y="3119"/>
                </a:cubicBezTo>
                <a:lnTo>
                  <a:pt x="2742" y="2710"/>
                </a:lnTo>
                <a:cubicBezTo>
                  <a:pt x="2742" y="2426"/>
                  <a:pt x="2931" y="2174"/>
                  <a:pt x="3214" y="2080"/>
                </a:cubicBezTo>
                <a:cubicBezTo>
                  <a:pt x="3340" y="2048"/>
                  <a:pt x="3466" y="1891"/>
                  <a:pt x="3466" y="1765"/>
                </a:cubicBezTo>
                <a:cubicBezTo>
                  <a:pt x="3466" y="1576"/>
                  <a:pt x="3309" y="1418"/>
                  <a:pt x="3088" y="1418"/>
                </a:cubicBezTo>
                <a:cubicBezTo>
                  <a:pt x="2899" y="1418"/>
                  <a:pt x="2742" y="1576"/>
                  <a:pt x="2742" y="1765"/>
                </a:cubicBezTo>
                <a:cubicBezTo>
                  <a:pt x="2742" y="1954"/>
                  <a:pt x="2584" y="2111"/>
                  <a:pt x="2395" y="2111"/>
                </a:cubicBezTo>
                <a:cubicBezTo>
                  <a:pt x="2206" y="2111"/>
                  <a:pt x="2049" y="1954"/>
                  <a:pt x="2049" y="1765"/>
                </a:cubicBezTo>
                <a:cubicBezTo>
                  <a:pt x="2080" y="1166"/>
                  <a:pt x="2553" y="693"/>
                  <a:pt x="3088" y="693"/>
                </a:cubicBezTo>
                <a:close/>
                <a:moveTo>
                  <a:pt x="3088" y="3781"/>
                </a:moveTo>
                <a:cubicBezTo>
                  <a:pt x="3309" y="3781"/>
                  <a:pt x="3466" y="3938"/>
                  <a:pt x="3466" y="4127"/>
                </a:cubicBezTo>
                <a:cubicBezTo>
                  <a:pt x="3466" y="4317"/>
                  <a:pt x="3309" y="4474"/>
                  <a:pt x="3088" y="4474"/>
                </a:cubicBezTo>
                <a:cubicBezTo>
                  <a:pt x="2899" y="4474"/>
                  <a:pt x="2742" y="4317"/>
                  <a:pt x="2742" y="4127"/>
                </a:cubicBezTo>
                <a:cubicBezTo>
                  <a:pt x="2742" y="3938"/>
                  <a:pt x="2899" y="3781"/>
                  <a:pt x="3088" y="3781"/>
                </a:cubicBezTo>
                <a:close/>
                <a:moveTo>
                  <a:pt x="347" y="0"/>
                </a:moveTo>
                <a:cubicBezTo>
                  <a:pt x="158" y="32"/>
                  <a:pt x="1" y="189"/>
                  <a:pt x="1" y="347"/>
                </a:cubicBezTo>
                <a:lnTo>
                  <a:pt x="1" y="5010"/>
                </a:lnTo>
                <a:lnTo>
                  <a:pt x="694" y="5703"/>
                </a:lnTo>
                <a:cubicBezTo>
                  <a:pt x="1371" y="5088"/>
                  <a:pt x="2238" y="4781"/>
                  <a:pt x="3104" y="4781"/>
                </a:cubicBezTo>
                <a:cubicBezTo>
                  <a:pt x="3970" y="4781"/>
                  <a:pt x="4837" y="5088"/>
                  <a:pt x="5514" y="5703"/>
                </a:cubicBezTo>
                <a:lnTo>
                  <a:pt x="6207" y="5010"/>
                </a:lnTo>
                <a:lnTo>
                  <a:pt x="6207" y="347"/>
                </a:lnTo>
                <a:cubicBezTo>
                  <a:pt x="6207" y="158"/>
                  <a:pt x="6050" y="0"/>
                  <a:pt x="586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6" name="Google Shape;6153;p59">
            <a:extLst>
              <a:ext uri="{FF2B5EF4-FFF2-40B4-BE49-F238E27FC236}">
                <a16:creationId xmlns:a16="http://schemas.microsoft.com/office/drawing/2014/main" id="{0EA07126-B3C4-7EE1-4B14-A0BE37C258C0}"/>
              </a:ext>
            </a:extLst>
          </p:cNvPr>
          <p:cNvSpPr/>
          <p:nvPr/>
        </p:nvSpPr>
        <p:spPr>
          <a:xfrm>
            <a:off x="920554" y="2759092"/>
            <a:ext cx="94628" cy="185156"/>
          </a:xfrm>
          <a:custGeom>
            <a:avLst/>
            <a:gdLst/>
            <a:ahLst/>
            <a:cxnLst/>
            <a:rect l="l" t="t" r="r" b="b"/>
            <a:pathLst>
              <a:path w="2931" h="5735" extrusionOk="0">
                <a:moveTo>
                  <a:pt x="2931" y="1"/>
                </a:moveTo>
                <a:lnTo>
                  <a:pt x="1" y="2899"/>
                </a:lnTo>
                <a:lnTo>
                  <a:pt x="2805" y="5735"/>
                </a:lnTo>
                <a:cubicBezTo>
                  <a:pt x="2868" y="5609"/>
                  <a:pt x="2931" y="5451"/>
                  <a:pt x="2931" y="5294"/>
                </a:cubicBezTo>
                <a:lnTo>
                  <a:pt x="293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7" name="Google Shape;6154;p59">
            <a:extLst>
              <a:ext uri="{FF2B5EF4-FFF2-40B4-BE49-F238E27FC236}">
                <a16:creationId xmlns:a16="http://schemas.microsoft.com/office/drawing/2014/main" id="{C386A59B-08A0-4DC9-12A8-267604DCCE96}"/>
              </a:ext>
            </a:extLst>
          </p:cNvPr>
          <p:cNvSpPr/>
          <p:nvPr/>
        </p:nvSpPr>
        <p:spPr>
          <a:xfrm>
            <a:off x="655072" y="2829278"/>
            <a:ext cx="339770" cy="134307"/>
          </a:xfrm>
          <a:custGeom>
            <a:avLst/>
            <a:gdLst/>
            <a:ahLst/>
            <a:cxnLst/>
            <a:rect l="l" t="t" r="r" b="b"/>
            <a:pathLst>
              <a:path w="10524" h="4160" extrusionOk="0">
                <a:moveTo>
                  <a:pt x="5235" y="1"/>
                </a:moveTo>
                <a:cubicBezTo>
                  <a:pt x="4482" y="1"/>
                  <a:pt x="3734" y="284"/>
                  <a:pt x="3183" y="851"/>
                </a:cubicBezTo>
                <a:lnTo>
                  <a:pt x="1" y="4033"/>
                </a:lnTo>
                <a:cubicBezTo>
                  <a:pt x="158" y="4128"/>
                  <a:pt x="316" y="4159"/>
                  <a:pt x="473" y="4159"/>
                </a:cubicBezTo>
                <a:lnTo>
                  <a:pt x="10082" y="4159"/>
                </a:lnTo>
                <a:cubicBezTo>
                  <a:pt x="10240" y="4159"/>
                  <a:pt x="10398" y="4128"/>
                  <a:pt x="10524" y="4033"/>
                </a:cubicBezTo>
                <a:lnTo>
                  <a:pt x="7310" y="851"/>
                </a:lnTo>
                <a:cubicBezTo>
                  <a:pt x="6743" y="284"/>
                  <a:pt x="5987" y="1"/>
                  <a:pt x="523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8" name="Google Shape;6155;p59">
            <a:extLst>
              <a:ext uri="{FF2B5EF4-FFF2-40B4-BE49-F238E27FC236}">
                <a16:creationId xmlns:a16="http://schemas.microsoft.com/office/drawing/2014/main" id="{CE80545B-E38C-9831-BFE6-D3112D2D2982}"/>
              </a:ext>
            </a:extLst>
          </p:cNvPr>
          <p:cNvSpPr/>
          <p:nvPr/>
        </p:nvSpPr>
        <p:spPr>
          <a:xfrm>
            <a:off x="648970" y="2682834"/>
            <a:ext cx="53949" cy="109867"/>
          </a:xfrm>
          <a:custGeom>
            <a:avLst/>
            <a:gdLst/>
            <a:ahLst/>
            <a:cxnLst/>
            <a:rect l="l" t="t" r="r" b="b"/>
            <a:pathLst>
              <a:path w="1671" h="3403" extrusionOk="0">
                <a:moveTo>
                  <a:pt x="1671" y="0"/>
                </a:moveTo>
                <a:lnTo>
                  <a:pt x="1" y="1701"/>
                </a:lnTo>
                <a:lnTo>
                  <a:pt x="1671" y="3403"/>
                </a:lnTo>
                <a:lnTo>
                  <a:pt x="167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9" name="Google Shape;6156;p59">
            <a:extLst>
              <a:ext uri="{FF2B5EF4-FFF2-40B4-BE49-F238E27FC236}">
                <a16:creationId xmlns:a16="http://schemas.microsoft.com/office/drawing/2014/main" id="{D475C489-0791-54C7-E0B6-B0431AB3EDFB}"/>
              </a:ext>
            </a:extLst>
          </p:cNvPr>
          <p:cNvSpPr/>
          <p:nvPr/>
        </p:nvSpPr>
        <p:spPr>
          <a:xfrm>
            <a:off x="946994" y="2682834"/>
            <a:ext cx="55983" cy="109867"/>
          </a:xfrm>
          <a:custGeom>
            <a:avLst/>
            <a:gdLst/>
            <a:ahLst/>
            <a:cxnLst/>
            <a:rect l="l" t="t" r="r" b="b"/>
            <a:pathLst>
              <a:path w="1734" h="3403" extrusionOk="0">
                <a:moveTo>
                  <a:pt x="1" y="0"/>
                </a:moveTo>
                <a:lnTo>
                  <a:pt x="1" y="3403"/>
                </a:lnTo>
                <a:lnTo>
                  <a:pt x="1734" y="1701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0" name="Google Shape;6157;p59">
            <a:extLst>
              <a:ext uri="{FF2B5EF4-FFF2-40B4-BE49-F238E27FC236}">
                <a16:creationId xmlns:a16="http://schemas.microsoft.com/office/drawing/2014/main" id="{5DF1B7A3-CCAA-7851-FB1E-F738E19FB535}"/>
              </a:ext>
            </a:extLst>
          </p:cNvPr>
          <p:cNvSpPr/>
          <p:nvPr/>
        </p:nvSpPr>
        <p:spPr>
          <a:xfrm>
            <a:off x="754768" y="2586946"/>
            <a:ext cx="143444" cy="46071"/>
          </a:xfrm>
          <a:custGeom>
            <a:avLst/>
            <a:gdLst/>
            <a:ahLst/>
            <a:cxnLst/>
            <a:rect l="l" t="t" r="r" b="b"/>
            <a:pathLst>
              <a:path w="4443" h="1427" extrusionOk="0">
                <a:moveTo>
                  <a:pt x="2182" y="1"/>
                </a:moveTo>
                <a:cubicBezTo>
                  <a:pt x="1686" y="1"/>
                  <a:pt x="1198" y="182"/>
                  <a:pt x="851" y="544"/>
                </a:cubicBezTo>
                <a:lnTo>
                  <a:pt x="0" y="1426"/>
                </a:lnTo>
                <a:lnTo>
                  <a:pt x="4443" y="1426"/>
                </a:lnTo>
                <a:lnTo>
                  <a:pt x="3560" y="544"/>
                </a:lnTo>
                <a:cubicBezTo>
                  <a:pt x="3182" y="182"/>
                  <a:pt x="2678" y="1"/>
                  <a:pt x="218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11" name="Google Shape;6158;p59">
            <a:extLst>
              <a:ext uri="{FF2B5EF4-FFF2-40B4-BE49-F238E27FC236}">
                <a16:creationId xmlns:a16="http://schemas.microsoft.com/office/drawing/2014/main" id="{159C31FE-4F2C-863F-2859-718C0E986CBA}"/>
              </a:ext>
            </a:extLst>
          </p:cNvPr>
          <p:cNvSpPr/>
          <p:nvPr/>
        </p:nvSpPr>
        <p:spPr>
          <a:xfrm>
            <a:off x="638800" y="2759092"/>
            <a:ext cx="93627" cy="185156"/>
          </a:xfrm>
          <a:custGeom>
            <a:avLst/>
            <a:gdLst/>
            <a:ahLst/>
            <a:cxnLst/>
            <a:rect l="l" t="t" r="r" b="b"/>
            <a:pathLst>
              <a:path w="2900" h="5735" extrusionOk="0">
                <a:moveTo>
                  <a:pt x="1" y="1"/>
                </a:moveTo>
                <a:lnTo>
                  <a:pt x="1" y="5294"/>
                </a:lnTo>
                <a:cubicBezTo>
                  <a:pt x="1" y="5451"/>
                  <a:pt x="32" y="5609"/>
                  <a:pt x="95" y="5735"/>
                </a:cubicBezTo>
                <a:lnTo>
                  <a:pt x="2899" y="2899"/>
                </a:lnTo>
                <a:lnTo>
                  <a:pt x="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" name="Google Shape;6159;p59">
            <a:extLst>
              <a:ext uri="{FF2B5EF4-FFF2-40B4-BE49-F238E27FC236}">
                <a16:creationId xmlns:a16="http://schemas.microsoft.com/office/drawing/2014/main" id="{50EB06DD-9D41-9DAF-E55B-59E965633661}"/>
              </a:ext>
            </a:extLst>
          </p:cNvPr>
          <p:cNvSpPr/>
          <p:nvPr/>
        </p:nvSpPr>
        <p:spPr>
          <a:xfrm>
            <a:off x="637123" y="3050485"/>
            <a:ext cx="378416" cy="376382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6144" y="2773"/>
                </a:moveTo>
                <a:cubicBezTo>
                  <a:pt x="7467" y="2868"/>
                  <a:pt x="8570" y="3813"/>
                  <a:pt x="8885" y="5042"/>
                </a:cubicBezTo>
                <a:cubicBezTo>
                  <a:pt x="8917" y="5231"/>
                  <a:pt x="8791" y="5388"/>
                  <a:pt x="8633" y="5483"/>
                </a:cubicBezTo>
                <a:cubicBezTo>
                  <a:pt x="8613" y="5486"/>
                  <a:pt x="8594" y="5487"/>
                  <a:pt x="8575" y="5487"/>
                </a:cubicBezTo>
                <a:cubicBezTo>
                  <a:pt x="8412" y="5487"/>
                  <a:pt x="8277" y="5372"/>
                  <a:pt x="8192" y="5231"/>
                </a:cubicBezTo>
                <a:cubicBezTo>
                  <a:pt x="7972" y="4254"/>
                  <a:pt x="7089" y="3561"/>
                  <a:pt x="6113" y="3466"/>
                </a:cubicBezTo>
                <a:cubicBezTo>
                  <a:pt x="5924" y="3466"/>
                  <a:pt x="5798" y="3277"/>
                  <a:pt x="5798" y="3120"/>
                </a:cubicBezTo>
                <a:cubicBezTo>
                  <a:pt x="5798" y="2868"/>
                  <a:pt x="5955" y="2773"/>
                  <a:pt x="6144" y="2773"/>
                </a:cubicBezTo>
                <a:close/>
                <a:moveTo>
                  <a:pt x="6222" y="1414"/>
                </a:moveTo>
                <a:cubicBezTo>
                  <a:pt x="6238" y="1414"/>
                  <a:pt x="6254" y="1416"/>
                  <a:pt x="6270" y="1418"/>
                </a:cubicBezTo>
                <a:cubicBezTo>
                  <a:pt x="8161" y="1576"/>
                  <a:pt x="9862" y="2962"/>
                  <a:pt x="10240" y="5136"/>
                </a:cubicBezTo>
                <a:cubicBezTo>
                  <a:pt x="10303" y="5325"/>
                  <a:pt x="10177" y="5483"/>
                  <a:pt x="9988" y="5514"/>
                </a:cubicBezTo>
                <a:cubicBezTo>
                  <a:pt x="9960" y="5518"/>
                  <a:pt x="9934" y="5520"/>
                  <a:pt x="9908" y="5520"/>
                </a:cubicBezTo>
                <a:cubicBezTo>
                  <a:pt x="9730" y="5520"/>
                  <a:pt x="9606" y="5424"/>
                  <a:pt x="9578" y="5231"/>
                </a:cubicBezTo>
                <a:cubicBezTo>
                  <a:pt x="9263" y="3466"/>
                  <a:pt x="7846" y="2238"/>
                  <a:pt x="6239" y="2143"/>
                </a:cubicBezTo>
                <a:cubicBezTo>
                  <a:pt x="6050" y="2143"/>
                  <a:pt x="5924" y="1923"/>
                  <a:pt x="5924" y="1765"/>
                </a:cubicBezTo>
                <a:cubicBezTo>
                  <a:pt x="5924" y="1563"/>
                  <a:pt x="6055" y="1414"/>
                  <a:pt x="6222" y="1414"/>
                </a:cubicBezTo>
                <a:close/>
                <a:moveTo>
                  <a:pt x="5907" y="4124"/>
                </a:moveTo>
                <a:cubicBezTo>
                  <a:pt x="5923" y="4124"/>
                  <a:pt x="5939" y="4125"/>
                  <a:pt x="5955" y="4128"/>
                </a:cubicBezTo>
                <a:cubicBezTo>
                  <a:pt x="6680" y="4191"/>
                  <a:pt x="7247" y="4663"/>
                  <a:pt x="7499" y="5325"/>
                </a:cubicBezTo>
                <a:cubicBezTo>
                  <a:pt x="7530" y="5514"/>
                  <a:pt x="7467" y="5672"/>
                  <a:pt x="7247" y="5766"/>
                </a:cubicBezTo>
                <a:cubicBezTo>
                  <a:pt x="7223" y="5770"/>
                  <a:pt x="7199" y="5772"/>
                  <a:pt x="7177" y="5772"/>
                </a:cubicBezTo>
                <a:cubicBezTo>
                  <a:pt x="7019" y="5772"/>
                  <a:pt x="6892" y="5679"/>
                  <a:pt x="6837" y="5514"/>
                </a:cubicBezTo>
                <a:cubicBezTo>
                  <a:pt x="6711" y="5136"/>
                  <a:pt x="6365" y="4852"/>
                  <a:pt x="5924" y="4821"/>
                </a:cubicBezTo>
                <a:cubicBezTo>
                  <a:pt x="5735" y="4821"/>
                  <a:pt x="5609" y="4663"/>
                  <a:pt x="5609" y="4443"/>
                </a:cubicBezTo>
                <a:cubicBezTo>
                  <a:pt x="5609" y="4270"/>
                  <a:pt x="5740" y="4124"/>
                  <a:pt x="5907" y="4124"/>
                </a:cubicBezTo>
                <a:close/>
                <a:moveTo>
                  <a:pt x="3385" y="3199"/>
                </a:moveTo>
                <a:cubicBezTo>
                  <a:pt x="3455" y="3199"/>
                  <a:pt x="3527" y="3225"/>
                  <a:pt x="3592" y="3277"/>
                </a:cubicBezTo>
                <a:lnTo>
                  <a:pt x="4695" y="4096"/>
                </a:lnTo>
                <a:cubicBezTo>
                  <a:pt x="4853" y="4222"/>
                  <a:pt x="4884" y="4411"/>
                  <a:pt x="4790" y="4569"/>
                </a:cubicBezTo>
                <a:lnTo>
                  <a:pt x="4159" y="5388"/>
                </a:lnTo>
                <a:lnTo>
                  <a:pt x="6869" y="7436"/>
                </a:lnTo>
                <a:lnTo>
                  <a:pt x="7499" y="6617"/>
                </a:lnTo>
                <a:cubicBezTo>
                  <a:pt x="7572" y="6525"/>
                  <a:pt x="7667" y="6476"/>
                  <a:pt x="7765" y="6476"/>
                </a:cubicBezTo>
                <a:cubicBezTo>
                  <a:pt x="7835" y="6476"/>
                  <a:pt x="7906" y="6501"/>
                  <a:pt x="7972" y="6554"/>
                </a:cubicBezTo>
                <a:lnTo>
                  <a:pt x="9074" y="7373"/>
                </a:lnTo>
                <a:cubicBezTo>
                  <a:pt x="9232" y="7499"/>
                  <a:pt x="9263" y="7688"/>
                  <a:pt x="9137" y="7845"/>
                </a:cubicBezTo>
                <a:lnTo>
                  <a:pt x="8507" y="8665"/>
                </a:lnTo>
                <a:cubicBezTo>
                  <a:pt x="8225" y="9022"/>
                  <a:pt x="7819" y="9211"/>
                  <a:pt x="7403" y="9211"/>
                </a:cubicBezTo>
                <a:cubicBezTo>
                  <a:pt x="7123" y="9211"/>
                  <a:pt x="6839" y="9126"/>
                  <a:pt x="6585" y="8948"/>
                </a:cubicBezTo>
                <a:lnTo>
                  <a:pt x="2773" y="6081"/>
                </a:lnTo>
                <a:cubicBezTo>
                  <a:pt x="2143" y="5672"/>
                  <a:pt x="2017" y="4821"/>
                  <a:pt x="2490" y="4191"/>
                </a:cubicBezTo>
                <a:lnTo>
                  <a:pt x="3120" y="3340"/>
                </a:lnTo>
                <a:cubicBezTo>
                  <a:pt x="3193" y="3248"/>
                  <a:pt x="3288" y="3199"/>
                  <a:pt x="3385" y="3199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64" y="9011"/>
                  <a:pt x="2647" y="11658"/>
                  <a:pt x="5892" y="11658"/>
                </a:cubicBezTo>
                <a:cubicBezTo>
                  <a:pt x="6900" y="11658"/>
                  <a:pt x="7940" y="11374"/>
                  <a:pt x="8822" y="10838"/>
                </a:cubicBezTo>
                <a:lnTo>
                  <a:pt x="11248" y="11626"/>
                </a:lnTo>
                <a:cubicBezTo>
                  <a:pt x="11272" y="11634"/>
                  <a:pt x="11299" y="11638"/>
                  <a:pt x="11329" y="11638"/>
                </a:cubicBezTo>
                <a:cubicBezTo>
                  <a:pt x="11417" y="11638"/>
                  <a:pt x="11524" y="11602"/>
                  <a:pt x="11595" y="11531"/>
                </a:cubicBezTo>
                <a:cubicBezTo>
                  <a:pt x="11658" y="11468"/>
                  <a:pt x="11721" y="11311"/>
                  <a:pt x="11658" y="11185"/>
                </a:cubicBezTo>
                <a:lnTo>
                  <a:pt x="10838" y="8791"/>
                </a:lnTo>
                <a:cubicBezTo>
                  <a:pt x="11406" y="7877"/>
                  <a:pt x="11658" y="6869"/>
                  <a:pt x="11658" y="5829"/>
                </a:cubicBezTo>
                <a:cubicBezTo>
                  <a:pt x="11658" y="2647"/>
                  <a:pt x="9043" y="1"/>
                  <a:pt x="582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0" name="Google Shape;6161;p59">
            <a:extLst>
              <a:ext uri="{FF2B5EF4-FFF2-40B4-BE49-F238E27FC236}">
                <a16:creationId xmlns:a16="http://schemas.microsoft.com/office/drawing/2014/main" id="{26DCF240-FBE0-6F0D-6A3C-C280531C9F81}"/>
              </a:ext>
            </a:extLst>
          </p:cNvPr>
          <p:cNvSpPr/>
          <p:nvPr/>
        </p:nvSpPr>
        <p:spPr>
          <a:xfrm>
            <a:off x="3215494" y="2229578"/>
            <a:ext cx="165849" cy="64086"/>
          </a:xfrm>
          <a:custGeom>
            <a:avLst/>
            <a:gdLst/>
            <a:ahLst/>
            <a:cxnLst/>
            <a:rect l="l" t="t" r="r" b="b"/>
            <a:pathLst>
              <a:path w="5137" h="1985" extrusionOk="0">
                <a:moveTo>
                  <a:pt x="473" y="0"/>
                </a:moveTo>
                <a:cubicBezTo>
                  <a:pt x="316" y="0"/>
                  <a:pt x="158" y="32"/>
                  <a:pt x="1" y="126"/>
                </a:cubicBezTo>
                <a:lnTo>
                  <a:pt x="2521" y="1985"/>
                </a:lnTo>
                <a:lnTo>
                  <a:pt x="5136" y="158"/>
                </a:lnTo>
                <a:cubicBezTo>
                  <a:pt x="4979" y="32"/>
                  <a:pt x="4790" y="0"/>
                  <a:pt x="45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1" name="Google Shape;6162;p59">
            <a:extLst>
              <a:ext uri="{FF2B5EF4-FFF2-40B4-BE49-F238E27FC236}">
                <a16:creationId xmlns:a16="http://schemas.microsoft.com/office/drawing/2014/main" id="{06074910-055B-CC37-9CFF-6E9AAAA71B1E}"/>
              </a:ext>
            </a:extLst>
          </p:cNvPr>
          <p:cNvSpPr/>
          <p:nvPr/>
        </p:nvSpPr>
        <p:spPr>
          <a:xfrm>
            <a:off x="3198222" y="2248885"/>
            <a:ext cx="198361" cy="133274"/>
          </a:xfrm>
          <a:custGeom>
            <a:avLst/>
            <a:gdLst/>
            <a:ahLst/>
            <a:cxnLst/>
            <a:rect l="l" t="t" r="r" b="b"/>
            <a:pathLst>
              <a:path w="6144" h="4128" extrusionOk="0">
                <a:moveTo>
                  <a:pt x="63" y="1"/>
                </a:moveTo>
                <a:cubicBezTo>
                  <a:pt x="32" y="127"/>
                  <a:pt x="0" y="284"/>
                  <a:pt x="0" y="379"/>
                </a:cubicBezTo>
                <a:lnTo>
                  <a:pt x="0" y="3120"/>
                </a:lnTo>
                <a:cubicBezTo>
                  <a:pt x="0" y="3655"/>
                  <a:pt x="473" y="4128"/>
                  <a:pt x="1040" y="4128"/>
                </a:cubicBezTo>
                <a:lnTo>
                  <a:pt x="5136" y="4128"/>
                </a:lnTo>
                <a:cubicBezTo>
                  <a:pt x="5671" y="4128"/>
                  <a:pt x="6144" y="3655"/>
                  <a:pt x="6144" y="3120"/>
                </a:cubicBezTo>
                <a:lnTo>
                  <a:pt x="6144" y="379"/>
                </a:lnTo>
                <a:cubicBezTo>
                  <a:pt x="6144" y="284"/>
                  <a:pt x="6112" y="190"/>
                  <a:pt x="6112" y="64"/>
                </a:cubicBezTo>
                <a:lnTo>
                  <a:pt x="3277" y="2048"/>
                </a:lnTo>
                <a:cubicBezTo>
                  <a:pt x="3214" y="2080"/>
                  <a:pt x="3151" y="2080"/>
                  <a:pt x="3056" y="2080"/>
                </a:cubicBezTo>
                <a:cubicBezTo>
                  <a:pt x="2993" y="2080"/>
                  <a:pt x="2962" y="2080"/>
                  <a:pt x="2867" y="2048"/>
                </a:cubicBezTo>
                <a:lnTo>
                  <a:pt x="6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2" name="Google Shape;6163;p59">
            <a:extLst>
              <a:ext uri="{FF2B5EF4-FFF2-40B4-BE49-F238E27FC236}">
                <a16:creationId xmlns:a16="http://schemas.microsoft.com/office/drawing/2014/main" id="{27F8EF61-819D-17E8-D513-26B328BA355B}"/>
              </a:ext>
            </a:extLst>
          </p:cNvPr>
          <p:cNvSpPr/>
          <p:nvPr/>
        </p:nvSpPr>
        <p:spPr>
          <a:xfrm>
            <a:off x="3020201" y="2184799"/>
            <a:ext cx="244141" cy="243140"/>
          </a:xfrm>
          <a:custGeom>
            <a:avLst/>
            <a:gdLst/>
            <a:ahLst/>
            <a:cxnLst/>
            <a:rect l="l" t="t" r="r" b="b"/>
            <a:pathLst>
              <a:path w="7562" h="7531" extrusionOk="0">
                <a:moveTo>
                  <a:pt x="3781" y="2017"/>
                </a:moveTo>
                <a:cubicBezTo>
                  <a:pt x="3970" y="2017"/>
                  <a:pt x="4128" y="2175"/>
                  <a:pt x="4128" y="2364"/>
                </a:cubicBezTo>
                <a:cubicBezTo>
                  <a:pt x="4128" y="2584"/>
                  <a:pt x="3970" y="2742"/>
                  <a:pt x="3781" y="2742"/>
                </a:cubicBezTo>
                <a:lnTo>
                  <a:pt x="1702" y="2742"/>
                </a:lnTo>
                <a:cubicBezTo>
                  <a:pt x="1482" y="2742"/>
                  <a:pt x="1324" y="2584"/>
                  <a:pt x="1324" y="2364"/>
                </a:cubicBezTo>
                <a:cubicBezTo>
                  <a:pt x="1324" y="2175"/>
                  <a:pt x="1482" y="2017"/>
                  <a:pt x="1702" y="2017"/>
                </a:cubicBezTo>
                <a:close/>
                <a:moveTo>
                  <a:pt x="3057" y="3403"/>
                </a:moveTo>
                <a:cubicBezTo>
                  <a:pt x="3277" y="3403"/>
                  <a:pt x="3435" y="3561"/>
                  <a:pt x="3435" y="3750"/>
                </a:cubicBezTo>
                <a:cubicBezTo>
                  <a:pt x="3466" y="3939"/>
                  <a:pt x="3277" y="4096"/>
                  <a:pt x="3057" y="4096"/>
                </a:cubicBezTo>
                <a:lnTo>
                  <a:pt x="1702" y="4096"/>
                </a:lnTo>
                <a:cubicBezTo>
                  <a:pt x="1482" y="4096"/>
                  <a:pt x="1324" y="3939"/>
                  <a:pt x="1324" y="3750"/>
                </a:cubicBezTo>
                <a:cubicBezTo>
                  <a:pt x="1324" y="3561"/>
                  <a:pt x="1482" y="3403"/>
                  <a:pt x="1702" y="3403"/>
                </a:cubicBezTo>
                <a:close/>
                <a:moveTo>
                  <a:pt x="2395" y="4790"/>
                </a:moveTo>
                <a:cubicBezTo>
                  <a:pt x="2584" y="4790"/>
                  <a:pt x="2742" y="4947"/>
                  <a:pt x="2742" y="5136"/>
                </a:cubicBezTo>
                <a:cubicBezTo>
                  <a:pt x="2742" y="5325"/>
                  <a:pt x="2584" y="5483"/>
                  <a:pt x="2395" y="5483"/>
                </a:cubicBezTo>
                <a:lnTo>
                  <a:pt x="1702" y="5483"/>
                </a:lnTo>
                <a:cubicBezTo>
                  <a:pt x="1482" y="5483"/>
                  <a:pt x="1324" y="5325"/>
                  <a:pt x="1324" y="5136"/>
                </a:cubicBezTo>
                <a:cubicBezTo>
                  <a:pt x="1324" y="4947"/>
                  <a:pt x="1482" y="4790"/>
                  <a:pt x="1702" y="4790"/>
                </a:cubicBezTo>
                <a:close/>
                <a:moveTo>
                  <a:pt x="1" y="1"/>
                </a:moveTo>
                <a:lnTo>
                  <a:pt x="1" y="7530"/>
                </a:lnTo>
                <a:lnTo>
                  <a:pt x="7562" y="7530"/>
                </a:lnTo>
                <a:lnTo>
                  <a:pt x="7562" y="6837"/>
                </a:lnTo>
                <a:lnTo>
                  <a:pt x="6522" y="6837"/>
                </a:lnTo>
                <a:cubicBezTo>
                  <a:pt x="5577" y="6837"/>
                  <a:pt x="4853" y="6081"/>
                  <a:pt x="4853" y="5136"/>
                </a:cubicBezTo>
                <a:lnTo>
                  <a:pt x="4853" y="2395"/>
                </a:lnTo>
                <a:cubicBezTo>
                  <a:pt x="4853" y="1450"/>
                  <a:pt x="5577" y="725"/>
                  <a:pt x="6522" y="725"/>
                </a:cubicBezTo>
                <a:lnTo>
                  <a:pt x="7562" y="725"/>
                </a:lnTo>
                <a:lnTo>
                  <a:pt x="756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3" name="Google Shape;6164;p59">
            <a:extLst>
              <a:ext uri="{FF2B5EF4-FFF2-40B4-BE49-F238E27FC236}">
                <a16:creationId xmlns:a16="http://schemas.microsoft.com/office/drawing/2014/main" id="{C51146C4-9B66-0D18-7870-9BB81E47851A}"/>
              </a:ext>
            </a:extLst>
          </p:cNvPr>
          <p:cNvSpPr/>
          <p:nvPr/>
        </p:nvSpPr>
        <p:spPr>
          <a:xfrm>
            <a:off x="3020201" y="2117677"/>
            <a:ext cx="244141" cy="44780"/>
          </a:xfrm>
          <a:custGeom>
            <a:avLst/>
            <a:gdLst/>
            <a:ahLst/>
            <a:cxnLst/>
            <a:rect l="l" t="t" r="r" b="b"/>
            <a:pathLst>
              <a:path w="7562" h="1387" extrusionOk="0"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1387"/>
                </a:lnTo>
                <a:lnTo>
                  <a:pt x="7562" y="1387"/>
                </a:lnTo>
                <a:lnTo>
                  <a:pt x="7562" y="1040"/>
                </a:lnTo>
                <a:cubicBezTo>
                  <a:pt x="7562" y="473"/>
                  <a:pt x="7089" y="1"/>
                  <a:pt x="652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04" name="Google Shape;6165;p59">
            <a:extLst>
              <a:ext uri="{FF2B5EF4-FFF2-40B4-BE49-F238E27FC236}">
                <a16:creationId xmlns:a16="http://schemas.microsoft.com/office/drawing/2014/main" id="{B4A9A967-510F-9694-314C-F34AF4AAAF04}"/>
              </a:ext>
            </a:extLst>
          </p:cNvPr>
          <p:cNvSpPr/>
          <p:nvPr/>
        </p:nvSpPr>
        <p:spPr>
          <a:xfrm>
            <a:off x="3020201" y="2449279"/>
            <a:ext cx="244141" cy="44780"/>
          </a:xfrm>
          <a:custGeom>
            <a:avLst/>
            <a:gdLst/>
            <a:ahLst/>
            <a:cxnLst/>
            <a:rect l="l" t="t" r="r" b="b"/>
            <a:pathLst>
              <a:path w="7562" h="1387" extrusionOk="0">
                <a:moveTo>
                  <a:pt x="1" y="0"/>
                </a:moveTo>
                <a:lnTo>
                  <a:pt x="1" y="347"/>
                </a:lnTo>
                <a:cubicBezTo>
                  <a:pt x="1" y="945"/>
                  <a:pt x="442" y="1386"/>
                  <a:pt x="1009" y="1386"/>
                </a:cubicBezTo>
                <a:lnTo>
                  <a:pt x="6522" y="1386"/>
                </a:lnTo>
                <a:cubicBezTo>
                  <a:pt x="7089" y="1386"/>
                  <a:pt x="7562" y="914"/>
                  <a:pt x="7562" y="347"/>
                </a:cubicBezTo>
                <a:lnTo>
                  <a:pt x="756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5" name="Google Shape;6167;p59">
            <a:extLst>
              <a:ext uri="{FF2B5EF4-FFF2-40B4-BE49-F238E27FC236}">
                <a16:creationId xmlns:a16="http://schemas.microsoft.com/office/drawing/2014/main" id="{85A773AD-6724-4824-F31F-EE48A24E4AB6}"/>
              </a:ext>
            </a:extLst>
          </p:cNvPr>
          <p:cNvSpPr/>
          <p:nvPr/>
        </p:nvSpPr>
        <p:spPr>
          <a:xfrm>
            <a:off x="3242437" y="2586703"/>
            <a:ext cx="133274" cy="199136"/>
          </a:xfrm>
          <a:custGeom>
            <a:avLst/>
            <a:gdLst/>
            <a:ahLst/>
            <a:cxnLst/>
            <a:rect l="l" t="t" r="r" b="b"/>
            <a:pathLst>
              <a:path w="4128" h="6168" extrusionOk="0">
                <a:moveTo>
                  <a:pt x="2426" y="1"/>
                </a:moveTo>
                <a:cubicBezTo>
                  <a:pt x="2286" y="1"/>
                  <a:pt x="2136" y="77"/>
                  <a:pt x="2112" y="244"/>
                </a:cubicBezTo>
                <a:lnTo>
                  <a:pt x="64" y="5064"/>
                </a:lnTo>
                <a:cubicBezTo>
                  <a:pt x="1" y="5222"/>
                  <a:pt x="64" y="5474"/>
                  <a:pt x="253" y="5506"/>
                </a:cubicBezTo>
                <a:cubicBezTo>
                  <a:pt x="295" y="5531"/>
                  <a:pt x="342" y="5543"/>
                  <a:pt x="389" y="5543"/>
                </a:cubicBezTo>
                <a:cubicBezTo>
                  <a:pt x="517" y="5543"/>
                  <a:pt x="648" y="5455"/>
                  <a:pt x="694" y="5317"/>
                </a:cubicBezTo>
                <a:lnTo>
                  <a:pt x="1261" y="4025"/>
                </a:lnTo>
                <a:cubicBezTo>
                  <a:pt x="1419" y="4088"/>
                  <a:pt x="1576" y="4119"/>
                  <a:pt x="1765" y="4119"/>
                </a:cubicBezTo>
                <a:cubicBezTo>
                  <a:pt x="1891" y="4119"/>
                  <a:pt x="1986" y="4088"/>
                  <a:pt x="2112" y="4056"/>
                </a:cubicBezTo>
                <a:lnTo>
                  <a:pt x="2112" y="4844"/>
                </a:lnTo>
                <a:cubicBezTo>
                  <a:pt x="1450" y="4970"/>
                  <a:pt x="946" y="5506"/>
                  <a:pt x="789" y="6167"/>
                </a:cubicBezTo>
                <a:lnTo>
                  <a:pt x="4128" y="6167"/>
                </a:lnTo>
                <a:cubicBezTo>
                  <a:pt x="4002" y="5506"/>
                  <a:pt x="3466" y="5001"/>
                  <a:pt x="2773" y="4844"/>
                </a:cubicBezTo>
                <a:lnTo>
                  <a:pt x="2773" y="3143"/>
                </a:lnTo>
                <a:cubicBezTo>
                  <a:pt x="2773" y="2670"/>
                  <a:pt x="2458" y="2324"/>
                  <a:pt x="2080" y="2166"/>
                </a:cubicBezTo>
                <a:lnTo>
                  <a:pt x="2773" y="496"/>
                </a:lnTo>
                <a:cubicBezTo>
                  <a:pt x="2773" y="307"/>
                  <a:pt x="2710" y="118"/>
                  <a:pt x="2553" y="24"/>
                </a:cubicBezTo>
                <a:cubicBezTo>
                  <a:pt x="2515" y="8"/>
                  <a:pt x="2471" y="1"/>
                  <a:pt x="242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6" name="Google Shape;6168;p59">
            <a:extLst>
              <a:ext uri="{FF2B5EF4-FFF2-40B4-BE49-F238E27FC236}">
                <a16:creationId xmlns:a16="http://schemas.microsoft.com/office/drawing/2014/main" id="{12515F26-ACA6-2450-FDD4-63DD6E012988}"/>
              </a:ext>
            </a:extLst>
          </p:cNvPr>
          <p:cNvSpPr/>
          <p:nvPr/>
        </p:nvSpPr>
        <p:spPr>
          <a:xfrm>
            <a:off x="3019701" y="2721721"/>
            <a:ext cx="200395" cy="242107"/>
          </a:xfrm>
          <a:custGeom>
            <a:avLst/>
            <a:gdLst/>
            <a:ahLst/>
            <a:cxnLst/>
            <a:rect l="l" t="t" r="r" b="b"/>
            <a:pathLst>
              <a:path w="6207" h="7499" extrusionOk="0">
                <a:moveTo>
                  <a:pt x="693" y="0"/>
                </a:moveTo>
                <a:cubicBezTo>
                  <a:pt x="315" y="0"/>
                  <a:pt x="0" y="315"/>
                  <a:pt x="0" y="662"/>
                </a:cubicBezTo>
                <a:lnTo>
                  <a:pt x="0" y="6490"/>
                </a:lnTo>
                <a:cubicBezTo>
                  <a:pt x="32" y="7026"/>
                  <a:pt x="504" y="7498"/>
                  <a:pt x="1103" y="7498"/>
                </a:cubicBezTo>
                <a:lnTo>
                  <a:pt x="6207" y="7498"/>
                </a:lnTo>
                <a:lnTo>
                  <a:pt x="6207" y="5797"/>
                </a:lnTo>
                <a:cubicBezTo>
                  <a:pt x="6207" y="5608"/>
                  <a:pt x="6049" y="5451"/>
                  <a:pt x="5860" y="5451"/>
                </a:cubicBezTo>
                <a:lnTo>
                  <a:pt x="1765" y="5451"/>
                </a:lnTo>
                <a:cubicBezTo>
                  <a:pt x="1576" y="5451"/>
                  <a:pt x="1418" y="5293"/>
                  <a:pt x="1418" y="5104"/>
                </a:cubicBezTo>
                <a:lnTo>
                  <a:pt x="1418" y="662"/>
                </a:lnTo>
                <a:cubicBezTo>
                  <a:pt x="1418" y="252"/>
                  <a:pt x="1103" y="0"/>
                  <a:pt x="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7" name="Google Shape;6169;p59">
            <a:extLst>
              <a:ext uri="{FF2B5EF4-FFF2-40B4-BE49-F238E27FC236}">
                <a16:creationId xmlns:a16="http://schemas.microsoft.com/office/drawing/2014/main" id="{71745707-43CD-D535-4E7B-CBE43903ACD6}"/>
              </a:ext>
            </a:extLst>
          </p:cNvPr>
          <p:cNvSpPr/>
          <p:nvPr/>
        </p:nvSpPr>
        <p:spPr>
          <a:xfrm>
            <a:off x="3108194" y="2632194"/>
            <a:ext cx="66120" cy="66152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1"/>
                </a:cubicBezTo>
                <a:cubicBezTo>
                  <a:pt x="0" y="1576"/>
                  <a:pt x="473" y="2049"/>
                  <a:pt x="1040" y="2049"/>
                </a:cubicBezTo>
                <a:cubicBezTo>
                  <a:pt x="1576" y="2049"/>
                  <a:pt x="2048" y="1576"/>
                  <a:pt x="2048" y="1041"/>
                </a:cubicBezTo>
                <a:cubicBezTo>
                  <a:pt x="2048" y="473"/>
                  <a:pt x="1607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8" name="Google Shape;6170;p59">
            <a:extLst>
              <a:ext uri="{FF2B5EF4-FFF2-40B4-BE49-F238E27FC236}">
                <a16:creationId xmlns:a16="http://schemas.microsoft.com/office/drawing/2014/main" id="{09C5C2A5-BEFC-D667-8D5D-E15BB0D9B0AF}"/>
              </a:ext>
            </a:extLst>
          </p:cNvPr>
          <p:cNvSpPr/>
          <p:nvPr/>
        </p:nvSpPr>
        <p:spPr>
          <a:xfrm>
            <a:off x="3086821" y="2721366"/>
            <a:ext cx="201428" cy="241429"/>
          </a:xfrm>
          <a:custGeom>
            <a:avLst/>
            <a:gdLst/>
            <a:ahLst/>
            <a:cxnLst/>
            <a:rect l="l" t="t" r="r" b="b"/>
            <a:pathLst>
              <a:path w="6239" h="7478" extrusionOk="0">
                <a:moveTo>
                  <a:pt x="1641" y="1"/>
                </a:moveTo>
                <a:cubicBezTo>
                  <a:pt x="1242" y="1"/>
                  <a:pt x="819" y="205"/>
                  <a:pt x="568" y="484"/>
                </a:cubicBezTo>
                <a:cubicBezTo>
                  <a:pt x="190" y="799"/>
                  <a:pt x="1" y="1209"/>
                  <a:pt x="1" y="1681"/>
                </a:cubicBezTo>
                <a:lnTo>
                  <a:pt x="1" y="4769"/>
                </a:lnTo>
                <a:lnTo>
                  <a:pt x="2679" y="4769"/>
                </a:lnTo>
                <a:cubicBezTo>
                  <a:pt x="2521" y="4359"/>
                  <a:pt x="2175" y="4107"/>
                  <a:pt x="1702" y="4107"/>
                </a:cubicBezTo>
                <a:lnTo>
                  <a:pt x="1040" y="4107"/>
                </a:lnTo>
                <a:cubicBezTo>
                  <a:pt x="820" y="4107"/>
                  <a:pt x="662" y="3949"/>
                  <a:pt x="662" y="3729"/>
                </a:cubicBezTo>
                <a:lnTo>
                  <a:pt x="662" y="2374"/>
                </a:lnTo>
                <a:cubicBezTo>
                  <a:pt x="662" y="2154"/>
                  <a:pt x="820" y="1996"/>
                  <a:pt x="1040" y="1996"/>
                </a:cubicBezTo>
                <a:cubicBezTo>
                  <a:pt x="1229" y="1996"/>
                  <a:pt x="1387" y="2154"/>
                  <a:pt x="1387" y="2374"/>
                </a:cubicBezTo>
                <a:lnTo>
                  <a:pt x="1387" y="3382"/>
                </a:lnTo>
                <a:lnTo>
                  <a:pt x="1733" y="3382"/>
                </a:lnTo>
                <a:cubicBezTo>
                  <a:pt x="2553" y="3382"/>
                  <a:pt x="3277" y="3981"/>
                  <a:pt x="3435" y="4769"/>
                </a:cubicBezTo>
                <a:lnTo>
                  <a:pt x="3813" y="4769"/>
                </a:lnTo>
                <a:cubicBezTo>
                  <a:pt x="4380" y="4769"/>
                  <a:pt x="4852" y="5241"/>
                  <a:pt x="4852" y="5777"/>
                </a:cubicBezTo>
                <a:lnTo>
                  <a:pt x="4852" y="7478"/>
                </a:lnTo>
                <a:lnTo>
                  <a:pt x="6239" y="7478"/>
                </a:lnTo>
                <a:lnTo>
                  <a:pt x="6239" y="5084"/>
                </a:lnTo>
                <a:cubicBezTo>
                  <a:pt x="6176" y="4580"/>
                  <a:pt x="5703" y="4107"/>
                  <a:pt x="5168" y="4107"/>
                </a:cubicBezTo>
                <a:lnTo>
                  <a:pt x="3781" y="4107"/>
                </a:lnTo>
                <a:cubicBezTo>
                  <a:pt x="3592" y="4107"/>
                  <a:pt x="3435" y="3949"/>
                  <a:pt x="3435" y="3729"/>
                </a:cubicBezTo>
                <a:lnTo>
                  <a:pt x="3435" y="1807"/>
                </a:lnTo>
                <a:cubicBezTo>
                  <a:pt x="3435" y="862"/>
                  <a:pt x="2710" y="43"/>
                  <a:pt x="1796" y="11"/>
                </a:cubicBezTo>
                <a:cubicBezTo>
                  <a:pt x="1745" y="4"/>
                  <a:pt x="1694" y="1"/>
                  <a:pt x="164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9" name="Google Shape;6171;p59">
            <a:extLst>
              <a:ext uri="{FF2B5EF4-FFF2-40B4-BE49-F238E27FC236}">
                <a16:creationId xmlns:a16="http://schemas.microsoft.com/office/drawing/2014/main" id="{39140A37-DBDD-CC2C-C67E-FA581160BB3A}"/>
              </a:ext>
            </a:extLst>
          </p:cNvPr>
          <p:cNvSpPr/>
          <p:nvPr/>
        </p:nvSpPr>
        <p:spPr>
          <a:xfrm>
            <a:off x="3220063" y="2809180"/>
            <a:ext cx="177020" cy="42746"/>
          </a:xfrm>
          <a:custGeom>
            <a:avLst/>
            <a:gdLst/>
            <a:ahLst/>
            <a:cxnLst/>
            <a:rect l="l" t="t" r="r" b="b"/>
            <a:pathLst>
              <a:path w="5483" h="1324" extrusionOk="0">
                <a:moveTo>
                  <a:pt x="1" y="1"/>
                </a:moveTo>
                <a:lnTo>
                  <a:pt x="1" y="662"/>
                </a:lnTo>
                <a:lnTo>
                  <a:pt x="1041" y="662"/>
                </a:lnTo>
                <a:cubicBezTo>
                  <a:pt x="1576" y="662"/>
                  <a:pt x="2080" y="946"/>
                  <a:pt x="2395" y="1324"/>
                </a:cubicBezTo>
                <a:lnTo>
                  <a:pt x="5136" y="1324"/>
                </a:lnTo>
                <a:cubicBezTo>
                  <a:pt x="5325" y="1324"/>
                  <a:pt x="5483" y="1166"/>
                  <a:pt x="5483" y="977"/>
                </a:cubicBezTo>
                <a:lnTo>
                  <a:pt x="5483" y="316"/>
                </a:lnTo>
                <a:cubicBezTo>
                  <a:pt x="5483" y="158"/>
                  <a:pt x="5325" y="1"/>
                  <a:pt x="513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2" name="Google Shape;6173;p59">
            <a:extLst>
              <a:ext uri="{FF2B5EF4-FFF2-40B4-BE49-F238E27FC236}">
                <a16:creationId xmlns:a16="http://schemas.microsoft.com/office/drawing/2014/main" id="{9EED2E8A-0917-E1FA-7FE3-B3174011BD4F}"/>
              </a:ext>
            </a:extLst>
          </p:cNvPr>
          <p:cNvSpPr/>
          <p:nvPr/>
        </p:nvSpPr>
        <p:spPr>
          <a:xfrm>
            <a:off x="3087338" y="3118039"/>
            <a:ext cx="241107" cy="241106"/>
          </a:xfrm>
          <a:custGeom>
            <a:avLst/>
            <a:gdLst/>
            <a:ahLst/>
            <a:cxnLst/>
            <a:rect l="l" t="t" r="r" b="b"/>
            <a:pathLst>
              <a:path w="7468" h="7468" extrusionOk="0">
                <a:moveTo>
                  <a:pt x="5861" y="2017"/>
                </a:moveTo>
                <a:cubicBezTo>
                  <a:pt x="6050" y="2017"/>
                  <a:pt x="6207" y="2143"/>
                  <a:pt x="6207" y="2364"/>
                </a:cubicBezTo>
                <a:lnTo>
                  <a:pt x="6207" y="3750"/>
                </a:lnTo>
                <a:lnTo>
                  <a:pt x="6207" y="5104"/>
                </a:lnTo>
                <a:cubicBezTo>
                  <a:pt x="6207" y="5325"/>
                  <a:pt x="6050" y="5451"/>
                  <a:pt x="5861" y="5451"/>
                </a:cubicBezTo>
                <a:cubicBezTo>
                  <a:pt x="5672" y="5451"/>
                  <a:pt x="5514" y="5325"/>
                  <a:pt x="5514" y="5104"/>
                </a:cubicBezTo>
                <a:lnTo>
                  <a:pt x="5514" y="4096"/>
                </a:lnTo>
                <a:lnTo>
                  <a:pt x="4474" y="4096"/>
                </a:lnTo>
                <a:cubicBezTo>
                  <a:pt x="4285" y="4096"/>
                  <a:pt x="4128" y="3939"/>
                  <a:pt x="4128" y="3750"/>
                </a:cubicBezTo>
                <a:lnTo>
                  <a:pt x="4128" y="2364"/>
                </a:lnTo>
                <a:cubicBezTo>
                  <a:pt x="4128" y="2143"/>
                  <a:pt x="4285" y="2017"/>
                  <a:pt x="4474" y="2017"/>
                </a:cubicBezTo>
                <a:cubicBezTo>
                  <a:pt x="4695" y="2017"/>
                  <a:pt x="4852" y="2143"/>
                  <a:pt x="4852" y="2364"/>
                </a:cubicBezTo>
                <a:lnTo>
                  <a:pt x="4852" y="3372"/>
                </a:lnTo>
                <a:lnTo>
                  <a:pt x="5514" y="3372"/>
                </a:lnTo>
                <a:lnTo>
                  <a:pt x="5514" y="2364"/>
                </a:lnTo>
                <a:cubicBezTo>
                  <a:pt x="5514" y="2143"/>
                  <a:pt x="5672" y="2017"/>
                  <a:pt x="5861" y="2017"/>
                </a:cubicBezTo>
                <a:close/>
                <a:moveTo>
                  <a:pt x="2332" y="2017"/>
                </a:moveTo>
                <a:cubicBezTo>
                  <a:pt x="2868" y="2017"/>
                  <a:pt x="3340" y="2490"/>
                  <a:pt x="3340" y="3025"/>
                </a:cubicBezTo>
                <a:lnTo>
                  <a:pt x="3340" y="3309"/>
                </a:lnTo>
                <a:lnTo>
                  <a:pt x="3435" y="3309"/>
                </a:lnTo>
                <a:cubicBezTo>
                  <a:pt x="3435" y="3687"/>
                  <a:pt x="3183" y="4065"/>
                  <a:pt x="2868" y="4222"/>
                </a:cubicBezTo>
                <a:lnTo>
                  <a:pt x="2238" y="4537"/>
                </a:lnTo>
                <a:cubicBezTo>
                  <a:pt x="2175" y="4569"/>
                  <a:pt x="2080" y="4632"/>
                  <a:pt x="2049" y="4758"/>
                </a:cubicBezTo>
                <a:lnTo>
                  <a:pt x="3057" y="4758"/>
                </a:lnTo>
                <a:cubicBezTo>
                  <a:pt x="3277" y="4758"/>
                  <a:pt x="3435" y="4915"/>
                  <a:pt x="3435" y="5104"/>
                </a:cubicBezTo>
                <a:cubicBezTo>
                  <a:pt x="3435" y="5325"/>
                  <a:pt x="3277" y="5483"/>
                  <a:pt x="3057" y="5483"/>
                </a:cubicBezTo>
                <a:lnTo>
                  <a:pt x="1702" y="5483"/>
                </a:lnTo>
                <a:cubicBezTo>
                  <a:pt x="1481" y="5483"/>
                  <a:pt x="1324" y="5325"/>
                  <a:pt x="1324" y="5104"/>
                </a:cubicBezTo>
                <a:lnTo>
                  <a:pt x="1324" y="4852"/>
                </a:lnTo>
                <a:cubicBezTo>
                  <a:pt x="1324" y="4443"/>
                  <a:pt x="1576" y="4096"/>
                  <a:pt x="1891" y="3939"/>
                </a:cubicBezTo>
                <a:lnTo>
                  <a:pt x="2521" y="3624"/>
                </a:lnTo>
                <a:cubicBezTo>
                  <a:pt x="2647" y="3592"/>
                  <a:pt x="2710" y="3466"/>
                  <a:pt x="2710" y="3309"/>
                </a:cubicBezTo>
                <a:lnTo>
                  <a:pt x="2710" y="3025"/>
                </a:lnTo>
                <a:cubicBezTo>
                  <a:pt x="2710" y="2836"/>
                  <a:pt x="2553" y="2679"/>
                  <a:pt x="2364" y="2679"/>
                </a:cubicBezTo>
                <a:cubicBezTo>
                  <a:pt x="2175" y="2679"/>
                  <a:pt x="2017" y="2836"/>
                  <a:pt x="2017" y="3025"/>
                </a:cubicBezTo>
                <a:cubicBezTo>
                  <a:pt x="2017" y="3214"/>
                  <a:pt x="1859" y="3372"/>
                  <a:pt x="1639" y="3372"/>
                </a:cubicBezTo>
                <a:cubicBezTo>
                  <a:pt x="1450" y="3372"/>
                  <a:pt x="1292" y="3214"/>
                  <a:pt x="1292" y="3025"/>
                </a:cubicBezTo>
                <a:cubicBezTo>
                  <a:pt x="1292" y="2490"/>
                  <a:pt x="1765" y="2017"/>
                  <a:pt x="2332" y="2017"/>
                </a:cubicBezTo>
                <a:close/>
                <a:moveTo>
                  <a:pt x="3214" y="1"/>
                </a:moveTo>
                <a:cubicBezTo>
                  <a:pt x="3214" y="127"/>
                  <a:pt x="3183" y="284"/>
                  <a:pt x="3120" y="379"/>
                </a:cubicBezTo>
                <a:cubicBezTo>
                  <a:pt x="2962" y="662"/>
                  <a:pt x="2679" y="914"/>
                  <a:pt x="2364" y="946"/>
                </a:cubicBezTo>
                <a:lnTo>
                  <a:pt x="1009" y="1135"/>
                </a:lnTo>
                <a:cubicBezTo>
                  <a:pt x="473" y="1733"/>
                  <a:pt x="64" y="2521"/>
                  <a:pt x="1" y="3372"/>
                </a:cubicBezTo>
                <a:lnTo>
                  <a:pt x="316" y="3372"/>
                </a:lnTo>
                <a:cubicBezTo>
                  <a:pt x="505" y="3372"/>
                  <a:pt x="662" y="3529"/>
                  <a:pt x="662" y="3750"/>
                </a:cubicBezTo>
                <a:cubicBezTo>
                  <a:pt x="662" y="3939"/>
                  <a:pt x="505" y="4096"/>
                  <a:pt x="316" y="4096"/>
                </a:cubicBezTo>
                <a:lnTo>
                  <a:pt x="1" y="4096"/>
                </a:lnTo>
                <a:cubicBezTo>
                  <a:pt x="158" y="5892"/>
                  <a:pt x="1607" y="7310"/>
                  <a:pt x="3372" y="7467"/>
                </a:cubicBezTo>
                <a:lnTo>
                  <a:pt x="3372" y="7121"/>
                </a:lnTo>
                <a:cubicBezTo>
                  <a:pt x="3372" y="6932"/>
                  <a:pt x="3529" y="6774"/>
                  <a:pt x="3750" y="6774"/>
                </a:cubicBezTo>
                <a:cubicBezTo>
                  <a:pt x="3939" y="6774"/>
                  <a:pt x="4096" y="6932"/>
                  <a:pt x="4096" y="7121"/>
                </a:cubicBezTo>
                <a:lnTo>
                  <a:pt x="4096" y="7436"/>
                </a:lnTo>
                <a:lnTo>
                  <a:pt x="4254" y="7436"/>
                </a:lnTo>
                <a:cubicBezTo>
                  <a:pt x="4254" y="7373"/>
                  <a:pt x="4285" y="7278"/>
                  <a:pt x="4317" y="7215"/>
                </a:cubicBezTo>
                <a:cubicBezTo>
                  <a:pt x="4443" y="6900"/>
                  <a:pt x="4758" y="6648"/>
                  <a:pt x="5073" y="6617"/>
                </a:cubicBezTo>
                <a:lnTo>
                  <a:pt x="6491" y="6333"/>
                </a:lnTo>
                <a:cubicBezTo>
                  <a:pt x="7089" y="5703"/>
                  <a:pt x="7404" y="5010"/>
                  <a:pt x="7467" y="4096"/>
                </a:cubicBezTo>
                <a:lnTo>
                  <a:pt x="7152" y="4096"/>
                </a:lnTo>
                <a:cubicBezTo>
                  <a:pt x="6963" y="4096"/>
                  <a:pt x="6806" y="3939"/>
                  <a:pt x="6806" y="3750"/>
                </a:cubicBezTo>
                <a:cubicBezTo>
                  <a:pt x="6806" y="3529"/>
                  <a:pt x="6963" y="3372"/>
                  <a:pt x="7152" y="3372"/>
                </a:cubicBezTo>
                <a:lnTo>
                  <a:pt x="7467" y="3372"/>
                </a:lnTo>
                <a:cubicBezTo>
                  <a:pt x="7310" y="1576"/>
                  <a:pt x="5861" y="158"/>
                  <a:pt x="4096" y="1"/>
                </a:cubicBezTo>
                <a:lnTo>
                  <a:pt x="4096" y="316"/>
                </a:lnTo>
                <a:cubicBezTo>
                  <a:pt x="4096" y="505"/>
                  <a:pt x="3939" y="662"/>
                  <a:pt x="3750" y="662"/>
                </a:cubicBezTo>
                <a:cubicBezTo>
                  <a:pt x="3529" y="662"/>
                  <a:pt x="3372" y="505"/>
                  <a:pt x="3372" y="316"/>
                </a:cubicBezTo>
                <a:lnTo>
                  <a:pt x="337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3" name="Google Shape;6174;p59">
            <a:extLst>
              <a:ext uri="{FF2B5EF4-FFF2-40B4-BE49-F238E27FC236}">
                <a16:creationId xmlns:a16="http://schemas.microsoft.com/office/drawing/2014/main" id="{A7ED76BF-C368-8B84-B5CF-8030EBCD88A0}"/>
              </a:ext>
            </a:extLst>
          </p:cNvPr>
          <p:cNvSpPr/>
          <p:nvPr/>
        </p:nvSpPr>
        <p:spPr>
          <a:xfrm>
            <a:off x="3097507" y="3049883"/>
            <a:ext cx="300092" cy="319431"/>
          </a:xfrm>
          <a:custGeom>
            <a:avLst/>
            <a:gdLst/>
            <a:ahLst/>
            <a:cxnLst/>
            <a:rect l="l" t="t" r="r" b="b"/>
            <a:pathLst>
              <a:path w="9295" h="9894" extrusionOk="0">
                <a:moveTo>
                  <a:pt x="3466" y="1"/>
                </a:moveTo>
                <a:cubicBezTo>
                  <a:pt x="2490" y="1"/>
                  <a:pt x="1450" y="316"/>
                  <a:pt x="1103" y="536"/>
                </a:cubicBezTo>
                <a:lnTo>
                  <a:pt x="1040" y="410"/>
                </a:lnTo>
                <a:cubicBezTo>
                  <a:pt x="970" y="340"/>
                  <a:pt x="881" y="304"/>
                  <a:pt x="788" y="304"/>
                </a:cubicBezTo>
                <a:cubicBezTo>
                  <a:pt x="757" y="304"/>
                  <a:pt x="725" y="308"/>
                  <a:pt x="694" y="316"/>
                </a:cubicBezTo>
                <a:cubicBezTo>
                  <a:pt x="599" y="379"/>
                  <a:pt x="505" y="473"/>
                  <a:pt x="473" y="568"/>
                </a:cubicBezTo>
                <a:cubicBezTo>
                  <a:pt x="347" y="1041"/>
                  <a:pt x="442" y="726"/>
                  <a:pt x="32" y="2143"/>
                </a:cubicBezTo>
                <a:cubicBezTo>
                  <a:pt x="1" y="2269"/>
                  <a:pt x="32" y="2395"/>
                  <a:pt x="127" y="2458"/>
                </a:cubicBezTo>
                <a:cubicBezTo>
                  <a:pt x="253" y="2584"/>
                  <a:pt x="316" y="2584"/>
                  <a:pt x="473" y="2584"/>
                </a:cubicBezTo>
                <a:lnTo>
                  <a:pt x="2049" y="2332"/>
                </a:lnTo>
                <a:cubicBezTo>
                  <a:pt x="2238" y="2301"/>
                  <a:pt x="2395" y="2080"/>
                  <a:pt x="2332" y="1860"/>
                </a:cubicBezTo>
                <a:lnTo>
                  <a:pt x="2206" y="1545"/>
                </a:lnTo>
                <a:cubicBezTo>
                  <a:pt x="2647" y="1450"/>
                  <a:pt x="3057" y="1356"/>
                  <a:pt x="3529" y="1356"/>
                </a:cubicBezTo>
                <a:cubicBezTo>
                  <a:pt x="5987" y="1356"/>
                  <a:pt x="8003" y="3372"/>
                  <a:pt x="8003" y="5798"/>
                </a:cubicBezTo>
                <a:cubicBezTo>
                  <a:pt x="8003" y="6806"/>
                  <a:pt x="7688" y="7657"/>
                  <a:pt x="7152" y="8413"/>
                </a:cubicBezTo>
                <a:cubicBezTo>
                  <a:pt x="7278" y="8444"/>
                  <a:pt x="7404" y="8539"/>
                  <a:pt x="7530" y="8633"/>
                </a:cubicBezTo>
                <a:cubicBezTo>
                  <a:pt x="7751" y="8885"/>
                  <a:pt x="7845" y="9232"/>
                  <a:pt x="7751" y="9578"/>
                </a:cubicBezTo>
                <a:lnTo>
                  <a:pt x="7593" y="9893"/>
                </a:lnTo>
                <a:cubicBezTo>
                  <a:pt x="8633" y="8854"/>
                  <a:pt x="9295" y="7436"/>
                  <a:pt x="9295" y="5861"/>
                </a:cubicBezTo>
                <a:cubicBezTo>
                  <a:pt x="9295" y="2616"/>
                  <a:pt x="6648" y="1"/>
                  <a:pt x="346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4" name="Google Shape;6175;p59">
            <a:extLst>
              <a:ext uri="{FF2B5EF4-FFF2-40B4-BE49-F238E27FC236}">
                <a16:creationId xmlns:a16="http://schemas.microsoft.com/office/drawing/2014/main" id="{8F3252EF-9200-3C42-4BE1-AFEA3046A6D6}"/>
              </a:ext>
            </a:extLst>
          </p:cNvPr>
          <p:cNvSpPr/>
          <p:nvPr/>
        </p:nvSpPr>
        <p:spPr>
          <a:xfrm>
            <a:off x="3019183" y="3103801"/>
            <a:ext cx="306194" cy="323498"/>
          </a:xfrm>
          <a:custGeom>
            <a:avLst/>
            <a:gdLst/>
            <a:ahLst/>
            <a:cxnLst/>
            <a:rect l="l" t="t" r="r" b="b"/>
            <a:pathLst>
              <a:path w="9484" h="10020" extrusionOk="0">
                <a:moveTo>
                  <a:pt x="1797" y="1"/>
                </a:moveTo>
                <a:lnTo>
                  <a:pt x="1797" y="1"/>
                </a:lnTo>
                <a:cubicBezTo>
                  <a:pt x="694" y="1072"/>
                  <a:pt x="1" y="2521"/>
                  <a:pt x="1" y="4191"/>
                </a:cubicBezTo>
                <a:cubicBezTo>
                  <a:pt x="64" y="7373"/>
                  <a:pt x="2647" y="10019"/>
                  <a:pt x="5892" y="10019"/>
                </a:cubicBezTo>
                <a:cubicBezTo>
                  <a:pt x="6239" y="10019"/>
                  <a:pt x="7972" y="9736"/>
                  <a:pt x="8224" y="9547"/>
                </a:cubicBezTo>
                <a:cubicBezTo>
                  <a:pt x="8255" y="9547"/>
                  <a:pt x="8287" y="9484"/>
                  <a:pt x="8350" y="9484"/>
                </a:cubicBezTo>
                <a:lnTo>
                  <a:pt x="8507" y="9641"/>
                </a:lnTo>
                <a:cubicBezTo>
                  <a:pt x="8576" y="9710"/>
                  <a:pt x="8661" y="9741"/>
                  <a:pt x="8743" y="9741"/>
                </a:cubicBezTo>
                <a:cubicBezTo>
                  <a:pt x="8887" y="9741"/>
                  <a:pt x="9023" y="9644"/>
                  <a:pt x="9043" y="9484"/>
                </a:cubicBezTo>
                <a:lnTo>
                  <a:pt x="9169" y="9011"/>
                </a:lnTo>
                <a:lnTo>
                  <a:pt x="9452" y="7814"/>
                </a:lnTo>
                <a:cubicBezTo>
                  <a:pt x="9484" y="7688"/>
                  <a:pt x="9452" y="7562"/>
                  <a:pt x="9358" y="7467"/>
                </a:cubicBezTo>
                <a:cubicBezTo>
                  <a:pt x="9278" y="7407"/>
                  <a:pt x="9211" y="7385"/>
                  <a:pt x="9132" y="7385"/>
                </a:cubicBezTo>
                <a:cubicBezTo>
                  <a:pt x="9087" y="7385"/>
                  <a:pt x="9037" y="7393"/>
                  <a:pt x="8980" y="7404"/>
                </a:cubicBezTo>
                <a:lnTo>
                  <a:pt x="7310" y="7719"/>
                </a:lnTo>
                <a:cubicBezTo>
                  <a:pt x="7089" y="7751"/>
                  <a:pt x="6963" y="8034"/>
                  <a:pt x="7089" y="8223"/>
                </a:cubicBezTo>
                <a:lnTo>
                  <a:pt x="7184" y="8444"/>
                </a:lnTo>
                <a:cubicBezTo>
                  <a:pt x="6774" y="8538"/>
                  <a:pt x="6333" y="8633"/>
                  <a:pt x="5861" y="8633"/>
                </a:cubicBezTo>
                <a:cubicBezTo>
                  <a:pt x="3403" y="8633"/>
                  <a:pt x="1419" y="6648"/>
                  <a:pt x="1419" y="4191"/>
                </a:cubicBezTo>
                <a:cubicBezTo>
                  <a:pt x="1419" y="3183"/>
                  <a:pt x="1734" y="2269"/>
                  <a:pt x="2269" y="1544"/>
                </a:cubicBezTo>
                <a:cubicBezTo>
                  <a:pt x="2143" y="1481"/>
                  <a:pt x="2049" y="1418"/>
                  <a:pt x="1954" y="1292"/>
                </a:cubicBezTo>
                <a:cubicBezTo>
                  <a:pt x="1734" y="1009"/>
                  <a:pt x="1639" y="662"/>
                  <a:pt x="1734" y="316"/>
                </a:cubicBezTo>
                <a:lnTo>
                  <a:pt x="179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8" name="Google Shape;6177;p59">
            <a:extLst>
              <a:ext uri="{FF2B5EF4-FFF2-40B4-BE49-F238E27FC236}">
                <a16:creationId xmlns:a16="http://schemas.microsoft.com/office/drawing/2014/main" id="{0FF64F97-CE72-8969-3C59-A063899B8131}"/>
              </a:ext>
            </a:extLst>
          </p:cNvPr>
          <p:cNvSpPr/>
          <p:nvPr/>
        </p:nvSpPr>
        <p:spPr>
          <a:xfrm>
            <a:off x="1584370" y="3665350"/>
            <a:ext cx="376382" cy="198393"/>
          </a:xfrm>
          <a:custGeom>
            <a:avLst/>
            <a:gdLst/>
            <a:ahLst/>
            <a:cxnLst/>
            <a:rect l="l" t="t" r="r" b="b"/>
            <a:pathLst>
              <a:path w="11658" h="6145" extrusionOk="0">
                <a:moveTo>
                  <a:pt x="5829" y="694"/>
                </a:moveTo>
                <a:cubicBezTo>
                  <a:pt x="7184" y="694"/>
                  <a:pt x="8255" y="1734"/>
                  <a:pt x="8255" y="3088"/>
                </a:cubicBezTo>
                <a:cubicBezTo>
                  <a:pt x="8255" y="4412"/>
                  <a:pt x="7153" y="5483"/>
                  <a:pt x="5829" y="5483"/>
                </a:cubicBezTo>
                <a:cubicBezTo>
                  <a:pt x="4506" y="5483"/>
                  <a:pt x="3435" y="4412"/>
                  <a:pt x="3435" y="3088"/>
                </a:cubicBezTo>
                <a:cubicBezTo>
                  <a:pt x="3435" y="1734"/>
                  <a:pt x="4506" y="694"/>
                  <a:pt x="5829" y="694"/>
                </a:cubicBezTo>
                <a:close/>
                <a:moveTo>
                  <a:pt x="1" y="1"/>
                </a:moveTo>
                <a:lnTo>
                  <a:pt x="1" y="6144"/>
                </a:lnTo>
                <a:lnTo>
                  <a:pt x="11658" y="6144"/>
                </a:lnTo>
                <a:lnTo>
                  <a:pt x="1165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9" name="Google Shape;6178;p59">
            <a:extLst>
              <a:ext uri="{FF2B5EF4-FFF2-40B4-BE49-F238E27FC236}">
                <a16:creationId xmlns:a16="http://schemas.microsoft.com/office/drawing/2014/main" id="{B6D2C61B-6EA9-A3DA-EFA1-1B6C19EE8DAB}"/>
              </a:ext>
            </a:extLst>
          </p:cNvPr>
          <p:cNvSpPr/>
          <p:nvPr/>
        </p:nvSpPr>
        <p:spPr>
          <a:xfrm>
            <a:off x="1718646" y="3710131"/>
            <a:ext cx="108866" cy="109867"/>
          </a:xfrm>
          <a:custGeom>
            <a:avLst/>
            <a:gdLst/>
            <a:ahLst/>
            <a:cxnLst/>
            <a:rect l="l" t="t" r="r" b="b"/>
            <a:pathLst>
              <a:path w="3372" h="3403" extrusionOk="0">
                <a:moveTo>
                  <a:pt x="1670" y="662"/>
                </a:moveTo>
                <a:cubicBezTo>
                  <a:pt x="1891" y="662"/>
                  <a:pt x="2048" y="819"/>
                  <a:pt x="2048" y="1040"/>
                </a:cubicBezTo>
                <a:lnTo>
                  <a:pt x="2048" y="1386"/>
                </a:lnTo>
                <a:lnTo>
                  <a:pt x="2395" y="1386"/>
                </a:lnTo>
                <a:cubicBezTo>
                  <a:pt x="2584" y="1386"/>
                  <a:pt x="2741" y="1544"/>
                  <a:pt x="2741" y="1733"/>
                </a:cubicBezTo>
                <a:cubicBezTo>
                  <a:pt x="2710" y="1890"/>
                  <a:pt x="2552" y="2048"/>
                  <a:pt x="2363" y="2048"/>
                </a:cubicBezTo>
                <a:lnTo>
                  <a:pt x="1670" y="2048"/>
                </a:lnTo>
                <a:cubicBezTo>
                  <a:pt x="1481" y="2048"/>
                  <a:pt x="1324" y="1890"/>
                  <a:pt x="1324" y="1701"/>
                </a:cubicBezTo>
                <a:lnTo>
                  <a:pt x="1324" y="1040"/>
                </a:lnTo>
                <a:cubicBezTo>
                  <a:pt x="1324" y="819"/>
                  <a:pt x="1481" y="662"/>
                  <a:pt x="1670" y="662"/>
                </a:cubicBezTo>
                <a:close/>
                <a:moveTo>
                  <a:pt x="1670" y="0"/>
                </a:moveTo>
                <a:cubicBezTo>
                  <a:pt x="725" y="0"/>
                  <a:pt x="1" y="756"/>
                  <a:pt x="1" y="1701"/>
                </a:cubicBezTo>
                <a:cubicBezTo>
                  <a:pt x="1" y="2646"/>
                  <a:pt x="725" y="3403"/>
                  <a:pt x="1670" y="3403"/>
                </a:cubicBezTo>
                <a:cubicBezTo>
                  <a:pt x="2615" y="3403"/>
                  <a:pt x="3372" y="2646"/>
                  <a:pt x="3372" y="1701"/>
                </a:cubicBezTo>
                <a:cubicBezTo>
                  <a:pt x="3372" y="756"/>
                  <a:pt x="2615" y="0"/>
                  <a:pt x="16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0" name="Google Shape;6179;p59">
            <a:extLst>
              <a:ext uri="{FF2B5EF4-FFF2-40B4-BE49-F238E27FC236}">
                <a16:creationId xmlns:a16="http://schemas.microsoft.com/office/drawing/2014/main" id="{928E48F2-2DB3-862A-E1A1-9501D3D7D4C4}"/>
              </a:ext>
            </a:extLst>
          </p:cNvPr>
          <p:cNvSpPr/>
          <p:nvPr/>
        </p:nvSpPr>
        <p:spPr>
          <a:xfrm>
            <a:off x="1584370" y="3887085"/>
            <a:ext cx="376382" cy="44812"/>
          </a:xfrm>
          <a:custGeom>
            <a:avLst/>
            <a:gdLst/>
            <a:ahLst/>
            <a:cxnLst/>
            <a:rect l="l" t="t" r="r" b="b"/>
            <a:pathLst>
              <a:path w="11658" h="1388" extrusionOk="0">
                <a:moveTo>
                  <a:pt x="1" y="1"/>
                </a:moveTo>
                <a:lnTo>
                  <a:pt x="1" y="347"/>
                </a:lnTo>
                <a:cubicBezTo>
                  <a:pt x="1" y="915"/>
                  <a:pt x="442" y="1387"/>
                  <a:pt x="1041" y="1387"/>
                </a:cubicBezTo>
                <a:lnTo>
                  <a:pt x="10650" y="1387"/>
                </a:lnTo>
                <a:cubicBezTo>
                  <a:pt x="11217" y="1387"/>
                  <a:pt x="11658" y="915"/>
                  <a:pt x="11658" y="347"/>
                </a:cubicBezTo>
                <a:lnTo>
                  <a:pt x="1165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91" name="Google Shape;6180;p59">
            <a:extLst>
              <a:ext uri="{FF2B5EF4-FFF2-40B4-BE49-F238E27FC236}">
                <a16:creationId xmlns:a16="http://schemas.microsoft.com/office/drawing/2014/main" id="{318469C7-03E2-C2EC-4F25-45E911838573}"/>
              </a:ext>
            </a:extLst>
          </p:cNvPr>
          <p:cNvSpPr/>
          <p:nvPr/>
        </p:nvSpPr>
        <p:spPr>
          <a:xfrm>
            <a:off x="1579303" y="3553482"/>
            <a:ext cx="381451" cy="90560"/>
          </a:xfrm>
          <a:custGeom>
            <a:avLst/>
            <a:gdLst/>
            <a:ahLst/>
            <a:cxnLst/>
            <a:rect l="l" t="t" r="r" b="b"/>
            <a:pathLst>
              <a:path w="11815" h="2805" extrusionOk="0">
                <a:moveTo>
                  <a:pt x="1733" y="0"/>
                </a:moveTo>
                <a:cubicBezTo>
                  <a:pt x="1544" y="0"/>
                  <a:pt x="1387" y="158"/>
                  <a:pt x="1387" y="378"/>
                </a:cubicBezTo>
                <a:lnTo>
                  <a:pt x="1387" y="725"/>
                </a:lnTo>
                <a:lnTo>
                  <a:pt x="1040" y="725"/>
                </a:lnTo>
                <a:cubicBezTo>
                  <a:pt x="473" y="725"/>
                  <a:pt x="0" y="1197"/>
                  <a:pt x="0" y="1733"/>
                </a:cubicBezTo>
                <a:lnTo>
                  <a:pt x="0" y="2804"/>
                </a:lnTo>
                <a:lnTo>
                  <a:pt x="11657" y="2804"/>
                </a:lnTo>
                <a:lnTo>
                  <a:pt x="11657" y="1733"/>
                </a:lnTo>
                <a:lnTo>
                  <a:pt x="11815" y="1733"/>
                </a:lnTo>
                <a:cubicBezTo>
                  <a:pt x="11815" y="1197"/>
                  <a:pt x="11374" y="725"/>
                  <a:pt x="10807" y="725"/>
                </a:cubicBezTo>
                <a:lnTo>
                  <a:pt x="10460" y="725"/>
                </a:lnTo>
                <a:lnTo>
                  <a:pt x="10460" y="378"/>
                </a:lnTo>
                <a:cubicBezTo>
                  <a:pt x="10460" y="158"/>
                  <a:pt x="10303" y="0"/>
                  <a:pt x="10082" y="0"/>
                </a:cubicBezTo>
                <a:cubicBezTo>
                  <a:pt x="9893" y="0"/>
                  <a:pt x="9735" y="158"/>
                  <a:pt x="9735" y="378"/>
                </a:cubicBezTo>
                <a:lnTo>
                  <a:pt x="9735" y="725"/>
                </a:lnTo>
                <a:lnTo>
                  <a:pt x="8349" y="725"/>
                </a:lnTo>
                <a:lnTo>
                  <a:pt x="8349" y="378"/>
                </a:lnTo>
                <a:cubicBezTo>
                  <a:pt x="8349" y="158"/>
                  <a:pt x="8192" y="0"/>
                  <a:pt x="8003" y="0"/>
                </a:cubicBezTo>
                <a:cubicBezTo>
                  <a:pt x="7814" y="0"/>
                  <a:pt x="7656" y="158"/>
                  <a:pt x="7656" y="378"/>
                </a:cubicBezTo>
                <a:lnTo>
                  <a:pt x="7656" y="725"/>
                </a:lnTo>
                <a:lnTo>
                  <a:pt x="6270" y="725"/>
                </a:lnTo>
                <a:lnTo>
                  <a:pt x="6270" y="378"/>
                </a:lnTo>
                <a:cubicBezTo>
                  <a:pt x="6270" y="158"/>
                  <a:pt x="6112" y="0"/>
                  <a:pt x="5923" y="0"/>
                </a:cubicBezTo>
                <a:cubicBezTo>
                  <a:pt x="5734" y="0"/>
                  <a:pt x="5577" y="158"/>
                  <a:pt x="5577" y="378"/>
                </a:cubicBezTo>
                <a:lnTo>
                  <a:pt x="5577" y="725"/>
                </a:lnTo>
                <a:lnTo>
                  <a:pt x="4191" y="725"/>
                </a:lnTo>
                <a:lnTo>
                  <a:pt x="4191" y="378"/>
                </a:lnTo>
                <a:cubicBezTo>
                  <a:pt x="4191" y="158"/>
                  <a:pt x="4033" y="0"/>
                  <a:pt x="3844" y="0"/>
                </a:cubicBezTo>
                <a:cubicBezTo>
                  <a:pt x="3623" y="0"/>
                  <a:pt x="3466" y="158"/>
                  <a:pt x="3466" y="378"/>
                </a:cubicBezTo>
                <a:lnTo>
                  <a:pt x="3466" y="725"/>
                </a:lnTo>
                <a:lnTo>
                  <a:pt x="2111" y="725"/>
                </a:lnTo>
                <a:lnTo>
                  <a:pt x="2111" y="378"/>
                </a:lnTo>
                <a:cubicBezTo>
                  <a:pt x="2111" y="158"/>
                  <a:pt x="1954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" name="Google Shape;6181;p59">
            <a:extLst>
              <a:ext uri="{FF2B5EF4-FFF2-40B4-BE49-F238E27FC236}">
                <a16:creationId xmlns:a16="http://schemas.microsoft.com/office/drawing/2014/main" id="{1BBAD51F-D11B-FCF7-ABA4-BCA1F9A7685B}"/>
              </a:ext>
            </a:extLst>
          </p:cNvPr>
          <p:cNvSpPr/>
          <p:nvPr/>
        </p:nvSpPr>
        <p:spPr>
          <a:xfrm>
            <a:off x="1576159" y="4054830"/>
            <a:ext cx="386552" cy="377674"/>
          </a:xfrm>
          <a:custGeom>
            <a:avLst/>
            <a:gdLst/>
            <a:ahLst/>
            <a:cxnLst/>
            <a:rect l="l" t="t" r="r" b="b"/>
            <a:pathLst>
              <a:path w="11973" h="11698" extrusionOk="0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1" name="Google Shape;6182;p59">
            <a:extLst>
              <a:ext uri="{FF2B5EF4-FFF2-40B4-BE49-F238E27FC236}">
                <a16:creationId xmlns:a16="http://schemas.microsoft.com/office/drawing/2014/main" id="{0099D26E-D968-EF10-0F24-26BE41BAFF35}"/>
              </a:ext>
            </a:extLst>
          </p:cNvPr>
          <p:cNvSpPr/>
          <p:nvPr/>
        </p:nvSpPr>
        <p:spPr>
          <a:xfrm>
            <a:off x="1581244" y="4549817"/>
            <a:ext cx="376382" cy="377383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3" name="Google Shape;6184;p59">
            <a:extLst>
              <a:ext uri="{FF2B5EF4-FFF2-40B4-BE49-F238E27FC236}">
                <a16:creationId xmlns:a16="http://schemas.microsoft.com/office/drawing/2014/main" id="{5A109C61-5C2A-EBD4-DC8A-6D5F782720A4}"/>
              </a:ext>
            </a:extLst>
          </p:cNvPr>
          <p:cNvSpPr/>
          <p:nvPr/>
        </p:nvSpPr>
        <p:spPr>
          <a:xfrm>
            <a:off x="3984786" y="3554498"/>
            <a:ext cx="333668" cy="156196"/>
          </a:xfrm>
          <a:custGeom>
            <a:avLst/>
            <a:gdLst/>
            <a:ahLst/>
            <a:cxnLst/>
            <a:rect l="l" t="t" r="r" b="b"/>
            <a:pathLst>
              <a:path w="10335" h="4838" extrusionOk="0">
                <a:moveTo>
                  <a:pt x="1040" y="0"/>
                </a:moveTo>
                <a:cubicBezTo>
                  <a:pt x="473" y="0"/>
                  <a:pt x="1" y="473"/>
                  <a:pt x="1" y="1071"/>
                </a:cubicBezTo>
                <a:lnTo>
                  <a:pt x="1" y="2458"/>
                </a:lnTo>
                <a:cubicBezTo>
                  <a:pt x="1" y="2993"/>
                  <a:pt x="473" y="3466"/>
                  <a:pt x="1040" y="3466"/>
                </a:cubicBezTo>
                <a:lnTo>
                  <a:pt x="2048" y="3466"/>
                </a:lnTo>
                <a:lnTo>
                  <a:pt x="2048" y="4505"/>
                </a:lnTo>
                <a:cubicBezTo>
                  <a:pt x="2048" y="4663"/>
                  <a:pt x="2143" y="4757"/>
                  <a:pt x="2269" y="4820"/>
                </a:cubicBezTo>
                <a:cubicBezTo>
                  <a:pt x="2300" y="4831"/>
                  <a:pt x="2339" y="4838"/>
                  <a:pt x="2380" y="4838"/>
                </a:cubicBezTo>
                <a:cubicBezTo>
                  <a:pt x="2461" y="4838"/>
                  <a:pt x="2552" y="4810"/>
                  <a:pt x="2615" y="4726"/>
                </a:cubicBezTo>
                <a:lnTo>
                  <a:pt x="3876" y="3466"/>
                </a:lnTo>
                <a:lnTo>
                  <a:pt x="6365" y="3466"/>
                </a:lnTo>
                <a:lnTo>
                  <a:pt x="7625" y="4726"/>
                </a:lnTo>
                <a:cubicBezTo>
                  <a:pt x="7688" y="4810"/>
                  <a:pt x="7765" y="4838"/>
                  <a:pt x="7846" y="4838"/>
                </a:cubicBezTo>
                <a:cubicBezTo>
                  <a:pt x="7887" y="4838"/>
                  <a:pt x="7929" y="4831"/>
                  <a:pt x="7971" y="4820"/>
                </a:cubicBezTo>
                <a:cubicBezTo>
                  <a:pt x="8097" y="4789"/>
                  <a:pt x="8160" y="4631"/>
                  <a:pt x="8160" y="4505"/>
                </a:cubicBezTo>
                <a:lnTo>
                  <a:pt x="8160" y="3466"/>
                </a:lnTo>
                <a:lnTo>
                  <a:pt x="9231" y="3466"/>
                </a:lnTo>
                <a:cubicBezTo>
                  <a:pt x="9862" y="3466"/>
                  <a:pt x="10334" y="2993"/>
                  <a:pt x="10334" y="2458"/>
                </a:cubicBezTo>
                <a:lnTo>
                  <a:pt x="10334" y="1071"/>
                </a:lnTo>
                <a:cubicBezTo>
                  <a:pt x="10334" y="536"/>
                  <a:pt x="9862" y="0"/>
                  <a:pt x="92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4" name="Google Shape;6185;p59">
            <a:extLst>
              <a:ext uri="{FF2B5EF4-FFF2-40B4-BE49-F238E27FC236}">
                <a16:creationId xmlns:a16="http://schemas.microsoft.com/office/drawing/2014/main" id="{929A217D-8560-1CF1-8C42-90BD74D16CA1}"/>
              </a:ext>
            </a:extLst>
          </p:cNvPr>
          <p:cNvSpPr/>
          <p:nvPr/>
        </p:nvSpPr>
        <p:spPr>
          <a:xfrm>
            <a:off x="4007158" y="3732485"/>
            <a:ext cx="88526" cy="89559"/>
          </a:xfrm>
          <a:custGeom>
            <a:avLst/>
            <a:gdLst/>
            <a:ahLst/>
            <a:cxnLst/>
            <a:rect l="l" t="t" r="r" b="b"/>
            <a:pathLst>
              <a:path w="2742" h="2774" extrusionOk="0">
                <a:moveTo>
                  <a:pt x="1387" y="1"/>
                </a:moveTo>
                <a:cubicBezTo>
                  <a:pt x="599" y="1"/>
                  <a:pt x="1" y="631"/>
                  <a:pt x="1" y="1387"/>
                </a:cubicBezTo>
                <a:cubicBezTo>
                  <a:pt x="1" y="2143"/>
                  <a:pt x="599" y="2773"/>
                  <a:pt x="1387" y="2773"/>
                </a:cubicBezTo>
                <a:cubicBezTo>
                  <a:pt x="2143" y="2773"/>
                  <a:pt x="2742" y="2143"/>
                  <a:pt x="2742" y="1387"/>
                </a:cubicBezTo>
                <a:cubicBezTo>
                  <a:pt x="2742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5" name="Google Shape;6186;p59">
            <a:extLst>
              <a:ext uri="{FF2B5EF4-FFF2-40B4-BE49-F238E27FC236}">
                <a16:creationId xmlns:a16="http://schemas.microsoft.com/office/drawing/2014/main" id="{30698DA6-E2A0-D0DF-CBA3-D485B1E39632}"/>
              </a:ext>
            </a:extLst>
          </p:cNvPr>
          <p:cNvSpPr/>
          <p:nvPr/>
        </p:nvSpPr>
        <p:spPr>
          <a:xfrm>
            <a:off x="3962412" y="3843353"/>
            <a:ext cx="177020" cy="87525"/>
          </a:xfrm>
          <a:custGeom>
            <a:avLst/>
            <a:gdLst/>
            <a:ahLst/>
            <a:cxnLst/>
            <a:rect l="l" t="t" r="r" b="b"/>
            <a:pathLst>
              <a:path w="5483" h="2711" extrusionOk="0">
                <a:moveTo>
                  <a:pt x="2741" y="1"/>
                </a:moveTo>
                <a:cubicBezTo>
                  <a:pt x="1387" y="1"/>
                  <a:pt x="221" y="1040"/>
                  <a:pt x="32" y="2332"/>
                </a:cubicBezTo>
                <a:cubicBezTo>
                  <a:pt x="0" y="2521"/>
                  <a:pt x="158" y="2710"/>
                  <a:pt x="378" y="2710"/>
                </a:cubicBezTo>
                <a:lnTo>
                  <a:pt x="5104" y="2710"/>
                </a:lnTo>
                <a:cubicBezTo>
                  <a:pt x="5325" y="2710"/>
                  <a:pt x="5482" y="2521"/>
                  <a:pt x="5482" y="2332"/>
                </a:cubicBezTo>
                <a:cubicBezTo>
                  <a:pt x="5262" y="977"/>
                  <a:pt x="4128" y="1"/>
                  <a:pt x="274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6" name="Google Shape;6187;p59">
            <a:extLst>
              <a:ext uri="{FF2B5EF4-FFF2-40B4-BE49-F238E27FC236}">
                <a16:creationId xmlns:a16="http://schemas.microsoft.com/office/drawing/2014/main" id="{7938633B-484D-A84B-43A0-282F1984CA6A}"/>
              </a:ext>
            </a:extLst>
          </p:cNvPr>
          <p:cNvSpPr/>
          <p:nvPr/>
        </p:nvSpPr>
        <p:spPr>
          <a:xfrm>
            <a:off x="4206520" y="3732485"/>
            <a:ext cx="88526" cy="89559"/>
          </a:xfrm>
          <a:custGeom>
            <a:avLst/>
            <a:gdLst/>
            <a:ahLst/>
            <a:cxnLst/>
            <a:rect l="l" t="t" r="r" b="b"/>
            <a:pathLst>
              <a:path w="2742" h="2774" extrusionOk="0">
                <a:moveTo>
                  <a:pt x="1387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87" y="2773"/>
                </a:cubicBezTo>
                <a:cubicBezTo>
                  <a:pt x="2111" y="2773"/>
                  <a:pt x="2742" y="2143"/>
                  <a:pt x="2742" y="1387"/>
                </a:cubicBezTo>
                <a:cubicBezTo>
                  <a:pt x="2742" y="631"/>
                  <a:pt x="2111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7" name="Google Shape;6188;p59">
            <a:extLst>
              <a:ext uri="{FF2B5EF4-FFF2-40B4-BE49-F238E27FC236}">
                <a16:creationId xmlns:a16="http://schemas.microsoft.com/office/drawing/2014/main" id="{E3FDB4A4-4B0A-6A91-C14A-68DF3D3B51DE}"/>
              </a:ext>
            </a:extLst>
          </p:cNvPr>
          <p:cNvSpPr/>
          <p:nvPr/>
        </p:nvSpPr>
        <p:spPr>
          <a:xfrm>
            <a:off x="4161774" y="3843353"/>
            <a:ext cx="178021" cy="87525"/>
          </a:xfrm>
          <a:custGeom>
            <a:avLst/>
            <a:gdLst/>
            <a:ahLst/>
            <a:cxnLst/>
            <a:rect l="l" t="t" r="r" b="b"/>
            <a:pathLst>
              <a:path w="5514" h="2711" extrusionOk="0">
                <a:moveTo>
                  <a:pt x="2773" y="1"/>
                </a:moveTo>
                <a:cubicBezTo>
                  <a:pt x="1387" y="1"/>
                  <a:pt x="252" y="1040"/>
                  <a:pt x="32" y="2332"/>
                </a:cubicBezTo>
                <a:cubicBezTo>
                  <a:pt x="0" y="2521"/>
                  <a:pt x="158" y="2710"/>
                  <a:pt x="410" y="2710"/>
                </a:cubicBezTo>
                <a:lnTo>
                  <a:pt x="5167" y="2710"/>
                </a:lnTo>
                <a:cubicBezTo>
                  <a:pt x="5356" y="2710"/>
                  <a:pt x="5514" y="2521"/>
                  <a:pt x="5514" y="2332"/>
                </a:cubicBezTo>
                <a:cubicBezTo>
                  <a:pt x="5293" y="977"/>
                  <a:pt x="4128" y="1"/>
                  <a:pt x="277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6" name="Google Shape;6190;p59">
            <a:extLst>
              <a:ext uri="{FF2B5EF4-FFF2-40B4-BE49-F238E27FC236}">
                <a16:creationId xmlns:a16="http://schemas.microsoft.com/office/drawing/2014/main" id="{3B1B92B2-A7EF-0026-DD13-32FA14889110}"/>
              </a:ext>
            </a:extLst>
          </p:cNvPr>
          <p:cNvSpPr/>
          <p:nvPr/>
        </p:nvSpPr>
        <p:spPr>
          <a:xfrm>
            <a:off x="1201627" y="2250081"/>
            <a:ext cx="199394" cy="111029"/>
          </a:xfrm>
          <a:custGeom>
            <a:avLst/>
            <a:gdLst/>
            <a:ahLst/>
            <a:cxnLst/>
            <a:rect l="l" t="t" r="r" b="b"/>
            <a:pathLst>
              <a:path w="6176" h="3439" extrusionOk="0">
                <a:moveTo>
                  <a:pt x="4433" y="0"/>
                </a:moveTo>
                <a:cubicBezTo>
                  <a:pt x="4393" y="0"/>
                  <a:pt x="4354" y="8"/>
                  <a:pt x="4317" y="26"/>
                </a:cubicBezTo>
                <a:cubicBezTo>
                  <a:pt x="4191" y="58"/>
                  <a:pt x="4128" y="216"/>
                  <a:pt x="4128" y="342"/>
                </a:cubicBezTo>
                <a:lnTo>
                  <a:pt x="4128" y="1003"/>
                </a:lnTo>
                <a:lnTo>
                  <a:pt x="2048" y="1003"/>
                </a:lnTo>
                <a:lnTo>
                  <a:pt x="2048" y="342"/>
                </a:lnTo>
                <a:cubicBezTo>
                  <a:pt x="2048" y="184"/>
                  <a:pt x="1954" y="58"/>
                  <a:pt x="1828" y="26"/>
                </a:cubicBezTo>
                <a:cubicBezTo>
                  <a:pt x="1793" y="15"/>
                  <a:pt x="1750" y="8"/>
                  <a:pt x="1705" y="8"/>
                </a:cubicBezTo>
                <a:cubicBezTo>
                  <a:pt x="1626" y="8"/>
                  <a:pt x="1541" y="30"/>
                  <a:pt x="1481" y="89"/>
                </a:cubicBezTo>
                <a:lnTo>
                  <a:pt x="95" y="1476"/>
                </a:lnTo>
                <a:cubicBezTo>
                  <a:pt x="0" y="1602"/>
                  <a:pt x="0" y="1822"/>
                  <a:pt x="95" y="1948"/>
                </a:cubicBezTo>
                <a:lnTo>
                  <a:pt x="1481" y="3334"/>
                </a:lnTo>
                <a:cubicBezTo>
                  <a:pt x="1548" y="3379"/>
                  <a:pt x="1646" y="3424"/>
                  <a:pt x="1732" y="3424"/>
                </a:cubicBezTo>
                <a:cubicBezTo>
                  <a:pt x="1767" y="3424"/>
                  <a:pt x="1800" y="3416"/>
                  <a:pt x="1828" y="3398"/>
                </a:cubicBezTo>
                <a:cubicBezTo>
                  <a:pt x="1954" y="3366"/>
                  <a:pt x="2048" y="3208"/>
                  <a:pt x="2048" y="3082"/>
                </a:cubicBezTo>
                <a:lnTo>
                  <a:pt x="2048" y="2421"/>
                </a:lnTo>
                <a:lnTo>
                  <a:pt x="4128" y="2421"/>
                </a:lnTo>
                <a:lnTo>
                  <a:pt x="4128" y="3082"/>
                </a:lnTo>
                <a:cubicBezTo>
                  <a:pt x="4128" y="3240"/>
                  <a:pt x="4191" y="3366"/>
                  <a:pt x="4317" y="3398"/>
                </a:cubicBezTo>
                <a:cubicBezTo>
                  <a:pt x="4369" y="3424"/>
                  <a:pt x="4426" y="3439"/>
                  <a:pt x="4483" y="3439"/>
                </a:cubicBezTo>
                <a:cubicBezTo>
                  <a:pt x="4562" y="3439"/>
                  <a:pt x="4639" y="3408"/>
                  <a:pt x="4695" y="3334"/>
                </a:cubicBezTo>
                <a:lnTo>
                  <a:pt x="6049" y="1948"/>
                </a:lnTo>
                <a:cubicBezTo>
                  <a:pt x="6175" y="1822"/>
                  <a:pt x="6175" y="1602"/>
                  <a:pt x="6049" y="1476"/>
                </a:cubicBezTo>
                <a:lnTo>
                  <a:pt x="4695" y="89"/>
                </a:lnTo>
                <a:cubicBezTo>
                  <a:pt x="4628" y="45"/>
                  <a:pt x="4530" y="0"/>
                  <a:pt x="44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7" name="Google Shape;6191;p59">
            <a:extLst>
              <a:ext uri="{FF2B5EF4-FFF2-40B4-BE49-F238E27FC236}">
                <a16:creationId xmlns:a16="http://schemas.microsoft.com/office/drawing/2014/main" id="{4AE68115-0A88-364F-BF29-2AD6852A91C1}"/>
              </a:ext>
            </a:extLst>
          </p:cNvPr>
          <p:cNvSpPr/>
          <p:nvPr/>
        </p:nvSpPr>
        <p:spPr>
          <a:xfrm>
            <a:off x="1202628" y="2117677"/>
            <a:ext cx="44812" cy="133274"/>
          </a:xfrm>
          <a:custGeom>
            <a:avLst/>
            <a:gdLst/>
            <a:ahLst/>
            <a:cxnLst/>
            <a:rect l="l" t="t" r="r" b="b"/>
            <a:pathLst>
              <a:path w="1388" h="4128" extrusionOk="0">
                <a:moveTo>
                  <a:pt x="1" y="0"/>
                </a:moveTo>
                <a:lnTo>
                  <a:pt x="1" y="4127"/>
                </a:lnTo>
                <a:lnTo>
                  <a:pt x="348" y="4127"/>
                </a:lnTo>
                <a:cubicBezTo>
                  <a:pt x="915" y="4127"/>
                  <a:pt x="1387" y="3655"/>
                  <a:pt x="1387" y="3088"/>
                </a:cubicBezTo>
                <a:lnTo>
                  <a:pt x="1387" y="1009"/>
                </a:lnTo>
                <a:cubicBezTo>
                  <a:pt x="1387" y="473"/>
                  <a:pt x="915" y="0"/>
                  <a:pt x="3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8" name="Google Shape;6192;p59">
            <a:extLst>
              <a:ext uri="{FF2B5EF4-FFF2-40B4-BE49-F238E27FC236}">
                <a16:creationId xmlns:a16="http://schemas.microsoft.com/office/drawing/2014/main" id="{256ED86F-828C-4311-F41E-1CFA2EF237FC}"/>
              </a:ext>
            </a:extLst>
          </p:cNvPr>
          <p:cNvSpPr/>
          <p:nvPr/>
        </p:nvSpPr>
        <p:spPr>
          <a:xfrm>
            <a:off x="1202628" y="2359752"/>
            <a:ext cx="44812" cy="133338"/>
          </a:xfrm>
          <a:custGeom>
            <a:avLst/>
            <a:gdLst/>
            <a:ahLst/>
            <a:cxnLst/>
            <a:rect l="l" t="t" r="r" b="b"/>
            <a:pathLst>
              <a:path w="1388" h="4130" extrusionOk="0">
                <a:moveTo>
                  <a:pt x="1" y="1"/>
                </a:moveTo>
                <a:lnTo>
                  <a:pt x="1" y="4128"/>
                </a:lnTo>
                <a:lnTo>
                  <a:pt x="348" y="4128"/>
                </a:lnTo>
                <a:cubicBezTo>
                  <a:pt x="367" y="4129"/>
                  <a:pt x="386" y="4129"/>
                  <a:pt x="405" y="4129"/>
                </a:cubicBezTo>
                <a:cubicBezTo>
                  <a:pt x="946" y="4129"/>
                  <a:pt x="1387" y="3698"/>
                  <a:pt x="1387" y="3119"/>
                </a:cubicBezTo>
                <a:lnTo>
                  <a:pt x="1387" y="1040"/>
                </a:lnTo>
                <a:cubicBezTo>
                  <a:pt x="1387" y="473"/>
                  <a:pt x="915" y="1"/>
                  <a:pt x="34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9" name="Google Shape;6193;p59">
            <a:extLst>
              <a:ext uri="{FF2B5EF4-FFF2-40B4-BE49-F238E27FC236}">
                <a16:creationId xmlns:a16="http://schemas.microsoft.com/office/drawing/2014/main" id="{70A29D7D-3470-AAEB-A322-A81FA878F628}"/>
              </a:ext>
            </a:extLst>
          </p:cNvPr>
          <p:cNvSpPr/>
          <p:nvPr/>
        </p:nvSpPr>
        <p:spPr>
          <a:xfrm>
            <a:off x="1359275" y="2117677"/>
            <a:ext cx="43779" cy="133274"/>
          </a:xfrm>
          <a:custGeom>
            <a:avLst/>
            <a:gdLst/>
            <a:ahLst/>
            <a:cxnLst/>
            <a:rect l="l" t="t" r="r" b="b"/>
            <a:pathLst>
              <a:path w="1356" h="4128" extrusionOk="0">
                <a:moveTo>
                  <a:pt x="1009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3088"/>
                </a:lnTo>
                <a:cubicBezTo>
                  <a:pt x="1" y="3655"/>
                  <a:pt x="410" y="4127"/>
                  <a:pt x="1009" y="4127"/>
                </a:cubicBezTo>
                <a:lnTo>
                  <a:pt x="1355" y="4127"/>
                </a:lnTo>
                <a:lnTo>
                  <a:pt x="135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0" name="Google Shape;6194;p59">
            <a:extLst>
              <a:ext uri="{FF2B5EF4-FFF2-40B4-BE49-F238E27FC236}">
                <a16:creationId xmlns:a16="http://schemas.microsoft.com/office/drawing/2014/main" id="{7DE727E4-6844-9DC5-1CC7-892F7B7DCF40}"/>
              </a:ext>
            </a:extLst>
          </p:cNvPr>
          <p:cNvSpPr/>
          <p:nvPr/>
        </p:nvSpPr>
        <p:spPr>
          <a:xfrm>
            <a:off x="1425397" y="2118679"/>
            <a:ext cx="66152" cy="375381"/>
          </a:xfrm>
          <a:custGeom>
            <a:avLst/>
            <a:gdLst/>
            <a:ahLst/>
            <a:cxnLst/>
            <a:rect l="l" t="t" r="r" b="b"/>
            <a:pathLst>
              <a:path w="2049" h="11627" extrusionOk="0">
                <a:moveTo>
                  <a:pt x="1" y="1"/>
                </a:moveTo>
                <a:lnTo>
                  <a:pt x="1" y="11626"/>
                </a:lnTo>
                <a:cubicBezTo>
                  <a:pt x="1135" y="11469"/>
                  <a:pt x="2048" y="10460"/>
                  <a:pt x="2048" y="9263"/>
                </a:cubicBezTo>
                <a:lnTo>
                  <a:pt x="2048" y="2395"/>
                </a:lnTo>
                <a:cubicBezTo>
                  <a:pt x="2048" y="1167"/>
                  <a:pt x="1135" y="158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1" name="Google Shape;6195;p59">
            <a:extLst>
              <a:ext uri="{FF2B5EF4-FFF2-40B4-BE49-F238E27FC236}">
                <a16:creationId xmlns:a16="http://schemas.microsoft.com/office/drawing/2014/main" id="{CE0E0E17-7A0A-8C0F-0CD2-D88CAEFC12B0}"/>
              </a:ext>
            </a:extLst>
          </p:cNvPr>
          <p:cNvSpPr/>
          <p:nvPr/>
        </p:nvSpPr>
        <p:spPr>
          <a:xfrm>
            <a:off x="1359275" y="2359753"/>
            <a:ext cx="43779" cy="134307"/>
          </a:xfrm>
          <a:custGeom>
            <a:avLst/>
            <a:gdLst/>
            <a:ahLst/>
            <a:cxnLst/>
            <a:rect l="l" t="t" r="r" b="b"/>
            <a:pathLst>
              <a:path w="1356" h="4160" extrusionOk="0"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3119"/>
                </a:lnTo>
                <a:cubicBezTo>
                  <a:pt x="1" y="3718"/>
                  <a:pt x="410" y="4159"/>
                  <a:pt x="1009" y="4159"/>
                </a:cubicBezTo>
                <a:lnTo>
                  <a:pt x="1355" y="4159"/>
                </a:lnTo>
                <a:lnTo>
                  <a:pt x="135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82" name="Google Shape;6196;p59">
            <a:extLst>
              <a:ext uri="{FF2B5EF4-FFF2-40B4-BE49-F238E27FC236}">
                <a16:creationId xmlns:a16="http://schemas.microsoft.com/office/drawing/2014/main" id="{67E97E8D-5118-48F3-13C7-1DD2162AC210}"/>
              </a:ext>
            </a:extLst>
          </p:cNvPr>
          <p:cNvSpPr/>
          <p:nvPr/>
        </p:nvSpPr>
        <p:spPr>
          <a:xfrm>
            <a:off x="1115167" y="2117677"/>
            <a:ext cx="66152" cy="374348"/>
          </a:xfrm>
          <a:custGeom>
            <a:avLst/>
            <a:gdLst/>
            <a:ahLst/>
            <a:cxnLst/>
            <a:rect l="l" t="t" r="r" b="b"/>
            <a:pathLst>
              <a:path w="2049" h="11595" extrusionOk="0">
                <a:moveTo>
                  <a:pt x="2048" y="0"/>
                </a:moveTo>
                <a:cubicBezTo>
                  <a:pt x="883" y="158"/>
                  <a:pt x="1" y="1166"/>
                  <a:pt x="1" y="2363"/>
                </a:cubicBezTo>
                <a:lnTo>
                  <a:pt x="1" y="9200"/>
                </a:lnTo>
                <a:cubicBezTo>
                  <a:pt x="1" y="10460"/>
                  <a:pt x="851" y="11437"/>
                  <a:pt x="2048" y="11594"/>
                </a:cubicBezTo>
                <a:lnTo>
                  <a:pt x="204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3" name="Google Shape;6198;p59">
            <a:extLst>
              <a:ext uri="{FF2B5EF4-FFF2-40B4-BE49-F238E27FC236}">
                <a16:creationId xmlns:a16="http://schemas.microsoft.com/office/drawing/2014/main" id="{0F1D18B1-BD1F-B967-D414-8B2185D01F80}"/>
              </a:ext>
            </a:extLst>
          </p:cNvPr>
          <p:cNvSpPr/>
          <p:nvPr/>
        </p:nvSpPr>
        <p:spPr>
          <a:xfrm>
            <a:off x="1114667" y="2830699"/>
            <a:ext cx="377383" cy="132241"/>
          </a:xfrm>
          <a:custGeom>
            <a:avLst/>
            <a:gdLst/>
            <a:ahLst/>
            <a:cxnLst/>
            <a:rect l="l" t="t" r="r" b="b"/>
            <a:pathLst>
              <a:path w="11689" h="4096" extrusionOk="0">
                <a:moveTo>
                  <a:pt x="1701" y="0"/>
                </a:moveTo>
                <a:cubicBezTo>
                  <a:pt x="1040" y="0"/>
                  <a:pt x="473" y="315"/>
                  <a:pt x="63" y="819"/>
                </a:cubicBezTo>
                <a:cubicBezTo>
                  <a:pt x="0" y="945"/>
                  <a:pt x="0" y="1040"/>
                  <a:pt x="32" y="1166"/>
                </a:cubicBezTo>
                <a:cubicBezTo>
                  <a:pt x="63" y="1292"/>
                  <a:pt x="189" y="1355"/>
                  <a:pt x="347" y="1355"/>
                </a:cubicBezTo>
                <a:lnTo>
                  <a:pt x="1008" y="1355"/>
                </a:lnTo>
                <a:cubicBezTo>
                  <a:pt x="1418" y="1355"/>
                  <a:pt x="1670" y="1670"/>
                  <a:pt x="1670" y="2048"/>
                </a:cubicBezTo>
                <a:cubicBezTo>
                  <a:pt x="1670" y="2426"/>
                  <a:pt x="1355" y="2710"/>
                  <a:pt x="1008" y="2710"/>
                </a:cubicBezTo>
                <a:lnTo>
                  <a:pt x="347" y="2710"/>
                </a:lnTo>
                <a:cubicBezTo>
                  <a:pt x="221" y="2710"/>
                  <a:pt x="95" y="2773"/>
                  <a:pt x="32" y="2899"/>
                </a:cubicBezTo>
                <a:cubicBezTo>
                  <a:pt x="0" y="3025"/>
                  <a:pt x="0" y="3151"/>
                  <a:pt x="63" y="3245"/>
                </a:cubicBezTo>
                <a:cubicBezTo>
                  <a:pt x="410" y="3781"/>
                  <a:pt x="1040" y="4096"/>
                  <a:pt x="1701" y="4096"/>
                </a:cubicBezTo>
                <a:cubicBezTo>
                  <a:pt x="2615" y="4096"/>
                  <a:pt x="3371" y="3497"/>
                  <a:pt x="3655" y="2710"/>
                </a:cubicBezTo>
                <a:lnTo>
                  <a:pt x="8065" y="2710"/>
                </a:lnTo>
                <a:cubicBezTo>
                  <a:pt x="8317" y="3497"/>
                  <a:pt x="9073" y="4096"/>
                  <a:pt x="9987" y="4096"/>
                </a:cubicBezTo>
                <a:cubicBezTo>
                  <a:pt x="10649" y="4096"/>
                  <a:pt x="11247" y="3781"/>
                  <a:pt x="11594" y="3245"/>
                </a:cubicBezTo>
                <a:cubicBezTo>
                  <a:pt x="11688" y="3119"/>
                  <a:pt x="11688" y="3025"/>
                  <a:pt x="11625" y="2899"/>
                </a:cubicBezTo>
                <a:cubicBezTo>
                  <a:pt x="11594" y="2773"/>
                  <a:pt x="11468" y="2710"/>
                  <a:pt x="11310" y="2710"/>
                </a:cubicBezTo>
                <a:lnTo>
                  <a:pt x="10649" y="2710"/>
                </a:lnTo>
                <a:cubicBezTo>
                  <a:pt x="10271" y="2710"/>
                  <a:pt x="9987" y="2395"/>
                  <a:pt x="9987" y="2048"/>
                </a:cubicBezTo>
                <a:cubicBezTo>
                  <a:pt x="9987" y="1670"/>
                  <a:pt x="10302" y="1355"/>
                  <a:pt x="10649" y="1355"/>
                </a:cubicBezTo>
                <a:lnTo>
                  <a:pt x="11310" y="1355"/>
                </a:lnTo>
                <a:cubicBezTo>
                  <a:pt x="11436" y="1355"/>
                  <a:pt x="11562" y="1292"/>
                  <a:pt x="11625" y="1166"/>
                </a:cubicBezTo>
                <a:cubicBezTo>
                  <a:pt x="11688" y="1040"/>
                  <a:pt x="11688" y="945"/>
                  <a:pt x="11594" y="819"/>
                </a:cubicBezTo>
                <a:cubicBezTo>
                  <a:pt x="11247" y="315"/>
                  <a:pt x="10649" y="0"/>
                  <a:pt x="9987" y="0"/>
                </a:cubicBezTo>
                <a:cubicBezTo>
                  <a:pt x="9073" y="0"/>
                  <a:pt x="8349" y="567"/>
                  <a:pt x="8065" y="1355"/>
                </a:cubicBezTo>
                <a:lnTo>
                  <a:pt x="3655" y="1355"/>
                </a:lnTo>
                <a:cubicBezTo>
                  <a:pt x="3371" y="567"/>
                  <a:pt x="2615" y="0"/>
                  <a:pt x="170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4" name="Google Shape;6199;p59">
            <a:extLst>
              <a:ext uri="{FF2B5EF4-FFF2-40B4-BE49-F238E27FC236}">
                <a16:creationId xmlns:a16="http://schemas.microsoft.com/office/drawing/2014/main" id="{33766F1C-997C-7766-A879-BE608B40699D}"/>
              </a:ext>
            </a:extLst>
          </p:cNvPr>
          <p:cNvSpPr/>
          <p:nvPr/>
        </p:nvSpPr>
        <p:spPr>
          <a:xfrm>
            <a:off x="1258078" y="2587591"/>
            <a:ext cx="88526" cy="88526"/>
          </a:xfrm>
          <a:custGeom>
            <a:avLst/>
            <a:gdLst/>
            <a:ahLst/>
            <a:cxnLst/>
            <a:rect l="l" t="t" r="r" b="b"/>
            <a:pathLst>
              <a:path w="2742" h="2742" extrusionOk="0">
                <a:moveTo>
                  <a:pt x="1355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11"/>
                  <a:pt x="630" y="2741"/>
                  <a:pt x="1355" y="2741"/>
                </a:cubicBezTo>
                <a:cubicBezTo>
                  <a:pt x="2111" y="2741"/>
                  <a:pt x="2741" y="2111"/>
                  <a:pt x="2741" y="1387"/>
                </a:cubicBezTo>
                <a:cubicBezTo>
                  <a:pt x="2741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5" name="Google Shape;6200;p59">
            <a:extLst>
              <a:ext uri="{FF2B5EF4-FFF2-40B4-BE49-F238E27FC236}">
                <a16:creationId xmlns:a16="http://schemas.microsoft.com/office/drawing/2014/main" id="{3B7CF518-1CB1-1B60-F657-055139FD18ED}"/>
              </a:ext>
            </a:extLst>
          </p:cNvPr>
          <p:cNvSpPr/>
          <p:nvPr/>
        </p:nvSpPr>
        <p:spPr>
          <a:xfrm>
            <a:off x="1214332" y="2698459"/>
            <a:ext cx="175987" cy="154646"/>
          </a:xfrm>
          <a:custGeom>
            <a:avLst/>
            <a:gdLst/>
            <a:ahLst/>
            <a:cxnLst/>
            <a:rect l="l" t="t" r="r" b="b"/>
            <a:pathLst>
              <a:path w="5451" h="4790" extrusionOk="0">
                <a:moveTo>
                  <a:pt x="2710" y="1"/>
                </a:moveTo>
                <a:cubicBezTo>
                  <a:pt x="1387" y="1"/>
                  <a:pt x="253" y="1009"/>
                  <a:pt x="32" y="2300"/>
                </a:cubicBezTo>
                <a:cubicBezTo>
                  <a:pt x="1" y="2521"/>
                  <a:pt x="158" y="2710"/>
                  <a:pt x="410" y="2710"/>
                </a:cubicBezTo>
                <a:lnTo>
                  <a:pt x="2395" y="2710"/>
                </a:lnTo>
                <a:lnTo>
                  <a:pt x="2395" y="4789"/>
                </a:lnTo>
                <a:lnTo>
                  <a:pt x="3088" y="4789"/>
                </a:lnTo>
                <a:lnTo>
                  <a:pt x="3088" y="2710"/>
                </a:lnTo>
                <a:lnTo>
                  <a:pt x="5073" y="2710"/>
                </a:lnTo>
                <a:cubicBezTo>
                  <a:pt x="5293" y="2710"/>
                  <a:pt x="5451" y="2521"/>
                  <a:pt x="5451" y="2300"/>
                </a:cubicBezTo>
                <a:cubicBezTo>
                  <a:pt x="5230" y="977"/>
                  <a:pt x="4096" y="1"/>
                  <a:pt x="271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5" name="Google Shape;6202;p59">
            <a:extLst>
              <a:ext uri="{FF2B5EF4-FFF2-40B4-BE49-F238E27FC236}">
                <a16:creationId xmlns:a16="http://schemas.microsoft.com/office/drawing/2014/main" id="{FED50B73-5E30-30DB-78B8-124DF7964169}"/>
              </a:ext>
            </a:extLst>
          </p:cNvPr>
          <p:cNvSpPr/>
          <p:nvPr/>
        </p:nvSpPr>
        <p:spPr>
          <a:xfrm>
            <a:off x="1314529" y="3315866"/>
            <a:ext cx="108866" cy="109899"/>
          </a:xfrm>
          <a:custGeom>
            <a:avLst/>
            <a:gdLst/>
            <a:ahLst/>
            <a:cxnLst/>
            <a:rect l="l" t="t" r="r" b="b"/>
            <a:pathLst>
              <a:path w="3372" h="3404" extrusionOk="0">
                <a:moveTo>
                  <a:pt x="3025" y="1"/>
                </a:moveTo>
                <a:cubicBezTo>
                  <a:pt x="2836" y="1"/>
                  <a:pt x="2678" y="159"/>
                  <a:pt x="2678" y="348"/>
                </a:cubicBezTo>
                <a:lnTo>
                  <a:pt x="2678" y="1041"/>
                </a:lnTo>
                <a:cubicBezTo>
                  <a:pt x="2678" y="1576"/>
                  <a:pt x="2206" y="2049"/>
                  <a:pt x="1639" y="2049"/>
                </a:cubicBezTo>
                <a:lnTo>
                  <a:pt x="1103" y="2049"/>
                </a:lnTo>
                <a:lnTo>
                  <a:pt x="1229" y="1923"/>
                </a:lnTo>
                <a:cubicBezTo>
                  <a:pt x="1387" y="1860"/>
                  <a:pt x="1387" y="1608"/>
                  <a:pt x="1261" y="1513"/>
                </a:cubicBezTo>
                <a:cubicBezTo>
                  <a:pt x="1198" y="1450"/>
                  <a:pt x="1111" y="1419"/>
                  <a:pt x="1024" y="1419"/>
                </a:cubicBezTo>
                <a:cubicBezTo>
                  <a:pt x="938" y="1419"/>
                  <a:pt x="851" y="1450"/>
                  <a:pt x="788" y="1513"/>
                </a:cubicBezTo>
                <a:lnTo>
                  <a:pt x="127" y="2175"/>
                </a:lnTo>
                <a:cubicBezTo>
                  <a:pt x="1" y="2301"/>
                  <a:pt x="1" y="2521"/>
                  <a:pt x="127" y="2647"/>
                </a:cubicBezTo>
                <a:lnTo>
                  <a:pt x="788" y="3309"/>
                </a:lnTo>
                <a:cubicBezTo>
                  <a:pt x="851" y="3372"/>
                  <a:pt x="938" y="3404"/>
                  <a:pt x="1024" y="3404"/>
                </a:cubicBezTo>
                <a:cubicBezTo>
                  <a:pt x="1111" y="3404"/>
                  <a:pt x="1198" y="3372"/>
                  <a:pt x="1261" y="3309"/>
                </a:cubicBezTo>
                <a:cubicBezTo>
                  <a:pt x="1387" y="3183"/>
                  <a:pt x="1387" y="2962"/>
                  <a:pt x="1261" y="2836"/>
                </a:cubicBezTo>
                <a:lnTo>
                  <a:pt x="1135" y="2710"/>
                </a:lnTo>
                <a:lnTo>
                  <a:pt x="1702" y="2710"/>
                </a:lnTo>
                <a:cubicBezTo>
                  <a:pt x="2647" y="2710"/>
                  <a:pt x="3372" y="1986"/>
                  <a:pt x="3372" y="1041"/>
                </a:cubicBezTo>
                <a:lnTo>
                  <a:pt x="3372" y="348"/>
                </a:lnTo>
                <a:cubicBezTo>
                  <a:pt x="3372" y="159"/>
                  <a:pt x="3214" y="1"/>
                  <a:pt x="30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6" name="Google Shape;6203;p59">
            <a:extLst>
              <a:ext uri="{FF2B5EF4-FFF2-40B4-BE49-F238E27FC236}">
                <a16:creationId xmlns:a16="http://schemas.microsoft.com/office/drawing/2014/main" id="{A1D3A49E-27C4-6361-6AA7-BBB83253F9A6}"/>
              </a:ext>
            </a:extLst>
          </p:cNvPr>
          <p:cNvSpPr/>
          <p:nvPr/>
        </p:nvSpPr>
        <p:spPr>
          <a:xfrm>
            <a:off x="1182289" y="3052452"/>
            <a:ext cx="108866" cy="109867"/>
          </a:xfrm>
          <a:custGeom>
            <a:avLst/>
            <a:gdLst/>
            <a:ahLst/>
            <a:cxnLst/>
            <a:rect l="l" t="t" r="r" b="b"/>
            <a:pathLst>
              <a:path w="3372" h="3403" extrusionOk="0">
                <a:moveTo>
                  <a:pt x="2360" y="0"/>
                </a:moveTo>
                <a:cubicBezTo>
                  <a:pt x="2269" y="0"/>
                  <a:pt x="2175" y="32"/>
                  <a:pt x="2112" y="95"/>
                </a:cubicBezTo>
                <a:cubicBezTo>
                  <a:pt x="2017" y="221"/>
                  <a:pt x="2017" y="441"/>
                  <a:pt x="2112" y="567"/>
                </a:cubicBezTo>
                <a:lnTo>
                  <a:pt x="2238" y="693"/>
                </a:lnTo>
                <a:lnTo>
                  <a:pt x="1702" y="693"/>
                </a:lnTo>
                <a:cubicBezTo>
                  <a:pt x="757" y="693"/>
                  <a:pt x="1" y="1418"/>
                  <a:pt x="1" y="2363"/>
                </a:cubicBezTo>
                <a:lnTo>
                  <a:pt x="1" y="3056"/>
                </a:lnTo>
                <a:cubicBezTo>
                  <a:pt x="1" y="3245"/>
                  <a:pt x="158" y="3403"/>
                  <a:pt x="347" y="3403"/>
                </a:cubicBezTo>
                <a:cubicBezTo>
                  <a:pt x="536" y="3403"/>
                  <a:pt x="694" y="3245"/>
                  <a:pt x="694" y="3056"/>
                </a:cubicBezTo>
                <a:lnTo>
                  <a:pt x="694" y="2332"/>
                </a:lnTo>
                <a:cubicBezTo>
                  <a:pt x="694" y="1796"/>
                  <a:pt x="1167" y="1292"/>
                  <a:pt x="1734" y="1292"/>
                </a:cubicBezTo>
                <a:lnTo>
                  <a:pt x="2269" y="1292"/>
                </a:lnTo>
                <a:lnTo>
                  <a:pt x="2175" y="1418"/>
                </a:lnTo>
                <a:cubicBezTo>
                  <a:pt x="2017" y="1544"/>
                  <a:pt x="2017" y="1733"/>
                  <a:pt x="2112" y="1891"/>
                </a:cubicBezTo>
                <a:cubicBezTo>
                  <a:pt x="2175" y="1954"/>
                  <a:pt x="2269" y="1985"/>
                  <a:pt x="2360" y="1985"/>
                </a:cubicBezTo>
                <a:cubicBezTo>
                  <a:pt x="2450" y="1985"/>
                  <a:pt x="2537" y="1954"/>
                  <a:pt x="2584" y="1891"/>
                </a:cubicBezTo>
                <a:lnTo>
                  <a:pt x="3277" y="1229"/>
                </a:lnTo>
                <a:cubicBezTo>
                  <a:pt x="3372" y="1103"/>
                  <a:pt x="3372" y="882"/>
                  <a:pt x="3277" y="756"/>
                </a:cubicBezTo>
                <a:lnTo>
                  <a:pt x="2584" y="95"/>
                </a:lnTo>
                <a:cubicBezTo>
                  <a:pt x="2537" y="32"/>
                  <a:pt x="2450" y="0"/>
                  <a:pt x="23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7" name="Google Shape;6204;p59">
            <a:extLst>
              <a:ext uri="{FF2B5EF4-FFF2-40B4-BE49-F238E27FC236}">
                <a16:creationId xmlns:a16="http://schemas.microsoft.com/office/drawing/2014/main" id="{025C2FDF-6F1A-57BF-F526-025FEAC3A9DB}"/>
              </a:ext>
            </a:extLst>
          </p:cNvPr>
          <p:cNvSpPr/>
          <p:nvPr/>
        </p:nvSpPr>
        <p:spPr>
          <a:xfrm>
            <a:off x="1115167" y="3182626"/>
            <a:ext cx="177020" cy="45813"/>
          </a:xfrm>
          <a:custGeom>
            <a:avLst/>
            <a:gdLst/>
            <a:ahLst/>
            <a:cxnLst/>
            <a:rect l="l" t="t" r="r" b="b"/>
            <a:pathLst>
              <a:path w="5483" h="1419" extrusionOk="0">
                <a:moveTo>
                  <a:pt x="1009" y="1"/>
                </a:moveTo>
                <a:cubicBezTo>
                  <a:pt x="473" y="1"/>
                  <a:pt x="1" y="473"/>
                  <a:pt x="1" y="1072"/>
                </a:cubicBezTo>
                <a:lnTo>
                  <a:pt x="1" y="1419"/>
                </a:lnTo>
                <a:lnTo>
                  <a:pt x="5482" y="1419"/>
                </a:lnTo>
                <a:lnTo>
                  <a:pt x="5482" y="1072"/>
                </a:lnTo>
                <a:lnTo>
                  <a:pt x="5451" y="1072"/>
                </a:lnTo>
                <a:cubicBezTo>
                  <a:pt x="5451" y="505"/>
                  <a:pt x="5010" y="1"/>
                  <a:pt x="444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8" name="Google Shape;6205;p59">
            <a:extLst>
              <a:ext uri="{FF2B5EF4-FFF2-40B4-BE49-F238E27FC236}">
                <a16:creationId xmlns:a16="http://schemas.microsoft.com/office/drawing/2014/main" id="{BFE86CD2-1919-CA43-8C6A-13904C8571EF}"/>
              </a:ext>
            </a:extLst>
          </p:cNvPr>
          <p:cNvSpPr/>
          <p:nvPr/>
        </p:nvSpPr>
        <p:spPr>
          <a:xfrm>
            <a:off x="1115167" y="3249778"/>
            <a:ext cx="175987" cy="110900"/>
          </a:xfrm>
          <a:custGeom>
            <a:avLst/>
            <a:gdLst/>
            <a:ahLst/>
            <a:cxnLst/>
            <a:rect l="l" t="t" r="r" b="b"/>
            <a:pathLst>
              <a:path w="5451" h="3435" extrusionOk="0">
                <a:moveTo>
                  <a:pt x="1" y="0"/>
                </a:moveTo>
                <a:lnTo>
                  <a:pt x="1" y="3434"/>
                </a:lnTo>
                <a:lnTo>
                  <a:pt x="5451" y="3434"/>
                </a:lnTo>
                <a:lnTo>
                  <a:pt x="545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9" name="Google Shape;6206;p59">
            <a:extLst>
              <a:ext uri="{FF2B5EF4-FFF2-40B4-BE49-F238E27FC236}">
                <a16:creationId xmlns:a16="http://schemas.microsoft.com/office/drawing/2014/main" id="{8D33CD1F-7821-98D5-20BF-7CE5F1FF95BF}"/>
              </a:ext>
            </a:extLst>
          </p:cNvPr>
          <p:cNvSpPr/>
          <p:nvPr/>
        </p:nvSpPr>
        <p:spPr>
          <a:xfrm>
            <a:off x="1115167" y="3381987"/>
            <a:ext cx="175987" cy="44780"/>
          </a:xfrm>
          <a:custGeom>
            <a:avLst/>
            <a:gdLst/>
            <a:ahLst/>
            <a:cxnLst/>
            <a:rect l="l" t="t" r="r" b="b"/>
            <a:pathLst>
              <a:path w="5451" h="1387" extrusionOk="0">
                <a:moveTo>
                  <a:pt x="1" y="1"/>
                </a:moveTo>
                <a:lnTo>
                  <a:pt x="1" y="347"/>
                </a:lnTo>
                <a:cubicBezTo>
                  <a:pt x="1" y="946"/>
                  <a:pt x="410" y="1387"/>
                  <a:pt x="1009" y="1387"/>
                </a:cubicBezTo>
                <a:lnTo>
                  <a:pt x="4443" y="1387"/>
                </a:lnTo>
                <a:cubicBezTo>
                  <a:pt x="4978" y="1387"/>
                  <a:pt x="5451" y="914"/>
                  <a:pt x="5451" y="347"/>
                </a:cubicBezTo>
                <a:lnTo>
                  <a:pt x="545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0" name="Google Shape;6207;p59">
            <a:extLst>
              <a:ext uri="{FF2B5EF4-FFF2-40B4-BE49-F238E27FC236}">
                <a16:creationId xmlns:a16="http://schemas.microsoft.com/office/drawing/2014/main" id="{F2C36E00-2477-E198-A103-1D0FFD4BB3FA}"/>
              </a:ext>
            </a:extLst>
          </p:cNvPr>
          <p:cNvSpPr/>
          <p:nvPr/>
        </p:nvSpPr>
        <p:spPr>
          <a:xfrm>
            <a:off x="1314529" y="3050418"/>
            <a:ext cx="177020" cy="43747"/>
          </a:xfrm>
          <a:custGeom>
            <a:avLst/>
            <a:gdLst/>
            <a:ahLst/>
            <a:cxnLst/>
            <a:rect l="l" t="t" r="r" b="b"/>
            <a:pathLst>
              <a:path w="5483" h="1355" extrusionOk="0"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1355"/>
                </a:lnTo>
                <a:lnTo>
                  <a:pt x="5482" y="1355"/>
                </a:lnTo>
                <a:lnTo>
                  <a:pt x="5482" y="1008"/>
                </a:lnTo>
                <a:cubicBezTo>
                  <a:pt x="5482" y="473"/>
                  <a:pt x="5010" y="0"/>
                  <a:pt x="44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1" name="Google Shape;6208;p59">
            <a:extLst>
              <a:ext uri="{FF2B5EF4-FFF2-40B4-BE49-F238E27FC236}">
                <a16:creationId xmlns:a16="http://schemas.microsoft.com/office/drawing/2014/main" id="{39F5D469-B205-B2A3-C156-00B65FF219D0}"/>
              </a:ext>
            </a:extLst>
          </p:cNvPr>
          <p:cNvSpPr/>
          <p:nvPr/>
        </p:nvSpPr>
        <p:spPr>
          <a:xfrm>
            <a:off x="1313528" y="3116536"/>
            <a:ext cx="175987" cy="110900"/>
          </a:xfrm>
          <a:custGeom>
            <a:avLst/>
            <a:gdLst/>
            <a:ahLst/>
            <a:cxnLst/>
            <a:rect l="l" t="t" r="r" b="b"/>
            <a:pathLst>
              <a:path w="5451" h="3435" extrusionOk="0">
                <a:moveTo>
                  <a:pt x="0" y="0"/>
                </a:moveTo>
                <a:lnTo>
                  <a:pt x="0" y="3434"/>
                </a:lnTo>
                <a:lnTo>
                  <a:pt x="5450" y="3434"/>
                </a:lnTo>
                <a:lnTo>
                  <a:pt x="54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72" name="Google Shape;6209;p59">
            <a:extLst>
              <a:ext uri="{FF2B5EF4-FFF2-40B4-BE49-F238E27FC236}">
                <a16:creationId xmlns:a16="http://schemas.microsoft.com/office/drawing/2014/main" id="{4809ECDC-EE2D-F8BA-2095-1F7EB78977D4}"/>
              </a:ext>
            </a:extLst>
          </p:cNvPr>
          <p:cNvSpPr/>
          <p:nvPr/>
        </p:nvSpPr>
        <p:spPr>
          <a:xfrm>
            <a:off x="1313528" y="3249779"/>
            <a:ext cx="175987" cy="45781"/>
          </a:xfrm>
          <a:custGeom>
            <a:avLst/>
            <a:gdLst/>
            <a:ahLst/>
            <a:cxnLst/>
            <a:rect l="l" t="t" r="r" b="b"/>
            <a:pathLst>
              <a:path w="5451" h="1418" extrusionOk="0">
                <a:moveTo>
                  <a:pt x="0" y="0"/>
                </a:moveTo>
                <a:lnTo>
                  <a:pt x="0" y="347"/>
                </a:lnTo>
                <a:cubicBezTo>
                  <a:pt x="0" y="914"/>
                  <a:pt x="473" y="1418"/>
                  <a:pt x="1008" y="1418"/>
                </a:cubicBezTo>
                <a:lnTo>
                  <a:pt x="4442" y="1418"/>
                </a:lnTo>
                <a:cubicBezTo>
                  <a:pt x="4978" y="1418"/>
                  <a:pt x="5450" y="945"/>
                  <a:pt x="5450" y="347"/>
                </a:cubicBezTo>
                <a:lnTo>
                  <a:pt x="54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8" name="Google Shape;6211;p59">
            <a:extLst>
              <a:ext uri="{FF2B5EF4-FFF2-40B4-BE49-F238E27FC236}">
                <a16:creationId xmlns:a16="http://schemas.microsoft.com/office/drawing/2014/main" id="{7262F4F5-AD2D-EF1C-8F5F-415B7E30E593}"/>
              </a:ext>
            </a:extLst>
          </p:cNvPr>
          <p:cNvSpPr/>
          <p:nvPr/>
        </p:nvSpPr>
        <p:spPr>
          <a:xfrm>
            <a:off x="3738645" y="2161910"/>
            <a:ext cx="108866" cy="109899"/>
          </a:xfrm>
          <a:custGeom>
            <a:avLst/>
            <a:gdLst/>
            <a:ahLst/>
            <a:cxnLst/>
            <a:rect l="l" t="t" r="r" b="b"/>
            <a:pathLst>
              <a:path w="3372" h="340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36"/>
                  <a:pt x="158" y="694"/>
                  <a:pt x="347" y="694"/>
                </a:cubicBezTo>
                <a:lnTo>
                  <a:pt x="1009" y="694"/>
                </a:lnTo>
                <a:cubicBezTo>
                  <a:pt x="1576" y="694"/>
                  <a:pt x="2049" y="1166"/>
                  <a:pt x="2049" y="1733"/>
                </a:cubicBezTo>
                <a:lnTo>
                  <a:pt x="2049" y="2269"/>
                </a:lnTo>
                <a:lnTo>
                  <a:pt x="1923" y="2175"/>
                </a:lnTo>
                <a:cubicBezTo>
                  <a:pt x="1860" y="2112"/>
                  <a:pt x="1773" y="2080"/>
                  <a:pt x="1686" y="2080"/>
                </a:cubicBezTo>
                <a:cubicBezTo>
                  <a:pt x="1600" y="2080"/>
                  <a:pt x="1513" y="2112"/>
                  <a:pt x="1450" y="2175"/>
                </a:cubicBezTo>
                <a:cubicBezTo>
                  <a:pt x="1324" y="2269"/>
                  <a:pt x="1324" y="2521"/>
                  <a:pt x="1450" y="2647"/>
                </a:cubicBezTo>
                <a:lnTo>
                  <a:pt x="2112" y="3309"/>
                </a:lnTo>
                <a:cubicBezTo>
                  <a:pt x="2175" y="3372"/>
                  <a:pt x="2269" y="3403"/>
                  <a:pt x="2360" y="3403"/>
                </a:cubicBezTo>
                <a:cubicBezTo>
                  <a:pt x="2450" y="3403"/>
                  <a:pt x="2537" y="3372"/>
                  <a:pt x="2584" y="3309"/>
                </a:cubicBezTo>
                <a:lnTo>
                  <a:pt x="3277" y="2647"/>
                </a:lnTo>
                <a:cubicBezTo>
                  <a:pt x="3372" y="2521"/>
                  <a:pt x="3372" y="2269"/>
                  <a:pt x="3277" y="2175"/>
                </a:cubicBezTo>
                <a:cubicBezTo>
                  <a:pt x="3214" y="2112"/>
                  <a:pt x="3120" y="2080"/>
                  <a:pt x="3029" y="2080"/>
                </a:cubicBezTo>
                <a:cubicBezTo>
                  <a:pt x="2939" y="2080"/>
                  <a:pt x="2852" y="2112"/>
                  <a:pt x="2805" y="2175"/>
                </a:cubicBezTo>
                <a:lnTo>
                  <a:pt x="2679" y="2269"/>
                </a:lnTo>
                <a:lnTo>
                  <a:pt x="2679" y="1733"/>
                </a:lnTo>
                <a:cubicBezTo>
                  <a:pt x="2742" y="788"/>
                  <a:pt x="1954" y="1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9" name="Google Shape;6212;p59">
            <a:extLst>
              <a:ext uri="{FF2B5EF4-FFF2-40B4-BE49-F238E27FC236}">
                <a16:creationId xmlns:a16="http://schemas.microsoft.com/office/drawing/2014/main" id="{35270992-8703-4B0D-F540-F13546AAD24E}"/>
              </a:ext>
            </a:extLst>
          </p:cNvPr>
          <p:cNvSpPr/>
          <p:nvPr/>
        </p:nvSpPr>
        <p:spPr>
          <a:xfrm>
            <a:off x="3585064" y="2383645"/>
            <a:ext cx="109867" cy="109899"/>
          </a:xfrm>
          <a:custGeom>
            <a:avLst/>
            <a:gdLst/>
            <a:ahLst/>
            <a:cxnLst/>
            <a:rect l="l" t="t" r="r" b="b"/>
            <a:pathLst>
              <a:path w="3403" h="3404" extrusionOk="0">
                <a:moveTo>
                  <a:pt x="1013" y="1"/>
                </a:moveTo>
                <a:cubicBezTo>
                  <a:pt x="922" y="1"/>
                  <a:pt x="835" y="32"/>
                  <a:pt x="788" y="95"/>
                </a:cubicBezTo>
                <a:lnTo>
                  <a:pt x="127" y="757"/>
                </a:lnTo>
                <a:cubicBezTo>
                  <a:pt x="1" y="883"/>
                  <a:pt x="1" y="1135"/>
                  <a:pt x="127" y="1229"/>
                </a:cubicBezTo>
                <a:cubicBezTo>
                  <a:pt x="174" y="1292"/>
                  <a:pt x="260" y="1324"/>
                  <a:pt x="351" y="1324"/>
                </a:cubicBezTo>
                <a:cubicBezTo>
                  <a:pt x="442" y="1324"/>
                  <a:pt x="536" y="1292"/>
                  <a:pt x="599" y="1229"/>
                </a:cubicBezTo>
                <a:lnTo>
                  <a:pt x="694" y="1135"/>
                </a:lnTo>
                <a:lnTo>
                  <a:pt x="694" y="1671"/>
                </a:lnTo>
                <a:cubicBezTo>
                  <a:pt x="694" y="2616"/>
                  <a:pt x="1450" y="3372"/>
                  <a:pt x="2395" y="3372"/>
                </a:cubicBezTo>
                <a:lnTo>
                  <a:pt x="3057" y="3372"/>
                </a:lnTo>
                <a:lnTo>
                  <a:pt x="3057" y="3403"/>
                </a:lnTo>
                <a:cubicBezTo>
                  <a:pt x="3246" y="3403"/>
                  <a:pt x="3403" y="3246"/>
                  <a:pt x="3403" y="3057"/>
                </a:cubicBezTo>
                <a:cubicBezTo>
                  <a:pt x="3403" y="2868"/>
                  <a:pt x="3246" y="2710"/>
                  <a:pt x="3057" y="2710"/>
                </a:cubicBezTo>
                <a:lnTo>
                  <a:pt x="2363" y="2710"/>
                </a:lnTo>
                <a:cubicBezTo>
                  <a:pt x="1796" y="2710"/>
                  <a:pt x="1324" y="2238"/>
                  <a:pt x="1324" y="1671"/>
                </a:cubicBezTo>
                <a:lnTo>
                  <a:pt x="1324" y="1135"/>
                </a:lnTo>
                <a:lnTo>
                  <a:pt x="1450" y="1229"/>
                </a:lnTo>
                <a:cubicBezTo>
                  <a:pt x="1513" y="1292"/>
                  <a:pt x="1599" y="1324"/>
                  <a:pt x="1686" y="1324"/>
                </a:cubicBezTo>
                <a:cubicBezTo>
                  <a:pt x="1773" y="1324"/>
                  <a:pt x="1859" y="1292"/>
                  <a:pt x="1922" y="1229"/>
                </a:cubicBezTo>
                <a:cubicBezTo>
                  <a:pt x="2048" y="1135"/>
                  <a:pt x="2048" y="883"/>
                  <a:pt x="1922" y="757"/>
                </a:cubicBezTo>
                <a:lnTo>
                  <a:pt x="1261" y="95"/>
                </a:lnTo>
                <a:cubicBezTo>
                  <a:pt x="1198" y="32"/>
                  <a:pt x="1103" y="1"/>
                  <a:pt x="101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0" name="Google Shape;6213;p59">
            <a:extLst>
              <a:ext uri="{FF2B5EF4-FFF2-40B4-BE49-F238E27FC236}">
                <a16:creationId xmlns:a16="http://schemas.microsoft.com/office/drawing/2014/main" id="{9DDA55B8-B1F0-3DAD-DD7D-D2AAEF1108EA}"/>
              </a:ext>
            </a:extLst>
          </p:cNvPr>
          <p:cNvSpPr/>
          <p:nvPr/>
        </p:nvSpPr>
        <p:spPr>
          <a:xfrm>
            <a:off x="3494535" y="2118196"/>
            <a:ext cx="266516" cy="198361"/>
          </a:xfrm>
          <a:custGeom>
            <a:avLst/>
            <a:gdLst/>
            <a:ahLst/>
            <a:cxnLst/>
            <a:rect l="l" t="t" r="r" b="b"/>
            <a:pathLst>
              <a:path w="8255" h="6144" extrusionOk="0">
                <a:moveTo>
                  <a:pt x="4191" y="0"/>
                </a:moveTo>
                <a:cubicBezTo>
                  <a:pt x="2300" y="0"/>
                  <a:pt x="757" y="1544"/>
                  <a:pt x="757" y="3434"/>
                </a:cubicBezTo>
                <a:lnTo>
                  <a:pt x="757" y="3529"/>
                </a:lnTo>
                <a:cubicBezTo>
                  <a:pt x="347" y="3686"/>
                  <a:pt x="95" y="4033"/>
                  <a:pt x="95" y="4474"/>
                </a:cubicBezTo>
                <a:lnTo>
                  <a:pt x="95" y="5135"/>
                </a:lnTo>
                <a:cubicBezTo>
                  <a:pt x="1" y="5671"/>
                  <a:pt x="473" y="6143"/>
                  <a:pt x="1009" y="6143"/>
                </a:cubicBezTo>
                <a:cubicBezTo>
                  <a:pt x="1135" y="6143"/>
                  <a:pt x="1261" y="6112"/>
                  <a:pt x="1387" y="6080"/>
                </a:cubicBezTo>
                <a:lnTo>
                  <a:pt x="1387" y="3403"/>
                </a:lnTo>
                <a:cubicBezTo>
                  <a:pt x="1387" y="1890"/>
                  <a:pt x="2647" y="630"/>
                  <a:pt x="4128" y="630"/>
                </a:cubicBezTo>
                <a:cubicBezTo>
                  <a:pt x="5640" y="630"/>
                  <a:pt x="6900" y="1890"/>
                  <a:pt x="6900" y="3403"/>
                </a:cubicBezTo>
                <a:lnTo>
                  <a:pt x="6900" y="6080"/>
                </a:lnTo>
                <a:cubicBezTo>
                  <a:pt x="6995" y="6112"/>
                  <a:pt x="7121" y="6143"/>
                  <a:pt x="7247" y="6143"/>
                </a:cubicBezTo>
                <a:cubicBezTo>
                  <a:pt x="7782" y="6143"/>
                  <a:pt x="8255" y="5671"/>
                  <a:pt x="8255" y="5135"/>
                </a:cubicBezTo>
                <a:lnTo>
                  <a:pt x="8255" y="4474"/>
                </a:lnTo>
                <a:cubicBezTo>
                  <a:pt x="8255" y="4033"/>
                  <a:pt x="8003" y="3623"/>
                  <a:pt x="7593" y="3529"/>
                </a:cubicBezTo>
                <a:lnTo>
                  <a:pt x="7593" y="3434"/>
                </a:lnTo>
                <a:cubicBezTo>
                  <a:pt x="7593" y="1544"/>
                  <a:pt x="6050" y="0"/>
                  <a:pt x="41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1" name="Google Shape;6214;p59">
            <a:extLst>
              <a:ext uri="{FF2B5EF4-FFF2-40B4-BE49-F238E27FC236}">
                <a16:creationId xmlns:a16="http://schemas.microsoft.com/office/drawing/2014/main" id="{7A72FB13-81A8-89EA-F926-EC05F2BA75CF}"/>
              </a:ext>
            </a:extLst>
          </p:cNvPr>
          <p:cNvSpPr/>
          <p:nvPr/>
        </p:nvSpPr>
        <p:spPr>
          <a:xfrm>
            <a:off x="3561655" y="2184283"/>
            <a:ext cx="135308" cy="67508"/>
          </a:xfrm>
          <a:custGeom>
            <a:avLst/>
            <a:gdLst/>
            <a:ahLst/>
            <a:cxnLst/>
            <a:rect l="l" t="t" r="r" b="b"/>
            <a:pathLst>
              <a:path w="4191" h="2091" extrusionOk="0">
                <a:moveTo>
                  <a:pt x="1734" y="1"/>
                </a:moveTo>
                <a:cubicBezTo>
                  <a:pt x="789" y="1"/>
                  <a:pt x="1" y="757"/>
                  <a:pt x="1" y="1702"/>
                </a:cubicBezTo>
                <a:lnTo>
                  <a:pt x="1" y="2049"/>
                </a:lnTo>
                <a:lnTo>
                  <a:pt x="1230" y="2049"/>
                </a:lnTo>
                <a:cubicBezTo>
                  <a:pt x="1545" y="2049"/>
                  <a:pt x="1891" y="2049"/>
                  <a:pt x="2017" y="1986"/>
                </a:cubicBezTo>
                <a:cubicBezTo>
                  <a:pt x="2049" y="1954"/>
                  <a:pt x="2080" y="1828"/>
                  <a:pt x="2080" y="1734"/>
                </a:cubicBezTo>
                <a:cubicBezTo>
                  <a:pt x="2080" y="1545"/>
                  <a:pt x="2238" y="1387"/>
                  <a:pt x="2458" y="1387"/>
                </a:cubicBezTo>
                <a:cubicBezTo>
                  <a:pt x="2647" y="1387"/>
                  <a:pt x="2805" y="1545"/>
                  <a:pt x="2805" y="1734"/>
                </a:cubicBezTo>
                <a:cubicBezTo>
                  <a:pt x="2805" y="1828"/>
                  <a:pt x="2805" y="1954"/>
                  <a:pt x="2868" y="1986"/>
                </a:cubicBezTo>
                <a:cubicBezTo>
                  <a:pt x="2942" y="2059"/>
                  <a:pt x="3091" y="2090"/>
                  <a:pt x="3266" y="2090"/>
                </a:cubicBezTo>
                <a:cubicBezTo>
                  <a:pt x="3389" y="2090"/>
                  <a:pt x="3525" y="2075"/>
                  <a:pt x="3656" y="2049"/>
                </a:cubicBezTo>
                <a:lnTo>
                  <a:pt x="4191" y="2049"/>
                </a:lnTo>
                <a:lnTo>
                  <a:pt x="4191" y="1702"/>
                </a:lnTo>
                <a:lnTo>
                  <a:pt x="4128" y="1702"/>
                </a:lnTo>
                <a:cubicBezTo>
                  <a:pt x="4128" y="757"/>
                  <a:pt x="3340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2" name="Google Shape;6215;p59">
            <a:extLst>
              <a:ext uri="{FF2B5EF4-FFF2-40B4-BE49-F238E27FC236}">
                <a16:creationId xmlns:a16="http://schemas.microsoft.com/office/drawing/2014/main" id="{F2DB1B22-95FD-4555-0D68-7D8AC405E152}"/>
              </a:ext>
            </a:extLst>
          </p:cNvPr>
          <p:cNvSpPr/>
          <p:nvPr/>
        </p:nvSpPr>
        <p:spPr>
          <a:xfrm>
            <a:off x="3561655" y="2264641"/>
            <a:ext cx="135308" cy="95661"/>
          </a:xfrm>
          <a:custGeom>
            <a:avLst/>
            <a:gdLst/>
            <a:ahLst/>
            <a:cxnLst/>
            <a:rect l="l" t="t" r="r" b="b"/>
            <a:pathLst>
              <a:path w="4191" h="2963" extrusionOk="0">
                <a:moveTo>
                  <a:pt x="2395" y="1"/>
                </a:moveTo>
                <a:cubicBezTo>
                  <a:pt x="2080" y="253"/>
                  <a:pt x="1671" y="253"/>
                  <a:pt x="1230" y="253"/>
                </a:cubicBezTo>
                <a:lnTo>
                  <a:pt x="1" y="253"/>
                </a:lnTo>
                <a:lnTo>
                  <a:pt x="1" y="914"/>
                </a:lnTo>
                <a:cubicBezTo>
                  <a:pt x="1" y="2049"/>
                  <a:pt x="946" y="2962"/>
                  <a:pt x="2112" y="2962"/>
                </a:cubicBezTo>
                <a:cubicBezTo>
                  <a:pt x="3246" y="2962"/>
                  <a:pt x="4191" y="2049"/>
                  <a:pt x="4191" y="914"/>
                </a:cubicBezTo>
                <a:lnTo>
                  <a:pt x="4191" y="253"/>
                </a:lnTo>
                <a:lnTo>
                  <a:pt x="3466" y="253"/>
                </a:lnTo>
                <a:cubicBezTo>
                  <a:pt x="3088" y="253"/>
                  <a:pt x="2679" y="190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3" name="Google Shape;6216;p59">
            <a:extLst>
              <a:ext uri="{FF2B5EF4-FFF2-40B4-BE49-F238E27FC236}">
                <a16:creationId xmlns:a16="http://schemas.microsoft.com/office/drawing/2014/main" id="{E809D916-0EA2-2063-4952-75E4862DAAEE}"/>
              </a:ext>
            </a:extLst>
          </p:cNvPr>
          <p:cNvSpPr/>
          <p:nvPr/>
        </p:nvSpPr>
        <p:spPr>
          <a:xfrm>
            <a:off x="3739678" y="2316523"/>
            <a:ext cx="135308" cy="67476"/>
          </a:xfrm>
          <a:custGeom>
            <a:avLst/>
            <a:gdLst/>
            <a:ahLst/>
            <a:cxnLst/>
            <a:rect l="l" t="t" r="r" b="b"/>
            <a:pathLst>
              <a:path w="4191" h="2090" extrusionOk="0">
                <a:moveTo>
                  <a:pt x="1702" y="0"/>
                </a:moveTo>
                <a:cubicBezTo>
                  <a:pt x="756" y="0"/>
                  <a:pt x="0" y="757"/>
                  <a:pt x="0" y="1702"/>
                </a:cubicBezTo>
                <a:lnTo>
                  <a:pt x="0" y="2048"/>
                </a:lnTo>
                <a:lnTo>
                  <a:pt x="1229" y="2048"/>
                </a:lnTo>
                <a:cubicBezTo>
                  <a:pt x="1544" y="2048"/>
                  <a:pt x="1891" y="2048"/>
                  <a:pt x="2017" y="1985"/>
                </a:cubicBezTo>
                <a:cubicBezTo>
                  <a:pt x="2048" y="1954"/>
                  <a:pt x="2080" y="1828"/>
                  <a:pt x="2080" y="1733"/>
                </a:cubicBezTo>
                <a:cubicBezTo>
                  <a:pt x="2080" y="1544"/>
                  <a:pt x="2237" y="1387"/>
                  <a:pt x="2458" y="1387"/>
                </a:cubicBezTo>
                <a:cubicBezTo>
                  <a:pt x="2647" y="1387"/>
                  <a:pt x="2804" y="1544"/>
                  <a:pt x="2804" y="1733"/>
                </a:cubicBezTo>
                <a:cubicBezTo>
                  <a:pt x="2804" y="1828"/>
                  <a:pt x="2804" y="1954"/>
                  <a:pt x="2867" y="1985"/>
                </a:cubicBezTo>
                <a:cubicBezTo>
                  <a:pt x="2941" y="2059"/>
                  <a:pt x="3091" y="2090"/>
                  <a:pt x="3265" y="2090"/>
                </a:cubicBezTo>
                <a:cubicBezTo>
                  <a:pt x="3388" y="2090"/>
                  <a:pt x="3524" y="2074"/>
                  <a:pt x="3655" y="2048"/>
                </a:cubicBezTo>
                <a:lnTo>
                  <a:pt x="4190" y="2048"/>
                </a:lnTo>
                <a:lnTo>
                  <a:pt x="4190" y="1702"/>
                </a:lnTo>
                <a:cubicBezTo>
                  <a:pt x="4096" y="757"/>
                  <a:pt x="3308" y="0"/>
                  <a:pt x="23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64" name="Google Shape;6217;p59">
            <a:extLst>
              <a:ext uri="{FF2B5EF4-FFF2-40B4-BE49-F238E27FC236}">
                <a16:creationId xmlns:a16="http://schemas.microsoft.com/office/drawing/2014/main" id="{D5A38D63-60DA-F03F-EB48-5B744C06CFA3}"/>
              </a:ext>
            </a:extLst>
          </p:cNvPr>
          <p:cNvSpPr/>
          <p:nvPr/>
        </p:nvSpPr>
        <p:spPr>
          <a:xfrm>
            <a:off x="3738644" y="2396881"/>
            <a:ext cx="132273" cy="96662"/>
          </a:xfrm>
          <a:custGeom>
            <a:avLst/>
            <a:gdLst/>
            <a:ahLst/>
            <a:cxnLst/>
            <a:rect l="l" t="t" r="r" b="b"/>
            <a:pathLst>
              <a:path w="4097" h="2994" extrusionOk="0">
                <a:moveTo>
                  <a:pt x="2395" y="0"/>
                </a:moveTo>
                <a:cubicBezTo>
                  <a:pt x="2080" y="252"/>
                  <a:pt x="1639" y="252"/>
                  <a:pt x="1230" y="252"/>
                </a:cubicBezTo>
                <a:lnTo>
                  <a:pt x="1" y="252"/>
                </a:lnTo>
                <a:lnTo>
                  <a:pt x="1" y="914"/>
                </a:lnTo>
                <a:cubicBezTo>
                  <a:pt x="1" y="2048"/>
                  <a:pt x="914" y="2993"/>
                  <a:pt x="2049" y="2993"/>
                </a:cubicBezTo>
                <a:cubicBezTo>
                  <a:pt x="3183" y="2993"/>
                  <a:pt x="4096" y="2048"/>
                  <a:pt x="4096" y="914"/>
                </a:cubicBezTo>
                <a:lnTo>
                  <a:pt x="4096" y="252"/>
                </a:lnTo>
                <a:lnTo>
                  <a:pt x="3435" y="252"/>
                </a:lnTo>
                <a:cubicBezTo>
                  <a:pt x="3025" y="252"/>
                  <a:pt x="2679" y="189"/>
                  <a:pt x="2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6" name="Google Shape;6219;p59">
            <a:extLst>
              <a:ext uri="{FF2B5EF4-FFF2-40B4-BE49-F238E27FC236}">
                <a16:creationId xmlns:a16="http://schemas.microsoft.com/office/drawing/2014/main" id="{CFD96EE1-5AB6-76D1-1425-0054B1DCD751}"/>
              </a:ext>
            </a:extLst>
          </p:cNvPr>
          <p:cNvSpPr/>
          <p:nvPr/>
        </p:nvSpPr>
        <p:spPr>
          <a:xfrm>
            <a:off x="3495566" y="2783902"/>
            <a:ext cx="183090" cy="180055"/>
          </a:xfrm>
          <a:custGeom>
            <a:avLst/>
            <a:gdLst/>
            <a:ahLst/>
            <a:cxnLst/>
            <a:rect l="l" t="t" r="r" b="b"/>
            <a:pathLst>
              <a:path w="5671" h="5577" extrusionOk="0">
                <a:moveTo>
                  <a:pt x="4190" y="1"/>
                </a:moveTo>
                <a:cubicBezTo>
                  <a:pt x="4001" y="316"/>
                  <a:pt x="3970" y="725"/>
                  <a:pt x="4127" y="1040"/>
                </a:cubicBezTo>
                <a:lnTo>
                  <a:pt x="3497" y="1670"/>
                </a:lnTo>
                <a:cubicBezTo>
                  <a:pt x="3345" y="1589"/>
                  <a:pt x="3194" y="1550"/>
                  <a:pt x="3047" y="1550"/>
                </a:cubicBezTo>
                <a:cubicBezTo>
                  <a:pt x="2797" y="1550"/>
                  <a:pt x="2561" y="1661"/>
                  <a:pt x="2363" y="1859"/>
                </a:cubicBezTo>
                <a:lnTo>
                  <a:pt x="378" y="3813"/>
                </a:lnTo>
                <a:cubicBezTo>
                  <a:pt x="0" y="4222"/>
                  <a:pt x="0" y="4884"/>
                  <a:pt x="378" y="5293"/>
                </a:cubicBezTo>
                <a:cubicBezTo>
                  <a:pt x="583" y="5482"/>
                  <a:pt x="851" y="5577"/>
                  <a:pt x="1115" y="5577"/>
                </a:cubicBezTo>
                <a:cubicBezTo>
                  <a:pt x="1378" y="5577"/>
                  <a:pt x="1638" y="5482"/>
                  <a:pt x="1827" y="5293"/>
                </a:cubicBezTo>
                <a:lnTo>
                  <a:pt x="3812" y="3309"/>
                </a:lnTo>
                <a:cubicBezTo>
                  <a:pt x="4096" y="3025"/>
                  <a:pt x="4190" y="2553"/>
                  <a:pt x="4001" y="2143"/>
                </a:cubicBezTo>
                <a:lnTo>
                  <a:pt x="4631" y="1513"/>
                </a:lnTo>
                <a:cubicBezTo>
                  <a:pt x="4789" y="1576"/>
                  <a:pt x="4915" y="1607"/>
                  <a:pt x="5072" y="1607"/>
                </a:cubicBezTo>
                <a:cubicBezTo>
                  <a:pt x="5261" y="1607"/>
                  <a:pt x="5450" y="1544"/>
                  <a:pt x="5671" y="1418"/>
                </a:cubicBezTo>
                <a:cubicBezTo>
                  <a:pt x="5041" y="1040"/>
                  <a:pt x="4568" y="568"/>
                  <a:pt x="419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7" name="Google Shape;6220;p59">
            <a:extLst>
              <a:ext uri="{FF2B5EF4-FFF2-40B4-BE49-F238E27FC236}">
                <a16:creationId xmlns:a16="http://schemas.microsoft.com/office/drawing/2014/main" id="{DA44FA96-10D8-49D5-465C-45E997EE8F55}"/>
              </a:ext>
            </a:extLst>
          </p:cNvPr>
          <p:cNvSpPr/>
          <p:nvPr/>
        </p:nvSpPr>
        <p:spPr>
          <a:xfrm>
            <a:off x="3630842" y="2586574"/>
            <a:ext cx="243108" cy="242108"/>
          </a:xfrm>
          <a:custGeom>
            <a:avLst/>
            <a:gdLst/>
            <a:ahLst/>
            <a:cxnLst/>
            <a:rect l="l" t="t" r="r" b="b"/>
            <a:pathLst>
              <a:path w="7530" h="7499" extrusionOk="0">
                <a:moveTo>
                  <a:pt x="3718" y="1387"/>
                </a:moveTo>
                <a:cubicBezTo>
                  <a:pt x="4253" y="1387"/>
                  <a:pt x="4726" y="1859"/>
                  <a:pt x="4726" y="2427"/>
                </a:cubicBezTo>
                <a:cubicBezTo>
                  <a:pt x="4789" y="2805"/>
                  <a:pt x="4505" y="3214"/>
                  <a:pt x="4096" y="3372"/>
                </a:cubicBezTo>
                <a:lnTo>
                  <a:pt x="4096" y="3750"/>
                </a:lnTo>
                <a:cubicBezTo>
                  <a:pt x="4096" y="3939"/>
                  <a:pt x="3938" y="4096"/>
                  <a:pt x="3749" y="4096"/>
                </a:cubicBezTo>
                <a:cubicBezTo>
                  <a:pt x="3560" y="4096"/>
                  <a:pt x="3403" y="3939"/>
                  <a:pt x="3403" y="3750"/>
                </a:cubicBezTo>
                <a:lnTo>
                  <a:pt x="3403" y="3372"/>
                </a:lnTo>
                <a:cubicBezTo>
                  <a:pt x="3403" y="3088"/>
                  <a:pt x="3592" y="2805"/>
                  <a:pt x="3875" y="2742"/>
                </a:cubicBezTo>
                <a:cubicBezTo>
                  <a:pt x="4001" y="2679"/>
                  <a:pt x="4096" y="2521"/>
                  <a:pt x="4096" y="2427"/>
                </a:cubicBezTo>
                <a:cubicBezTo>
                  <a:pt x="4096" y="2206"/>
                  <a:pt x="3938" y="2049"/>
                  <a:pt x="3749" y="2049"/>
                </a:cubicBezTo>
                <a:cubicBezTo>
                  <a:pt x="3560" y="2049"/>
                  <a:pt x="3403" y="2206"/>
                  <a:pt x="3403" y="2427"/>
                </a:cubicBezTo>
                <a:cubicBezTo>
                  <a:pt x="3403" y="2616"/>
                  <a:pt x="3245" y="2773"/>
                  <a:pt x="3056" y="2773"/>
                </a:cubicBezTo>
                <a:cubicBezTo>
                  <a:pt x="2836" y="2773"/>
                  <a:pt x="2678" y="2616"/>
                  <a:pt x="2678" y="2427"/>
                </a:cubicBezTo>
                <a:cubicBezTo>
                  <a:pt x="2678" y="1859"/>
                  <a:pt x="3151" y="1387"/>
                  <a:pt x="3718" y="1387"/>
                </a:cubicBezTo>
                <a:close/>
                <a:moveTo>
                  <a:pt x="3749" y="4726"/>
                </a:moveTo>
                <a:cubicBezTo>
                  <a:pt x="3938" y="4726"/>
                  <a:pt x="4096" y="4884"/>
                  <a:pt x="4096" y="5104"/>
                </a:cubicBezTo>
                <a:cubicBezTo>
                  <a:pt x="4096" y="5294"/>
                  <a:pt x="3938" y="5451"/>
                  <a:pt x="3749" y="5451"/>
                </a:cubicBezTo>
                <a:cubicBezTo>
                  <a:pt x="3560" y="5451"/>
                  <a:pt x="3403" y="5294"/>
                  <a:pt x="3403" y="5104"/>
                </a:cubicBezTo>
                <a:cubicBezTo>
                  <a:pt x="3403" y="4884"/>
                  <a:pt x="3560" y="4726"/>
                  <a:pt x="3749" y="4726"/>
                </a:cubicBezTo>
                <a:close/>
                <a:moveTo>
                  <a:pt x="3749" y="1"/>
                </a:moveTo>
                <a:cubicBezTo>
                  <a:pt x="1670" y="1"/>
                  <a:pt x="0" y="1702"/>
                  <a:pt x="0" y="3750"/>
                </a:cubicBezTo>
                <a:cubicBezTo>
                  <a:pt x="0" y="5829"/>
                  <a:pt x="1702" y="7499"/>
                  <a:pt x="3749" y="7499"/>
                </a:cubicBezTo>
                <a:cubicBezTo>
                  <a:pt x="5829" y="7499"/>
                  <a:pt x="7498" y="5798"/>
                  <a:pt x="7498" y="3750"/>
                </a:cubicBezTo>
                <a:cubicBezTo>
                  <a:pt x="7530" y="1670"/>
                  <a:pt x="5829" y="1"/>
                  <a:pt x="374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6" name="Google Shape;6222;p59">
            <a:extLst>
              <a:ext uri="{FF2B5EF4-FFF2-40B4-BE49-F238E27FC236}">
                <a16:creationId xmlns:a16="http://schemas.microsoft.com/office/drawing/2014/main" id="{D9DF0D04-11D4-4E05-1305-4672F584A387}"/>
              </a:ext>
            </a:extLst>
          </p:cNvPr>
          <p:cNvSpPr/>
          <p:nvPr/>
        </p:nvSpPr>
        <p:spPr>
          <a:xfrm>
            <a:off x="3620172" y="3049384"/>
            <a:ext cx="127172" cy="91562"/>
          </a:xfrm>
          <a:custGeom>
            <a:avLst/>
            <a:gdLst/>
            <a:ahLst/>
            <a:cxnLst/>
            <a:rect l="l" t="t" r="r" b="b"/>
            <a:pathLst>
              <a:path w="3939" h="2836" extrusionOk="0">
                <a:moveTo>
                  <a:pt x="1985" y="0"/>
                </a:moveTo>
                <a:cubicBezTo>
                  <a:pt x="1260" y="0"/>
                  <a:pt x="473" y="946"/>
                  <a:pt x="0" y="2521"/>
                </a:cubicBezTo>
                <a:cubicBezTo>
                  <a:pt x="158" y="2615"/>
                  <a:pt x="284" y="2710"/>
                  <a:pt x="410" y="2836"/>
                </a:cubicBezTo>
                <a:cubicBezTo>
                  <a:pt x="914" y="2773"/>
                  <a:pt x="1481" y="2773"/>
                  <a:pt x="1985" y="2773"/>
                </a:cubicBezTo>
                <a:cubicBezTo>
                  <a:pt x="2489" y="2773"/>
                  <a:pt x="3056" y="2804"/>
                  <a:pt x="3560" y="2836"/>
                </a:cubicBezTo>
                <a:cubicBezTo>
                  <a:pt x="3623" y="2678"/>
                  <a:pt x="3781" y="2584"/>
                  <a:pt x="3938" y="2521"/>
                </a:cubicBezTo>
                <a:cubicBezTo>
                  <a:pt x="3529" y="946"/>
                  <a:pt x="2741" y="0"/>
                  <a:pt x="198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7" name="Google Shape;6223;p59">
            <a:extLst>
              <a:ext uri="{FF2B5EF4-FFF2-40B4-BE49-F238E27FC236}">
                <a16:creationId xmlns:a16="http://schemas.microsoft.com/office/drawing/2014/main" id="{7B949EFA-6BC7-0058-50AC-9631521F160A}"/>
              </a:ext>
            </a:extLst>
          </p:cNvPr>
          <p:cNvSpPr/>
          <p:nvPr/>
        </p:nvSpPr>
        <p:spPr>
          <a:xfrm>
            <a:off x="3496068" y="3174490"/>
            <a:ext cx="91561" cy="127172"/>
          </a:xfrm>
          <a:custGeom>
            <a:avLst/>
            <a:gdLst/>
            <a:ahLst/>
            <a:cxnLst/>
            <a:rect l="l" t="t" r="r" b="b"/>
            <a:pathLst>
              <a:path w="2836" h="3939" extrusionOk="0">
                <a:moveTo>
                  <a:pt x="2521" y="0"/>
                </a:moveTo>
                <a:cubicBezTo>
                  <a:pt x="946" y="473"/>
                  <a:pt x="32" y="1229"/>
                  <a:pt x="32" y="1954"/>
                </a:cubicBezTo>
                <a:cubicBezTo>
                  <a:pt x="1" y="2710"/>
                  <a:pt x="946" y="3466"/>
                  <a:pt x="2521" y="3939"/>
                </a:cubicBezTo>
                <a:cubicBezTo>
                  <a:pt x="2584" y="3781"/>
                  <a:pt x="2710" y="3655"/>
                  <a:pt x="2836" y="3529"/>
                </a:cubicBezTo>
                <a:cubicBezTo>
                  <a:pt x="2773" y="3025"/>
                  <a:pt x="2773" y="2521"/>
                  <a:pt x="2773" y="1954"/>
                </a:cubicBezTo>
                <a:cubicBezTo>
                  <a:pt x="2773" y="1418"/>
                  <a:pt x="2805" y="914"/>
                  <a:pt x="2836" y="379"/>
                </a:cubicBezTo>
                <a:cubicBezTo>
                  <a:pt x="2679" y="316"/>
                  <a:pt x="2553" y="158"/>
                  <a:pt x="2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8" name="Google Shape;6224;p59">
            <a:extLst>
              <a:ext uri="{FF2B5EF4-FFF2-40B4-BE49-F238E27FC236}">
                <a16:creationId xmlns:a16="http://schemas.microsoft.com/office/drawing/2014/main" id="{95DBEF5B-5B4B-4A16-F687-35EB9E8707AB}"/>
              </a:ext>
            </a:extLst>
          </p:cNvPr>
          <p:cNvSpPr/>
          <p:nvPr/>
        </p:nvSpPr>
        <p:spPr>
          <a:xfrm>
            <a:off x="3781890" y="3175491"/>
            <a:ext cx="91561" cy="67186"/>
          </a:xfrm>
          <a:custGeom>
            <a:avLst/>
            <a:gdLst/>
            <a:ahLst/>
            <a:cxnLst/>
            <a:rect l="l" t="t" r="r" b="b"/>
            <a:pathLst>
              <a:path w="2836" h="2081" extrusionOk="0">
                <a:moveTo>
                  <a:pt x="316" y="1"/>
                </a:moveTo>
                <a:cubicBezTo>
                  <a:pt x="253" y="159"/>
                  <a:pt x="127" y="285"/>
                  <a:pt x="1" y="379"/>
                </a:cubicBezTo>
                <a:cubicBezTo>
                  <a:pt x="32" y="600"/>
                  <a:pt x="32" y="789"/>
                  <a:pt x="32" y="978"/>
                </a:cubicBezTo>
                <a:cubicBezTo>
                  <a:pt x="158" y="978"/>
                  <a:pt x="284" y="946"/>
                  <a:pt x="442" y="946"/>
                </a:cubicBezTo>
                <a:cubicBezTo>
                  <a:pt x="1387" y="946"/>
                  <a:pt x="2237" y="1387"/>
                  <a:pt x="2804" y="2080"/>
                </a:cubicBezTo>
                <a:lnTo>
                  <a:pt x="2804" y="1954"/>
                </a:lnTo>
                <a:cubicBezTo>
                  <a:pt x="2836" y="1230"/>
                  <a:pt x="1891" y="474"/>
                  <a:pt x="31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9" name="Google Shape;6225;p59">
            <a:extLst>
              <a:ext uri="{FF2B5EF4-FFF2-40B4-BE49-F238E27FC236}">
                <a16:creationId xmlns:a16="http://schemas.microsoft.com/office/drawing/2014/main" id="{A07F3351-CFBF-8E0F-8F2F-5D90E556098F}"/>
              </a:ext>
            </a:extLst>
          </p:cNvPr>
          <p:cNvSpPr/>
          <p:nvPr/>
        </p:nvSpPr>
        <p:spPr>
          <a:xfrm>
            <a:off x="3620173" y="3334173"/>
            <a:ext cx="111901" cy="91594"/>
          </a:xfrm>
          <a:custGeom>
            <a:avLst/>
            <a:gdLst/>
            <a:ahLst/>
            <a:cxnLst/>
            <a:rect l="l" t="t" r="r" b="b"/>
            <a:pathLst>
              <a:path w="3466" h="2837" extrusionOk="0">
                <a:moveTo>
                  <a:pt x="410" y="1"/>
                </a:moveTo>
                <a:cubicBezTo>
                  <a:pt x="315" y="158"/>
                  <a:pt x="158" y="284"/>
                  <a:pt x="0" y="316"/>
                </a:cubicBezTo>
                <a:cubicBezTo>
                  <a:pt x="473" y="1891"/>
                  <a:pt x="1260" y="2836"/>
                  <a:pt x="1985" y="2836"/>
                </a:cubicBezTo>
                <a:cubicBezTo>
                  <a:pt x="2489" y="2836"/>
                  <a:pt x="3056" y="2364"/>
                  <a:pt x="3466" y="1544"/>
                </a:cubicBezTo>
                <a:lnTo>
                  <a:pt x="3119" y="1072"/>
                </a:lnTo>
                <a:cubicBezTo>
                  <a:pt x="2836" y="851"/>
                  <a:pt x="2678" y="473"/>
                  <a:pt x="2521" y="95"/>
                </a:cubicBezTo>
                <a:lnTo>
                  <a:pt x="1985" y="95"/>
                </a:lnTo>
                <a:cubicBezTo>
                  <a:pt x="1418" y="95"/>
                  <a:pt x="882" y="64"/>
                  <a:pt x="41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0" name="Google Shape;6226;p59">
            <a:extLst>
              <a:ext uri="{FF2B5EF4-FFF2-40B4-BE49-F238E27FC236}">
                <a16:creationId xmlns:a16="http://schemas.microsoft.com/office/drawing/2014/main" id="{4CD07393-4DAD-07BB-A0E5-1711366E8882}"/>
              </a:ext>
            </a:extLst>
          </p:cNvPr>
          <p:cNvSpPr/>
          <p:nvPr/>
        </p:nvSpPr>
        <p:spPr>
          <a:xfrm>
            <a:off x="3607968" y="3160252"/>
            <a:ext cx="153614" cy="155648"/>
          </a:xfrm>
          <a:custGeom>
            <a:avLst/>
            <a:gdLst/>
            <a:ahLst/>
            <a:cxnLst/>
            <a:rect l="l" t="t" r="r" b="b"/>
            <a:pathLst>
              <a:path w="4758" h="4821" extrusionOk="0">
                <a:moveTo>
                  <a:pt x="2395" y="0"/>
                </a:moveTo>
                <a:cubicBezTo>
                  <a:pt x="1922" y="0"/>
                  <a:pt x="1418" y="32"/>
                  <a:pt x="1008" y="95"/>
                </a:cubicBezTo>
                <a:cubicBezTo>
                  <a:pt x="977" y="599"/>
                  <a:pt x="599" y="977"/>
                  <a:pt x="63" y="1040"/>
                </a:cubicBezTo>
                <a:cubicBezTo>
                  <a:pt x="32" y="1450"/>
                  <a:pt x="0" y="1922"/>
                  <a:pt x="0" y="2395"/>
                </a:cubicBezTo>
                <a:cubicBezTo>
                  <a:pt x="0" y="2867"/>
                  <a:pt x="32" y="3340"/>
                  <a:pt x="63" y="3781"/>
                </a:cubicBezTo>
                <a:cubicBezTo>
                  <a:pt x="599" y="3812"/>
                  <a:pt x="977" y="4222"/>
                  <a:pt x="1008" y="4726"/>
                </a:cubicBezTo>
                <a:cubicBezTo>
                  <a:pt x="1449" y="4758"/>
                  <a:pt x="1922" y="4821"/>
                  <a:pt x="2395" y="4821"/>
                </a:cubicBezTo>
                <a:lnTo>
                  <a:pt x="2804" y="4821"/>
                </a:lnTo>
                <a:cubicBezTo>
                  <a:pt x="2804" y="4695"/>
                  <a:pt x="2741" y="4569"/>
                  <a:pt x="2741" y="4506"/>
                </a:cubicBezTo>
                <a:cubicBezTo>
                  <a:pt x="2741" y="3151"/>
                  <a:pt x="3592" y="2017"/>
                  <a:pt x="4757" y="1576"/>
                </a:cubicBezTo>
                <a:cubicBezTo>
                  <a:pt x="4757" y="1387"/>
                  <a:pt x="4726" y="1229"/>
                  <a:pt x="4726" y="1040"/>
                </a:cubicBezTo>
                <a:cubicBezTo>
                  <a:pt x="4222" y="977"/>
                  <a:pt x="3812" y="599"/>
                  <a:pt x="3781" y="95"/>
                </a:cubicBezTo>
                <a:cubicBezTo>
                  <a:pt x="3340" y="32"/>
                  <a:pt x="2867" y="0"/>
                  <a:pt x="2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1" name="Google Shape;6227;p59">
            <a:extLst>
              <a:ext uri="{FF2B5EF4-FFF2-40B4-BE49-F238E27FC236}">
                <a16:creationId xmlns:a16="http://schemas.microsoft.com/office/drawing/2014/main" id="{34A639AB-D6CE-637F-7397-4223526E77FB}"/>
              </a:ext>
            </a:extLst>
          </p:cNvPr>
          <p:cNvSpPr/>
          <p:nvPr/>
        </p:nvSpPr>
        <p:spPr>
          <a:xfrm>
            <a:off x="3503203" y="3288425"/>
            <a:ext cx="130207" cy="130207"/>
          </a:xfrm>
          <a:custGeom>
            <a:avLst/>
            <a:gdLst/>
            <a:ahLst/>
            <a:cxnLst/>
            <a:rect l="l" t="t" r="r" b="b"/>
            <a:pathLst>
              <a:path w="4033" h="4033" extrusionOk="0">
                <a:moveTo>
                  <a:pt x="0" y="0"/>
                </a:moveTo>
                <a:lnTo>
                  <a:pt x="0" y="0"/>
                </a:lnTo>
                <a:cubicBezTo>
                  <a:pt x="567" y="1953"/>
                  <a:pt x="2111" y="3466"/>
                  <a:pt x="4033" y="4033"/>
                </a:cubicBezTo>
                <a:cubicBezTo>
                  <a:pt x="3592" y="3466"/>
                  <a:pt x="3245" y="2741"/>
                  <a:pt x="2962" y="1827"/>
                </a:cubicBezTo>
                <a:cubicBezTo>
                  <a:pt x="2584" y="1733"/>
                  <a:pt x="2300" y="1481"/>
                  <a:pt x="2206" y="1071"/>
                </a:cubicBezTo>
                <a:cubicBezTo>
                  <a:pt x="1323" y="851"/>
                  <a:pt x="567" y="441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2" name="Google Shape;6228;p59">
            <a:extLst>
              <a:ext uri="{FF2B5EF4-FFF2-40B4-BE49-F238E27FC236}">
                <a16:creationId xmlns:a16="http://schemas.microsoft.com/office/drawing/2014/main" id="{57592742-F8EF-926F-9F5D-1B8707CA83CE}"/>
              </a:ext>
            </a:extLst>
          </p:cNvPr>
          <p:cNvSpPr/>
          <p:nvPr/>
        </p:nvSpPr>
        <p:spPr>
          <a:xfrm>
            <a:off x="3736109" y="3058520"/>
            <a:ext cx="130239" cy="129239"/>
          </a:xfrm>
          <a:custGeom>
            <a:avLst/>
            <a:gdLst/>
            <a:ahLst/>
            <a:cxnLst/>
            <a:rect l="l" t="t" r="r" b="b"/>
            <a:pathLst>
              <a:path w="4034" h="4003" extrusionOk="0">
                <a:moveTo>
                  <a:pt x="1" y="1"/>
                </a:moveTo>
                <a:lnTo>
                  <a:pt x="1" y="1"/>
                </a:lnTo>
                <a:cubicBezTo>
                  <a:pt x="442" y="537"/>
                  <a:pt x="788" y="1293"/>
                  <a:pt x="1072" y="2206"/>
                </a:cubicBezTo>
                <a:cubicBezTo>
                  <a:pt x="1419" y="2238"/>
                  <a:pt x="1734" y="2553"/>
                  <a:pt x="1828" y="2962"/>
                </a:cubicBezTo>
                <a:cubicBezTo>
                  <a:pt x="2710" y="3183"/>
                  <a:pt x="3466" y="3592"/>
                  <a:pt x="4033" y="4002"/>
                </a:cubicBezTo>
                <a:cubicBezTo>
                  <a:pt x="3466" y="2080"/>
                  <a:pt x="1923" y="537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3" name="Google Shape;6229;p59">
            <a:extLst>
              <a:ext uri="{FF2B5EF4-FFF2-40B4-BE49-F238E27FC236}">
                <a16:creationId xmlns:a16="http://schemas.microsoft.com/office/drawing/2014/main" id="{7DD0D046-A0F7-C7B9-6498-D09D5F489565}"/>
              </a:ext>
            </a:extLst>
          </p:cNvPr>
          <p:cNvSpPr/>
          <p:nvPr/>
        </p:nvSpPr>
        <p:spPr>
          <a:xfrm>
            <a:off x="3503203" y="3057520"/>
            <a:ext cx="130207" cy="129206"/>
          </a:xfrm>
          <a:custGeom>
            <a:avLst/>
            <a:gdLst/>
            <a:ahLst/>
            <a:cxnLst/>
            <a:rect l="l" t="t" r="r" b="b"/>
            <a:pathLst>
              <a:path w="4033" h="4002" extrusionOk="0">
                <a:moveTo>
                  <a:pt x="4033" y="0"/>
                </a:moveTo>
                <a:lnTo>
                  <a:pt x="4033" y="0"/>
                </a:lnTo>
                <a:cubicBezTo>
                  <a:pt x="2111" y="536"/>
                  <a:pt x="567" y="2080"/>
                  <a:pt x="0" y="4002"/>
                </a:cubicBezTo>
                <a:cubicBezTo>
                  <a:pt x="567" y="3592"/>
                  <a:pt x="1323" y="3214"/>
                  <a:pt x="2206" y="2962"/>
                </a:cubicBezTo>
                <a:cubicBezTo>
                  <a:pt x="2300" y="2552"/>
                  <a:pt x="2615" y="2269"/>
                  <a:pt x="2962" y="2206"/>
                </a:cubicBezTo>
                <a:cubicBezTo>
                  <a:pt x="3214" y="1292"/>
                  <a:pt x="3592" y="505"/>
                  <a:pt x="40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4" name="Google Shape;6230;p59">
            <a:extLst>
              <a:ext uri="{FF2B5EF4-FFF2-40B4-BE49-F238E27FC236}">
                <a16:creationId xmlns:a16="http://schemas.microsoft.com/office/drawing/2014/main" id="{81C8550E-1F89-A3E9-B2F9-379F1187CEAF}"/>
              </a:ext>
            </a:extLst>
          </p:cNvPr>
          <p:cNvSpPr/>
          <p:nvPr/>
        </p:nvSpPr>
        <p:spPr>
          <a:xfrm>
            <a:off x="3718835" y="3227372"/>
            <a:ext cx="154614" cy="200427"/>
          </a:xfrm>
          <a:custGeom>
            <a:avLst/>
            <a:gdLst/>
            <a:ahLst/>
            <a:cxnLst/>
            <a:rect l="l" t="t" r="r" b="b"/>
            <a:pathLst>
              <a:path w="4789" h="6208" extrusionOk="0">
                <a:moveTo>
                  <a:pt x="2395" y="1355"/>
                </a:moveTo>
                <a:cubicBezTo>
                  <a:pt x="2930" y="1355"/>
                  <a:pt x="3403" y="1828"/>
                  <a:pt x="3403" y="2364"/>
                </a:cubicBezTo>
                <a:cubicBezTo>
                  <a:pt x="3403" y="2962"/>
                  <a:pt x="2930" y="3403"/>
                  <a:pt x="2395" y="3403"/>
                </a:cubicBezTo>
                <a:cubicBezTo>
                  <a:pt x="1827" y="3403"/>
                  <a:pt x="1355" y="2931"/>
                  <a:pt x="1355" y="2364"/>
                </a:cubicBezTo>
                <a:cubicBezTo>
                  <a:pt x="1355" y="1828"/>
                  <a:pt x="1827" y="1355"/>
                  <a:pt x="2395" y="1355"/>
                </a:cubicBezTo>
                <a:close/>
                <a:moveTo>
                  <a:pt x="2395" y="1"/>
                </a:moveTo>
                <a:cubicBezTo>
                  <a:pt x="1040" y="1"/>
                  <a:pt x="0" y="1072"/>
                  <a:pt x="0" y="2427"/>
                </a:cubicBezTo>
                <a:cubicBezTo>
                  <a:pt x="0" y="2994"/>
                  <a:pt x="221" y="3592"/>
                  <a:pt x="630" y="4002"/>
                </a:cubicBezTo>
                <a:lnTo>
                  <a:pt x="2111" y="6050"/>
                </a:lnTo>
                <a:cubicBezTo>
                  <a:pt x="2206" y="6113"/>
                  <a:pt x="2269" y="6207"/>
                  <a:pt x="2395" y="6207"/>
                </a:cubicBezTo>
                <a:cubicBezTo>
                  <a:pt x="2521" y="6207"/>
                  <a:pt x="2584" y="6144"/>
                  <a:pt x="2678" y="6050"/>
                </a:cubicBezTo>
                <a:lnTo>
                  <a:pt x="4442" y="3592"/>
                </a:lnTo>
                <a:cubicBezTo>
                  <a:pt x="4663" y="3246"/>
                  <a:pt x="4757" y="2805"/>
                  <a:pt x="4757" y="2364"/>
                </a:cubicBezTo>
                <a:cubicBezTo>
                  <a:pt x="4789" y="1072"/>
                  <a:pt x="3686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5" name="Google Shape;6231;p59">
            <a:extLst>
              <a:ext uri="{FF2B5EF4-FFF2-40B4-BE49-F238E27FC236}">
                <a16:creationId xmlns:a16="http://schemas.microsoft.com/office/drawing/2014/main" id="{D5399437-EDC8-8F48-16CC-95EB631467FC}"/>
              </a:ext>
            </a:extLst>
          </p:cNvPr>
          <p:cNvSpPr/>
          <p:nvPr/>
        </p:nvSpPr>
        <p:spPr>
          <a:xfrm>
            <a:off x="3784957" y="3293492"/>
            <a:ext cx="22406" cy="23439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0" y="158"/>
                  <a:pt x="0" y="379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693" y="568"/>
                  <a:pt x="693" y="379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2" name="Google Shape;6233;p59">
            <a:extLst>
              <a:ext uri="{FF2B5EF4-FFF2-40B4-BE49-F238E27FC236}">
                <a16:creationId xmlns:a16="http://schemas.microsoft.com/office/drawing/2014/main" id="{0429F212-9CA6-2A61-4A3B-6036AB35E16D}"/>
              </a:ext>
            </a:extLst>
          </p:cNvPr>
          <p:cNvSpPr/>
          <p:nvPr/>
        </p:nvSpPr>
        <p:spPr>
          <a:xfrm>
            <a:off x="2116617" y="3553579"/>
            <a:ext cx="264481" cy="198361"/>
          </a:xfrm>
          <a:custGeom>
            <a:avLst/>
            <a:gdLst/>
            <a:ahLst/>
            <a:cxnLst/>
            <a:rect l="l" t="t" r="r" b="b"/>
            <a:pathLst>
              <a:path w="8192" h="6144" extrusionOk="0">
                <a:moveTo>
                  <a:pt x="4096" y="0"/>
                </a:moveTo>
                <a:cubicBezTo>
                  <a:pt x="2206" y="0"/>
                  <a:pt x="662" y="1544"/>
                  <a:pt x="662" y="3434"/>
                </a:cubicBezTo>
                <a:lnTo>
                  <a:pt x="662" y="3497"/>
                </a:lnTo>
                <a:cubicBezTo>
                  <a:pt x="252" y="3655"/>
                  <a:pt x="0" y="4033"/>
                  <a:pt x="0" y="4442"/>
                </a:cubicBezTo>
                <a:lnTo>
                  <a:pt x="0" y="5136"/>
                </a:lnTo>
                <a:cubicBezTo>
                  <a:pt x="0" y="5671"/>
                  <a:pt x="473" y="6144"/>
                  <a:pt x="1009" y="6144"/>
                </a:cubicBezTo>
                <a:cubicBezTo>
                  <a:pt x="1135" y="6144"/>
                  <a:pt x="1261" y="6112"/>
                  <a:pt x="1387" y="6081"/>
                </a:cubicBezTo>
                <a:lnTo>
                  <a:pt x="1387" y="3403"/>
                </a:lnTo>
                <a:cubicBezTo>
                  <a:pt x="1387" y="1891"/>
                  <a:pt x="2584" y="630"/>
                  <a:pt x="4096" y="630"/>
                </a:cubicBezTo>
                <a:cubicBezTo>
                  <a:pt x="5577" y="630"/>
                  <a:pt x="6806" y="1891"/>
                  <a:pt x="6806" y="3403"/>
                </a:cubicBezTo>
                <a:lnTo>
                  <a:pt x="6806" y="6081"/>
                </a:lnTo>
                <a:cubicBezTo>
                  <a:pt x="6932" y="6112"/>
                  <a:pt x="7058" y="6144"/>
                  <a:pt x="7152" y="6144"/>
                </a:cubicBezTo>
                <a:cubicBezTo>
                  <a:pt x="7719" y="6144"/>
                  <a:pt x="8192" y="5671"/>
                  <a:pt x="8192" y="5136"/>
                </a:cubicBezTo>
                <a:lnTo>
                  <a:pt x="8192" y="4442"/>
                </a:lnTo>
                <a:cubicBezTo>
                  <a:pt x="8192" y="4033"/>
                  <a:pt x="7908" y="3623"/>
                  <a:pt x="7530" y="3497"/>
                </a:cubicBezTo>
                <a:lnTo>
                  <a:pt x="7530" y="3434"/>
                </a:lnTo>
                <a:cubicBezTo>
                  <a:pt x="7467" y="1576"/>
                  <a:pt x="5986" y="0"/>
                  <a:pt x="40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3" name="Google Shape;6234;p59">
            <a:extLst>
              <a:ext uri="{FF2B5EF4-FFF2-40B4-BE49-F238E27FC236}">
                <a16:creationId xmlns:a16="http://schemas.microsoft.com/office/drawing/2014/main" id="{6E9AF776-61FC-552A-492A-26E69BD0ED21}"/>
              </a:ext>
            </a:extLst>
          </p:cNvPr>
          <p:cNvSpPr/>
          <p:nvPr/>
        </p:nvSpPr>
        <p:spPr>
          <a:xfrm>
            <a:off x="2184769" y="3620700"/>
            <a:ext cx="131240" cy="67735"/>
          </a:xfrm>
          <a:custGeom>
            <a:avLst/>
            <a:gdLst/>
            <a:ahLst/>
            <a:cxnLst/>
            <a:rect l="l" t="t" r="r" b="b"/>
            <a:pathLst>
              <a:path w="4065" h="2098" extrusionOk="0">
                <a:moveTo>
                  <a:pt x="1702" y="1"/>
                </a:moveTo>
                <a:cubicBezTo>
                  <a:pt x="756" y="1"/>
                  <a:pt x="0" y="757"/>
                  <a:pt x="0" y="1702"/>
                </a:cubicBezTo>
                <a:lnTo>
                  <a:pt x="0" y="2080"/>
                </a:lnTo>
                <a:lnTo>
                  <a:pt x="1229" y="2080"/>
                </a:lnTo>
                <a:cubicBezTo>
                  <a:pt x="1418" y="2080"/>
                  <a:pt x="1765" y="2080"/>
                  <a:pt x="1891" y="1985"/>
                </a:cubicBezTo>
                <a:cubicBezTo>
                  <a:pt x="1922" y="1954"/>
                  <a:pt x="1985" y="1828"/>
                  <a:pt x="1985" y="1765"/>
                </a:cubicBezTo>
                <a:cubicBezTo>
                  <a:pt x="1985" y="1544"/>
                  <a:pt x="2143" y="1387"/>
                  <a:pt x="2332" y="1387"/>
                </a:cubicBezTo>
                <a:cubicBezTo>
                  <a:pt x="2521" y="1387"/>
                  <a:pt x="2678" y="1544"/>
                  <a:pt x="2678" y="1765"/>
                </a:cubicBezTo>
                <a:cubicBezTo>
                  <a:pt x="2678" y="1828"/>
                  <a:pt x="2678" y="1954"/>
                  <a:pt x="2773" y="1985"/>
                </a:cubicBezTo>
                <a:cubicBezTo>
                  <a:pt x="2836" y="2069"/>
                  <a:pt x="3025" y="2097"/>
                  <a:pt x="3237" y="2097"/>
                </a:cubicBezTo>
                <a:cubicBezTo>
                  <a:pt x="3343" y="2097"/>
                  <a:pt x="3455" y="2090"/>
                  <a:pt x="3560" y="2080"/>
                </a:cubicBezTo>
                <a:lnTo>
                  <a:pt x="4064" y="2080"/>
                </a:lnTo>
                <a:lnTo>
                  <a:pt x="4064" y="1702"/>
                </a:lnTo>
                <a:cubicBezTo>
                  <a:pt x="4064" y="757"/>
                  <a:pt x="3308" y="1"/>
                  <a:pt x="23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4" name="Google Shape;6235;p59">
            <a:extLst>
              <a:ext uri="{FF2B5EF4-FFF2-40B4-BE49-F238E27FC236}">
                <a16:creationId xmlns:a16="http://schemas.microsoft.com/office/drawing/2014/main" id="{259266DC-C028-42EF-F88F-490B8D485F64}"/>
              </a:ext>
            </a:extLst>
          </p:cNvPr>
          <p:cNvSpPr/>
          <p:nvPr/>
        </p:nvSpPr>
        <p:spPr>
          <a:xfrm>
            <a:off x="2182737" y="3703092"/>
            <a:ext cx="132241" cy="94628"/>
          </a:xfrm>
          <a:custGeom>
            <a:avLst/>
            <a:gdLst/>
            <a:ahLst/>
            <a:cxnLst/>
            <a:rect l="l" t="t" r="r" b="b"/>
            <a:pathLst>
              <a:path w="4096" h="2931" extrusionOk="0">
                <a:moveTo>
                  <a:pt x="2395" y="1"/>
                </a:moveTo>
                <a:cubicBezTo>
                  <a:pt x="2080" y="221"/>
                  <a:pt x="1639" y="221"/>
                  <a:pt x="1197" y="221"/>
                </a:cubicBezTo>
                <a:lnTo>
                  <a:pt x="0" y="221"/>
                </a:lnTo>
                <a:lnTo>
                  <a:pt x="0" y="883"/>
                </a:lnTo>
                <a:cubicBezTo>
                  <a:pt x="0" y="2048"/>
                  <a:pt x="914" y="2930"/>
                  <a:pt x="2048" y="2930"/>
                </a:cubicBezTo>
                <a:cubicBezTo>
                  <a:pt x="3182" y="2930"/>
                  <a:pt x="4096" y="2048"/>
                  <a:pt x="4096" y="883"/>
                </a:cubicBezTo>
                <a:lnTo>
                  <a:pt x="4096" y="221"/>
                </a:lnTo>
                <a:lnTo>
                  <a:pt x="3403" y="221"/>
                </a:lnTo>
                <a:cubicBezTo>
                  <a:pt x="3025" y="221"/>
                  <a:pt x="2678" y="190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5" name="Google Shape;6236;p59">
            <a:extLst>
              <a:ext uri="{FF2B5EF4-FFF2-40B4-BE49-F238E27FC236}">
                <a16:creationId xmlns:a16="http://schemas.microsoft.com/office/drawing/2014/main" id="{CC45D4B3-1BF0-5D41-9840-68EC35521569}"/>
              </a:ext>
            </a:extLst>
          </p:cNvPr>
          <p:cNvSpPr/>
          <p:nvPr/>
        </p:nvSpPr>
        <p:spPr>
          <a:xfrm>
            <a:off x="2062700" y="3803788"/>
            <a:ext cx="375349" cy="128012"/>
          </a:xfrm>
          <a:custGeom>
            <a:avLst/>
            <a:gdLst/>
            <a:ahLst/>
            <a:cxnLst/>
            <a:rect l="l" t="t" r="r" b="b"/>
            <a:pathLst>
              <a:path w="11626" h="3965" extrusionOk="0">
                <a:moveTo>
                  <a:pt x="2092" y="0"/>
                </a:moveTo>
                <a:cubicBezTo>
                  <a:pt x="1962" y="0"/>
                  <a:pt x="1828" y="63"/>
                  <a:pt x="1765" y="190"/>
                </a:cubicBezTo>
                <a:lnTo>
                  <a:pt x="1355" y="1072"/>
                </a:lnTo>
                <a:lnTo>
                  <a:pt x="316" y="1229"/>
                </a:lnTo>
                <a:cubicBezTo>
                  <a:pt x="190" y="1229"/>
                  <a:pt x="95" y="1355"/>
                  <a:pt x="64" y="1481"/>
                </a:cubicBezTo>
                <a:cubicBezTo>
                  <a:pt x="1" y="1607"/>
                  <a:pt x="64" y="1765"/>
                  <a:pt x="127" y="1828"/>
                </a:cubicBezTo>
                <a:lnTo>
                  <a:pt x="883" y="2552"/>
                </a:lnTo>
                <a:lnTo>
                  <a:pt x="725" y="3561"/>
                </a:lnTo>
                <a:cubicBezTo>
                  <a:pt x="694" y="3687"/>
                  <a:pt x="757" y="3844"/>
                  <a:pt x="851" y="3876"/>
                </a:cubicBezTo>
                <a:cubicBezTo>
                  <a:pt x="903" y="3928"/>
                  <a:pt x="965" y="3951"/>
                  <a:pt x="1031" y="3951"/>
                </a:cubicBezTo>
                <a:cubicBezTo>
                  <a:pt x="1085" y="3951"/>
                  <a:pt x="1141" y="3935"/>
                  <a:pt x="1198" y="3907"/>
                </a:cubicBezTo>
                <a:lnTo>
                  <a:pt x="2112" y="3435"/>
                </a:lnTo>
                <a:lnTo>
                  <a:pt x="2994" y="3907"/>
                </a:lnTo>
                <a:cubicBezTo>
                  <a:pt x="3046" y="3947"/>
                  <a:pt x="3099" y="3964"/>
                  <a:pt x="3152" y="3964"/>
                </a:cubicBezTo>
                <a:cubicBezTo>
                  <a:pt x="3225" y="3964"/>
                  <a:pt x="3298" y="3930"/>
                  <a:pt x="3372" y="3876"/>
                </a:cubicBezTo>
                <a:cubicBezTo>
                  <a:pt x="3466" y="3813"/>
                  <a:pt x="3529" y="3687"/>
                  <a:pt x="3466" y="3561"/>
                </a:cubicBezTo>
                <a:lnTo>
                  <a:pt x="3309" y="2552"/>
                </a:lnTo>
                <a:lnTo>
                  <a:pt x="4002" y="1891"/>
                </a:lnTo>
                <a:lnTo>
                  <a:pt x="4663" y="2552"/>
                </a:lnTo>
                <a:lnTo>
                  <a:pt x="4506" y="3561"/>
                </a:lnTo>
                <a:cubicBezTo>
                  <a:pt x="4474" y="3687"/>
                  <a:pt x="4537" y="3844"/>
                  <a:pt x="4632" y="3876"/>
                </a:cubicBezTo>
                <a:cubicBezTo>
                  <a:pt x="4684" y="3928"/>
                  <a:pt x="4746" y="3951"/>
                  <a:pt x="4811" y="3951"/>
                </a:cubicBezTo>
                <a:cubicBezTo>
                  <a:pt x="4865" y="3951"/>
                  <a:pt x="4922" y="3935"/>
                  <a:pt x="4978" y="3907"/>
                </a:cubicBezTo>
                <a:lnTo>
                  <a:pt x="5892" y="3435"/>
                </a:lnTo>
                <a:lnTo>
                  <a:pt x="6774" y="3907"/>
                </a:lnTo>
                <a:cubicBezTo>
                  <a:pt x="6827" y="3947"/>
                  <a:pt x="6880" y="3964"/>
                  <a:pt x="6933" y="3964"/>
                </a:cubicBezTo>
                <a:cubicBezTo>
                  <a:pt x="7006" y="3964"/>
                  <a:pt x="7079" y="3930"/>
                  <a:pt x="7152" y="3876"/>
                </a:cubicBezTo>
                <a:cubicBezTo>
                  <a:pt x="7247" y="3813"/>
                  <a:pt x="7310" y="3687"/>
                  <a:pt x="7247" y="3561"/>
                </a:cubicBezTo>
                <a:lnTo>
                  <a:pt x="7089" y="2552"/>
                </a:lnTo>
                <a:lnTo>
                  <a:pt x="7782" y="1891"/>
                </a:lnTo>
                <a:lnTo>
                  <a:pt x="8444" y="2552"/>
                </a:lnTo>
                <a:lnTo>
                  <a:pt x="8286" y="3561"/>
                </a:lnTo>
                <a:cubicBezTo>
                  <a:pt x="8255" y="3687"/>
                  <a:pt x="8318" y="3844"/>
                  <a:pt x="8413" y="3876"/>
                </a:cubicBezTo>
                <a:cubicBezTo>
                  <a:pt x="8465" y="3928"/>
                  <a:pt x="8526" y="3951"/>
                  <a:pt x="8592" y="3951"/>
                </a:cubicBezTo>
                <a:cubicBezTo>
                  <a:pt x="8646" y="3951"/>
                  <a:pt x="8702" y="3935"/>
                  <a:pt x="8759" y="3907"/>
                </a:cubicBezTo>
                <a:lnTo>
                  <a:pt x="9673" y="3435"/>
                </a:lnTo>
                <a:lnTo>
                  <a:pt x="10555" y="3907"/>
                </a:lnTo>
                <a:cubicBezTo>
                  <a:pt x="10608" y="3947"/>
                  <a:pt x="10660" y="3964"/>
                  <a:pt x="10713" y="3964"/>
                </a:cubicBezTo>
                <a:cubicBezTo>
                  <a:pt x="10786" y="3964"/>
                  <a:pt x="10860" y="3930"/>
                  <a:pt x="10933" y="3876"/>
                </a:cubicBezTo>
                <a:cubicBezTo>
                  <a:pt x="11027" y="3813"/>
                  <a:pt x="11090" y="3687"/>
                  <a:pt x="11027" y="3561"/>
                </a:cubicBezTo>
                <a:lnTo>
                  <a:pt x="10870" y="2552"/>
                </a:lnTo>
                <a:lnTo>
                  <a:pt x="11626" y="1828"/>
                </a:lnTo>
                <a:cubicBezTo>
                  <a:pt x="11532" y="1702"/>
                  <a:pt x="11595" y="1607"/>
                  <a:pt x="11532" y="1481"/>
                </a:cubicBezTo>
                <a:cubicBezTo>
                  <a:pt x="11500" y="1355"/>
                  <a:pt x="11374" y="1292"/>
                  <a:pt x="11279" y="1229"/>
                </a:cubicBezTo>
                <a:lnTo>
                  <a:pt x="10240" y="1072"/>
                </a:lnTo>
                <a:lnTo>
                  <a:pt x="9799" y="190"/>
                </a:lnTo>
                <a:cubicBezTo>
                  <a:pt x="9751" y="63"/>
                  <a:pt x="9625" y="0"/>
                  <a:pt x="9495" y="0"/>
                </a:cubicBezTo>
                <a:cubicBezTo>
                  <a:pt x="9366" y="0"/>
                  <a:pt x="9232" y="63"/>
                  <a:pt x="9169" y="190"/>
                </a:cubicBezTo>
                <a:lnTo>
                  <a:pt x="8759" y="1072"/>
                </a:lnTo>
                <a:lnTo>
                  <a:pt x="7782" y="1229"/>
                </a:lnTo>
                <a:cubicBezTo>
                  <a:pt x="7719" y="1229"/>
                  <a:pt x="7688" y="1292"/>
                  <a:pt x="7656" y="1292"/>
                </a:cubicBezTo>
                <a:cubicBezTo>
                  <a:pt x="7593" y="1229"/>
                  <a:pt x="7562" y="1229"/>
                  <a:pt x="7530" y="1229"/>
                </a:cubicBezTo>
                <a:lnTo>
                  <a:pt x="6554" y="1072"/>
                </a:lnTo>
                <a:lnTo>
                  <a:pt x="6113" y="190"/>
                </a:lnTo>
                <a:cubicBezTo>
                  <a:pt x="6050" y="63"/>
                  <a:pt x="5924" y="0"/>
                  <a:pt x="5798" y="0"/>
                </a:cubicBezTo>
                <a:cubicBezTo>
                  <a:pt x="5672" y="0"/>
                  <a:pt x="5546" y="63"/>
                  <a:pt x="5483" y="190"/>
                </a:cubicBezTo>
                <a:lnTo>
                  <a:pt x="5041" y="1072"/>
                </a:lnTo>
                <a:lnTo>
                  <a:pt x="4065" y="1229"/>
                </a:lnTo>
                <a:cubicBezTo>
                  <a:pt x="4033" y="1229"/>
                  <a:pt x="4002" y="1292"/>
                  <a:pt x="3939" y="1292"/>
                </a:cubicBezTo>
                <a:cubicBezTo>
                  <a:pt x="3907" y="1229"/>
                  <a:pt x="3876" y="1229"/>
                  <a:pt x="3813" y="1229"/>
                </a:cubicBezTo>
                <a:lnTo>
                  <a:pt x="2836" y="1072"/>
                </a:lnTo>
                <a:lnTo>
                  <a:pt x="2395" y="190"/>
                </a:lnTo>
                <a:cubicBezTo>
                  <a:pt x="2348" y="63"/>
                  <a:pt x="2222" y="0"/>
                  <a:pt x="20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5" name="Google Shape;6238;p59">
            <a:extLst>
              <a:ext uri="{FF2B5EF4-FFF2-40B4-BE49-F238E27FC236}">
                <a16:creationId xmlns:a16="http://schemas.microsoft.com/office/drawing/2014/main" id="{869DC635-7063-51F9-8784-D7E716A0289D}"/>
              </a:ext>
            </a:extLst>
          </p:cNvPr>
          <p:cNvSpPr/>
          <p:nvPr/>
        </p:nvSpPr>
        <p:spPr>
          <a:xfrm>
            <a:off x="2393785" y="4112366"/>
            <a:ext cx="44780" cy="43779"/>
          </a:xfrm>
          <a:custGeom>
            <a:avLst/>
            <a:gdLst/>
            <a:ahLst/>
            <a:cxnLst/>
            <a:rect l="l" t="t" r="r" b="b"/>
            <a:pathLst>
              <a:path w="1387" h="1356" extrusionOk="0">
                <a:moveTo>
                  <a:pt x="0" y="1"/>
                </a:moveTo>
                <a:lnTo>
                  <a:pt x="0" y="1355"/>
                </a:lnTo>
                <a:lnTo>
                  <a:pt x="662" y="1355"/>
                </a:lnTo>
                <a:cubicBezTo>
                  <a:pt x="1071" y="1355"/>
                  <a:pt x="1324" y="1040"/>
                  <a:pt x="1324" y="694"/>
                </a:cubicBezTo>
                <a:cubicBezTo>
                  <a:pt x="1387" y="316"/>
                  <a:pt x="1071" y="1"/>
                  <a:pt x="66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6" name="Google Shape;6239;p59">
            <a:extLst>
              <a:ext uri="{FF2B5EF4-FFF2-40B4-BE49-F238E27FC236}">
                <a16:creationId xmlns:a16="http://schemas.microsoft.com/office/drawing/2014/main" id="{8B1C3E5B-0BF2-372E-0FE9-B154EA7A4D18}"/>
              </a:ext>
            </a:extLst>
          </p:cNvPr>
          <p:cNvSpPr/>
          <p:nvPr/>
        </p:nvSpPr>
        <p:spPr>
          <a:xfrm>
            <a:off x="2258511" y="4154693"/>
            <a:ext cx="180055" cy="92530"/>
          </a:xfrm>
          <a:custGeom>
            <a:avLst/>
            <a:gdLst/>
            <a:ahLst/>
            <a:cxnLst/>
            <a:rect l="l" t="t" r="r" b="b"/>
            <a:pathLst>
              <a:path w="5577" h="2866" extrusionOk="0">
                <a:moveTo>
                  <a:pt x="1438" y="1"/>
                </a:moveTo>
                <a:cubicBezTo>
                  <a:pt x="1338" y="1"/>
                  <a:pt x="1235" y="30"/>
                  <a:pt x="1166" y="76"/>
                </a:cubicBezTo>
                <a:lnTo>
                  <a:pt x="126" y="1179"/>
                </a:lnTo>
                <a:cubicBezTo>
                  <a:pt x="0" y="1305"/>
                  <a:pt x="0" y="1525"/>
                  <a:pt x="126" y="1651"/>
                </a:cubicBezTo>
                <a:lnTo>
                  <a:pt x="1166" y="2754"/>
                </a:lnTo>
                <a:cubicBezTo>
                  <a:pt x="1208" y="2838"/>
                  <a:pt x="1292" y="2866"/>
                  <a:pt x="1390" y="2866"/>
                </a:cubicBezTo>
                <a:cubicBezTo>
                  <a:pt x="1439" y="2866"/>
                  <a:pt x="1491" y="2859"/>
                  <a:pt x="1544" y="2848"/>
                </a:cubicBezTo>
                <a:cubicBezTo>
                  <a:pt x="1670" y="2817"/>
                  <a:pt x="1796" y="2659"/>
                  <a:pt x="1796" y="2533"/>
                </a:cubicBezTo>
                <a:lnTo>
                  <a:pt x="1796" y="2124"/>
                </a:lnTo>
                <a:lnTo>
                  <a:pt x="4190" y="2124"/>
                </a:lnTo>
                <a:cubicBezTo>
                  <a:pt x="4946" y="2124"/>
                  <a:pt x="5577" y="1494"/>
                  <a:pt x="5577" y="769"/>
                </a:cubicBezTo>
                <a:lnTo>
                  <a:pt x="5577" y="549"/>
                </a:lnTo>
                <a:cubicBezTo>
                  <a:pt x="5356" y="675"/>
                  <a:pt x="5135" y="769"/>
                  <a:pt x="4883" y="769"/>
                </a:cubicBezTo>
                <a:cubicBezTo>
                  <a:pt x="3686" y="738"/>
                  <a:pt x="2930" y="738"/>
                  <a:pt x="1796" y="738"/>
                </a:cubicBezTo>
                <a:lnTo>
                  <a:pt x="1796" y="328"/>
                </a:lnTo>
                <a:cubicBezTo>
                  <a:pt x="1796" y="170"/>
                  <a:pt x="1701" y="44"/>
                  <a:pt x="1544" y="13"/>
                </a:cubicBezTo>
                <a:cubicBezTo>
                  <a:pt x="1510" y="5"/>
                  <a:pt x="1474" y="1"/>
                  <a:pt x="143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7" name="Google Shape;6240;p59">
            <a:extLst>
              <a:ext uri="{FF2B5EF4-FFF2-40B4-BE49-F238E27FC236}">
                <a16:creationId xmlns:a16="http://schemas.microsoft.com/office/drawing/2014/main" id="{55E537BE-31DB-0610-6D42-110076A31D56}"/>
              </a:ext>
            </a:extLst>
          </p:cNvPr>
          <p:cNvSpPr/>
          <p:nvPr/>
        </p:nvSpPr>
        <p:spPr>
          <a:xfrm>
            <a:off x="2062183" y="4178487"/>
            <a:ext cx="42746" cy="42746"/>
          </a:xfrm>
          <a:custGeom>
            <a:avLst/>
            <a:gdLst/>
            <a:ahLst/>
            <a:cxnLst/>
            <a:rect l="l" t="t" r="r" b="b"/>
            <a:pathLst>
              <a:path w="1324" h="1324" extrusionOk="0">
                <a:moveTo>
                  <a:pt x="662" y="1"/>
                </a:moveTo>
                <a:cubicBezTo>
                  <a:pt x="253" y="1"/>
                  <a:pt x="1" y="316"/>
                  <a:pt x="1" y="662"/>
                </a:cubicBezTo>
                <a:cubicBezTo>
                  <a:pt x="1" y="1040"/>
                  <a:pt x="316" y="1324"/>
                  <a:pt x="662" y="1324"/>
                </a:cubicBezTo>
                <a:lnTo>
                  <a:pt x="1324" y="1324"/>
                </a:lnTo>
                <a:lnTo>
                  <a:pt x="132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8" name="Google Shape;6241;p59">
            <a:extLst>
              <a:ext uri="{FF2B5EF4-FFF2-40B4-BE49-F238E27FC236}">
                <a16:creationId xmlns:a16="http://schemas.microsoft.com/office/drawing/2014/main" id="{94174D2F-C6FA-7345-C7F5-3820FED1AE8B}"/>
              </a:ext>
            </a:extLst>
          </p:cNvPr>
          <p:cNvSpPr/>
          <p:nvPr/>
        </p:nvSpPr>
        <p:spPr>
          <a:xfrm>
            <a:off x="2062183" y="4218844"/>
            <a:ext cx="179054" cy="93305"/>
          </a:xfrm>
          <a:custGeom>
            <a:avLst/>
            <a:gdLst/>
            <a:ahLst/>
            <a:cxnLst/>
            <a:rect l="l" t="t" r="r" b="b"/>
            <a:pathLst>
              <a:path w="5546" h="2890" extrusionOk="0">
                <a:moveTo>
                  <a:pt x="4193" y="1"/>
                </a:moveTo>
                <a:cubicBezTo>
                  <a:pt x="4132" y="1"/>
                  <a:pt x="4067" y="16"/>
                  <a:pt x="4002" y="42"/>
                </a:cubicBezTo>
                <a:cubicBezTo>
                  <a:pt x="3876" y="74"/>
                  <a:pt x="3781" y="231"/>
                  <a:pt x="3781" y="357"/>
                </a:cubicBezTo>
                <a:lnTo>
                  <a:pt x="3781" y="735"/>
                </a:lnTo>
                <a:lnTo>
                  <a:pt x="662" y="735"/>
                </a:lnTo>
                <a:cubicBezTo>
                  <a:pt x="410" y="735"/>
                  <a:pt x="190" y="672"/>
                  <a:pt x="1" y="546"/>
                </a:cubicBezTo>
                <a:lnTo>
                  <a:pt x="1" y="767"/>
                </a:lnTo>
                <a:cubicBezTo>
                  <a:pt x="1" y="1523"/>
                  <a:pt x="631" y="2153"/>
                  <a:pt x="1355" y="2153"/>
                </a:cubicBezTo>
                <a:lnTo>
                  <a:pt x="3781" y="2153"/>
                </a:lnTo>
                <a:lnTo>
                  <a:pt x="3781" y="2563"/>
                </a:lnTo>
                <a:cubicBezTo>
                  <a:pt x="3781" y="2720"/>
                  <a:pt x="3844" y="2815"/>
                  <a:pt x="4002" y="2878"/>
                </a:cubicBezTo>
                <a:cubicBezTo>
                  <a:pt x="4033" y="2886"/>
                  <a:pt x="4067" y="2890"/>
                  <a:pt x="4101" y="2890"/>
                </a:cubicBezTo>
                <a:cubicBezTo>
                  <a:pt x="4205" y="2890"/>
                  <a:pt x="4317" y="2854"/>
                  <a:pt x="4411" y="2783"/>
                </a:cubicBezTo>
                <a:lnTo>
                  <a:pt x="5420" y="1681"/>
                </a:lnTo>
                <a:cubicBezTo>
                  <a:pt x="5546" y="1555"/>
                  <a:pt x="5546" y="1365"/>
                  <a:pt x="5420" y="1208"/>
                </a:cubicBezTo>
                <a:lnTo>
                  <a:pt x="4411" y="105"/>
                </a:lnTo>
                <a:cubicBezTo>
                  <a:pt x="4356" y="31"/>
                  <a:pt x="4279" y="1"/>
                  <a:pt x="419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9" name="Google Shape;6242;p59">
            <a:extLst>
              <a:ext uri="{FF2B5EF4-FFF2-40B4-BE49-F238E27FC236}">
                <a16:creationId xmlns:a16="http://schemas.microsoft.com/office/drawing/2014/main" id="{F04364BB-BB0E-11B3-3AF3-96A2FF896D77}"/>
              </a:ext>
            </a:extLst>
          </p:cNvPr>
          <p:cNvSpPr/>
          <p:nvPr/>
        </p:nvSpPr>
        <p:spPr>
          <a:xfrm>
            <a:off x="2128303" y="4364613"/>
            <a:ext cx="242108" cy="68186"/>
          </a:xfrm>
          <a:custGeom>
            <a:avLst/>
            <a:gdLst/>
            <a:ahLst/>
            <a:cxnLst/>
            <a:rect l="l" t="t" r="r" b="b"/>
            <a:pathLst>
              <a:path w="7499" h="2112" extrusionOk="0">
                <a:moveTo>
                  <a:pt x="1" y="1"/>
                </a:moveTo>
                <a:lnTo>
                  <a:pt x="1" y="1072"/>
                </a:lnTo>
                <a:cubicBezTo>
                  <a:pt x="1" y="1639"/>
                  <a:pt x="473" y="2112"/>
                  <a:pt x="1009" y="2112"/>
                </a:cubicBezTo>
                <a:lnTo>
                  <a:pt x="6491" y="2112"/>
                </a:lnTo>
                <a:cubicBezTo>
                  <a:pt x="7026" y="2112"/>
                  <a:pt x="7499" y="1639"/>
                  <a:pt x="7499" y="1072"/>
                </a:cubicBezTo>
                <a:lnTo>
                  <a:pt x="749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0" name="Google Shape;6243;p59">
            <a:extLst>
              <a:ext uri="{FF2B5EF4-FFF2-40B4-BE49-F238E27FC236}">
                <a16:creationId xmlns:a16="http://schemas.microsoft.com/office/drawing/2014/main" id="{50D01985-5629-DEFD-0E02-B8355D253D24}"/>
              </a:ext>
            </a:extLst>
          </p:cNvPr>
          <p:cNvSpPr/>
          <p:nvPr/>
        </p:nvSpPr>
        <p:spPr>
          <a:xfrm>
            <a:off x="2128303" y="4054382"/>
            <a:ext cx="242108" cy="45813"/>
          </a:xfrm>
          <a:custGeom>
            <a:avLst/>
            <a:gdLst/>
            <a:ahLst/>
            <a:cxnLst/>
            <a:rect l="l" t="t" r="r" b="b"/>
            <a:pathLst>
              <a:path w="7499" h="1419" extrusionOk="0">
                <a:moveTo>
                  <a:pt x="1009" y="1"/>
                </a:moveTo>
                <a:cubicBezTo>
                  <a:pt x="473" y="1"/>
                  <a:pt x="1" y="474"/>
                  <a:pt x="1" y="1072"/>
                </a:cubicBezTo>
                <a:lnTo>
                  <a:pt x="1" y="1419"/>
                </a:lnTo>
                <a:lnTo>
                  <a:pt x="7499" y="1419"/>
                </a:lnTo>
                <a:lnTo>
                  <a:pt x="7499" y="1072"/>
                </a:lnTo>
                <a:cubicBezTo>
                  <a:pt x="7499" y="537"/>
                  <a:pt x="7026" y="1"/>
                  <a:pt x="64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1" name="Google Shape;6244;p59">
            <a:extLst>
              <a:ext uri="{FF2B5EF4-FFF2-40B4-BE49-F238E27FC236}">
                <a16:creationId xmlns:a16="http://schemas.microsoft.com/office/drawing/2014/main" id="{13245629-C1A7-047C-4395-32FB342F5679}"/>
              </a:ext>
            </a:extLst>
          </p:cNvPr>
          <p:cNvSpPr/>
          <p:nvPr/>
        </p:nvSpPr>
        <p:spPr>
          <a:xfrm>
            <a:off x="2129336" y="4121536"/>
            <a:ext cx="243108" cy="222769"/>
          </a:xfrm>
          <a:custGeom>
            <a:avLst/>
            <a:gdLst/>
            <a:ahLst/>
            <a:cxnLst/>
            <a:rect l="l" t="t" r="r" b="b"/>
            <a:pathLst>
              <a:path w="7530" h="6900" extrusionOk="0">
                <a:moveTo>
                  <a:pt x="0" y="0"/>
                </a:moveTo>
                <a:lnTo>
                  <a:pt x="0" y="3088"/>
                </a:lnTo>
                <a:lnTo>
                  <a:pt x="1071" y="3088"/>
                </a:lnTo>
                <a:cubicBezTo>
                  <a:pt x="1134" y="2773"/>
                  <a:pt x="1386" y="2552"/>
                  <a:pt x="1701" y="2426"/>
                </a:cubicBezTo>
                <a:cubicBezTo>
                  <a:pt x="1822" y="2376"/>
                  <a:pt x="1952" y="2351"/>
                  <a:pt x="2083" y="2351"/>
                </a:cubicBezTo>
                <a:cubicBezTo>
                  <a:pt x="2361" y="2351"/>
                  <a:pt x="2642" y="2464"/>
                  <a:pt x="2835" y="2678"/>
                </a:cubicBezTo>
                <a:lnTo>
                  <a:pt x="3844" y="3781"/>
                </a:lnTo>
                <a:cubicBezTo>
                  <a:pt x="4222" y="4190"/>
                  <a:pt x="4222" y="4789"/>
                  <a:pt x="3844" y="5167"/>
                </a:cubicBezTo>
                <a:lnTo>
                  <a:pt x="2835" y="6270"/>
                </a:lnTo>
                <a:cubicBezTo>
                  <a:pt x="2635" y="6493"/>
                  <a:pt x="2339" y="6621"/>
                  <a:pt x="2050" y="6621"/>
                </a:cubicBezTo>
                <a:cubicBezTo>
                  <a:pt x="1930" y="6621"/>
                  <a:pt x="1812" y="6599"/>
                  <a:pt x="1701" y="6553"/>
                </a:cubicBezTo>
                <a:cubicBezTo>
                  <a:pt x="1386" y="6427"/>
                  <a:pt x="1134" y="6144"/>
                  <a:pt x="1071" y="5892"/>
                </a:cubicBezTo>
                <a:lnTo>
                  <a:pt x="0" y="5892"/>
                </a:lnTo>
                <a:lnTo>
                  <a:pt x="0" y="6900"/>
                </a:lnTo>
                <a:lnTo>
                  <a:pt x="7530" y="6900"/>
                </a:lnTo>
                <a:lnTo>
                  <a:pt x="7530" y="3844"/>
                </a:lnTo>
                <a:lnTo>
                  <a:pt x="6459" y="3844"/>
                </a:lnTo>
                <a:cubicBezTo>
                  <a:pt x="6364" y="4159"/>
                  <a:pt x="6143" y="4379"/>
                  <a:pt x="5828" y="4505"/>
                </a:cubicBezTo>
                <a:cubicBezTo>
                  <a:pt x="5709" y="4551"/>
                  <a:pt x="5589" y="4573"/>
                  <a:pt x="5472" y="4573"/>
                </a:cubicBezTo>
                <a:cubicBezTo>
                  <a:pt x="5188" y="4573"/>
                  <a:pt x="4917" y="4445"/>
                  <a:pt x="4694" y="4222"/>
                </a:cubicBezTo>
                <a:lnTo>
                  <a:pt x="3655" y="3119"/>
                </a:lnTo>
                <a:cubicBezTo>
                  <a:pt x="3308" y="2741"/>
                  <a:pt x="3308" y="2143"/>
                  <a:pt x="3655" y="1765"/>
                </a:cubicBezTo>
                <a:lnTo>
                  <a:pt x="4694" y="630"/>
                </a:lnTo>
                <a:cubicBezTo>
                  <a:pt x="4866" y="416"/>
                  <a:pt x="5140" y="304"/>
                  <a:pt x="5427" y="304"/>
                </a:cubicBezTo>
                <a:cubicBezTo>
                  <a:pt x="5561" y="304"/>
                  <a:pt x="5698" y="328"/>
                  <a:pt x="5828" y="378"/>
                </a:cubicBezTo>
                <a:cubicBezTo>
                  <a:pt x="6143" y="504"/>
                  <a:pt x="6364" y="756"/>
                  <a:pt x="6459" y="1040"/>
                </a:cubicBezTo>
                <a:lnTo>
                  <a:pt x="7530" y="1040"/>
                </a:lnTo>
                <a:lnTo>
                  <a:pt x="75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2" name="Google Shape;6246;p59">
            <a:extLst>
              <a:ext uri="{FF2B5EF4-FFF2-40B4-BE49-F238E27FC236}">
                <a16:creationId xmlns:a16="http://schemas.microsoft.com/office/drawing/2014/main" id="{9B34FD5D-7C1B-D738-3B0B-4C30C91074F1}"/>
              </a:ext>
            </a:extLst>
          </p:cNvPr>
          <p:cNvSpPr/>
          <p:nvPr/>
        </p:nvSpPr>
        <p:spPr>
          <a:xfrm>
            <a:off x="2055580" y="4550508"/>
            <a:ext cx="389586" cy="377803"/>
          </a:xfrm>
          <a:custGeom>
            <a:avLst/>
            <a:gdLst/>
            <a:ahLst/>
            <a:cxnLst/>
            <a:rect l="l" t="t" r="r" b="b"/>
            <a:pathLst>
              <a:path w="12067" h="11702" extrusionOk="0">
                <a:moveTo>
                  <a:pt x="2558" y="0"/>
                </a:moveTo>
                <a:cubicBezTo>
                  <a:pt x="2357" y="0"/>
                  <a:pt x="2155" y="24"/>
                  <a:pt x="1954" y="70"/>
                </a:cubicBezTo>
                <a:cubicBezTo>
                  <a:pt x="1828" y="102"/>
                  <a:pt x="1733" y="196"/>
                  <a:pt x="1702" y="322"/>
                </a:cubicBezTo>
                <a:cubicBezTo>
                  <a:pt x="1670" y="448"/>
                  <a:pt x="1702" y="543"/>
                  <a:pt x="1796" y="637"/>
                </a:cubicBezTo>
                <a:lnTo>
                  <a:pt x="2679" y="1551"/>
                </a:lnTo>
                <a:cubicBezTo>
                  <a:pt x="2962" y="1803"/>
                  <a:pt x="2962" y="2244"/>
                  <a:pt x="2679" y="2528"/>
                </a:cubicBezTo>
                <a:cubicBezTo>
                  <a:pt x="2553" y="2669"/>
                  <a:pt x="2379" y="2740"/>
                  <a:pt x="2202" y="2740"/>
                </a:cubicBezTo>
                <a:cubicBezTo>
                  <a:pt x="2025" y="2740"/>
                  <a:pt x="1844" y="2669"/>
                  <a:pt x="1702" y="2528"/>
                </a:cubicBezTo>
                <a:lnTo>
                  <a:pt x="788" y="1614"/>
                </a:lnTo>
                <a:cubicBezTo>
                  <a:pt x="744" y="1569"/>
                  <a:pt x="668" y="1525"/>
                  <a:pt x="582" y="1525"/>
                </a:cubicBezTo>
                <a:cubicBezTo>
                  <a:pt x="547" y="1525"/>
                  <a:pt x="510" y="1532"/>
                  <a:pt x="473" y="1551"/>
                </a:cubicBezTo>
                <a:cubicBezTo>
                  <a:pt x="347" y="1582"/>
                  <a:pt x="284" y="1645"/>
                  <a:pt x="253" y="1771"/>
                </a:cubicBezTo>
                <a:cubicBezTo>
                  <a:pt x="1" y="2591"/>
                  <a:pt x="253" y="3473"/>
                  <a:pt x="883" y="4103"/>
                </a:cubicBezTo>
                <a:cubicBezTo>
                  <a:pt x="1366" y="4494"/>
                  <a:pt x="1932" y="4750"/>
                  <a:pt x="2619" y="4750"/>
                </a:cubicBezTo>
                <a:cubicBezTo>
                  <a:pt x="2874" y="4750"/>
                  <a:pt x="3145" y="4715"/>
                  <a:pt x="3435" y="4638"/>
                </a:cubicBezTo>
                <a:lnTo>
                  <a:pt x="7247" y="8482"/>
                </a:lnTo>
                <a:cubicBezTo>
                  <a:pt x="6963" y="9522"/>
                  <a:pt x="7215" y="10372"/>
                  <a:pt x="7814" y="10971"/>
                </a:cubicBezTo>
                <a:cubicBezTo>
                  <a:pt x="8291" y="11472"/>
                  <a:pt x="8895" y="11702"/>
                  <a:pt x="9516" y="11702"/>
                </a:cubicBezTo>
                <a:cubicBezTo>
                  <a:pt x="9714" y="11702"/>
                  <a:pt x="9915" y="11678"/>
                  <a:pt x="10114" y="11632"/>
                </a:cubicBezTo>
                <a:cubicBezTo>
                  <a:pt x="10240" y="11569"/>
                  <a:pt x="10334" y="11506"/>
                  <a:pt x="10366" y="11380"/>
                </a:cubicBezTo>
                <a:cubicBezTo>
                  <a:pt x="10397" y="11254"/>
                  <a:pt x="10366" y="11128"/>
                  <a:pt x="10271" y="11065"/>
                </a:cubicBezTo>
                <a:lnTo>
                  <a:pt x="9389" y="10152"/>
                </a:lnTo>
                <a:cubicBezTo>
                  <a:pt x="9106" y="9868"/>
                  <a:pt x="9106" y="9459"/>
                  <a:pt x="9389" y="9175"/>
                </a:cubicBezTo>
                <a:cubicBezTo>
                  <a:pt x="9515" y="9033"/>
                  <a:pt x="9688" y="8962"/>
                  <a:pt x="9866" y="8962"/>
                </a:cubicBezTo>
                <a:cubicBezTo>
                  <a:pt x="10043" y="8962"/>
                  <a:pt x="10224" y="9033"/>
                  <a:pt x="10366" y="9175"/>
                </a:cubicBezTo>
                <a:lnTo>
                  <a:pt x="11279" y="10089"/>
                </a:lnTo>
                <a:cubicBezTo>
                  <a:pt x="11326" y="10135"/>
                  <a:pt x="11405" y="10164"/>
                  <a:pt x="11494" y="10164"/>
                </a:cubicBezTo>
                <a:cubicBezTo>
                  <a:pt x="11527" y="10164"/>
                  <a:pt x="11561" y="10160"/>
                  <a:pt x="11594" y="10152"/>
                </a:cubicBezTo>
                <a:cubicBezTo>
                  <a:pt x="11720" y="10120"/>
                  <a:pt x="11783" y="10026"/>
                  <a:pt x="11815" y="9931"/>
                </a:cubicBezTo>
                <a:cubicBezTo>
                  <a:pt x="12067" y="9081"/>
                  <a:pt x="11815" y="8230"/>
                  <a:pt x="11185" y="7600"/>
                </a:cubicBezTo>
                <a:cubicBezTo>
                  <a:pt x="10778" y="7170"/>
                  <a:pt x="10224" y="6903"/>
                  <a:pt x="9537" y="6903"/>
                </a:cubicBezTo>
                <a:cubicBezTo>
                  <a:pt x="9266" y="6903"/>
                  <a:pt x="8975" y="6944"/>
                  <a:pt x="8665" y="7033"/>
                </a:cubicBezTo>
                <a:lnTo>
                  <a:pt x="4852" y="3221"/>
                </a:lnTo>
                <a:lnTo>
                  <a:pt x="4884" y="3032"/>
                </a:lnTo>
                <a:cubicBezTo>
                  <a:pt x="5136" y="2213"/>
                  <a:pt x="4884" y="1330"/>
                  <a:pt x="4254" y="700"/>
                </a:cubicBezTo>
                <a:cubicBezTo>
                  <a:pt x="3778" y="225"/>
                  <a:pt x="3177" y="0"/>
                  <a:pt x="25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3" name="Google Shape;6247;p59">
            <a:extLst>
              <a:ext uri="{FF2B5EF4-FFF2-40B4-BE49-F238E27FC236}">
                <a16:creationId xmlns:a16="http://schemas.microsoft.com/office/drawing/2014/main" id="{65B92C8A-B601-9CD0-01EE-2A82C34DE3DA}"/>
              </a:ext>
            </a:extLst>
          </p:cNvPr>
          <p:cNvSpPr/>
          <p:nvPr/>
        </p:nvSpPr>
        <p:spPr>
          <a:xfrm>
            <a:off x="2056615" y="4746028"/>
            <a:ext cx="186157" cy="181573"/>
          </a:xfrm>
          <a:custGeom>
            <a:avLst/>
            <a:gdLst/>
            <a:ahLst/>
            <a:cxnLst/>
            <a:rect l="l" t="t" r="r" b="b"/>
            <a:pathLst>
              <a:path w="5766" h="5624" extrusionOk="0">
                <a:moveTo>
                  <a:pt x="4080" y="1504"/>
                </a:moveTo>
                <a:cubicBezTo>
                  <a:pt x="4167" y="1504"/>
                  <a:pt x="4253" y="1528"/>
                  <a:pt x="4316" y="1575"/>
                </a:cubicBezTo>
                <a:cubicBezTo>
                  <a:pt x="4442" y="1701"/>
                  <a:pt x="4442" y="1953"/>
                  <a:pt x="4316" y="2048"/>
                </a:cubicBezTo>
                <a:lnTo>
                  <a:pt x="2205" y="4159"/>
                </a:lnTo>
                <a:cubicBezTo>
                  <a:pt x="2158" y="4206"/>
                  <a:pt x="2072" y="4230"/>
                  <a:pt x="1985" y="4230"/>
                </a:cubicBezTo>
                <a:cubicBezTo>
                  <a:pt x="1898" y="4230"/>
                  <a:pt x="1812" y="4206"/>
                  <a:pt x="1764" y="4159"/>
                </a:cubicBezTo>
                <a:cubicBezTo>
                  <a:pt x="1638" y="4033"/>
                  <a:pt x="1638" y="3781"/>
                  <a:pt x="1764" y="3686"/>
                </a:cubicBezTo>
                <a:lnTo>
                  <a:pt x="3844" y="1575"/>
                </a:lnTo>
                <a:cubicBezTo>
                  <a:pt x="3907" y="1528"/>
                  <a:pt x="3993" y="1504"/>
                  <a:pt x="4080" y="1504"/>
                </a:cubicBezTo>
                <a:close/>
                <a:moveTo>
                  <a:pt x="3844" y="0"/>
                </a:moveTo>
                <a:lnTo>
                  <a:pt x="567" y="3277"/>
                </a:lnTo>
                <a:cubicBezTo>
                  <a:pt x="0" y="3844"/>
                  <a:pt x="0" y="4694"/>
                  <a:pt x="567" y="5198"/>
                </a:cubicBezTo>
                <a:cubicBezTo>
                  <a:pt x="835" y="5482"/>
                  <a:pt x="1189" y="5624"/>
                  <a:pt x="1540" y="5624"/>
                </a:cubicBezTo>
                <a:cubicBezTo>
                  <a:pt x="1890" y="5624"/>
                  <a:pt x="2237" y="5482"/>
                  <a:pt x="2489" y="5198"/>
                </a:cubicBezTo>
                <a:lnTo>
                  <a:pt x="5766" y="1953"/>
                </a:lnTo>
                <a:lnTo>
                  <a:pt x="384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4" name="Google Shape;6248;p59">
            <a:extLst>
              <a:ext uri="{FF2B5EF4-FFF2-40B4-BE49-F238E27FC236}">
                <a16:creationId xmlns:a16="http://schemas.microsoft.com/office/drawing/2014/main" id="{4833ECF4-AAD8-0C01-F390-0CC537D6AAED}"/>
              </a:ext>
            </a:extLst>
          </p:cNvPr>
          <p:cNvSpPr/>
          <p:nvPr/>
        </p:nvSpPr>
        <p:spPr>
          <a:xfrm>
            <a:off x="2274280" y="4548537"/>
            <a:ext cx="166818" cy="164946"/>
          </a:xfrm>
          <a:custGeom>
            <a:avLst/>
            <a:gdLst/>
            <a:ahLst/>
            <a:cxnLst/>
            <a:rect l="l" t="t" r="r" b="b"/>
            <a:pathLst>
              <a:path w="5167" h="5109" extrusionOk="0">
                <a:moveTo>
                  <a:pt x="4249" y="1"/>
                </a:moveTo>
                <a:cubicBezTo>
                  <a:pt x="4179" y="1"/>
                  <a:pt x="4106" y="24"/>
                  <a:pt x="4033" y="68"/>
                </a:cubicBezTo>
                <a:lnTo>
                  <a:pt x="2206" y="1171"/>
                </a:lnTo>
                <a:cubicBezTo>
                  <a:pt x="2017" y="1265"/>
                  <a:pt x="1985" y="1549"/>
                  <a:pt x="2143" y="1706"/>
                </a:cubicBezTo>
                <a:lnTo>
                  <a:pt x="2300" y="1864"/>
                </a:lnTo>
                <a:lnTo>
                  <a:pt x="0" y="4164"/>
                </a:lnTo>
                <a:lnTo>
                  <a:pt x="945" y="5109"/>
                </a:lnTo>
                <a:lnTo>
                  <a:pt x="3245" y="2809"/>
                </a:lnTo>
                <a:lnTo>
                  <a:pt x="3434" y="2998"/>
                </a:lnTo>
                <a:cubicBezTo>
                  <a:pt x="3502" y="3066"/>
                  <a:pt x="3594" y="3099"/>
                  <a:pt x="3684" y="3099"/>
                </a:cubicBezTo>
                <a:cubicBezTo>
                  <a:pt x="3802" y="3099"/>
                  <a:pt x="3916" y="3042"/>
                  <a:pt x="3970" y="2935"/>
                </a:cubicBezTo>
                <a:lnTo>
                  <a:pt x="5073" y="1108"/>
                </a:lnTo>
                <a:cubicBezTo>
                  <a:pt x="5167" y="1013"/>
                  <a:pt x="5167" y="793"/>
                  <a:pt x="5041" y="698"/>
                </a:cubicBezTo>
                <a:lnTo>
                  <a:pt x="4474" y="100"/>
                </a:lnTo>
                <a:cubicBezTo>
                  <a:pt x="4406" y="32"/>
                  <a:pt x="4330" y="1"/>
                  <a:pt x="424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6" name="Google Shape;6250;p59">
            <a:extLst>
              <a:ext uri="{FF2B5EF4-FFF2-40B4-BE49-F238E27FC236}">
                <a16:creationId xmlns:a16="http://schemas.microsoft.com/office/drawing/2014/main" id="{863FC641-DB9A-5089-00AC-0BF6331C53D0}"/>
              </a:ext>
            </a:extLst>
          </p:cNvPr>
          <p:cNvSpPr/>
          <p:nvPr/>
        </p:nvSpPr>
        <p:spPr>
          <a:xfrm>
            <a:off x="3962396" y="4100680"/>
            <a:ext cx="178053" cy="330602"/>
          </a:xfrm>
          <a:custGeom>
            <a:avLst/>
            <a:gdLst/>
            <a:ahLst/>
            <a:cxnLst/>
            <a:rect l="l" t="t" r="r" b="b"/>
            <a:pathLst>
              <a:path w="5515" h="10240" extrusionOk="0">
                <a:moveTo>
                  <a:pt x="662" y="0"/>
                </a:moveTo>
                <a:cubicBezTo>
                  <a:pt x="284" y="0"/>
                  <a:pt x="1" y="315"/>
                  <a:pt x="1" y="662"/>
                </a:cubicBezTo>
                <a:lnTo>
                  <a:pt x="1" y="4411"/>
                </a:lnTo>
                <a:cubicBezTo>
                  <a:pt x="1" y="4632"/>
                  <a:pt x="64" y="4884"/>
                  <a:pt x="190" y="5073"/>
                </a:cubicBezTo>
                <a:lnTo>
                  <a:pt x="1639" y="7467"/>
                </a:lnTo>
                <a:cubicBezTo>
                  <a:pt x="1891" y="7877"/>
                  <a:pt x="2049" y="8097"/>
                  <a:pt x="2049" y="8538"/>
                </a:cubicBezTo>
                <a:lnTo>
                  <a:pt x="2049" y="9861"/>
                </a:lnTo>
                <a:cubicBezTo>
                  <a:pt x="2049" y="10082"/>
                  <a:pt x="2206" y="10239"/>
                  <a:pt x="2395" y="10239"/>
                </a:cubicBezTo>
                <a:lnTo>
                  <a:pt x="5514" y="10239"/>
                </a:lnTo>
                <a:lnTo>
                  <a:pt x="5514" y="6364"/>
                </a:lnTo>
                <a:cubicBezTo>
                  <a:pt x="5514" y="5986"/>
                  <a:pt x="5357" y="5671"/>
                  <a:pt x="5168" y="5419"/>
                </a:cubicBezTo>
                <a:cubicBezTo>
                  <a:pt x="5167" y="5420"/>
                  <a:pt x="5165" y="5421"/>
                  <a:pt x="5163" y="5421"/>
                </a:cubicBezTo>
                <a:cubicBezTo>
                  <a:pt x="5042" y="5421"/>
                  <a:pt x="3214" y="3623"/>
                  <a:pt x="3183" y="3592"/>
                </a:cubicBezTo>
                <a:cubicBezTo>
                  <a:pt x="3041" y="3432"/>
                  <a:pt x="2828" y="3332"/>
                  <a:pt x="2613" y="3332"/>
                </a:cubicBezTo>
                <a:cubicBezTo>
                  <a:pt x="2448" y="3332"/>
                  <a:pt x="2280" y="3392"/>
                  <a:pt x="2143" y="3529"/>
                </a:cubicBezTo>
                <a:cubicBezTo>
                  <a:pt x="1891" y="3812"/>
                  <a:pt x="1923" y="4285"/>
                  <a:pt x="2112" y="4442"/>
                </a:cubicBezTo>
                <a:lnTo>
                  <a:pt x="3970" y="6301"/>
                </a:lnTo>
                <a:cubicBezTo>
                  <a:pt x="4097" y="6427"/>
                  <a:pt x="4097" y="6648"/>
                  <a:pt x="3970" y="6774"/>
                </a:cubicBezTo>
                <a:cubicBezTo>
                  <a:pt x="3907" y="6821"/>
                  <a:pt x="3821" y="6845"/>
                  <a:pt x="3734" y="6845"/>
                </a:cubicBezTo>
                <a:cubicBezTo>
                  <a:pt x="3648" y="6845"/>
                  <a:pt x="3561" y="6821"/>
                  <a:pt x="3498" y="6774"/>
                </a:cubicBezTo>
                <a:lnTo>
                  <a:pt x="1639" y="4915"/>
                </a:lnTo>
                <a:cubicBezTo>
                  <a:pt x="1450" y="4726"/>
                  <a:pt x="1324" y="4442"/>
                  <a:pt x="1324" y="4190"/>
                </a:cubicBezTo>
                <a:lnTo>
                  <a:pt x="1324" y="662"/>
                </a:lnTo>
                <a:cubicBezTo>
                  <a:pt x="1324" y="252"/>
                  <a:pt x="1009" y="0"/>
                  <a:pt x="6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7" name="Google Shape;6251;p59">
            <a:extLst>
              <a:ext uri="{FF2B5EF4-FFF2-40B4-BE49-F238E27FC236}">
                <a16:creationId xmlns:a16="http://schemas.microsoft.com/office/drawing/2014/main" id="{56A7D5CC-C7A5-0D9E-39CD-2D6FC6DEA27D}"/>
              </a:ext>
            </a:extLst>
          </p:cNvPr>
          <p:cNvSpPr/>
          <p:nvPr/>
        </p:nvSpPr>
        <p:spPr>
          <a:xfrm>
            <a:off x="4162791" y="4100679"/>
            <a:ext cx="177020" cy="331602"/>
          </a:xfrm>
          <a:custGeom>
            <a:avLst/>
            <a:gdLst/>
            <a:ahLst/>
            <a:cxnLst/>
            <a:rect l="l" t="t" r="r" b="b"/>
            <a:pathLst>
              <a:path w="5483" h="10271" extrusionOk="0">
                <a:moveTo>
                  <a:pt x="4758" y="0"/>
                </a:moveTo>
                <a:cubicBezTo>
                  <a:pt x="4380" y="0"/>
                  <a:pt x="4096" y="315"/>
                  <a:pt x="4096" y="662"/>
                </a:cubicBezTo>
                <a:lnTo>
                  <a:pt x="4096" y="4190"/>
                </a:lnTo>
                <a:cubicBezTo>
                  <a:pt x="4096" y="4474"/>
                  <a:pt x="3970" y="4758"/>
                  <a:pt x="3781" y="4915"/>
                </a:cubicBezTo>
                <a:lnTo>
                  <a:pt x="1922" y="6774"/>
                </a:lnTo>
                <a:cubicBezTo>
                  <a:pt x="1875" y="6821"/>
                  <a:pt x="1788" y="6845"/>
                  <a:pt x="1698" y="6845"/>
                </a:cubicBezTo>
                <a:cubicBezTo>
                  <a:pt x="1607" y="6845"/>
                  <a:pt x="1513" y="6821"/>
                  <a:pt x="1450" y="6774"/>
                </a:cubicBezTo>
                <a:cubicBezTo>
                  <a:pt x="1355" y="6648"/>
                  <a:pt x="1355" y="6427"/>
                  <a:pt x="1450" y="6301"/>
                </a:cubicBezTo>
                <a:lnTo>
                  <a:pt x="3308" y="4442"/>
                </a:lnTo>
                <a:cubicBezTo>
                  <a:pt x="3497" y="4285"/>
                  <a:pt x="3560" y="3812"/>
                  <a:pt x="3277" y="3529"/>
                </a:cubicBezTo>
                <a:cubicBezTo>
                  <a:pt x="3140" y="3392"/>
                  <a:pt x="2972" y="3332"/>
                  <a:pt x="2807" y="3332"/>
                </a:cubicBezTo>
                <a:cubicBezTo>
                  <a:pt x="2592" y="3332"/>
                  <a:pt x="2379" y="3432"/>
                  <a:pt x="2237" y="3592"/>
                </a:cubicBezTo>
                <a:cubicBezTo>
                  <a:pt x="2237" y="3592"/>
                  <a:pt x="347" y="5419"/>
                  <a:pt x="347" y="5482"/>
                </a:cubicBezTo>
                <a:cubicBezTo>
                  <a:pt x="158" y="5671"/>
                  <a:pt x="0" y="6018"/>
                  <a:pt x="0" y="6427"/>
                </a:cubicBezTo>
                <a:lnTo>
                  <a:pt x="0" y="8129"/>
                </a:lnTo>
                <a:lnTo>
                  <a:pt x="0" y="8412"/>
                </a:lnTo>
                <a:lnTo>
                  <a:pt x="0" y="10271"/>
                </a:lnTo>
                <a:lnTo>
                  <a:pt x="3088" y="10271"/>
                </a:lnTo>
                <a:cubicBezTo>
                  <a:pt x="3277" y="10271"/>
                  <a:pt x="3434" y="10113"/>
                  <a:pt x="3434" y="9924"/>
                </a:cubicBezTo>
                <a:lnTo>
                  <a:pt x="3434" y="8570"/>
                </a:lnTo>
                <a:cubicBezTo>
                  <a:pt x="3434" y="8129"/>
                  <a:pt x="3623" y="7908"/>
                  <a:pt x="3812" y="7530"/>
                </a:cubicBezTo>
                <a:lnTo>
                  <a:pt x="5293" y="5104"/>
                </a:lnTo>
                <a:cubicBezTo>
                  <a:pt x="5388" y="4915"/>
                  <a:pt x="5482" y="4663"/>
                  <a:pt x="5482" y="4411"/>
                </a:cubicBezTo>
                <a:lnTo>
                  <a:pt x="5482" y="662"/>
                </a:lnTo>
                <a:cubicBezTo>
                  <a:pt x="5451" y="284"/>
                  <a:pt x="5136" y="0"/>
                  <a:pt x="47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8" name="Google Shape;6252;p59">
            <a:extLst>
              <a:ext uri="{FF2B5EF4-FFF2-40B4-BE49-F238E27FC236}">
                <a16:creationId xmlns:a16="http://schemas.microsoft.com/office/drawing/2014/main" id="{A3BB9874-1F08-7F18-D8A7-2A4BF3688777}"/>
              </a:ext>
            </a:extLst>
          </p:cNvPr>
          <p:cNvSpPr/>
          <p:nvPr/>
        </p:nvSpPr>
        <p:spPr>
          <a:xfrm>
            <a:off x="4239081" y="4142392"/>
            <a:ext cx="33577" cy="48848"/>
          </a:xfrm>
          <a:custGeom>
            <a:avLst/>
            <a:gdLst/>
            <a:ahLst/>
            <a:cxnLst/>
            <a:rect l="l" t="t" r="r" b="b"/>
            <a:pathLst>
              <a:path w="1040" h="1513" extrusionOk="0">
                <a:moveTo>
                  <a:pt x="504" y="0"/>
                </a:moveTo>
                <a:cubicBezTo>
                  <a:pt x="252" y="32"/>
                  <a:pt x="0" y="284"/>
                  <a:pt x="0" y="567"/>
                </a:cubicBezTo>
                <a:lnTo>
                  <a:pt x="0" y="1418"/>
                </a:lnTo>
                <a:cubicBezTo>
                  <a:pt x="126" y="1386"/>
                  <a:pt x="252" y="1355"/>
                  <a:pt x="410" y="1355"/>
                </a:cubicBezTo>
                <a:cubicBezTo>
                  <a:pt x="630" y="1355"/>
                  <a:pt x="819" y="1386"/>
                  <a:pt x="1040" y="1512"/>
                </a:cubicBezTo>
                <a:lnTo>
                  <a:pt x="1040" y="504"/>
                </a:lnTo>
                <a:cubicBezTo>
                  <a:pt x="1040" y="252"/>
                  <a:pt x="788" y="0"/>
                  <a:pt x="5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9" name="Google Shape;6253;p59">
            <a:extLst>
              <a:ext uri="{FF2B5EF4-FFF2-40B4-BE49-F238E27FC236}">
                <a16:creationId xmlns:a16="http://schemas.microsoft.com/office/drawing/2014/main" id="{6CCBD929-6538-0DC8-80AC-A62DFB39F2FD}"/>
              </a:ext>
            </a:extLst>
          </p:cNvPr>
          <p:cNvSpPr/>
          <p:nvPr/>
        </p:nvSpPr>
        <p:spPr>
          <a:xfrm>
            <a:off x="4028515" y="4145104"/>
            <a:ext cx="32576" cy="47137"/>
          </a:xfrm>
          <a:custGeom>
            <a:avLst/>
            <a:gdLst/>
            <a:ahLst/>
            <a:cxnLst/>
            <a:rect l="l" t="t" r="r" b="b"/>
            <a:pathLst>
              <a:path w="1009" h="1460" extrusionOk="0">
                <a:moveTo>
                  <a:pt x="418" y="1"/>
                </a:moveTo>
                <a:cubicBezTo>
                  <a:pt x="177" y="1"/>
                  <a:pt x="1" y="229"/>
                  <a:pt x="1" y="483"/>
                </a:cubicBezTo>
                <a:lnTo>
                  <a:pt x="1" y="1460"/>
                </a:lnTo>
                <a:cubicBezTo>
                  <a:pt x="190" y="1334"/>
                  <a:pt x="379" y="1302"/>
                  <a:pt x="631" y="1302"/>
                </a:cubicBezTo>
                <a:cubicBezTo>
                  <a:pt x="725" y="1302"/>
                  <a:pt x="883" y="1334"/>
                  <a:pt x="1009" y="1365"/>
                </a:cubicBezTo>
                <a:lnTo>
                  <a:pt x="1009" y="515"/>
                </a:lnTo>
                <a:cubicBezTo>
                  <a:pt x="1009" y="231"/>
                  <a:pt x="788" y="11"/>
                  <a:pt x="505" y="11"/>
                </a:cubicBezTo>
                <a:cubicBezTo>
                  <a:pt x="475" y="4"/>
                  <a:pt x="446" y="1"/>
                  <a:pt x="41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0" name="Google Shape;6254;p59">
            <a:extLst>
              <a:ext uri="{FF2B5EF4-FFF2-40B4-BE49-F238E27FC236}">
                <a16:creationId xmlns:a16="http://schemas.microsoft.com/office/drawing/2014/main" id="{A6689FF3-FF8C-AE80-6F42-F5F030C42B02}"/>
              </a:ext>
            </a:extLst>
          </p:cNvPr>
          <p:cNvSpPr/>
          <p:nvPr/>
        </p:nvSpPr>
        <p:spPr>
          <a:xfrm>
            <a:off x="4105838" y="4054900"/>
            <a:ext cx="88494" cy="88526"/>
          </a:xfrm>
          <a:custGeom>
            <a:avLst/>
            <a:gdLst/>
            <a:ahLst/>
            <a:cxnLst/>
            <a:rect l="l" t="t" r="r" b="b"/>
            <a:pathLst>
              <a:path w="2741" h="2742" extrusionOk="0">
                <a:moveTo>
                  <a:pt x="1386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74"/>
                  <a:pt x="630" y="2742"/>
                  <a:pt x="1386" y="2742"/>
                </a:cubicBezTo>
                <a:cubicBezTo>
                  <a:pt x="2111" y="2742"/>
                  <a:pt x="2741" y="2111"/>
                  <a:pt x="2741" y="1387"/>
                </a:cubicBezTo>
                <a:cubicBezTo>
                  <a:pt x="2741" y="631"/>
                  <a:pt x="2111" y="1"/>
                  <a:pt x="138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1" name="Google Shape;6255;p59">
            <a:extLst>
              <a:ext uri="{FF2B5EF4-FFF2-40B4-BE49-F238E27FC236}">
                <a16:creationId xmlns:a16="http://schemas.microsoft.com/office/drawing/2014/main" id="{0AE4E0BD-0681-3CBF-4414-9CF228A67F9F}"/>
              </a:ext>
            </a:extLst>
          </p:cNvPr>
          <p:cNvSpPr/>
          <p:nvPr/>
        </p:nvSpPr>
        <p:spPr>
          <a:xfrm>
            <a:off x="4080397" y="4165768"/>
            <a:ext cx="139376" cy="88526"/>
          </a:xfrm>
          <a:custGeom>
            <a:avLst/>
            <a:gdLst/>
            <a:ahLst/>
            <a:cxnLst/>
            <a:rect l="l" t="t" r="r" b="b"/>
            <a:pathLst>
              <a:path w="4317" h="2742" extrusionOk="0">
                <a:moveTo>
                  <a:pt x="2174" y="1"/>
                </a:moveTo>
                <a:cubicBezTo>
                  <a:pt x="1292" y="1"/>
                  <a:pt x="505" y="379"/>
                  <a:pt x="0" y="1040"/>
                </a:cubicBezTo>
                <a:lnTo>
                  <a:pt x="32" y="1103"/>
                </a:lnTo>
                <a:cubicBezTo>
                  <a:pt x="946" y="1985"/>
                  <a:pt x="1450" y="2458"/>
                  <a:pt x="1702" y="2742"/>
                </a:cubicBezTo>
                <a:lnTo>
                  <a:pt x="2647" y="2742"/>
                </a:lnTo>
                <a:lnTo>
                  <a:pt x="4254" y="1135"/>
                </a:lnTo>
                <a:lnTo>
                  <a:pt x="4317" y="1040"/>
                </a:lnTo>
                <a:cubicBezTo>
                  <a:pt x="3813" y="410"/>
                  <a:pt x="3025" y="1"/>
                  <a:pt x="217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2" name="Google Shape;6257;p59">
            <a:extLst>
              <a:ext uri="{FF2B5EF4-FFF2-40B4-BE49-F238E27FC236}">
                <a16:creationId xmlns:a16="http://schemas.microsoft.com/office/drawing/2014/main" id="{4E552CD9-89EC-D27A-28DD-15F159B4914F}"/>
              </a:ext>
            </a:extLst>
          </p:cNvPr>
          <p:cNvSpPr/>
          <p:nvPr/>
        </p:nvSpPr>
        <p:spPr>
          <a:xfrm>
            <a:off x="1740565" y="2117678"/>
            <a:ext cx="221735" cy="221154"/>
          </a:xfrm>
          <a:custGeom>
            <a:avLst/>
            <a:gdLst/>
            <a:ahLst/>
            <a:cxnLst/>
            <a:rect l="l" t="t" r="r" b="b"/>
            <a:pathLst>
              <a:path w="6868" h="6850" extrusionOk="0">
                <a:moveTo>
                  <a:pt x="3466" y="1355"/>
                </a:moveTo>
                <a:cubicBezTo>
                  <a:pt x="4222" y="1355"/>
                  <a:pt x="4852" y="1985"/>
                  <a:pt x="4852" y="2741"/>
                </a:cubicBezTo>
                <a:lnTo>
                  <a:pt x="4852" y="4127"/>
                </a:lnTo>
                <a:cubicBezTo>
                  <a:pt x="4852" y="4348"/>
                  <a:pt x="4757" y="4600"/>
                  <a:pt x="4631" y="4821"/>
                </a:cubicBezTo>
                <a:lnTo>
                  <a:pt x="4726" y="4915"/>
                </a:lnTo>
                <a:cubicBezTo>
                  <a:pt x="4852" y="5041"/>
                  <a:pt x="4852" y="5262"/>
                  <a:pt x="4726" y="5388"/>
                </a:cubicBezTo>
                <a:cubicBezTo>
                  <a:pt x="4663" y="5451"/>
                  <a:pt x="4576" y="5482"/>
                  <a:pt x="4489" y="5482"/>
                </a:cubicBezTo>
                <a:cubicBezTo>
                  <a:pt x="4403" y="5482"/>
                  <a:pt x="4316" y="5451"/>
                  <a:pt x="4253" y="5388"/>
                </a:cubicBezTo>
                <a:lnTo>
                  <a:pt x="4190" y="5293"/>
                </a:lnTo>
                <a:cubicBezTo>
                  <a:pt x="3970" y="5419"/>
                  <a:pt x="3749" y="5514"/>
                  <a:pt x="3466" y="5514"/>
                </a:cubicBezTo>
                <a:cubicBezTo>
                  <a:pt x="2709" y="5514"/>
                  <a:pt x="2079" y="4884"/>
                  <a:pt x="2079" y="4127"/>
                </a:cubicBezTo>
                <a:lnTo>
                  <a:pt x="2079" y="2741"/>
                </a:lnTo>
                <a:cubicBezTo>
                  <a:pt x="2079" y="1985"/>
                  <a:pt x="2709" y="1355"/>
                  <a:pt x="3466" y="1355"/>
                </a:cubicBezTo>
                <a:close/>
                <a:moveTo>
                  <a:pt x="3466" y="0"/>
                </a:moveTo>
                <a:cubicBezTo>
                  <a:pt x="1575" y="0"/>
                  <a:pt x="32" y="1576"/>
                  <a:pt x="32" y="3403"/>
                </a:cubicBezTo>
                <a:cubicBezTo>
                  <a:pt x="32" y="4001"/>
                  <a:pt x="189" y="4569"/>
                  <a:pt x="473" y="5104"/>
                </a:cubicBezTo>
                <a:lnTo>
                  <a:pt x="32" y="6396"/>
                </a:lnTo>
                <a:cubicBezTo>
                  <a:pt x="0" y="6522"/>
                  <a:pt x="32" y="6679"/>
                  <a:pt x="126" y="6774"/>
                </a:cubicBezTo>
                <a:cubicBezTo>
                  <a:pt x="172" y="6820"/>
                  <a:pt x="269" y="6849"/>
                  <a:pt x="367" y="6849"/>
                </a:cubicBezTo>
                <a:cubicBezTo>
                  <a:pt x="403" y="6849"/>
                  <a:pt x="439" y="6845"/>
                  <a:pt x="473" y="6837"/>
                </a:cubicBezTo>
                <a:lnTo>
                  <a:pt x="1764" y="6396"/>
                </a:lnTo>
                <a:cubicBezTo>
                  <a:pt x="2300" y="6679"/>
                  <a:pt x="2867" y="6837"/>
                  <a:pt x="3466" y="6837"/>
                </a:cubicBezTo>
                <a:cubicBezTo>
                  <a:pt x="5356" y="6837"/>
                  <a:pt x="6868" y="5293"/>
                  <a:pt x="6868" y="3403"/>
                </a:cubicBezTo>
                <a:cubicBezTo>
                  <a:pt x="6868" y="1513"/>
                  <a:pt x="5356" y="0"/>
                  <a:pt x="34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3" name="Google Shape;6258;p59">
            <a:extLst>
              <a:ext uri="{FF2B5EF4-FFF2-40B4-BE49-F238E27FC236}">
                <a16:creationId xmlns:a16="http://schemas.microsoft.com/office/drawing/2014/main" id="{12F1114D-2EEA-ED33-506D-55AAD25208F6}"/>
              </a:ext>
            </a:extLst>
          </p:cNvPr>
          <p:cNvSpPr/>
          <p:nvPr/>
        </p:nvSpPr>
        <p:spPr>
          <a:xfrm>
            <a:off x="1831059" y="2184800"/>
            <a:ext cx="42778" cy="87525"/>
          </a:xfrm>
          <a:custGeom>
            <a:avLst/>
            <a:gdLst/>
            <a:ahLst/>
            <a:cxnLst/>
            <a:rect l="l" t="t" r="r" b="b"/>
            <a:pathLst>
              <a:path w="1325" h="2711" extrusionOk="0">
                <a:moveTo>
                  <a:pt x="663" y="1"/>
                </a:moveTo>
                <a:cubicBezTo>
                  <a:pt x="253" y="1"/>
                  <a:pt x="1" y="316"/>
                  <a:pt x="1" y="662"/>
                </a:cubicBezTo>
                <a:lnTo>
                  <a:pt x="1" y="2048"/>
                </a:lnTo>
                <a:cubicBezTo>
                  <a:pt x="1" y="2427"/>
                  <a:pt x="316" y="2710"/>
                  <a:pt x="663" y="2710"/>
                </a:cubicBezTo>
                <a:cubicBezTo>
                  <a:pt x="694" y="2710"/>
                  <a:pt x="789" y="2710"/>
                  <a:pt x="820" y="2679"/>
                </a:cubicBezTo>
                <a:lnTo>
                  <a:pt x="757" y="2584"/>
                </a:lnTo>
                <a:cubicBezTo>
                  <a:pt x="631" y="2490"/>
                  <a:pt x="631" y="2238"/>
                  <a:pt x="757" y="2111"/>
                </a:cubicBezTo>
                <a:cubicBezTo>
                  <a:pt x="804" y="2064"/>
                  <a:pt x="891" y="2041"/>
                  <a:pt x="978" y="2041"/>
                </a:cubicBezTo>
                <a:cubicBezTo>
                  <a:pt x="1064" y="2041"/>
                  <a:pt x="1151" y="2064"/>
                  <a:pt x="1198" y="2111"/>
                </a:cubicBezTo>
                <a:lnTo>
                  <a:pt x="1293" y="2206"/>
                </a:lnTo>
                <a:cubicBezTo>
                  <a:pt x="1293" y="2175"/>
                  <a:pt x="1324" y="2080"/>
                  <a:pt x="1324" y="2048"/>
                </a:cubicBezTo>
                <a:lnTo>
                  <a:pt x="1324" y="662"/>
                </a:lnTo>
                <a:cubicBezTo>
                  <a:pt x="1324" y="284"/>
                  <a:pt x="1041" y="1"/>
                  <a:pt x="6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4" name="Google Shape;6259;p59">
            <a:extLst>
              <a:ext uri="{FF2B5EF4-FFF2-40B4-BE49-F238E27FC236}">
                <a16:creationId xmlns:a16="http://schemas.microsoft.com/office/drawing/2014/main" id="{AB9B2373-1BE0-3D92-9DE9-A16640E61872}"/>
              </a:ext>
            </a:extLst>
          </p:cNvPr>
          <p:cNvSpPr/>
          <p:nvPr/>
        </p:nvSpPr>
        <p:spPr>
          <a:xfrm>
            <a:off x="1640868" y="2293633"/>
            <a:ext cx="89527" cy="89559"/>
          </a:xfrm>
          <a:custGeom>
            <a:avLst/>
            <a:gdLst/>
            <a:ahLst/>
            <a:cxnLst/>
            <a:rect l="l" t="t" r="r" b="b"/>
            <a:pathLst>
              <a:path w="2773" h="2774" extrusionOk="0">
                <a:moveTo>
                  <a:pt x="1387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64" y="2143"/>
                  <a:pt x="631" y="2773"/>
                  <a:pt x="1387" y="2773"/>
                </a:cubicBezTo>
                <a:cubicBezTo>
                  <a:pt x="2143" y="2773"/>
                  <a:pt x="2773" y="2143"/>
                  <a:pt x="2773" y="1387"/>
                </a:cubicBezTo>
                <a:cubicBezTo>
                  <a:pt x="2773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5" name="Google Shape;6260;p59">
            <a:extLst>
              <a:ext uri="{FF2B5EF4-FFF2-40B4-BE49-F238E27FC236}">
                <a16:creationId xmlns:a16="http://schemas.microsoft.com/office/drawing/2014/main" id="{87AECF85-509A-37ED-4A9A-91463CF8EF02}"/>
              </a:ext>
            </a:extLst>
          </p:cNvPr>
          <p:cNvSpPr/>
          <p:nvPr/>
        </p:nvSpPr>
        <p:spPr>
          <a:xfrm>
            <a:off x="1598155" y="2404501"/>
            <a:ext cx="177020" cy="89559"/>
          </a:xfrm>
          <a:custGeom>
            <a:avLst/>
            <a:gdLst/>
            <a:ahLst/>
            <a:cxnLst/>
            <a:rect l="l" t="t" r="r" b="b"/>
            <a:pathLst>
              <a:path w="5483" h="2774" extrusionOk="0">
                <a:moveTo>
                  <a:pt x="2741" y="1"/>
                </a:moveTo>
                <a:cubicBezTo>
                  <a:pt x="1387" y="1"/>
                  <a:pt x="221" y="1040"/>
                  <a:pt x="32" y="2364"/>
                </a:cubicBezTo>
                <a:cubicBezTo>
                  <a:pt x="0" y="2553"/>
                  <a:pt x="158" y="2773"/>
                  <a:pt x="347" y="2773"/>
                </a:cubicBezTo>
                <a:lnTo>
                  <a:pt x="5104" y="2773"/>
                </a:lnTo>
                <a:cubicBezTo>
                  <a:pt x="5325" y="2773"/>
                  <a:pt x="5482" y="2553"/>
                  <a:pt x="5482" y="2364"/>
                </a:cubicBezTo>
                <a:cubicBezTo>
                  <a:pt x="5262" y="1040"/>
                  <a:pt x="4127" y="1"/>
                  <a:pt x="274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0" name="Google Shape;6262;p59">
            <a:extLst>
              <a:ext uri="{FF2B5EF4-FFF2-40B4-BE49-F238E27FC236}">
                <a16:creationId xmlns:a16="http://schemas.microsoft.com/office/drawing/2014/main" id="{2FA043D1-332F-FDCC-7C51-1BE6B4DBDF91}"/>
              </a:ext>
            </a:extLst>
          </p:cNvPr>
          <p:cNvSpPr/>
          <p:nvPr/>
        </p:nvSpPr>
        <p:spPr>
          <a:xfrm>
            <a:off x="1591535" y="2675794"/>
            <a:ext cx="265482" cy="287436"/>
          </a:xfrm>
          <a:custGeom>
            <a:avLst/>
            <a:gdLst/>
            <a:ahLst/>
            <a:cxnLst/>
            <a:rect l="l" t="t" r="r" b="b"/>
            <a:pathLst>
              <a:path w="8223" h="8903" extrusionOk="0">
                <a:moveTo>
                  <a:pt x="2080" y="2710"/>
                </a:moveTo>
                <a:cubicBezTo>
                  <a:pt x="2458" y="2710"/>
                  <a:pt x="2741" y="3056"/>
                  <a:pt x="2741" y="3403"/>
                </a:cubicBezTo>
                <a:cubicBezTo>
                  <a:pt x="2741" y="3781"/>
                  <a:pt x="2426" y="4065"/>
                  <a:pt x="2080" y="4065"/>
                </a:cubicBezTo>
                <a:cubicBezTo>
                  <a:pt x="1733" y="4065"/>
                  <a:pt x="1418" y="3750"/>
                  <a:pt x="1418" y="3403"/>
                </a:cubicBezTo>
                <a:cubicBezTo>
                  <a:pt x="1418" y="3056"/>
                  <a:pt x="1670" y="2710"/>
                  <a:pt x="2080" y="2710"/>
                </a:cubicBezTo>
                <a:close/>
                <a:moveTo>
                  <a:pt x="4127" y="2710"/>
                </a:moveTo>
                <a:cubicBezTo>
                  <a:pt x="4506" y="2710"/>
                  <a:pt x="4789" y="3056"/>
                  <a:pt x="4789" y="3403"/>
                </a:cubicBezTo>
                <a:cubicBezTo>
                  <a:pt x="4789" y="3781"/>
                  <a:pt x="4474" y="4065"/>
                  <a:pt x="4127" y="4065"/>
                </a:cubicBezTo>
                <a:cubicBezTo>
                  <a:pt x="3718" y="4065"/>
                  <a:pt x="3466" y="3750"/>
                  <a:pt x="3466" y="3403"/>
                </a:cubicBezTo>
                <a:cubicBezTo>
                  <a:pt x="3466" y="3056"/>
                  <a:pt x="3718" y="2710"/>
                  <a:pt x="4127" y="2710"/>
                </a:cubicBezTo>
                <a:close/>
                <a:moveTo>
                  <a:pt x="6207" y="2710"/>
                </a:moveTo>
                <a:cubicBezTo>
                  <a:pt x="6616" y="2710"/>
                  <a:pt x="6868" y="3056"/>
                  <a:pt x="6868" y="3403"/>
                </a:cubicBezTo>
                <a:cubicBezTo>
                  <a:pt x="6868" y="3781"/>
                  <a:pt x="6553" y="4065"/>
                  <a:pt x="6207" y="4065"/>
                </a:cubicBezTo>
                <a:cubicBezTo>
                  <a:pt x="5829" y="4065"/>
                  <a:pt x="5545" y="3750"/>
                  <a:pt x="5545" y="3403"/>
                </a:cubicBezTo>
                <a:cubicBezTo>
                  <a:pt x="5514" y="3056"/>
                  <a:pt x="5829" y="2710"/>
                  <a:pt x="6207" y="2710"/>
                </a:cubicBezTo>
                <a:close/>
                <a:moveTo>
                  <a:pt x="1733" y="0"/>
                </a:moveTo>
                <a:cubicBezTo>
                  <a:pt x="788" y="0"/>
                  <a:pt x="0" y="757"/>
                  <a:pt x="0" y="1702"/>
                </a:cubicBezTo>
                <a:lnTo>
                  <a:pt x="0" y="5136"/>
                </a:lnTo>
                <a:cubicBezTo>
                  <a:pt x="0" y="5955"/>
                  <a:pt x="630" y="6616"/>
                  <a:pt x="1418" y="6774"/>
                </a:cubicBezTo>
                <a:lnTo>
                  <a:pt x="1418" y="8570"/>
                </a:lnTo>
                <a:cubicBezTo>
                  <a:pt x="1418" y="8696"/>
                  <a:pt x="1481" y="8822"/>
                  <a:pt x="1607" y="8885"/>
                </a:cubicBezTo>
                <a:cubicBezTo>
                  <a:pt x="1649" y="8895"/>
                  <a:pt x="1695" y="8902"/>
                  <a:pt x="1739" y="8902"/>
                </a:cubicBezTo>
                <a:cubicBezTo>
                  <a:pt x="1828" y="8902"/>
                  <a:pt x="1912" y="8874"/>
                  <a:pt x="1954" y="8790"/>
                </a:cubicBezTo>
                <a:lnTo>
                  <a:pt x="3938" y="6837"/>
                </a:lnTo>
                <a:lnTo>
                  <a:pt x="6522" y="6837"/>
                </a:lnTo>
                <a:cubicBezTo>
                  <a:pt x="7467" y="6837"/>
                  <a:pt x="8223" y="6081"/>
                  <a:pt x="8223" y="5136"/>
                </a:cubicBezTo>
                <a:lnTo>
                  <a:pt x="8223" y="1702"/>
                </a:lnTo>
                <a:cubicBezTo>
                  <a:pt x="8223" y="757"/>
                  <a:pt x="7467" y="0"/>
                  <a:pt x="6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1" name="Google Shape;6263;p59">
            <a:extLst>
              <a:ext uri="{FF2B5EF4-FFF2-40B4-BE49-F238E27FC236}">
                <a16:creationId xmlns:a16="http://schemas.microsoft.com/office/drawing/2014/main" id="{2DB8C2CE-2924-710B-D7F8-90C9B9E61D0C}"/>
              </a:ext>
            </a:extLst>
          </p:cNvPr>
          <p:cNvSpPr/>
          <p:nvPr/>
        </p:nvSpPr>
        <p:spPr>
          <a:xfrm>
            <a:off x="1681030" y="2587301"/>
            <a:ext cx="287888" cy="286468"/>
          </a:xfrm>
          <a:custGeom>
            <a:avLst/>
            <a:gdLst/>
            <a:ahLst/>
            <a:cxnLst/>
            <a:rect l="l" t="t" r="r" b="b"/>
            <a:pathLst>
              <a:path w="8917" h="8873" extrusionOk="0">
                <a:moveTo>
                  <a:pt x="1702" y="1"/>
                </a:moveTo>
                <a:cubicBezTo>
                  <a:pt x="757" y="1"/>
                  <a:pt x="1" y="725"/>
                  <a:pt x="1" y="1702"/>
                </a:cubicBezTo>
                <a:lnTo>
                  <a:pt x="1" y="2048"/>
                </a:lnTo>
                <a:lnTo>
                  <a:pt x="3781" y="2048"/>
                </a:lnTo>
                <a:cubicBezTo>
                  <a:pt x="5136" y="2048"/>
                  <a:pt x="6207" y="3088"/>
                  <a:pt x="6207" y="4443"/>
                </a:cubicBezTo>
                <a:lnTo>
                  <a:pt x="6207" y="7877"/>
                </a:lnTo>
                <a:lnTo>
                  <a:pt x="6207" y="8003"/>
                </a:lnTo>
                <a:lnTo>
                  <a:pt x="6995" y="8790"/>
                </a:lnTo>
                <a:cubicBezTo>
                  <a:pt x="7055" y="8850"/>
                  <a:pt x="7127" y="8872"/>
                  <a:pt x="7205" y="8872"/>
                </a:cubicBezTo>
                <a:cubicBezTo>
                  <a:pt x="7249" y="8872"/>
                  <a:pt x="7295" y="8865"/>
                  <a:pt x="7341" y="8853"/>
                </a:cubicBezTo>
                <a:cubicBezTo>
                  <a:pt x="7467" y="8822"/>
                  <a:pt x="7530" y="8664"/>
                  <a:pt x="7530" y="8538"/>
                </a:cubicBezTo>
                <a:lnTo>
                  <a:pt x="7530" y="6806"/>
                </a:lnTo>
                <a:cubicBezTo>
                  <a:pt x="8318" y="6648"/>
                  <a:pt x="8917" y="5955"/>
                  <a:pt x="8917" y="5104"/>
                </a:cubicBezTo>
                <a:lnTo>
                  <a:pt x="8917" y="1702"/>
                </a:lnTo>
                <a:cubicBezTo>
                  <a:pt x="8917" y="725"/>
                  <a:pt x="8129" y="1"/>
                  <a:pt x="718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8" name="Google Shape;6265;p59">
            <a:extLst>
              <a:ext uri="{FF2B5EF4-FFF2-40B4-BE49-F238E27FC236}">
                <a16:creationId xmlns:a16="http://schemas.microsoft.com/office/drawing/2014/main" id="{5DEE1409-48EA-4D9A-6493-53E79DF60F62}"/>
              </a:ext>
            </a:extLst>
          </p:cNvPr>
          <p:cNvSpPr/>
          <p:nvPr/>
        </p:nvSpPr>
        <p:spPr>
          <a:xfrm>
            <a:off x="1636298" y="3050418"/>
            <a:ext cx="287856" cy="376349"/>
          </a:xfrm>
          <a:custGeom>
            <a:avLst/>
            <a:gdLst/>
            <a:ahLst/>
            <a:cxnLst/>
            <a:rect l="l" t="t" r="r" b="b"/>
            <a:pathLst>
              <a:path w="8916" h="11657" extrusionOk="0">
                <a:moveTo>
                  <a:pt x="4474" y="1418"/>
                </a:moveTo>
                <a:cubicBezTo>
                  <a:pt x="6143" y="1418"/>
                  <a:pt x="7530" y="2804"/>
                  <a:pt x="7530" y="4474"/>
                </a:cubicBezTo>
                <a:cubicBezTo>
                  <a:pt x="7561" y="6175"/>
                  <a:pt x="6143" y="7561"/>
                  <a:pt x="4474" y="7561"/>
                </a:cubicBezTo>
                <a:cubicBezTo>
                  <a:pt x="2772" y="7561"/>
                  <a:pt x="1386" y="6175"/>
                  <a:pt x="1386" y="4474"/>
                </a:cubicBezTo>
                <a:cubicBezTo>
                  <a:pt x="1386" y="2804"/>
                  <a:pt x="2772" y="1418"/>
                  <a:pt x="4474" y="1418"/>
                </a:cubicBezTo>
                <a:close/>
                <a:moveTo>
                  <a:pt x="4474" y="0"/>
                </a:moveTo>
                <a:cubicBezTo>
                  <a:pt x="2016" y="0"/>
                  <a:pt x="0" y="2017"/>
                  <a:pt x="0" y="4442"/>
                </a:cubicBezTo>
                <a:cubicBezTo>
                  <a:pt x="0" y="5419"/>
                  <a:pt x="315" y="6333"/>
                  <a:pt x="914" y="7120"/>
                </a:cubicBezTo>
                <a:lnTo>
                  <a:pt x="4190" y="11531"/>
                </a:lnTo>
                <a:cubicBezTo>
                  <a:pt x="4253" y="11626"/>
                  <a:pt x="4348" y="11657"/>
                  <a:pt x="4474" y="11657"/>
                </a:cubicBezTo>
                <a:cubicBezTo>
                  <a:pt x="4568" y="11657"/>
                  <a:pt x="4663" y="11626"/>
                  <a:pt x="4726" y="11531"/>
                </a:cubicBezTo>
                <a:lnTo>
                  <a:pt x="8002" y="7120"/>
                </a:lnTo>
                <a:cubicBezTo>
                  <a:pt x="8601" y="6333"/>
                  <a:pt x="8916" y="5419"/>
                  <a:pt x="8916" y="4442"/>
                </a:cubicBezTo>
                <a:cubicBezTo>
                  <a:pt x="8916" y="2017"/>
                  <a:pt x="6931" y="0"/>
                  <a:pt x="44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9" name="Google Shape;6266;p59">
            <a:extLst>
              <a:ext uri="{FF2B5EF4-FFF2-40B4-BE49-F238E27FC236}">
                <a16:creationId xmlns:a16="http://schemas.microsoft.com/office/drawing/2014/main" id="{C2DB0875-A0CC-0682-FE39-D4F9C650EE97}"/>
              </a:ext>
            </a:extLst>
          </p:cNvPr>
          <p:cNvSpPr/>
          <p:nvPr/>
        </p:nvSpPr>
        <p:spPr>
          <a:xfrm>
            <a:off x="1702386" y="3117538"/>
            <a:ext cx="155648" cy="155648"/>
          </a:xfrm>
          <a:custGeom>
            <a:avLst/>
            <a:gdLst/>
            <a:ahLst/>
            <a:cxnLst/>
            <a:rect l="l" t="t" r="r" b="b"/>
            <a:pathLst>
              <a:path w="4821" h="4821" extrusionOk="0">
                <a:moveTo>
                  <a:pt x="2427" y="662"/>
                </a:moveTo>
                <a:cubicBezTo>
                  <a:pt x="2616" y="662"/>
                  <a:pt x="2773" y="820"/>
                  <a:pt x="2773" y="1040"/>
                </a:cubicBezTo>
                <a:cubicBezTo>
                  <a:pt x="2773" y="1229"/>
                  <a:pt x="2616" y="1387"/>
                  <a:pt x="2427" y="1387"/>
                </a:cubicBezTo>
                <a:cubicBezTo>
                  <a:pt x="2206" y="1387"/>
                  <a:pt x="2049" y="1229"/>
                  <a:pt x="2049" y="1040"/>
                </a:cubicBezTo>
                <a:cubicBezTo>
                  <a:pt x="2049" y="820"/>
                  <a:pt x="2206" y="662"/>
                  <a:pt x="2427" y="662"/>
                </a:cubicBezTo>
                <a:close/>
                <a:moveTo>
                  <a:pt x="2427" y="2017"/>
                </a:moveTo>
                <a:cubicBezTo>
                  <a:pt x="2616" y="2017"/>
                  <a:pt x="2773" y="2174"/>
                  <a:pt x="2773" y="2363"/>
                </a:cubicBezTo>
                <a:lnTo>
                  <a:pt x="2773" y="3750"/>
                </a:lnTo>
                <a:cubicBezTo>
                  <a:pt x="2773" y="3939"/>
                  <a:pt x="2616" y="4096"/>
                  <a:pt x="2427" y="4096"/>
                </a:cubicBezTo>
                <a:cubicBezTo>
                  <a:pt x="2206" y="4096"/>
                  <a:pt x="2049" y="3939"/>
                  <a:pt x="2049" y="3750"/>
                </a:cubicBezTo>
                <a:lnTo>
                  <a:pt x="2049" y="2363"/>
                </a:lnTo>
                <a:cubicBezTo>
                  <a:pt x="2049" y="2174"/>
                  <a:pt x="2206" y="2017"/>
                  <a:pt x="2427" y="2017"/>
                </a:cubicBezTo>
                <a:close/>
                <a:moveTo>
                  <a:pt x="2427" y="1"/>
                </a:moveTo>
                <a:cubicBezTo>
                  <a:pt x="1072" y="1"/>
                  <a:pt x="1" y="1072"/>
                  <a:pt x="1" y="2395"/>
                </a:cubicBezTo>
                <a:cubicBezTo>
                  <a:pt x="1" y="3750"/>
                  <a:pt x="1072" y="4821"/>
                  <a:pt x="2427" y="4821"/>
                </a:cubicBezTo>
                <a:cubicBezTo>
                  <a:pt x="3750" y="4821"/>
                  <a:pt x="4821" y="3750"/>
                  <a:pt x="4821" y="2395"/>
                </a:cubicBezTo>
                <a:cubicBezTo>
                  <a:pt x="4821" y="1072"/>
                  <a:pt x="3750" y="1"/>
                  <a:pt x="242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1" name="Google Shape;6268;p59">
            <a:extLst>
              <a:ext uri="{FF2B5EF4-FFF2-40B4-BE49-F238E27FC236}">
                <a16:creationId xmlns:a16="http://schemas.microsoft.com/office/drawing/2014/main" id="{773FDB8E-F4F8-42BB-36D8-60724AE7CDDA}"/>
              </a:ext>
            </a:extLst>
          </p:cNvPr>
          <p:cNvSpPr/>
          <p:nvPr/>
        </p:nvSpPr>
        <p:spPr>
          <a:xfrm>
            <a:off x="4241026" y="2393588"/>
            <a:ext cx="42746" cy="43779"/>
          </a:xfrm>
          <a:custGeom>
            <a:avLst/>
            <a:gdLst/>
            <a:ahLst/>
            <a:cxnLst/>
            <a:rect l="l" t="t" r="r" b="b"/>
            <a:pathLst>
              <a:path w="1324" h="1356" extrusionOk="0">
                <a:moveTo>
                  <a:pt x="662" y="0"/>
                </a:moveTo>
                <a:cubicBezTo>
                  <a:pt x="284" y="0"/>
                  <a:pt x="1" y="315"/>
                  <a:pt x="1" y="693"/>
                </a:cubicBezTo>
                <a:cubicBezTo>
                  <a:pt x="1" y="1040"/>
                  <a:pt x="284" y="1355"/>
                  <a:pt x="662" y="1355"/>
                </a:cubicBezTo>
                <a:cubicBezTo>
                  <a:pt x="1040" y="1355"/>
                  <a:pt x="1324" y="1040"/>
                  <a:pt x="1324" y="693"/>
                </a:cubicBezTo>
                <a:cubicBezTo>
                  <a:pt x="1324" y="315"/>
                  <a:pt x="1040" y="0"/>
                  <a:pt x="6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2" name="Google Shape;6269;p59">
            <a:extLst>
              <a:ext uri="{FF2B5EF4-FFF2-40B4-BE49-F238E27FC236}">
                <a16:creationId xmlns:a16="http://schemas.microsoft.com/office/drawing/2014/main" id="{6ADF71CC-B84B-CEB0-C3AD-414CF937BF33}"/>
              </a:ext>
            </a:extLst>
          </p:cNvPr>
          <p:cNvSpPr/>
          <p:nvPr/>
        </p:nvSpPr>
        <p:spPr>
          <a:xfrm>
            <a:off x="4129158" y="2117937"/>
            <a:ext cx="22406" cy="133274"/>
          </a:xfrm>
          <a:custGeom>
            <a:avLst/>
            <a:gdLst/>
            <a:ahLst/>
            <a:cxnLst/>
            <a:rect l="l" t="t" r="r" b="b"/>
            <a:pathLst>
              <a:path w="694" h="4128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4128"/>
                </a:lnTo>
                <a:cubicBezTo>
                  <a:pt x="95" y="4096"/>
                  <a:pt x="221" y="4096"/>
                  <a:pt x="347" y="4096"/>
                </a:cubicBezTo>
                <a:cubicBezTo>
                  <a:pt x="473" y="4096"/>
                  <a:pt x="567" y="4096"/>
                  <a:pt x="693" y="4128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3" name="Google Shape;6270;p59">
            <a:extLst>
              <a:ext uri="{FF2B5EF4-FFF2-40B4-BE49-F238E27FC236}">
                <a16:creationId xmlns:a16="http://schemas.microsoft.com/office/drawing/2014/main" id="{3F9E9F82-FBCA-5E75-C7ED-436828796939}"/>
              </a:ext>
            </a:extLst>
          </p:cNvPr>
          <p:cNvSpPr/>
          <p:nvPr/>
        </p:nvSpPr>
        <p:spPr>
          <a:xfrm>
            <a:off x="4106783" y="2273391"/>
            <a:ext cx="66120" cy="66314"/>
          </a:xfrm>
          <a:custGeom>
            <a:avLst/>
            <a:gdLst/>
            <a:ahLst/>
            <a:cxnLst/>
            <a:rect l="l" t="t" r="r" b="b"/>
            <a:pathLst>
              <a:path w="2048" h="2054" extrusionOk="0">
                <a:moveTo>
                  <a:pt x="938" y="0"/>
                </a:moveTo>
                <a:cubicBezTo>
                  <a:pt x="417" y="0"/>
                  <a:pt x="0" y="451"/>
                  <a:pt x="0" y="1014"/>
                </a:cubicBezTo>
                <a:cubicBezTo>
                  <a:pt x="0" y="1549"/>
                  <a:pt x="473" y="2054"/>
                  <a:pt x="1040" y="2054"/>
                </a:cubicBezTo>
                <a:cubicBezTo>
                  <a:pt x="1575" y="2054"/>
                  <a:pt x="2048" y="1581"/>
                  <a:pt x="2048" y="1014"/>
                </a:cubicBezTo>
                <a:cubicBezTo>
                  <a:pt x="2048" y="447"/>
                  <a:pt x="1575" y="6"/>
                  <a:pt x="1040" y="6"/>
                </a:cubicBezTo>
                <a:cubicBezTo>
                  <a:pt x="1006" y="2"/>
                  <a:pt x="972" y="0"/>
                  <a:pt x="9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4" name="Google Shape;6271;p59">
            <a:extLst>
              <a:ext uri="{FF2B5EF4-FFF2-40B4-BE49-F238E27FC236}">
                <a16:creationId xmlns:a16="http://schemas.microsoft.com/office/drawing/2014/main" id="{1987097E-A18D-AA10-04BC-EFCA8ED25F6D}"/>
              </a:ext>
            </a:extLst>
          </p:cNvPr>
          <p:cNvSpPr/>
          <p:nvPr/>
        </p:nvSpPr>
        <p:spPr>
          <a:xfrm>
            <a:off x="4042697" y="2346807"/>
            <a:ext cx="206496" cy="147512"/>
          </a:xfrm>
          <a:custGeom>
            <a:avLst/>
            <a:gdLst/>
            <a:ahLst/>
            <a:cxnLst/>
            <a:rect l="l" t="t" r="r" b="b"/>
            <a:pathLst>
              <a:path w="6396" h="4569" extrusionOk="0">
                <a:moveTo>
                  <a:pt x="1954" y="0"/>
                </a:moveTo>
                <a:lnTo>
                  <a:pt x="0" y="2520"/>
                </a:lnTo>
                <a:lnTo>
                  <a:pt x="0" y="4222"/>
                </a:lnTo>
                <a:cubicBezTo>
                  <a:pt x="0" y="4411"/>
                  <a:pt x="158" y="4568"/>
                  <a:pt x="347" y="4568"/>
                </a:cubicBezTo>
                <a:lnTo>
                  <a:pt x="3781" y="4568"/>
                </a:lnTo>
                <a:cubicBezTo>
                  <a:pt x="3970" y="4568"/>
                  <a:pt x="4127" y="4411"/>
                  <a:pt x="4127" y="4222"/>
                </a:cubicBezTo>
                <a:lnTo>
                  <a:pt x="4127" y="3875"/>
                </a:lnTo>
                <a:lnTo>
                  <a:pt x="5136" y="3875"/>
                </a:lnTo>
                <a:cubicBezTo>
                  <a:pt x="5577" y="3844"/>
                  <a:pt x="6018" y="3718"/>
                  <a:pt x="6396" y="3434"/>
                </a:cubicBezTo>
                <a:cubicBezTo>
                  <a:pt x="5986" y="3277"/>
                  <a:pt x="5608" y="2930"/>
                  <a:pt x="5514" y="2489"/>
                </a:cubicBezTo>
                <a:lnTo>
                  <a:pt x="4442" y="2489"/>
                </a:lnTo>
                <a:cubicBezTo>
                  <a:pt x="3497" y="2489"/>
                  <a:pt x="2741" y="1733"/>
                  <a:pt x="2741" y="788"/>
                </a:cubicBezTo>
                <a:lnTo>
                  <a:pt x="2741" y="410"/>
                </a:lnTo>
                <a:cubicBezTo>
                  <a:pt x="2426" y="315"/>
                  <a:pt x="2206" y="189"/>
                  <a:pt x="19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5" name="Google Shape;6272;p59">
            <a:extLst>
              <a:ext uri="{FF2B5EF4-FFF2-40B4-BE49-F238E27FC236}">
                <a16:creationId xmlns:a16="http://schemas.microsoft.com/office/drawing/2014/main" id="{B881A540-5B58-98D4-5C33-51F38CDB9A8F}"/>
              </a:ext>
            </a:extLst>
          </p:cNvPr>
          <p:cNvSpPr/>
          <p:nvPr/>
        </p:nvSpPr>
        <p:spPr>
          <a:xfrm>
            <a:off x="4150498" y="2227803"/>
            <a:ext cx="164816" cy="179022"/>
          </a:xfrm>
          <a:custGeom>
            <a:avLst/>
            <a:gdLst/>
            <a:ahLst/>
            <a:cxnLst/>
            <a:rect l="l" t="t" r="r" b="b"/>
            <a:pathLst>
              <a:path w="5105" h="5545" extrusionOk="0">
                <a:moveTo>
                  <a:pt x="4128" y="0"/>
                </a:moveTo>
                <a:lnTo>
                  <a:pt x="694" y="662"/>
                </a:lnTo>
                <a:lnTo>
                  <a:pt x="694" y="1040"/>
                </a:lnTo>
                <a:cubicBezTo>
                  <a:pt x="1103" y="1355"/>
                  <a:pt x="1387" y="1827"/>
                  <a:pt x="1387" y="2426"/>
                </a:cubicBezTo>
                <a:cubicBezTo>
                  <a:pt x="1387" y="3245"/>
                  <a:pt x="788" y="3938"/>
                  <a:pt x="1" y="4127"/>
                </a:cubicBezTo>
                <a:lnTo>
                  <a:pt x="1" y="4505"/>
                </a:lnTo>
                <a:cubicBezTo>
                  <a:pt x="1" y="5072"/>
                  <a:pt x="473" y="5545"/>
                  <a:pt x="1009" y="5545"/>
                </a:cubicBezTo>
                <a:lnTo>
                  <a:pt x="2080" y="5545"/>
                </a:lnTo>
                <a:cubicBezTo>
                  <a:pt x="2238" y="4946"/>
                  <a:pt x="2742" y="4505"/>
                  <a:pt x="3372" y="4505"/>
                </a:cubicBezTo>
                <a:cubicBezTo>
                  <a:pt x="3624" y="4505"/>
                  <a:pt x="3844" y="4600"/>
                  <a:pt x="4065" y="4726"/>
                </a:cubicBezTo>
                <a:lnTo>
                  <a:pt x="4065" y="4127"/>
                </a:lnTo>
                <a:lnTo>
                  <a:pt x="4128" y="4127"/>
                </a:lnTo>
                <a:cubicBezTo>
                  <a:pt x="4443" y="4064"/>
                  <a:pt x="4758" y="3938"/>
                  <a:pt x="4916" y="3655"/>
                </a:cubicBezTo>
                <a:cubicBezTo>
                  <a:pt x="5105" y="3340"/>
                  <a:pt x="5105" y="2993"/>
                  <a:pt x="4947" y="2678"/>
                </a:cubicBezTo>
                <a:lnTo>
                  <a:pt x="4128" y="1008"/>
                </a:lnTo>
                <a:lnTo>
                  <a:pt x="41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6" name="Google Shape;6273;p59">
            <a:extLst>
              <a:ext uri="{FF2B5EF4-FFF2-40B4-BE49-F238E27FC236}">
                <a16:creationId xmlns:a16="http://schemas.microsoft.com/office/drawing/2014/main" id="{686BD932-449B-E7EC-3D09-EE68763B9080}"/>
              </a:ext>
            </a:extLst>
          </p:cNvPr>
          <p:cNvSpPr/>
          <p:nvPr/>
        </p:nvSpPr>
        <p:spPr>
          <a:xfrm>
            <a:off x="4174906" y="2117421"/>
            <a:ext cx="157713" cy="108382"/>
          </a:xfrm>
          <a:custGeom>
            <a:avLst/>
            <a:gdLst/>
            <a:ahLst/>
            <a:cxnLst/>
            <a:rect l="l" t="t" r="r" b="b"/>
            <a:pathLst>
              <a:path w="4885" h="3357" extrusionOk="0">
                <a:moveTo>
                  <a:pt x="3376" y="1"/>
                </a:moveTo>
                <a:cubicBezTo>
                  <a:pt x="3025" y="1"/>
                  <a:pt x="2679" y="143"/>
                  <a:pt x="2427" y="426"/>
                </a:cubicBezTo>
                <a:lnTo>
                  <a:pt x="2143" y="678"/>
                </a:lnTo>
                <a:lnTo>
                  <a:pt x="1" y="678"/>
                </a:lnTo>
                <a:lnTo>
                  <a:pt x="1" y="3356"/>
                </a:lnTo>
                <a:lnTo>
                  <a:pt x="4191" y="2537"/>
                </a:lnTo>
                <a:lnTo>
                  <a:pt x="4349" y="2379"/>
                </a:lnTo>
                <a:cubicBezTo>
                  <a:pt x="4884" y="1844"/>
                  <a:pt x="4884" y="962"/>
                  <a:pt x="4349" y="426"/>
                </a:cubicBezTo>
                <a:cubicBezTo>
                  <a:pt x="4081" y="143"/>
                  <a:pt x="3726" y="1"/>
                  <a:pt x="337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7" name="Google Shape;6274;p59">
            <a:extLst>
              <a:ext uri="{FF2B5EF4-FFF2-40B4-BE49-F238E27FC236}">
                <a16:creationId xmlns:a16="http://schemas.microsoft.com/office/drawing/2014/main" id="{C4D3C395-415E-A9C4-58D4-A078B9B603E4}"/>
              </a:ext>
            </a:extLst>
          </p:cNvPr>
          <p:cNvSpPr/>
          <p:nvPr/>
        </p:nvSpPr>
        <p:spPr>
          <a:xfrm>
            <a:off x="3974543" y="2141344"/>
            <a:ext cx="132240" cy="256345"/>
          </a:xfrm>
          <a:custGeom>
            <a:avLst/>
            <a:gdLst/>
            <a:ahLst/>
            <a:cxnLst/>
            <a:rect l="l" t="t" r="r" b="b"/>
            <a:pathLst>
              <a:path w="4096" h="7940" extrusionOk="0">
                <a:moveTo>
                  <a:pt x="4096" y="0"/>
                </a:moveTo>
                <a:cubicBezTo>
                  <a:pt x="1828" y="95"/>
                  <a:pt x="0" y="1985"/>
                  <a:pt x="0" y="4316"/>
                </a:cubicBezTo>
                <a:cubicBezTo>
                  <a:pt x="0" y="5766"/>
                  <a:pt x="757" y="7120"/>
                  <a:pt x="1954" y="7939"/>
                </a:cubicBezTo>
                <a:lnTo>
                  <a:pt x="3592" y="5829"/>
                </a:lnTo>
                <a:cubicBezTo>
                  <a:pt x="3466" y="5576"/>
                  <a:pt x="3434" y="5356"/>
                  <a:pt x="3434" y="5104"/>
                </a:cubicBezTo>
                <a:cubicBezTo>
                  <a:pt x="3434" y="4568"/>
                  <a:pt x="3718" y="4033"/>
                  <a:pt x="4096" y="3718"/>
                </a:cubicBezTo>
                <a:lnTo>
                  <a:pt x="409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6" name="Google Shape;6276;p59">
            <a:extLst>
              <a:ext uri="{FF2B5EF4-FFF2-40B4-BE49-F238E27FC236}">
                <a16:creationId xmlns:a16="http://schemas.microsoft.com/office/drawing/2014/main" id="{C6FBF4BE-E32D-90DA-55E6-22241C35A782}"/>
              </a:ext>
            </a:extLst>
          </p:cNvPr>
          <p:cNvSpPr/>
          <p:nvPr/>
        </p:nvSpPr>
        <p:spPr>
          <a:xfrm>
            <a:off x="4187125" y="2587075"/>
            <a:ext cx="154646" cy="155648"/>
          </a:xfrm>
          <a:custGeom>
            <a:avLst/>
            <a:gdLst/>
            <a:ahLst/>
            <a:cxnLst/>
            <a:rect l="l" t="t" r="r" b="b"/>
            <a:pathLst>
              <a:path w="4790" h="4821" extrusionOk="0">
                <a:moveTo>
                  <a:pt x="2395" y="631"/>
                </a:moveTo>
                <a:cubicBezTo>
                  <a:pt x="2584" y="631"/>
                  <a:pt x="2742" y="788"/>
                  <a:pt x="2742" y="1009"/>
                </a:cubicBezTo>
                <a:lnTo>
                  <a:pt x="2742" y="2017"/>
                </a:lnTo>
                <a:lnTo>
                  <a:pt x="3782" y="2017"/>
                </a:lnTo>
                <a:cubicBezTo>
                  <a:pt x="3971" y="2017"/>
                  <a:pt x="4128" y="2175"/>
                  <a:pt x="4128" y="2364"/>
                </a:cubicBezTo>
                <a:cubicBezTo>
                  <a:pt x="4128" y="2584"/>
                  <a:pt x="3971" y="2742"/>
                  <a:pt x="3782" y="2742"/>
                </a:cubicBezTo>
                <a:lnTo>
                  <a:pt x="2395" y="2742"/>
                </a:lnTo>
                <a:cubicBezTo>
                  <a:pt x="2206" y="2742"/>
                  <a:pt x="2049" y="2584"/>
                  <a:pt x="2049" y="2364"/>
                </a:cubicBezTo>
                <a:lnTo>
                  <a:pt x="2049" y="1009"/>
                </a:lnTo>
                <a:cubicBezTo>
                  <a:pt x="2049" y="788"/>
                  <a:pt x="2206" y="631"/>
                  <a:pt x="2395" y="631"/>
                </a:cubicBezTo>
                <a:close/>
                <a:moveTo>
                  <a:pt x="2395" y="1"/>
                </a:moveTo>
                <a:cubicBezTo>
                  <a:pt x="1041" y="1"/>
                  <a:pt x="1" y="1072"/>
                  <a:pt x="1" y="2427"/>
                </a:cubicBezTo>
                <a:cubicBezTo>
                  <a:pt x="1" y="3750"/>
                  <a:pt x="1041" y="4821"/>
                  <a:pt x="2395" y="4821"/>
                </a:cubicBezTo>
                <a:cubicBezTo>
                  <a:pt x="3719" y="4821"/>
                  <a:pt x="4790" y="3750"/>
                  <a:pt x="4790" y="2427"/>
                </a:cubicBezTo>
                <a:cubicBezTo>
                  <a:pt x="4790" y="1072"/>
                  <a:pt x="3719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7" name="Google Shape;6277;p59">
            <a:extLst>
              <a:ext uri="{FF2B5EF4-FFF2-40B4-BE49-F238E27FC236}">
                <a16:creationId xmlns:a16="http://schemas.microsoft.com/office/drawing/2014/main" id="{CF888633-BAFC-5C65-8914-6C2CEE3B4BF5}"/>
              </a:ext>
            </a:extLst>
          </p:cNvPr>
          <p:cNvSpPr/>
          <p:nvPr/>
        </p:nvSpPr>
        <p:spPr>
          <a:xfrm>
            <a:off x="3965391" y="2896303"/>
            <a:ext cx="311294" cy="67154"/>
          </a:xfrm>
          <a:custGeom>
            <a:avLst/>
            <a:gdLst/>
            <a:ahLst/>
            <a:cxnLst/>
            <a:rect l="l" t="t" r="r" b="b"/>
            <a:pathLst>
              <a:path w="9642" h="2080" extrusionOk="0">
                <a:moveTo>
                  <a:pt x="32" y="0"/>
                </a:moveTo>
                <a:lnTo>
                  <a:pt x="32" y="1764"/>
                </a:lnTo>
                <a:cubicBezTo>
                  <a:pt x="1" y="1922"/>
                  <a:pt x="158" y="2079"/>
                  <a:pt x="347" y="2079"/>
                </a:cubicBezTo>
                <a:lnTo>
                  <a:pt x="9295" y="2079"/>
                </a:lnTo>
                <a:cubicBezTo>
                  <a:pt x="9484" y="2079"/>
                  <a:pt x="9641" y="1922"/>
                  <a:pt x="9641" y="1733"/>
                </a:cubicBezTo>
                <a:lnTo>
                  <a:pt x="9641" y="1040"/>
                </a:lnTo>
                <a:cubicBezTo>
                  <a:pt x="9641" y="473"/>
                  <a:pt x="9169" y="0"/>
                  <a:pt x="86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8" name="Google Shape;6278;p59">
            <a:extLst>
              <a:ext uri="{FF2B5EF4-FFF2-40B4-BE49-F238E27FC236}">
                <a16:creationId xmlns:a16="http://schemas.microsoft.com/office/drawing/2014/main" id="{CBF32C82-2185-628B-8FE0-E3BC6C27A767}"/>
              </a:ext>
            </a:extLst>
          </p:cNvPr>
          <p:cNvSpPr/>
          <p:nvPr/>
        </p:nvSpPr>
        <p:spPr>
          <a:xfrm>
            <a:off x="4097631" y="2806776"/>
            <a:ext cx="133274" cy="67186"/>
          </a:xfrm>
          <a:custGeom>
            <a:avLst/>
            <a:gdLst/>
            <a:ahLst/>
            <a:cxnLst/>
            <a:rect l="l" t="t" r="r" b="b"/>
            <a:pathLst>
              <a:path w="4128" h="2081" extrusionOk="0">
                <a:moveTo>
                  <a:pt x="1040" y="1"/>
                </a:moveTo>
                <a:cubicBezTo>
                  <a:pt x="473" y="1"/>
                  <a:pt x="1" y="505"/>
                  <a:pt x="1" y="1040"/>
                </a:cubicBezTo>
                <a:lnTo>
                  <a:pt x="1" y="2080"/>
                </a:lnTo>
                <a:lnTo>
                  <a:pt x="4128" y="2080"/>
                </a:lnTo>
                <a:lnTo>
                  <a:pt x="4128" y="1040"/>
                </a:lnTo>
                <a:cubicBezTo>
                  <a:pt x="4128" y="505"/>
                  <a:pt x="3687" y="1"/>
                  <a:pt x="312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9" name="Google Shape;6279;p59">
            <a:extLst>
              <a:ext uri="{FF2B5EF4-FFF2-40B4-BE49-F238E27FC236}">
                <a16:creationId xmlns:a16="http://schemas.microsoft.com/office/drawing/2014/main" id="{997F707E-FA00-BF9A-A07E-E3349F768609}"/>
              </a:ext>
            </a:extLst>
          </p:cNvPr>
          <p:cNvSpPr/>
          <p:nvPr/>
        </p:nvSpPr>
        <p:spPr>
          <a:xfrm>
            <a:off x="4009138" y="2652195"/>
            <a:ext cx="88526" cy="89527"/>
          </a:xfrm>
          <a:custGeom>
            <a:avLst/>
            <a:gdLst/>
            <a:ahLst/>
            <a:cxnLst/>
            <a:rect l="l" t="t" r="r" b="b"/>
            <a:pathLst>
              <a:path w="2742" h="2773" extrusionOk="0">
                <a:moveTo>
                  <a:pt x="1387" y="0"/>
                </a:moveTo>
                <a:cubicBezTo>
                  <a:pt x="599" y="0"/>
                  <a:pt x="1" y="630"/>
                  <a:pt x="1" y="1386"/>
                </a:cubicBezTo>
                <a:cubicBezTo>
                  <a:pt x="1" y="2142"/>
                  <a:pt x="599" y="2772"/>
                  <a:pt x="1387" y="2772"/>
                </a:cubicBezTo>
                <a:cubicBezTo>
                  <a:pt x="2143" y="2772"/>
                  <a:pt x="2742" y="2142"/>
                  <a:pt x="2742" y="1386"/>
                </a:cubicBezTo>
                <a:cubicBezTo>
                  <a:pt x="2742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0" name="Google Shape;6280;p59">
            <a:extLst>
              <a:ext uri="{FF2B5EF4-FFF2-40B4-BE49-F238E27FC236}">
                <a16:creationId xmlns:a16="http://schemas.microsoft.com/office/drawing/2014/main" id="{FE56C6D4-6B60-089C-E835-6DD21EA0FF5B}"/>
              </a:ext>
            </a:extLst>
          </p:cNvPr>
          <p:cNvSpPr/>
          <p:nvPr/>
        </p:nvSpPr>
        <p:spPr>
          <a:xfrm>
            <a:off x="3965391" y="2763513"/>
            <a:ext cx="150578" cy="110448"/>
          </a:xfrm>
          <a:custGeom>
            <a:avLst/>
            <a:gdLst/>
            <a:ahLst/>
            <a:cxnLst/>
            <a:rect l="l" t="t" r="r" b="b"/>
            <a:pathLst>
              <a:path w="4664" h="3421" extrusionOk="0">
                <a:moveTo>
                  <a:pt x="2788" y="1"/>
                </a:moveTo>
                <a:cubicBezTo>
                  <a:pt x="2690" y="1"/>
                  <a:pt x="2591" y="6"/>
                  <a:pt x="2490" y="18"/>
                </a:cubicBezTo>
                <a:cubicBezTo>
                  <a:pt x="1072" y="144"/>
                  <a:pt x="1" y="1435"/>
                  <a:pt x="1" y="2853"/>
                </a:cubicBezTo>
                <a:lnTo>
                  <a:pt x="1" y="3105"/>
                </a:lnTo>
                <a:cubicBezTo>
                  <a:pt x="1" y="3263"/>
                  <a:pt x="158" y="3420"/>
                  <a:pt x="347" y="3420"/>
                </a:cubicBezTo>
                <a:lnTo>
                  <a:pt x="3435" y="3420"/>
                </a:lnTo>
                <a:lnTo>
                  <a:pt x="3435" y="2380"/>
                </a:lnTo>
                <a:cubicBezTo>
                  <a:pt x="3435" y="1624"/>
                  <a:pt x="3939" y="963"/>
                  <a:pt x="4664" y="774"/>
                </a:cubicBezTo>
                <a:cubicBezTo>
                  <a:pt x="4164" y="302"/>
                  <a:pt x="3517" y="1"/>
                  <a:pt x="278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2" name="Google Shape;6282;p59">
            <a:extLst>
              <a:ext uri="{FF2B5EF4-FFF2-40B4-BE49-F238E27FC236}">
                <a16:creationId xmlns:a16="http://schemas.microsoft.com/office/drawing/2014/main" id="{802FDF1D-C393-ACE8-8AC1-56158D3EC3E4}"/>
              </a:ext>
            </a:extLst>
          </p:cNvPr>
          <p:cNvSpPr/>
          <p:nvPr/>
        </p:nvSpPr>
        <p:spPr>
          <a:xfrm>
            <a:off x="4083394" y="3115504"/>
            <a:ext cx="258379" cy="312296"/>
          </a:xfrm>
          <a:custGeom>
            <a:avLst/>
            <a:gdLst/>
            <a:ahLst/>
            <a:cxnLst/>
            <a:rect l="l" t="t" r="r" b="b"/>
            <a:pathLst>
              <a:path w="8003" h="9673" extrusionOk="0">
                <a:moveTo>
                  <a:pt x="2300" y="0"/>
                </a:moveTo>
                <a:cubicBezTo>
                  <a:pt x="2017" y="0"/>
                  <a:pt x="1796" y="252"/>
                  <a:pt x="1796" y="536"/>
                </a:cubicBezTo>
                <a:lnTo>
                  <a:pt x="1796" y="2962"/>
                </a:lnTo>
                <a:lnTo>
                  <a:pt x="694" y="4064"/>
                </a:lnTo>
                <a:cubicBezTo>
                  <a:pt x="95" y="4663"/>
                  <a:pt x="0" y="5640"/>
                  <a:pt x="536" y="6301"/>
                </a:cubicBezTo>
                <a:lnTo>
                  <a:pt x="1576" y="7719"/>
                </a:lnTo>
                <a:cubicBezTo>
                  <a:pt x="1702" y="7876"/>
                  <a:pt x="1796" y="8128"/>
                  <a:pt x="1796" y="8349"/>
                </a:cubicBezTo>
                <a:lnTo>
                  <a:pt x="1796" y="9294"/>
                </a:lnTo>
                <a:cubicBezTo>
                  <a:pt x="1796" y="9515"/>
                  <a:pt x="1954" y="9672"/>
                  <a:pt x="2143" y="9672"/>
                </a:cubicBezTo>
                <a:lnTo>
                  <a:pt x="6932" y="9672"/>
                </a:lnTo>
                <a:cubicBezTo>
                  <a:pt x="7152" y="9672"/>
                  <a:pt x="7310" y="9515"/>
                  <a:pt x="7310" y="9294"/>
                </a:cubicBezTo>
                <a:lnTo>
                  <a:pt x="7310" y="8349"/>
                </a:lnTo>
                <a:cubicBezTo>
                  <a:pt x="7310" y="8128"/>
                  <a:pt x="7373" y="7939"/>
                  <a:pt x="7530" y="7782"/>
                </a:cubicBezTo>
                <a:cubicBezTo>
                  <a:pt x="7814" y="7498"/>
                  <a:pt x="7971" y="7089"/>
                  <a:pt x="7971" y="6711"/>
                </a:cubicBezTo>
                <a:lnTo>
                  <a:pt x="7971" y="3938"/>
                </a:lnTo>
                <a:cubicBezTo>
                  <a:pt x="8003" y="3686"/>
                  <a:pt x="7782" y="3434"/>
                  <a:pt x="7499" y="3434"/>
                </a:cubicBezTo>
                <a:cubicBezTo>
                  <a:pt x="7215" y="3434"/>
                  <a:pt x="6995" y="3686"/>
                  <a:pt x="6995" y="3938"/>
                </a:cubicBezTo>
                <a:lnTo>
                  <a:pt x="6995" y="4474"/>
                </a:lnTo>
                <a:cubicBezTo>
                  <a:pt x="6995" y="4663"/>
                  <a:pt x="6837" y="4820"/>
                  <a:pt x="6617" y="4820"/>
                </a:cubicBezTo>
                <a:cubicBezTo>
                  <a:pt x="6427" y="4820"/>
                  <a:pt x="6270" y="4663"/>
                  <a:pt x="6270" y="4474"/>
                </a:cubicBezTo>
                <a:lnTo>
                  <a:pt x="6270" y="3277"/>
                </a:lnTo>
                <a:cubicBezTo>
                  <a:pt x="6270" y="2993"/>
                  <a:pt x="6049" y="2773"/>
                  <a:pt x="5766" y="2773"/>
                </a:cubicBezTo>
                <a:cubicBezTo>
                  <a:pt x="5482" y="2773"/>
                  <a:pt x="5262" y="2993"/>
                  <a:pt x="5262" y="3277"/>
                </a:cubicBezTo>
                <a:lnTo>
                  <a:pt x="5262" y="4474"/>
                </a:lnTo>
                <a:cubicBezTo>
                  <a:pt x="5262" y="4663"/>
                  <a:pt x="5104" y="4820"/>
                  <a:pt x="4884" y="4820"/>
                </a:cubicBezTo>
                <a:cubicBezTo>
                  <a:pt x="4695" y="4820"/>
                  <a:pt x="4537" y="4663"/>
                  <a:pt x="4537" y="4474"/>
                </a:cubicBezTo>
                <a:lnTo>
                  <a:pt x="4537" y="1890"/>
                </a:lnTo>
                <a:cubicBezTo>
                  <a:pt x="4537" y="1638"/>
                  <a:pt x="4317" y="1386"/>
                  <a:pt x="4033" y="1386"/>
                </a:cubicBezTo>
                <a:cubicBezTo>
                  <a:pt x="3750" y="1386"/>
                  <a:pt x="3529" y="1638"/>
                  <a:pt x="3529" y="1890"/>
                </a:cubicBezTo>
                <a:lnTo>
                  <a:pt x="3529" y="4474"/>
                </a:lnTo>
                <a:cubicBezTo>
                  <a:pt x="3529" y="4663"/>
                  <a:pt x="3371" y="4820"/>
                  <a:pt x="3151" y="4820"/>
                </a:cubicBezTo>
                <a:cubicBezTo>
                  <a:pt x="2962" y="4820"/>
                  <a:pt x="2804" y="4663"/>
                  <a:pt x="2804" y="4474"/>
                </a:cubicBezTo>
                <a:lnTo>
                  <a:pt x="2804" y="4159"/>
                </a:lnTo>
                <a:lnTo>
                  <a:pt x="2804" y="536"/>
                </a:lnTo>
                <a:cubicBezTo>
                  <a:pt x="2804" y="252"/>
                  <a:pt x="2584" y="0"/>
                  <a:pt x="23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3" name="Google Shape;6283;p59">
            <a:extLst>
              <a:ext uri="{FF2B5EF4-FFF2-40B4-BE49-F238E27FC236}">
                <a16:creationId xmlns:a16="http://schemas.microsoft.com/office/drawing/2014/main" id="{50214023-AD54-3405-5102-A478AFE1635D}"/>
              </a:ext>
            </a:extLst>
          </p:cNvPr>
          <p:cNvSpPr/>
          <p:nvPr/>
        </p:nvSpPr>
        <p:spPr>
          <a:xfrm>
            <a:off x="4299025" y="3072758"/>
            <a:ext cx="42746" cy="136341"/>
          </a:xfrm>
          <a:custGeom>
            <a:avLst/>
            <a:gdLst/>
            <a:ahLst/>
            <a:cxnLst/>
            <a:rect l="l" t="t" r="r" b="b"/>
            <a:pathLst>
              <a:path w="1324" h="4223" extrusionOk="0">
                <a:moveTo>
                  <a:pt x="1" y="1"/>
                </a:moveTo>
                <a:lnTo>
                  <a:pt x="1" y="3782"/>
                </a:lnTo>
                <a:cubicBezTo>
                  <a:pt x="95" y="3908"/>
                  <a:pt x="221" y="4065"/>
                  <a:pt x="253" y="4223"/>
                </a:cubicBezTo>
                <a:cubicBezTo>
                  <a:pt x="410" y="4128"/>
                  <a:pt x="631" y="4065"/>
                  <a:pt x="820" y="4065"/>
                </a:cubicBezTo>
                <a:cubicBezTo>
                  <a:pt x="1009" y="4065"/>
                  <a:pt x="1166" y="4097"/>
                  <a:pt x="1324" y="4160"/>
                </a:cubicBezTo>
                <a:lnTo>
                  <a:pt x="1324" y="285"/>
                </a:lnTo>
                <a:cubicBezTo>
                  <a:pt x="1324" y="127"/>
                  <a:pt x="1166" y="1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4" name="Google Shape;6284;p59">
            <a:extLst>
              <a:ext uri="{FF2B5EF4-FFF2-40B4-BE49-F238E27FC236}">
                <a16:creationId xmlns:a16="http://schemas.microsoft.com/office/drawing/2014/main" id="{99A0B164-3AB5-133E-6131-A3C92600767F}"/>
              </a:ext>
            </a:extLst>
          </p:cNvPr>
          <p:cNvSpPr/>
          <p:nvPr/>
        </p:nvSpPr>
        <p:spPr>
          <a:xfrm>
            <a:off x="3965390" y="3071758"/>
            <a:ext cx="124137" cy="265514"/>
          </a:xfrm>
          <a:custGeom>
            <a:avLst/>
            <a:gdLst/>
            <a:ahLst/>
            <a:cxnLst/>
            <a:rect l="l" t="t" r="r" b="b"/>
            <a:pathLst>
              <a:path w="3845" h="8224" extrusionOk="0">
                <a:moveTo>
                  <a:pt x="379" y="0"/>
                </a:moveTo>
                <a:cubicBezTo>
                  <a:pt x="158" y="0"/>
                  <a:pt x="1" y="127"/>
                  <a:pt x="1" y="347"/>
                </a:cubicBezTo>
                <a:lnTo>
                  <a:pt x="1" y="7877"/>
                </a:lnTo>
                <a:cubicBezTo>
                  <a:pt x="1" y="8066"/>
                  <a:pt x="158" y="8223"/>
                  <a:pt x="347" y="8223"/>
                </a:cubicBezTo>
                <a:lnTo>
                  <a:pt x="3844" y="8223"/>
                </a:lnTo>
                <a:lnTo>
                  <a:pt x="3718" y="8066"/>
                </a:lnTo>
                <a:cubicBezTo>
                  <a:pt x="3435" y="7719"/>
                  <a:pt x="3277" y="7278"/>
                  <a:pt x="3246" y="6837"/>
                </a:cubicBezTo>
                <a:lnTo>
                  <a:pt x="2458" y="6837"/>
                </a:lnTo>
                <a:cubicBezTo>
                  <a:pt x="1891" y="6837"/>
                  <a:pt x="1419" y="6364"/>
                  <a:pt x="1419" y="5829"/>
                </a:cubicBezTo>
                <a:lnTo>
                  <a:pt x="141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5" name="Google Shape;6285;p59">
            <a:extLst>
              <a:ext uri="{FF2B5EF4-FFF2-40B4-BE49-F238E27FC236}">
                <a16:creationId xmlns:a16="http://schemas.microsoft.com/office/drawing/2014/main" id="{00A1EF45-038F-3299-9FFA-E1A8DA4A9EF9}"/>
              </a:ext>
            </a:extLst>
          </p:cNvPr>
          <p:cNvSpPr/>
          <p:nvPr/>
        </p:nvSpPr>
        <p:spPr>
          <a:xfrm>
            <a:off x="4031511" y="3049384"/>
            <a:ext cx="244141" cy="221768"/>
          </a:xfrm>
          <a:custGeom>
            <a:avLst/>
            <a:gdLst/>
            <a:ahLst/>
            <a:cxnLst/>
            <a:rect l="l" t="t" r="r" b="b"/>
            <a:pathLst>
              <a:path w="7562" h="6869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lnTo>
                  <a:pt x="1" y="6522"/>
                </a:lnTo>
                <a:cubicBezTo>
                  <a:pt x="1" y="6711"/>
                  <a:pt x="158" y="6868"/>
                  <a:pt x="379" y="6868"/>
                </a:cubicBezTo>
                <a:lnTo>
                  <a:pt x="1198" y="6868"/>
                </a:lnTo>
                <a:cubicBezTo>
                  <a:pt x="1261" y="6427"/>
                  <a:pt x="1513" y="5986"/>
                  <a:pt x="1828" y="5640"/>
                </a:cubicBezTo>
                <a:lnTo>
                  <a:pt x="2742" y="4726"/>
                </a:lnTo>
                <a:lnTo>
                  <a:pt x="2742" y="2584"/>
                </a:lnTo>
                <a:cubicBezTo>
                  <a:pt x="2742" y="1891"/>
                  <a:pt x="3277" y="1387"/>
                  <a:pt x="3907" y="1387"/>
                </a:cubicBezTo>
                <a:cubicBezTo>
                  <a:pt x="4537" y="1387"/>
                  <a:pt x="5105" y="1922"/>
                  <a:pt x="5105" y="2584"/>
                </a:cubicBezTo>
                <a:lnTo>
                  <a:pt x="5105" y="2836"/>
                </a:lnTo>
                <a:cubicBezTo>
                  <a:pt x="5262" y="2773"/>
                  <a:pt x="5420" y="2710"/>
                  <a:pt x="5609" y="2710"/>
                </a:cubicBezTo>
                <a:cubicBezTo>
                  <a:pt x="6270" y="2710"/>
                  <a:pt x="6774" y="3277"/>
                  <a:pt x="6774" y="3907"/>
                </a:cubicBezTo>
                <a:lnTo>
                  <a:pt x="6774" y="4191"/>
                </a:lnTo>
                <a:cubicBezTo>
                  <a:pt x="7058" y="4159"/>
                  <a:pt x="7215" y="4096"/>
                  <a:pt x="7404" y="4096"/>
                </a:cubicBezTo>
                <a:cubicBezTo>
                  <a:pt x="7499" y="4096"/>
                  <a:pt x="7530" y="4096"/>
                  <a:pt x="7562" y="4159"/>
                </a:cubicBezTo>
                <a:lnTo>
                  <a:pt x="7562" y="347"/>
                </a:lnTo>
                <a:cubicBezTo>
                  <a:pt x="7562" y="158"/>
                  <a:pt x="7404" y="0"/>
                  <a:pt x="7215" y="0"/>
                </a:cubicBezTo>
                <a:lnTo>
                  <a:pt x="5168" y="0"/>
                </a:lnTo>
                <a:cubicBezTo>
                  <a:pt x="4600" y="0"/>
                  <a:pt x="4096" y="284"/>
                  <a:pt x="3781" y="725"/>
                </a:cubicBezTo>
                <a:cubicBezTo>
                  <a:pt x="3466" y="284"/>
                  <a:pt x="2994" y="0"/>
                  <a:pt x="2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8" name="Google Shape;6287;p59">
            <a:extLst>
              <a:ext uri="{FF2B5EF4-FFF2-40B4-BE49-F238E27FC236}">
                <a16:creationId xmlns:a16="http://schemas.microsoft.com/office/drawing/2014/main" id="{A0A645C5-DC6E-BEB6-25D8-A58992A34A29}"/>
              </a:ext>
            </a:extLst>
          </p:cNvPr>
          <p:cNvSpPr/>
          <p:nvPr/>
        </p:nvSpPr>
        <p:spPr>
          <a:xfrm>
            <a:off x="2715522" y="3664865"/>
            <a:ext cx="133274" cy="23407"/>
          </a:xfrm>
          <a:custGeom>
            <a:avLst/>
            <a:gdLst/>
            <a:ahLst/>
            <a:cxnLst/>
            <a:rect l="l" t="t" r="r" b="b"/>
            <a:pathLst>
              <a:path w="4128" h="725" extrusionOk="0">
                <a:moveTo>
                  <a:pt x="1" y="0"/>
                </a:moveTo>
                <a:lnTo>
                  <a:pt x="1" y="725"/>
                </a:lnTo>
                <a:lnTo>
                  <a:pt x="4128" y="725"/>
                </a:lnTo>
                <a:lnTo>
                  <a:pt x="41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9" name="Google Shape;6288;p59">
            <a:extLst>
              <a:ext uri="{FF2B5EF4-FFF2-40B4-BE49-F238E27FC236}">
                <a16:creationId xmlns:a16="http://schemas.microsoft.com/office/drawing/2014/main" id="{ED9816C6-0264-E7D9-A93F-316655009729}"/>
              </a:ext>
            </a:extLst>
          </p:cNvPr>
          <p:cNvSpPr/>
          <p:nvPr/>
        </p:nvSpPr>
        <p:spPr>
          <a:xfrm>
            <a:off x="2647367" y="3598744"/>
            <a:ext cx="266547" cy="285854"/>
          </a:xfrm>
          <a:custGeom>
            <a:avLst/>
            <a:gdLst/>
            <a:ahLst/>
            <a:cxnLst/>
            <a:rect l="l" t="t" r="r" b="b"/>
            <a:pathLst>
              <a:path w="8256" h="8854" extrusionOk="0">
                <a:moveTo>
                  <a:pt x="6554" y="1387"/>
                </a:moveTo>
                <a:cubicBezTo>
                  <a:pt x="6743" y="1387"/>
                  <a:pt x="6901" y="1544"/>
                  <a:pt x="6901" y="1733"/>
                </a:cubicBezTo>
                <a:lnTo>
                  <a:pt x="6901" y="3119"/>
                </a:lnTo>
                <a:cubicBezTo>
                  <a:pt x="6901" y="3309"/>
                  <a:pt x="6743" y="3466"/>
                  <a:pt x="6554" y="3466"/>
                </a:cubicBezTo>
                <a:lnTo>
                  <a:pt x="1734" y="3466"/>
                </a:lnTo>
                <a:cubicBezTo>
                  <a:pt x="1545" y="3466"/>
                  <a:pt x="1387" y="3309"/>
                  <a:pt x="1387" y="3119"/>
                </a:cubicBezTo>
                <a:lnTo>
                  <a:pt x="1387" y="1733"/>
                </a:lnTo>
                <a:cubicBezTo>
                  <a:pt x="1387" y="1544"/>
                  <a:pt x="1545" y="1387"/>
                  <a:pt x="1734" y="1387"/>
                </a:cubicBezTo>
                <a:close/>
                <a:moveTo>
                  <a:pt x="2427" y="4096"/>
                </a:moveTo>
                <a:cubicBezTo>
                  <a:pt x="2616" y="4096"/>
                  <a:pt x="2773" y="4254"/>
                  <a:pt x="2773" y="4443"/>
                </a:cubicBezTo>
                <a:cubicBezTo>
                  <a:pt x="2773" y="4663"/>
                  <a:pt x="2616" y="4821"/>
                  <a:pt x="2427" y="4821"/>
                </a:cubicBezTo>
                <a:lnTo>
                  <a:pt x="1734" y="4821"/>
                </a:lnTo>
                <a:cubicBezTo>
                  <a:pt x="1545" y="4821"/>
                  <a:pt x="1387" y="4663"/>
                  <a:pt x="1387" y="4443"/>
                </a:cubicBezTo>
                <a:cubicBezTo>
                  <a:pt x="1387" y="4254"/>
                  <a:pt x="1545" y="4096"/>
                  <a:pt x="1734" y="4096"/>
                </a:cubicBezTo>
                <a:close/>
                <a:moveTo>
                  <a:pt x="4475" y="4096"/>
                </a:moveTo>
                <a:cubicBezTo>
                  <a:pt x="4664" y="4096"/>
                  <a:pt x="4821" y="4254"/>
                  <a:pt x="4821" y="4443"/>
                </a:cubicBezTo>
                <a:cubicBezTo>
                  <a:pt x="4821" y="4663"/>
                  <a:pt x="4664" y="4821"/>
                  <a:pt x="4475" y="4821"/>
                </a:cubicBezTo>
                <a:lnTo>
                  <a:pt x="3782" y="4821"/>
                </a:lnTo>
                <a:cubicBezTo>
                  <a:pt x="3593" y="4821"/>
                  <a:pt x="3435" y="4663"/>
                  <a:pt x="3435" y="4443"/>
                </a:cubicBezTo>
                <a:cubicBezTo>
                  <a:pt x="3435" y="4254"/>
                  <a:pt x="3593" y="4096"/>
                  <a:pt x="3782" y="4096"/>
                </a:cubicBezTo>
                <a:close/>
                <a:moveTo>
                  <a:pt x="6554" y="4096"/>
                </a:moveTo>
                <a:cubicBezTo>
                  <a:pt x="6743" y="4096"/>
                  <a:pt x="6901" y="4254"/>
                  <a:pt x="6901" y="4443"/>
                </a:cubicBezTo>
                <a:cubicBezTo>
                  <a:pt x="6901" y="4663"/>
                  <a:pt x="6743" y="4821"/>
                  <a:pt x="6554" y="4821"/>
                </a:cubicBezTo>
                <a:lnTo>
                  <a:pt x="5892" y="4821"/>
                </a:lnTo>
                <a:cubicBezTo>
                  <a:pt x="5672" y="4821"/>
                  <a:pt x="5514" y="4663"/>
                  <a:pt x="5514" y="4443"/>
                </a:cubicBezTo>
                <a:cubicBezTo>
                  <a:pt x="5514" y="4254"/>
                  <a:pt x="5672" y="4096"/>
                  <a:pt x="5892" y="4096"/>
                </a:cubicBezTo>
                <a:close/>
                <a:moveTo>
                  <a:pt x="2427" y="5482"/>
                </a:moveTo>
                <a:cubicBezTo>
                  <a:pt x="2616" y="5482"/>
                  <a:pt x="2773" y="5640"/>
                  <a:pt x="2773" y="5829"/>
                </a:cubicBezTo>
                <a:cubicBezTo>
                  <a:pt x="2773" y="6018"/>
                  <a:pt x="2616" y="6175"/>
                  <a:pt x="2427" y="6175"/>
                </a:cubicBezTo>
                <a:lnTo>
                  <a:pt x="1734" y="6175"/>
                </a:lnTo>
                <a:cubicBezTo>
                  <a:pt x="1545" y="6175"/>
                  <a:pt x="1387" y="6018"/>
                  <a:pt x="1387" y="5829"/>
                </a:cubicBezTo>
                <a:cubicBezTo>
                  <a:pt x="1387" y="5640"/>
                  <a:pt x="1545" y="5482"/>
                  <a:pt x="1734" y="5482"/>
                </a:cubicBezTo>
                <a:close/>
                <a:moveTo>
                  <a:pt x="4475" y="5482"/>
                </a:moveTo>
                <a:cubicBezTo>
                  <a:pt x="4664" y="5482"/>
                  <a:pt x="4821" y="5640"/>
                  <a:pt x="4821" y="5829"/>
                </a:cubicBezTo>
                <a:cubicBezTo>
                  <a:pt x="4821" y="6018"/>
                  <a:pt x="4664" y="6175"/>
                  <a:pt x="4475" y="6175"/>
                </a:cubicBezTo>
                <a:lnTo>
                  <a:pt x="3782" y="6175"/>
                </a:lnTo>
                <a:cubicBezTo>
                  <a:pt x="3593" y="6175"/>
                  <a:pt x="3435" y="6018"/>
                  <a:pt x="3435" y="5829"/>
                </a:cubicBezTo>
                <a:cubicBezTo>
                  <a:pt x="3435" y="5640"/>
                  <a:pt x="3593" y="5482"/>
                  <a:pt x="3782" y="5482"/>
                </a:cubicBezTo>
                <a:close/>
                <a:moveTo>
                  <a:pt x="6554" y="5482"/>
                </a:moveTo>
                <a:cubicBezTo>
                  <a:pt x="6743" y="5482"/>
                  <a:pt x="6901" y="5640"/>
                  <a:pt x="6901" y="5829"/>
                </a:cubicBezTo>
                <a:cubicBezTo>
                  <a:pt x="6901" y="6018"/>
                  <a:pt x="6743" y="6175"/>
                  <a:pt x="6554" y="6175"/>
                </a:cubicBezTo>
                <a:lnTo>
                  <a:pt x="5892" y="6175"/>
                </a:lnTo>
                <a:cubicBezTo>
                  <a:pt x="5672" y="6175"/>
                  <a:pt x="5514" y="6018"/>
                  <a:pt x="5514" y="5829"/>
                </a:cubicBezTo>
                <a:cubicBezTo>
                  <a:pt x="5514" y="5640"/>
                  <a:pt x="5672" y="5482"/>
                  <a:pt x="5892" y="5482"/>
                </a:cubicBezTo>
                <a:close/>
                <a:moveTo>
                  <a:pt x="2427" y="6869"/>
                </a:moveTo>
                <a:cubicBezTo>
                  <a:pt x="2616" y="6869"/>
                  <a:pt x="2773" y="7026"/>
                  <a:pt x="2773" y="7215"/>
                </a:cubicBezTo>
                <a:cubicBezTo>
                  <a:pt x="2773" y="7404"/>
                  <a:pt x="2616" y="7562"/>
                  <a:pt x="2427" y="7562"/>
                </a:cubicBezTo>
                <a:lnTo>
                  <a:pt x="1734" y="7562"/>
                </a:lnTo>
                <a:cubicBezTo>
                  <a:pt x="1545" y="7562"/>
                  <a:pt x="1387" y="7404"/>
                  <a:pt x="1387" y="7215"/>
                </a:cubicBezTo>
                <a:cubicBezTo>
                  <a:pt x="1387" y="7026"/>
                  <a:pt x="1545" y="6869"/>
                  <a:pt x="1734" y="6869"/>
                </a:cubicBezTo>
                <a:close/>
                <a:moveTo>
                  <a:pt x="4475" y="6869"/>
                </a:moveTo>
                <a:cubicBezTo>
                  <a:pt x="4664" y="6869"/>
                  <a:pt x="4821" y="7026"/>
                  <a:pt x="4821" y="7215"/>
                </a:cubicBezTo>
                <a:cubicBezTo>
                  <a:pt x="4821" y="7404"/>
                  <a:pt x="4664" y="7562"/>
                  <a:pt x="4475" y="7562"/>
                </a:cubicBezTo>
                <a:lnTo>
                  <a:pt x="3782" y="7562"/>
                </a:lnTo>
                <a:cubicBezTo>
                  <a:pt x="3593" y="7562"/>
                  <a:pt x="3435" y="7404"/>
                  <a:pt x="3435" y="7215"/>
                </a:cubicBezTo>
                <a:cubicBezTo>
                  <a:pt x="3435" y="7026"/>
                  <a:pt x="3593" y="6869"/>
                  <a:pt x="3782" y="6869"/>
                </a:cubicBezTo>
                <a:close/>
                <a:moveTo>
                  <a:pt x="6554" y="6869"/>
                </a:moveTo>
                <a:cubicBezTo>
                  <a:pt x="6743" y="6869"/>
                  <a:pt x="6901" y="7026"/>
                  <a:pt x="6901" y="7215"/>
                </a:cubicBezTo>
                <a:cubicBezTo>
                  <a:pt x="6901" y="7404"/>
                  <a:pt x="6743" y="7562"/>
                  <a:pt x="6554" y="7562"/>
                </a:cubicBezTo>
                <a:lnTo>
                  <a:pt x="5892" y="7562"/>
                </a:lnTo>
                <a:cubicBezTo>
                  <a:pt x="5672" y="7562"/>
                  <a:pt x="5514" y="7404"/>
                  <a:pt x="5514" y="7215"/>
                </a:cubicBezTo>
                <a:cubicBezTo>
                  <a:pt x="5514" y="7026"/>
                  <a:pt x="5672" y="6869"/>
                  <a:pt x="5892" y="6869"/>
                </a:cubicBezTo>
                <a:close/>
                <a:moveTo>
                  <a:pt x="694" y="1"/>
                </a:moveTo>
                <a:lnTo>
                  <a:pt x="694" y="95"/>
                </a:lnTo>
                <a:cubicBezTo>
                  <a:pt x="694" y="631"/>
                  <a:pt x="442" y="1198"/>
                  <a:pt x="64" y="1576"/>
                </a:cubicBezTo>
                <a:lnTo>
                  <a:pt x="1" y="1607"/>
                </a:lnTo>
                <a:lnTo>
                  <a:pt x="1" y="5860"/>
                </a:lnTo>
                <a:lnTo>
                  <a:pt x="64" y="5923"/>
                </a:lnTo>
                <a:cubicBezTo>
                  <a:pt x="442" y="6301"/>
                  <a:pt x="694" y="6869"/>
                  <a:pt x="694" y="7404"/>
                </a:cubicBezTo>
                <a:cubicBezTo>
                  <a:pt x="694" y="7971"/>
                  <a:pt x="442" y="8475"/>
                  <a:pt x="95" y="8853"/>
                </a:cubicBezTo>
                <a:lnTo>
                  <a:pt x="7184" y="8853"/>
                </a:lnTo>
                <a:cubicBezTo>
                  <a:pt x="7720" y="8853"/>
                  <a:pt x="8192" y="8381"/>
                  <a:pt x="8192" y="7845"/>
                </a:cubicBezTo>
                <a:lnTo>
                  <a:pt x="8192" y="946"/>
                </a:lnTo>
                <a:cubicBezTo>
                  <a:pt x="8255" y="473"/>
                  <a:pt x="7814" y="1"/>
                  <a:pt x="721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0" name="Google Shape;6289;p59">
            <a:extLst>
              <a:ext uri="{FF2B5EF4-FFF2-40B4-BE49-F238E27FC236}">
                <a16:creationId xmlns:a16="http://schemas.microsoft.com/office/drawing/2014/main" id="{428C59EC-FF26-103A-A225-F598BE46185A}"/>
              </a:ext>
            </a:extLst>
          </p:cNvPr>
          <p:cNvSpPr/>
          <p:nvPr/>
        </p:nvSpPr>
        <p:spPr>
          <a:xfrm>
            <a:off x="2537534" y="3552964"/>
            <a:ext cx="111901" cy="334670"/>
          </a:xfrm>
          <a:custGeom>
            <a:avLst/>
            <a:gdLst/>
            <a:ahLst/>
            <a:cxnLst/>
            <a:rect l="l" t="t" r="r" b="b"/>
            <a:pathLst>
              <a:path w="3466" h="10366" extrusionOk="0">
                <a:moveTo>
                  <a:pt x="1450" y="1"/>
                </a:moveTo>
                <a:cubicBezTo>
                  <a:pt x="662" y="1"/>
                  <a:pt x="0" y="662"/>
                  <a:pt x="0" y="1450"/>
                </a:cubicBezTo>
                <a:cubicBezTo>
                  <a:pt x="0" y="1860"/>
                  <a:pt x="158" y="2206"/>
                  <a:pt x="410" y="2490"/>
                </a:cubicBezTo>
                <a:lnTo>
                  <a:pt x="694" y="2773"/>
                </a:lnTo>
                <a:lnTo>
                  <a:pt x="694" y="7593"/>
                </a:lnTo>
                <a:lnTo>
                  <a:pt x="410" y="7877"/>
                </a:lnTo>
                <a:cubicBezTo>
                  <a:pt x="158" y="8161"/>
                  <a:pt x="0" y="8507"/>
                  <a:pt x="0" y="8917"/>
                </a:cubicBezTo>
                <a:cubicBezTo>
                  <a:pt x="0" y="9704"/>
                  <a:pt x="662" y="10366"/>
                  <a:pt x="1450" y="10366"/>
                </a:cubicBezTo>
                <a:lnTo>
                  <a:pt x="1985" y="10366"/>
                </a:lnTo>
                <a:cubicBezTo>
                  <a:pt x="2773" y="10366"/>
                  <a:pt x="3466" y="9704"/>
                  <a:pt x="3466" y="8917"/>
                </a:cubicBezTo>
                <a:cubicBezTo>
                  <a:pt x="3466" y="8507"/>
                  <a:pt x="3308" y="8161"/>
                  <a:pt x="3025" y="7877"/>
                </a:cubicBezTo>
                <a:lnTo>
                  <a:pt x="2741" y="7593"/>
                </a:lnTo>
                <a:lnTo>
                  <a:pt x="2741" y="2773"/>
                </a:lnTo>
                <a:lnTo>
                  <a:pt x="3025" y="2490"/>
                </a:lnTo>
                <a:cubicBezTo>
                  <a:pt x="3308" y="2206"/>
                  <a:pt x="3466" y="1860"/>
                  <a:pt x="3466" y="1450"/>
                </a:cubicBezTo>
                <a:cubicBezTo>
                  <a:pt x="3466" y="662"/>
                  <a:pt x="2773" y="1"/>
                  <a:pt x="198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01" name="Google Shape;6290;p59">
            <a:extLst>
              <a:ext uri="{FF2B5EF4-FFF2-40B4-BE49-F238E27FC236}">
                <a16:creationId xmlns:a16="http://schemas.microsoft.com/office/drawing/2014/main" id="{39B16522-2069-9C7B-C1E6-BD26789194A7}"/>
              </a:ext>
            </a:extLst>
          </p:cNvPr>
          <p:cNvSpPr/>
          <p:nvPr/>
        </p:nvSpPr>
        <p:spPr>
          <a:xfrm>
            <a:off x="2593484" y="3909974"/>
            <a:ext cx="120037" cy="22439"/>
          </a:xfrm>
          <a:custGeom>
            <a:avLst/>
            <a:gdLst/>
            <a:ahLst/>
            <a:cxnLst/>
            <a:rect l="l" t="t" r="r" b="b"/>
            <a:pathLst>
              <a:path w="3718" h="695" extrusionOk="0">
                <a:moveTo>
                  <a:pt x="0" y="1"/>
                </a:moveTo>
                <a:cubicBezTo>
                  <a:pt x="0" y="379"/>
                  <a:pt x="315" y="694"/>
                  <a:pt x="662" y="694"/>
                </a:cubicBezTo>
                <a:lnTo>
                  <a:pt x="3056" y="694"/>
                </a:lnTo>
                <a:cubicBezTo>
                  <a:pt x="3466" y="694"/>
                  <a:pt x="3718" y="379"/>
                  <a:pt x="371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4" name="Google Shape;6292;p59">
            <a:extLst>
              <a:ext uri="{FF2B5EF4-FFF2-40B4-BE49-F238E27FC236}">
                <a16:creationId xmlns:a16="http://schemas.microsoft.com/office/drawing/2014/main" id="{8ECF46E8-1209-142C-5772-9ACB35EFBB06}"/>
              </a:ext>
            </a:extLst>
          </p:cNvPr>
          <p:cNvSpPr/>
          <p:nvPr/>
        </p:nvSpPr>
        <p:spPr>
          <a:xfrm>
            <a:off x="2537034" y="4319347"/>
            <a:ext cx="200395" cy="44780"/>
          </a:xfrm>
          <a:custGeom>
            <a:avLst/>
            <a:gdLst/>
            <a:ahLst/>
            <a:cxnLst/>
            <a:rect l="l" t="t" r="r" b="b"/>
            <a:pathLst>
              <a:path w="6207" h="1387" extrusionOk="0">
                <a:moveTo>
                  <a:pt x="32" y="1"/>
                </a:moveTo>
                <a:lnTo>
                  <a:pt x="32" y="1040"/>
                </a:lnTo>
                <a:cubicBezTo>
                  <a:pt x="0" y="1292"/>
                  <a:pt x="158" y="1387"/>
                  <a:pt x="347" y="1387"/>
                </a:cubicBezTo>
                <a:lnTo>
                  <a:pt x="6207" y="1387"/>
                </a:lnTo>
                <a:lnTo>
                  <a:pt x="620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5" name="Google Shape;6293;p59">
            <a:extLst>
              <a:ext uri="{FF2B5EF4-FFF2-40B4-BE49-F238E27FC236}">
                <a16:creationId xmlns:a16="http://schemas.microsoft.com/office/drawing/2014/main" id="{242DE602-80A4-AF88-5EE5-B3F0AF31D5B2}"/>
              </a:ext>
            </a:extLst>
          </p:cNvPr>
          <p:cNvSpPr/>
          <p:nvPr/>
        </p:nvSpPr>
        <p:spPr>
          <a:xfrm>
            <a:off x="2537033" y="4054900"/>
            <a:ext cx="237006" cy="243140"/>
          </a:xfrm>
          <a:custGeom>
            <a:avLst/>
            <a:gdLst/>
            <a:ahLst/>
            <a:cxnLst/>
            <a:rect l="l" t="t" r="r" b="b"/>
            <a:pathLst>
              <a:path w="7341" h="7531" extrusionOk="0">
                <a:moveTo>
                  <a:pt x="4474" y="0"/>
                </a:moveTo>
                <a:cubicBezTo>
                  <a:pt x="3939" y="0"/>
                  <a:pt x="3466" y="473"/>
                  <a:pt x="3466" y="1040"/>
                </a:cubicBezTo>
                <a:cubicBezTo>
                  <a:pt x="3466" y="1576"/>
                  <a:pt x="3939" y="2080"/>
                  <a:pt x="4474" y="2080"/>
                </a:cubicBezTo>
                <a:cubicBezTo>
                  <a:pt x="4600" y="2080"/>
                  <a:pt x="4726" y="2017"/>
                  <a:pt x="4852" y="1985"/>
                </a:cubicBezTo>
                <a:lnTo>
                  <a:pt x="4852" y="2773"/>
                </a:lnTo>
                <a:lnTo>
                  <a:pt x="2741" y="2773"/>
                </a:lnTo>
                <a:cubicBezTo>
                  <a:pt x="1261" y="2773"/>
                  <a:pt x="0" y="4002"/>
                  <a:pt x="0" y="5482"/>
                </a:cubicBezTo>
                <a:lnTo>
                  <a:pt x="0" y="7530"/>
                </a:lnTo>
                <a:lnTo>
                  <a:pt x="6175" y="7530"/>
                </a:lnTo>
                <a:lnTo>
                  <a:pt x="6175" y="5167"/>
                </a:lnTo>
                <a:cubicBezTo>
                  <a:pt x="6175" y="4191"/>
                  <a:pt x="6648" y="3372"/>
                  <a:pt x="7341" y="2773"/>
                </a:cubicBezTo>
                <a:lnTo>
                  <a:pt x="5514" y="2773"/>
                </a:lnTo>
                <a:lnTo>
                  <a:pt x="5514" y="1040"/>
                </a:lnTo>
                <a:cubicBezTo>
                  <a:pt x="5514" y="505"/>
                  <a:pt x="5041" y="0"/>
                  <a:pt x="44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6" name="Google Shape;6294;p59">
            <a:extLst>
              <a:ext uri="{FF2B5EF4-FFF2-40B4-BE49-F238E27FC236}">
                <a16:creationId xmlns:a16="http://schemas.microsoft.com/office/drawing/2014/main" id="{75C8BFC3-C5C0-7988-C5D4-891D018429A4}"/>
              </a:ext>
            </a:extLst>
          </p:cNvPr>
          <p:cNvSpPr/>
          <p:nvPr/>
        </p:nvSpPr>
        <p:spPr>
          <a:xfrm>
            <a:off x="2648901" y="4386502"/>
            <a:ext cx="67186" cy="45781"/>
          </a:xfrm>
          <a:custGeom>
            <a:avLst/>
            <a:gdLst/>
            <a:ahLst/>
            <a:cxnLst/>
            <a:rect l="l" t="t" r="r" b="b"/>
            <a:pathLst>
              <a:path w="2081" h="1418" extrusionOk="0">
                <a:moveTo>
                  <a:pt x="32" y="0"/>
                </a:moveTo>
                <a:lnTo>
                  <a:pt x="32" y="1040"/>
                </a:lnTo>
                <a:lnTo>
                  <a:pt x="1" y="1040"/>
                </a:lnTo>
                <a:cubicBezTo>
                  <a:pt x="1" y="1260"/>
                  <a:pt x="159" y="1418"/>
                  <a:pt x="348" y="1418"/>
                </a:cubicBezTo>
                <a:lnTo>
                  <a:pt x="1734" y="1418"/>
                </a:lnTo>
                <a:cubicBezTo>
                  <a:pt x="1923" y="1418"/>
                  <a:pt x="2080" y="1260"/>
                  <a:pt x="2080" y="1040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7" name="Google Shape;6295;p59">
            <a:extLst>
              <a:ext uri="{FF2B5EF4-FFF2-40B4-BE49-F238E27FC236}">
                <a16:creationId xmlns:a16="http://schemas.microsoft.com/office/drawing/2014/main" id="{B47F56BA-218F-A8C6-4A98-92D820E8B008}"/>
              </a:ext>
            </a:extLst>
          </p:cNvPr>
          <p:cNvSpPr/>
          <p:nvPr/>
        </p:nvSpPr>
        <p:spPr>
          <a:xfrm>
            <a:off x="2758768" y="4144393"/>
            <a:ext cx="155648" cy="221768"/>
          </a:xfrm>
          <a:custGeom>
            <a:avLst/>
            <a:gdLst/>
            <a:ahLst/>
            <a:cxnLst/>
            <a:rect l="l" t="t" r="r" b="b"/>
            <a:pathLst>
              <a:path w="4821" h="6869" extrusionOk="0">
                <a:moveTo>
                  <a:pt x="3435" y="2017"/>
                </a:moveTo>
                <a:cubicBezTo>
                  <a:pt x="3624" y="2017"/>
                  <a:pt x="3781" y="2175"/>
                  <a:pt x="3781" y="2364"/>
                </a:cubicBezTo>
                <a:cubicBezTo>
                  <a:pt x="3750" y="2553"/>
                  <a:pt x="3592" y="2710"/>
                  <a:pt x="3435" y="2710"/>
                </a:cubicBezTo>
                <a:lnTo>
                  <a:pt x="1387" y="2710"/>
                </a:lnTo>
                <a:cubicBezTo>
                  <a:pt x="1198" y="2710"/>
                  <a:pt x="1040" y="2553"/>
                  <a:pt x="1040" y="2364"/>
                </a:cubicBezTo>
                <a:cubicBezTo>
                  <a:pt x="1040" y="2175"/>
                  <a:pt x="1198" y="2017"/>
                  <a:pt x="1387" y="2017"/>
                </a:cubicBezTo>
                <a:close/>
                <a:moveTo>
                  <a:pt x="3088" y="4128"/>
                </a:moveTo>
                <a:cubicBezTo>
                  <a:pt x="3466" y="4128"/>
                  <a:pt x="3750" y="4443"/>
                  <a:pt x="3750" y="4821"/>
                </a:cubicBezTo>
                <a:cubicBezTo>
                  <a:pt x="3750" y="5168"/>
                  <a:pt x="3466" y="5483"/>
                  <a:pt x="3088" y="5483"/>
                </a:cubicBezTo>
                <a:lnTo>
                  <a:pt x="1702" y="5483"/>
                </a:lnTo>
                <a:cubicBezTo>
                  <a:pt x="1324" y="5483"/>
                  <a:pt x="1040" y="5168"/>
                  <a:pt x="1040" y="4821"/>
                </a:cubicBezTo>
                <a:cubicBezTo>
                  <a:pt x="1040" y="4412"/>
                  <a:pt x="1355" y="4128"/>
                  <a:pt x="1702" y="4128"/>
                </a:cubicBezTo>
                <a:close/>
                <a:moveTo>
                  <a:pt x="2426" y="1"/>
                </a:moveTo>
                <a:cubicBezTo>
                  <a:pt x="1072" y="1"/>
                  <a:pt x="1" y="1072"/>
                  <a:pt x="1" y="2395"/>
                </a:cubicBezTo>
                <a:lnTo>
                  <a:pt x="1" y="6869"/>
                </a:lnTo>
                <a:lnTo>
                  <a:pt x="4474" y="6869"/>
                </a:lnTo>
                <a:cubicBezTo>
                  <a:pt x="4663" y="6869"/>
                  <a:pt x="4821" y="6711"/>
                  <a:pt x="4821" y="6491"/>
                </a:cubicBezTo>
                <a:lnTo>
                  <a:pt x="4821" y="2395"/>
                </a:lnTo>
                <a:cubicBezTo>
                  <a:pt x="4789" y="1072"/>
                  <a:pt x="3718" y="1"/>
                  <a:pt x="242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2" name="Google Shape;6297;p59">
            <a:extLst>
              <a:ext uri="{FF2B5EF4-FFF2-40B4-BE49-F238E27FC236}">
                <a16:creationId xmlns:a16="http://schemas.microsoft.com/office/drawing/2014/main" id="{56F1FFDE-1617-5F25-2DAB-14926132E662}"/>
              </a:ext>
            </a:extLst>
          </p:cNvPr>
          <p:cNvSpPr/>
          <p:nvPr/>
        </p:nvSpPr>
        <p:spPr>
          <a:xfrm>
            <a:off x="2535499" y="4548716"/>
            <a:ext cx="380450" cy="379417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5199" y="1"/>
                </a:moveTo>
                <a:cubicBezTo>
                  <a:pt x="5042" y="1"/>
                  <a:pt x="4916" y="127"/>
                  <a:pt x="4884" y="284"/>
                </a:cubicBezTo>
                <a:lnTo>
                  <a:pt x="4727" y="883"/>
                </a:lnTo>
                <a:cubicBezTo>
                  <a:pt x="4191" y="977"/>
                  <a:pt x="3655" y="1229"/>
                  <a:pt x="3151" y="1513"/>
                </a:cubicBezTo>
                <a:lnTo>
                  <a:pt x="2647" y="1229"/>
                </a:lnTo>
                <a:cubicBezTo>
                  <a:pt x="2599" y="1205"/>
                  <a:pt x="2542" y="1195"/>
                  <a:pt x="2482" y="1195"/>
                </a:cubicBezTo>
                <a:cubicBezTo>
                  <a:pt x="2386" y="1195"/>
                  <a:pt x="2284" y="1222"/>
                  <a:pt x="2206" y="1261"/>
                </a:cubicBezTo>
                <a:lnTo>
                  <a:pt x="1261" y="2206"/>
                </a:lnTo>
                <a:cubicBezTo>
                  <a:pt x="1135" y="2332"/>
                  <a:pt x="1135" y="2490"/>
                  <a:pt x="1230" y="2647"/>
                </a:cubicBezTo>
                <a:lnTo>
                  <a:pt x="1513" y="3151"/>
                </a:lnTo>
                <a:cubicBezTo>
                  <a:pt x="1198" y="3624"/>
                  <a:pt x="978" y="4191"/>
                  <a:pt x="883" y="4726"/>
                </a:cubicBezTo>
                <a:lnTo>
                  <a:pt x="284" y="4884"/>
                </a:lnTo>
                <a:cubicBezTo>
                  <a:pt x="127" y="4947"/>
                  <a:pt x="1" y="5041"/>
                  <a:pt x="1" y="5199"/>
                </a:cubicBezTo>
                <a:lnTo>
                  <a:pt x="1" y="6585"/>
                </a:lnTo>
                <a:cubicBezTo>
                  <a:pt x="1" y="6743"/>
                  <a:pt x="127" y="6869"/>
                  <a:pt x="284" y="6900"/>
                </a:cubicBezTo>
                <a:lnTo>
                  <a:pt x="883" y="7058"/>
                </a:lnTo>
                <a:cubicBezTo>
                  <a:pt x="946" y="7404"/>
                  <a:pt x="1072" y="7782"/>
                  <a:pt x="1230" y="8129"/>
                </a:cubicBezTo>
                <a:cubicBezTo>
                  <a:pt x="1504" y="7854"/>
                  <a:pt x="2843" y="6486"/>
                  <a:pt x="2841" y="6486"/>
                </a:cubicBezTo>
                <a:lnTo>
                  <a:pt x="2841" y="6486"/>
                </a:lnTo>
                <a:cubicBezTo>
                  <a:pt x="2841" y="6486"/>
                  <a:pt x="2839" y="6488"/>
                  <a:pt x="2836" y="6491"/>
                </a:cubicBezTo>
                <a:cubicBezTo>
                  <a:pt x="2836" y="6459"/>
                  <a:pt x="2805" y="6050"/>
                  <a:pt x="2805" y="5955"/>
                </a:cubicBezTo>
                <a:cubicBezTo>
                  <a:pt x="2773" y="4222"/>
                  <a:pt x="4191" y="2836"/>
                  <a:pt x="5861" y="2836"/>
                </a:cubicBezTo>
                <a:cubicBezTo>
                  <a:pt x="7562" y="2836"/>
                  <a:pt x="8948" y="4222"/>
                  <a:pt x="8948" y="5924"/>
                </a:cubicBezTo>
                <a:cubicBezTo>
                  <a:pt x="8948" y="7499"/>
                  <a:pt x="7751" y="8822"/>
                  <a:pt x="6113" y="8948"/>
                </a:cubicBezTo>
                <a:cubicBezTo>
                  <a:pt x="6066" y="8948"/>
                  <a:pt x="5963" y="8956"/>
                  <a:pt x="5821" y="8956"/>
                </a:cubicBezTo>
                <a:cubicBezTo>
                  <a:pt x="5680" y="8956"/>
                  <a:pt x="5499" y="8948"/>
                  <a:pt x="5294" y="8917"/>
                </a:cubicBezTo>
                <a:lnTo>
                  <a:pt x="3655" y="10523"/>
                </a:lnTo>
                <a:cubicBezTo>
                  <a:pt x="4034" y="10681"/>
                  <a:pt x="4349" y="10807"/>
                  <a:pt x="4727" y="10870"/>
                </a:cubicBezTo>
                <a:lnTo>
                  <a:pt x="4884" y="11468"/>
                </a:lnTo>
                <a:cubicBezTo>
                  <a:pt x="4916" y="11626"/>
                  <a:pt x="5042" y="11752"/>
                  <a:pt x="5199" y="11752"/>
                </a:cubicBezTo>
                <a:lnTo>
                  <a:pt x="6585" y="11752"/>
                </a:lnTo>
                <a:cubicBezTo>
                  <a:pt x="6743" y="11752"/>
                  <a:pt x="6869" y="11626"/>
                  <a:pt x="6901" y="11468"/>
                </a:cubicBezTo>
                <a:lnTo>
                  <a:pt x="7058" y="10870"/>
                </a:lnTo>
                <a:cubicBezTo>
                  <a:pt x="7594" y="10775"/>
                  <a:pt x="8129" y="10523"/>
                  <a:pt x="8633" y="10240"/>
                </a:cubicBezTo>
                <a:lnTo>
                  <a:pt x="9137" y="10523"/>
                </a:lnTo>
                <a:cubicBezTo>
                  <a:pt x="9185" y="10547"/>
                  <a:pt x="9243" y="10558"/>
                  <a:pt x="9302" y="10558"/>
                </a:cubicBezTo>
                <a:cubicBezTo>
                  <a:pt x="9399" y="10558"/>
                  <a:pt x="9501" y="10531"/>
                  <a:pt x="9578" y="10492"/>
                </a:cubicBezTo>
                <a:lnTo>
                  <a:pt x="10524" y="9547"/>
                </a:lnTo>
                <a:cubicBezTo>
                  <a:pt x="10650" y="9421"/>
                  <a:pt x="10650" y="9263"/>
                  <a:pt x="10555" y="9106"/>
                </a:cubicBezTo>
                <a:lnTo>
                  <a:pt x="10303" y="8601"/>
                </a:lnTo>
                <a:cubicBezTo>
                  <a:pt x="10618" y="8129"/>
                  <a:pt x="10807" y="7562"/>
                  <a:pt x="10933" y="7026"/>
                </a:cubicBezTo>
                <a:lnTo>
                  <a:pt x="11500" y="6869"/>
                </a:lnTo>
                <a:cubicBezTo>
                  <a:pt x="11658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752" y="5041"/>
                  <a:pt x="11658" y="4915"/>
                  <a:pt x="11500" y="4884"/>
                </a:cubicBezTo>
                <a:lnTo>
                  <a:pt x="10902" y="4726"/>
                </a:lnTo>
                <a:cubicBezTo>
                  <a:pt x="10807" y="4191"/>
                  <a:pt x="10555" y="3687"/>
                  <a:pt x="10272" y="3151"/>
                </a:cubicBezTo>
                <a:lnTo>
                  <a:pt x="10555" y="2647"/>
                </a:lnTo>
                <a:cubicBezTo>
                  <a:pt x="10650" y="2521"/>
                  <a:pt x="10587" y="2332"/>
                  <a:pt x="10524" y="2206"/>
                </a:cubicBezTo>
                <a:lnTo>
                  <a:pt x="9578" y="1261"/>
                </a:lnTo>
                <a:cubicBezTo>
                  <a:pt x="9509" y="1209"/>
                  <a:pt x="9430" y="1185"/>
                  <a:pt x="9347" y="1185"/>
                </a:cubicBezTo>
                <a:cubicBezTo>
                  <a:pt x="9279" y="1185"/>
                  <a:pt x="9208" y="1201"/>
                  <a:pt x="9137" y="1229"/>
                </a:cubicBezTo>
                <a:lnTo>
                  <a:pt x="8633" y="1513"/>
                </a:lnTo>
                <a:cubicBezTo>
                  <a:pt x="8161" y="1198"/>
                  <a:pt x="7594" y="977"/>
                  <a:pt x="7058" y="883"/>
                </a:cubicBezTo>
                <a:lnTo>
                  <a:pt x="6901" y="284"/>
                </a:lnTo>
                <a:cubicBezTo>
                  <a:pt x="6869" y="127"/>
                  <a:pt x="6743" y="1"/>
                  <a:pt x="658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3" name="Google Shape;6298;p59">
            <a:extLst>
              <a:ext uri="{FF2B5EF4-FFF2-40B4-BE49-F238E27FC236}">
                <a16:creationId xmlns:a16="http://schemas.microsoft.com/office/drawing/2014/main" id="{C4D7072F-640C-3542-7CC6-860A10FE7CFA}"/>
              </a:ext>
            </a:extLst>
          </p:cNvPr>
          <p:cNvSpPr/>
          <p:nvPr/>
        </p:nvSpPr>
        <p:spPr>
          <a:xfrm>
            <a:off x="2535499" y="4662360"/>
            <a:ext cx="277718" cy="264772"/>
          </a:xfrm>
          <a:custGeom>
            <a:avLst/>
            <a:gdLst/>
            <a:ahLst/>
            <a:cxnLst/>
            <a:rect l="l" t="t" r="r" b="b"/>
            <a:pathLst>
              <a:path w="8602" h="8201" extrusionOk="0">
                <a:moveTo>
                  <a:pt x="5939" y="0"/>
                </a:moveTo>
                <a:cubicBezTo>
                  <a:pt x="4729" y="0"/>
                  <a:pt x="3750" y="854"/>
                  <a:pt x="3561" y="1963"/>
                </a:cubicBezTo>
                <a:cubicBezTo>
                  <a:pt x="3466" y="2404"/>
                  <a:pt x="3498" y="2813"/>
                  <a:pt x="3624" y="3223"/>
                </a:cubicBezTo>
                <a:lnTo>
                  <a:pt x="410" y="6468"/>
                </a:lnTo>
                <a:cubicBezTo>
                  <a:pt x="1" y="6846"/>
                  <a:pt x="1" y="7507"/>
                  <a:pt x="410" y="7917"/>
                </a:cubicBezTo>
                <a:cubicBezTo>
                  <a:pt x="600" y="8106"/>
                  <a:pt x="852" y="8200"/>
                  <a:pt x="1111" y="8200"/>
                </a:cubicBezTo>
                <a:cubicBezTo>
                  <a:pt x="1371" y="8200"/>
                  <a:pt x="1639" y="8106"/>
                  <a:pt x="1860" y="7917"/>
                </a:cubicBezTo>
                <a:lnTo>
                  <a:pt x="5136" y="4640"/>
                </a:lnTo>
                <a:cubicBezTo>
                  <a:pt x="5388" y="4735"/>
                  <a:pt x="5664" y="4782"/>
                  <a:pt x="5947" y="4782"/>
                </a:cubicBezTo>
                <a:cubicBezTo>
                  <a:pt x="6231" y="4782"/>
                  <a:pt x="6522" y="4735"/>
                  <a:pt x="6806" y="4640"/>
                </a:cubicBezTo>
                <a:cubicBezTo>
                  <a:pt x="7846" y="4294"/>
                  <a:pt x="8602" y="3065"/>
                  <a:pt x="8224" y="1773"/>
                </a:cubicBezTo>
                <a:cubicBezTo>
                  <a:pt x="8192" y="1647"/>
                  <a:pt x="8129" y="1553"/>
                  <a:pt x="8003" y="1521"/>
                </a:cubicBezTo>
                <a:cubicBezTo>
                  <a:pt x="7972" y="1514"/>
                  <a:pt x="7942" y="1510"/>
                  <a:pt x="7914" y="1510"/>
                </a:cubicBezTo>
                <a:cubicBezTo>
                  <a:pt x="7830" y="1510"/>
                  <a:pt x="7759" y="1545"/>
                  <a:pt x="7688" y="1616"/>
                </a:cubicBezTo>
                <a:lnTo>
                  <a:pt x="6901" y="2404"/>
                </a:lnTo>
                <a:cubicBezTo>
                  <a:pt x="6759" y="2530"/>
                  <a:pt x="6578" y="2593"/>
                  <a:pt x="6400" y="2593"/>
                </a:cubicBezTo>
                <a:cubicBezTo>
                  <a:pt x="6223" y="2593"/>
                  <a:pt x="6050" y="2530"/>
                  <a:pt x="5924" y="2404"/>
                </a:cubicBezTo>
                <a:cubicBezTo>
                  <a:pt x="5640" y="2120"/>
                  <a:pt x="5640" y="1679"/>
                  <a:pt x="5924" y="1395"/>
                </a:cubicBezTo>
                <a:lnTo>
                  <a:pt x="6711" y="608"/>
                </a:lnTo>
                <a:cubicBezTo>
                  <a:pt x="6774" y="545"/>
                  <a:pt x="6806" y="419"/>
                  <a:pt x="6774" y="293"/>
                </a:cubicBezTo>
                <a:cubicBezTo>
                  <a:pt x="6743" y="198"/>
                  <a:pt x="6648" y="104"/>
                  <a:pt x="6554" y="72"/>
                </a:cubicBezTo>
                <a:cubicBezTo>
                  <a:pt x="6344" y="23"/>
                  <a:pt x="6139" y="0"/>
                  <a:pt x="59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7" name="Google Shape;6300;p59">
            <a:extLst>
              <a:ext uri="{FF2B5EF4-FFF2-40B4-BE49-F238E27FC236}">
                <a16:creationId xmlns:a16="http://schemas.microsoft.com/office/drawing/2014/main" id="{C4254C81-D412-B8C6-8A29-2084E4127674}"/>
              </a:ext>
            </a:extLst>
          </p:cNvPr>
          <p:cNvSpPr/>
          <p:nvPr/>
        </p:nvSpPr>
        <p:spPr>
          <a:xfrm>
            <a:off x="4183614" y="4639259"/>
            <a:ext cx="155680" cy="155195"/>
          </a:xfrm>
          <a:custGeom>
            <a:avLst/>
            <a:gdLst/>
            <a:ahLst/>
            <a:cxnLst/>
            <a:rect l="l" t="t" r="r" b="b"/>
            <a:pathLst>
              <a:path w="4822" h="4807" extrusionOk="0">
                <a:moveTo>
                  <a:pt x="1041" y="0"/>
                </a:moveTo>
                <a:cubicBezTo>
                  <a:pt x="474" y="0"/>
                  <a:pt x="1" y="473"/>
                  <a:pt x="1" y="1040"/>
                </a:cubicBezTo>
                <a:lnTo>
                  <a:pt x="1" y="2426"/>
                </a:lnTo>
                <a:cubicBezTo>
                  <a:pt x="1" y="2962"/>
                  <a:pt x="474" y="3434"/>
                  <a:pt x="1041" y="3434"/>
                </a:cubicBezTo>
                <a:lnTo>
                  <a:pt x="1387" y="3434"/>
                </a:lnTo>
                <a:lnTo>
                  <a:pt x="1387" y="4474"/>
                </a:lnTo>
                <a:cubicBezTo>
                  <a:pt x="1387" y="4631"/>
                  <a:pt x="1482" y="4726"/>
                  <a:pt x="1576" y="4789"/>
                </a:cubicBezTo>
                <a:cubicBezTo>
                  <a:pt x="1618" y="4799"/>
                  <a:pt x="1664" y="4806"/>
                  <a:pt x="1709" y="4806"/>
                </a:cubicBezTo>
                <a:cubicBezTo>
                  <a:pt x="1800" y="4806"/>
                  <a:pt x="1891" y="4778"/>
                  <a:pt x="1954" y="4694"/>
                </a:cubicBezTo>
                <a:lnTo>
                  <a:pt x="3214" y="3434"/>
                </a:lnTo>
                <a:lnTo>
                  <a:pt x="3750" y="3434"/>
                </a:lnTo>
                <a:cubicBezTo>
                  <a:pt x="4317" y="3434"/>
                  <a:pt x="4790" y="2962"/>
                  <a:pt x="4790" y="2426"/>
                </a:cubicBezTo>
                <a:lnTo>
                  <a:pt x="4790" y="1040"/>
                </a:lnTo>
                <a:cubicBezTo>
                  <a:pt x="4821" y="473"/>
                  <a:pt x="4380" y="0"/>
                  <a:pt x="37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8" name="Google Shape;6301;p59">
            <a:extLst>
              <a:ext uri="{FF2B5EF4-FFF2-40B4-BE49-F238E27FC236}">
                <a16:creationId xmlns:a16="http://schemas.microsoft.com/office/drawing/2014/main" id="{B2C60AA1-A94F-2BAB-8DF5-6C4BC96DA512}"/>
              </a:ext>
            </a:extLst>
          </p:cNvPr>
          <p:cNvSpPr/>
          <p:nvPr/>
        </p:nvSpPr>
        <p:spPr>
          <a:xfrm>
            <a:off x="3962911" y="4639259"/>
            <a:ext cx="154646" cy="155195"/>
          </a:xfrm>
          <a:custGeom>
            <a:avLst/>
            <a:gdLst/>
            <a:ahLst/>
            <a:cxnLst/>
            <a:rect l="l" t="t" r="r" b="b"/>
            <a:pathLst>
              <a:path w="4790" h="4807" extrusionOk="0">
                <a:moveTo>
                  <a:pt x="1009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2395"/>
                </a:lnTo>
                <a:cubicBezTo>
                  <a:pt x="0" y="2962"/>
                  <a:pt x="473" y="3434"/>
                  <a:pt x="1009" y="3434"/>
                </a:cubicBezTo>
                <a:lnTo>
                  <a:pt x="1576" y="3434"/>
                </a:lnTo>
                <a:lnTo>
                  <a:pt x="2836" y="4694"/>
                </a:lnTo>
                <a:cubicBezTo>
                  <a:pt x="2920" y="4778"/>
                  <a:pt x="3018" y="4806"/>
                  <a:pt x="3102" y="4806"/>
                </a:cubicBezTo>
                <a:cubicBezTo>
                  <a:pt x="3144" y="4806"/>
                  <a:pt x="3182" y="4799"/>
                  <a:pt x="3214" y="4789"/>
                </a:cubicBezTo>
                <a:cubicBezTo>
                  <a:pt x="3340" y="4726"/>
                  <a:pt x="3434" y="4568"/>
                  <a:pt x="3434" y="4474"/>
                </a:cubicBezTo>
                <a:lnTo>
                  <a:pt x="3434" y="3434"/>
                </a:lnTo>
                <a:lnTo>
                  <a:pt x="3781" y="3434"/>
                </a:lnTo>
                <a:cubicBezTo>
                  <a:pt x="4348" y="3434"/>
                  <a:pt x="4789" y="2962"/>
                  <a:pt x="4789" y="2395"/>
                </a:cubicBezTo>
                <a:lnTo>
                  <a:pt x="4789" y="1040"/>
                </a:lnTo>
                <a:cubicBezTo>
                  <a:pt x="4789" y="473"/>
                  <a:pt x="4348" y="0"/>
                  <a:pt x="378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9" name="Google Shape;6302;p59">
            <a:extLst>
              <a:ext uri="{FF2B5EF4-FFF2-40B4-BE49-F238E27FC236}">
                <a16:creationId xmlns:a16="http://schemas.microsoft.com/office/drawing/2014/main" id="{D26E3E8A-59E5-7C35-367C-C64A40B61FAF}"/>
              </a:ext>
            </a:extLst>
          </p:cNvPr>
          <p:cNvSpPr/>
          <p:nvPr/>
        </p:nvSpPr>
        <p:spPr>
          <a:xfrm>
            <a:off x="4030033" y="4859961"/>
            <a:ext cx="243140" cy="67154"/>
          </a:xfrm>
          <a:custGeom>
            <a:avLst/>
            <a:gdLst/>
            <a:ahLst/>
            <a:cxnLst/>
            <a:rect l="l" t="t" r="r" b="b"/>
            <a:pathLst>
              <a:path w="7531" h="2080" extrusionOk="0">
                <a:moveTo>
                  <a:pt x="1" y="1"/>
                </a:moveTo>
                <a:lnTo>
                  <a:pt x="1" y="1040"/>
                </a:lnTo>
                <a:cubicBezTo>
                  <a:pt x="1" y="1607"/>
                  <a:pt x="473" y="2080"/>
                  <a:pt x="1040" y="2080"/>
                </a:cubicBezTo>
                <a:lnTo>
                  <a:pt x="6491" y="2080"/>
                </a:lnTo>
                <a:cubicBezTo>
                  <a:pt x="7058" y="2080"/>
                  <a:pt x="7530" y="1607"/>
                  <a:pt x="7530" y="1040"/>
                </a:cubicBezTo>
                <a:lnTo>
                  <a:pt x="753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0" name="Google Shape;6303;p59">
            <a:extLst>
              <a:ext uri="{FF2B5EF4-FFF2-40B4-BE49-F238E27FC236}">
                <a16:creationId xmlns:a16="http://schemas.microsoft.com/office/drawing/2014/main" id="{6C59D89B-04AA-62B5-BC7B-32C1C0988CAC}"/>
              </a:ext>
            </a:extLst>
          </p:cNvPr>
          <p:cNvSpPr/>
          <p:nvPr/>
        </p:nvSpPr>
        <p:spPr>
          <a:xfrm>
            <a:off x="4030033" y="4549732"/>
            <a:ext cx="243140" cy="44780"/>
          </a:xfrm>
          <a:custGeom>
            <a:avLst/>
            <a:gdLst/>
            <a:ahLst/>
            <a:cxnLst/>
            <a:rect l="l" t="t" r="r" b="b"/>
            <a:pathLst>
              <a:path w="7531" h="1387" extrusionOk="0">
                <a:moveTo>
                  <a:pt x="1040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1387"/>
                </a:lnTo>
                <a:lnTo>
                  <a:pt x="7530" y="1387"/>
                </a:lnTo>
                <a:lnTo>
                  <a:pt x="7530" y="1040"/>
                </a:lnTo>
                <a:cubicBezTo>
                  <a:pt x="7530" y="505"/>
                  <a:pt x="7058" y="1"/>
                  <a:pt x="64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91" name="Google Shape;6304;p59">
            <a:extLst>
              <a:ext uri="{FF2B5EF4-FFF2-40B4-BE49-F238E27FC236}">
                <a16:creationId xmlns:a16="http://schemas.microsoft.com/office/drawing/2014/main" id="{88D6FD9C-F0CA-33DC-5AC7-ACA85CD48073}"/>
              </a:ext>
            </a:extLst>
          </p:cNvPr>
          <p:cNvSpPr/>
          <p:nvPr/>
        </p:nvSpPr>
        <p:spPr>
          <a:xfrm>
            <a:off x="4029031" y="4616886"/>
            <a:ext cx="243108" cy="220735"/>
          </a:xfrm>
          <a:custGeom>
            <a:avLst/>
            <a:gdLst/>
            <a:ahLst/>
            <a:cxnLst/>
            <a:rect l="l" t="t" r="r" b="b"/>
            <a:pathLst>
              <a:path w="7530" h="6837" extrusionOk="0">
                <a:moveTo>
                  <a:pt x="1733" y="0"/>
                </a:moveTo>
                <a:cubicBezTo>
                  <a:pt x="2678" y="0"/>
                  <a:pt x="3434" y="756"/>
                  <a:pt x="3434" y="1701"/>
                </a:cubicBezTo>
                <a:lnTo>
                  <a:pt x="3434" y="3056"/>
                </a:lnTo>
                <a:cubicBezTo>
                  <a:pt x="3434" y="3907"/>
                  <a:pt x="2836" y="4568"/>
                  <a:pt x="2048" y="4757"/>
                </a:cubicBezTo>
                <a:lnTo>
                  <a:pt x="2048" y="5167"/>
                </a:lnTo>
                <a:cubicBezTo>
                  <a:pt x="2048" y="5576"/>
                  <a:pt x="1828" y="5954"/>
                  <a:pt x="1418" y="6112"/>
                </a:cubicBezTo>
                <a:cubicBezTo>
                  <a:pt x="1307" y="6162"/>
                  <a:pt x="1184" y="6187"/>
                  <a:pt x="1058" y="6187"/>
                </a:cubicBezTo>
                <a:cubicBezTo>
                  <a:pt x="789" y="6187"/>
                  <a:pt x="508" y="6075"/>
                  <a:pt x="315" y="5860"/>
                </a:cubicBezTo>
                <a:lnTo>
                  <a:pt x="0" y="5545"/>
                </a:lnTo>
                <a:lnTo>
                  <a:pt x="0" y="6837"/>
                </a:lnTo>
                <a:lnTo>
                  <a:pt x="7530" y="6837"/>
                </a:lnTo>
                <a:lnTo>
                  <a:pt x="7530" y="5545"/>
                </a:lnTo>
                <a:lnTo>
                  <a:pt x="7215" y="5860"/>
                </a:lnTo>
                <a:cubicBezTo>
                  <a:pt x="7022" y="6075"/>
                  <a:pt x="6756" y="6187"/>
                  <a:pt x="6496" y="6187"/>
                </a:cubicBezTo>
                <a:cubicBezTo>
                  <a:pt x="6374" y="6187"/>
                  <a:pt x="6254" y="6162"/>
                  <a:pt x="6144" y="6112"/>
                </a:cubicBezTo>
                <a:cubicBezTo>
                  <a:pt x="5734" y="5954"/>
                  <a:pt x="5514" y="5576"/>
                  <a:pt x="5514" y="5167"/>
                </a:cubicBezTo>
                <a:lnTo>
                  <a:pt x="5514" y="4757"/>
                </a:lnTo>
                <a:cubicBezTo>
                  <a:pt x="4726" y="4600"/>
                  <a:pt x="4127" y="3907"/>
                  <a:pt x="4127" y="3056"/>
                </a:cubicBezTo>
                <a:lnTo>
                  <a:pt x="4127" y="1701"/>
                </a:lnTo>
                <a:cubicBezTo>
                  <a:pt x="4127" y="756"/>
                  <a:pt x="4884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4" name="Google Shape;6306;p59">
            <a:extLst>
              <a:ext uri="{FF2B5EF4-FFF2-40B4-BE49-F238E27FC236}">
                <a16:creationId xmlns:a16="http://schemas.microsoft.com/office/drawing/2014/main" id="{F2D2F167-603E-4534-C9C3-011E723E2B82}"/>
              </a:ext>
            </a:extLst>
          </p:cNvPr>
          <p:cNvSpPr/>
          <p:nvPr/>
        </p:nvSpPr>
        <p:spPr>
          <a:xfrm>
            <a:off x="2158432" y="2675569"/>
            <a:ext cx="196327" cy="197360"/>
          </a:xfrm>
          <a:custGeom>
            <a:avLst/>
            <a:gdLst/>
            <a:ahLst/>
            <a:cxnLst/>
            <a:rect l="l" t="t" r="r" b="b"/>
            <a:pathLst>
              <a:path w="6081" h="6113" extrusionOk="0">
                <a:moveTo>
                  <a:pt x="3025" y="1387"/>
                </a:moveTo>
                <a:cubicBezTo>
                  <a:pt x="3970" y="1387"/>
                  <a:pt x="4726" y="2143"/>
                  <a:pt x="4726" y="3088"/>
                </a:cubicBezTo>
                <a:cubicBezTo>
                  <a:pt x="4726" y="4033"/>
                  <a:pt x="3970" y="4789"/>
                  <a:pt x="3025" y="4789"/>
                </a:cubicBezTo>
                <a:cubicBezTo>
                  <a:pt x="2080" y="4789"/>
                  <a:pt x="1324" y="4033"/>
                  <a:pt x="1324" y="3088"/>
                </a:cubicBezTo>
                <a:cubicBezTo>
                  <a:pt x="1324" y="2143"/>
                  <a:pt x="2080" y="1387"/>
                  <a:pt x="3025" y="1387"/>
                </a:cubicBezTo>
                <a:close/>
                <a:moveTo>
                  <a:pt x="2710" y="0"/>
                </a:moveTo>
                <a:lnTo>
                  <a:pt x="2710" y="442"/>
                </a:lnTo>
                <a:cubicBezTo>
                  <a:pt x="2710" y="599"/>
                  <a:pt x="2584" y="725"/>
                  <a:pt x="2426" y="757"/>
                </a:cubicBezTo>
                <a:cubicBezTo>
                  <a:pt x="2237" y="788"/>
                  <a:pt x="2017" y="914"/>
                  <a:pt x="1859" y="1009"/>
                </a:cubicBezTo>
                <a:cubicBezTo>
                  <a:pt x="1815" y="1031"/>
                  <a:pt x="1762" y="1041"/>
                  <a:pt x="1707" y="1041"/>
                </a:cubicBezTo>
                <a:cubicBezTo>
                  <a:pt x="1607" y="1041"/>
                  <a:pt x="1500" y="1007"/>
                  <a:pt x="1418" y="946"/>
                </a:cubicBezTo>
                <a:lnTo>
                  <a:pt x="1103" y="631"/>
                </a:lnTo>
                <a:lnTo>
                  <a:pt x="631" y="1103"/>
                </a:lnTo>
                <a:lnTo>
                  <a:pt x="946" y="1418"/>
                </a:lnTo>
                <a:cubicBezTo>
                  <a:pt x="1072" y="1544"/>
                  <a:pt x="1072" y="1702"/>
                  <a:pt x="977" y="1859"/>
                </a:cubicBezTo>
                <a:cubicBezTo>
                  <a:pt x="851" y="2048"/>
                  <a:pt x="788" y="2269"/>
                  <a:pt x="757" y="2458"/>
                </a:cubicBezTo>
                <a:cubicBezTo>
                  <a:pt x="694" y="2615"/>
                  <a:pt x="599" y="2710"/>
                  <a:pt x="442" y="2710"/>
                </a:cubicBezTo>
                <a:lnTo>
                  <a:pt x="1" y="2710"/>
                </a:lnTo>
                <a:lnTo>
                  <a:pt x="1" y="3403"/>
                </a:lnTo>
                <a:lnTo>
                  <a:pt x="442" y="3403"/>
                </a:lnTo>
                <a:cubicBezTo>
                  <a:pt x="599" y="3403"/>
                  <a:pt x="694" y="3498"/>
                  <a:pt x="757" y="3655"/>
                </a:cubicBezTo>
                <a:cubicBezTo>
                  <a:pt x="788" y="3876"/>
                  <a:pt x="914" y="4096"/>
                  <a:pt x="977" y="4254"/>
                </a:cubicBezTo>
                <a:cubicBezTo>
                  <a:pt x="1072" y="4380"/>
                  <a:pt x="1009" y="4569"/>
                  <a:pt x="946" y="4695"/>
                </a:cubicBezTo>
                <a:lnTo>
                  <a:pt x="631" y="5010"/>
                </a:lnTo>
                <a:lnTo>
                  <a:pt x="1103" y="5482"/>
                </a:lnTo>
                <a:lnTo>
                  <a:pt x="1418" y="5167"/>
                </a:lnTo>
                <a:cubicBezTo>
                  <a:pt x="1486" y="5100"/>
                  <a:pt x="1562" y="5068"/>
                  <a:pt x="1643" y="5068"/>
                </a:cubicBezTo>
                <a:cubicBezTo>
                  <a:pt x="1713" y="5068"/>
                  <a:pt x="1786" y="5092"/>
                  <a:pt x="1859" y="5136"/>
                </a:cubicBezTo>
                <a:cubicBezTo>
                  <a:pt x="2048" y="5230"/>
                  <a:pt x="2237" y="5325"/>
                  <a:pt x="2426" y="5356"/>
                </a:cubicBezTo>
                <a:cubicBezTo>
                  <a:pt x="2584" y="5419"/>
                  <a:pt x="2710" y="5514"/>
                  <a:pt x="2710" y="5671"/>
                </a:cubicBezTo>
                <a:lnTo>
                  <a:pt x="2710" y="6112"/>
                </a:lnTo>
                <a:lnTo>
                  <a:pt x="3372" y="6112"/>
                </a:lnTo>
                <a:lnTo>
                  <a:pt x="3372" y="5734"/>
                </a:lnTo>
                <a:cubicBezTo>
                  <a:pt x="3372" y="5577"/>
                  <a:pt x="3498" y="5451"/>
                  <a:pt x="3655" y="5419"/>
                </a:cubicBezTo>
                <a:cubicBezTo>
                  <a:pt x="3844" y="5356"/>
                  <a:pt x="4096" y="5262"/>
                  <a:pt x="4254" y="5167"/>
                </a:cubicBezTo>
                <a:cubicBezTo>
                  <a:pt x="4300" y="5133"/>
                  <a:pt x="4355" y="5119"/>
                  <a:pt x="4410" y="5119"/>
                </a:cubicBezTo>
                <a:cubicBezTo>
                  <a:pt x="4506" y="5119"/>
                  <a:pt x="4603" y="5159"/>
                  <a:pt x="4663" y="5199"/>
                </a:cubicBezTo>
                <a:lnTo>
                  <a:pt x="5010" y="5514"/>
                </a:lnTo>
                <a:lnTo>
                  <a:pt x="5451" y="5041"/>
                </a:lnTo>
                <a:lnTo>
                  <a:pt x="5136" y="4726"/>
                </a:lnTo>
                <a:cubicBezTo>
                  <a:pt x="5041" y="4632"/>
                  <a:pt x="5041" y="4474"/>
                  <a:pt x="5104" y="4285"/>
                </a:cubicBezTo>
                <a:cubicBezTo>
                  <a:pt x="5230" y="4096"/>
                  <a:pt x="5293" y="3907"/>
                  <a:pt x="5356" y="3718"/>
                </a:cubicBezTo>
                <a:cubicBezTo>
                  <a:pt x="5388" y="3561"/>
                  <a:pt x="5514" y="3434"/>
                  <a:pt x="5671" y="3434"/>
                </a:cubicBezTo>
                <a:lnTo>
                  <a:pt x="6081" y="3434"/>
                </a:lnTo>
                <a:lnTo>
                  <a:pt x="6081" y="2773"/>
                </a:lnTo>
                <a:lnTo>
                  <a:pt x="5671" y="2773"/>
                </a:lnTo>
                <a:cubicBezTo>
                  <a:pt x="5514" y="2710"/>
                  <a:pt x="5388" y="2615"/>
                  <a:pt x="5356" y="2458"/>
                </a:cubicBezTo>
                <a:cubicBezTo>
                  <a:pt x="5293" y="2269"/>
                  <a:pt x="5199" y="2017"/>
                  <a:pt x="5104" y="1859"/>
                </a:cubicBezTo>
                <a:cubicBezTo>
                  <a:pt x="5041" y="1733"/>
                  <a:pt x="5073" y="1544"/>
                  <a:pt x="5136" y="1418"/>
                </a:cubicBezTo>
                <a:lnTo>
                  <a:pt x="5451" y="1103"/>
                </a:lnTo>
                <a:lnTo>
                  <a:pt x="5010" y="631"/>
                </a:lnTo>
                <a:lnTo>
                  <a:pt x="4663" y="946"/>
                </a:lnTo>
                <a:cubicBezTo>
                  <a:pt x="4608" y="1019"/>
                  <a:pt x="4531" y="1050"/>
                  <a:pt x="4445" y="1050"/>
                </a:cubicBezTo>
                <a:cubicBezTo>
                  <a:pt x="4384" y="1050"/>
                  <a:pt x="4319" y="1035"/>
                  <a:pt x="4254" y="1009"/>
                </a:cubicBezTo>
                <a:cubicBezTo>
                  <a:pt x="4033" y="883"/>
                  <a:pt x="3844" y="788"/>
                  <a:pt x="3655" y="757"/>
                </a:cubicBezTo>
                <a:cubicBezTo>
                  <a:pt x="3498" y="725"/>
                  <a:pt x="3372" y="599"/>
                  <a:pt x="3372" y="442"/>
                </a:cubicBezTo>
                <a:lnTo>
                  <a:pt x="33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5" name="Google Shape;6307;p59">
            <a:extLst>
              <a:ext uri="{FF2B5EF4-FFF2-40B4-BE49-F238E27FC236}">
                <a16:creationId xmlns:a16="http://schemas.microsoft.com/office/drawing/2014/main" id="{F367B524-F1A8-AACC-5222-2562FF55A28D}"/>
              </a:ext>
            </a:extLst>
          </p:cNvPr>
          <p:cNvSpPr/>
          <p:nvPr/>
        </p:nvSpPr>
        <p:spPr>
          <a:xfrm>
            <a:off x="2067903" y="2587075"/>
            <a:ext cx="376382" cy="376382"/>
          </a:xfrm>
          <a:custGeom>
            <a:avLst/>
            <a:gdLst/>
            <a:ahLst/>
            <a:cxnLst/>
            <a:rect l="l" t="t" r="r" b="b"/>
            <a:pathLst>
              <a:path w="11658" h="11658" extrusionOk="0">
                <a:moveTo>
                  <a:pt x="6522" y="2048"/>
                </a:moveTo>
                <a:cubicBezTo>
                  <a:pt x="6743" y="2048"/>
                  <a:pt x="6900" y="2206"/>
                  <a:pt x="6900" y="2395"/>
                </a:cubicBezTo>
                <a:lnTo>
                  <a:pt x="6900" y="2899"/>
                </a:lnTo>
                <a:cubicBezTo>
                  <a:pt x="6995" y="2962"/>
                  <a:pt x="7089" y="2994"/>
                  <a:pt x="7152" y="3025"/>
                </a:cubicBezTo>
                <a:lnTo>
                  <a:pt x="7530" y="2678"/>
                </a:lnTo>
                <a:cubicBezTo>
                  <a:pt x="7578" y="2615"/>
                  <a:pt x="7664" y="2584"/>
                  <a:pt x="7755" y="2584"/>
                </a:cubicBezTo>
                <a:cubicBezTo>
                  <a:pt x="7845" y="2584"/>
                  <a:pt x="7940" y="2615"/>
                  <a:pt x="8003" y="2678"/>
                </a:cubicBezTo>
                <a:lnTo>
                  <a:pt x="8979" y="3655"/>
                </a:lnTo>
                <a:cubicBezTo>
                  <a:pt x="9106" y="3781"/>
                  <a:pt x="9106" y="4002"/>
                  <a:pt x="8979" y="4128"/>
                </a:cubicBezTo>
                <a:lnTo>
                  <a:pt x="8633" y="4474"/>
                </a:lnTo>
                <a:cubicBezTo>
                  <a:pt x="8664" y="4569"/>
                  <a:pt x="8696" y="4695"/>
                  <a:pt x="8727" y="4758"/>
                </a:cubicBezTo>
                <a:lnTo>
                  <a:pt x="9263" y="4758"/>
                </a:lnTo>
                <a:cubicBezTo>
                  <a:pt x="9452" y="4758"/>
                  <a:pt x="9610" y="4915"/>
                  <a:pt x="9610" y="5104"/>
                </a:cubicBezTo>
                <a:lnTo>
                  <a:pt x="9610" y="6491"/>
                </a:lnTo>
                <a:cubicBezTo>
                  <a:pt x="9610" y="6680"/>
                  <a:pt x="9452" y="6837"/>
                  <a:pt x="9263" y="6837"/>
                </a:cubicBezTo>
                <a:lnTo>
                  <a:pt x="8727" y="6837"/>
                </a:lnTo>
                <a:cubicBezTo>
                  <a:pt x="8696" y="6963"/>
                  <a:pt x="8664" y="7026"/>
                  <a:pt x="8633" y="7121"/>
                </a:cubicBezTo>
                <a:lnTo>
                  <a:pt x="8979" y="7467"/>
                </a:lnTo>
                <a:cubicBezTo>
                  <a:pt x="9106" y="7593"/>
                  <a:pt x="9106" y="7814"/>
                  <a:pt x="8979" y="7940"/>
                </a:cubicBezTo>
                <a:lnTo>
                  <a:pt x="8003" y="8916"/>
                </a:lnTo>
                <a:cubicBezTo>
                  <a:pt x="7940" y="8979"/>
                  <a:pt x="7845" y="9011"/>
                  <a:pt x="7755" y="9011"/>
                </a:cubicBezTo>
                <a:cubicBezTo>
                  <a:pt x="7664" y="9011"/>
                  <a:pt x="7578" y="8979"/>
                  <a:pt x="7530" y="8916"/>
                </a:cubicBezTo>
                <a:lnTo>
                  <a:pt x="7152" y="8570"/>
                </a:lnTo>
                <a:cubicBezTo>
                  <a:pt x="7089" y="8601"/>
                  <a:pt x="6963" y="8664"/>
                  <a:pt x="6900" y="8696"/>
                </a:cubicBezTo>
                <a:lnTo>
                  <a:pt x="6900" y="9200"/>
                </a:lnTo>
                <a:cubicBezTo>
                  <a:pt x="6900" y="9389"/>
                  <a:pt x="6743" y="9547"/>
                  <a:pt x="6522" y="9547"/>
                </a:cubicBezTo>
                <a:lnTo>
                  <a:pt x="5167" y="9547"/>
                </a:lnTo>
                <a:cubicBezTo>
                  <a:pt x="4947" y="9547"/>
                  <a:pt x="4789" y="9389"/>
                  <a:pt x="4789" y="9200"/>
                </a:cubicBezTo>
                <a:lnTo>
                  <a:pt x="4789" y="8696"/>
                </a:lnTo>
                <a:cubicBezTo>
                  <a:pt x="4695" y="8664"/>
                  <a:pt x="4600" y="8601"/>
                  <a:pt x="4537" y="8570"/>
                </a:cubicBezTo>
                <a:lnTo>
                  <a:pt x="4159" y="8916"/>
                </a:lnTo>
                <a:cubicBezTo>
                  <a:pt x="4112" y="8979"/>
                  <a:pt x="4025" y="9011"/>
                  <a:pt x="3935" y="9011"/>
                </a:cubicBezTo>
                <a:cubicBezTo>
                  <a:pt x="3844" y="9011"/>
                  <a:pt x="3750" y="8979"/>
                  <a:pt x="3687" y="8916"/>
                </a:cubicBezTo>
                <a:lnTo>
                  <a:pt x="2710" y="7940"/>
                </a:lnTo>
                <a:cubicBezTo>
                  <a:pt x="2584" y="7814"/>
                  <a:pt x="2584" y="7593"/>
                  <a:pt x="2710" y="7467"/>
                </a:cubicBezTo>
                <a:lnTo>
                  <a:pt x="3057" y="7121"/>
                </a:lnTo>
                <a:cubicBezTo>
                  <a:pt x="3025" y="7026"/>
                  <a:pt x="2994" y="6932"/>
                  <a:pt x="2962" y="6837"/>
                </a:cubicBezTo>
                <a:lnTo>
                  <a:pt x="2426" y="6837"/>
                </a:lnTo>
                <a:cubicBezTo>
                  <a:pt x="2237" y="6837"/>
                  <a:pt x="2080" y="6680"/>
                  <a:pt x="2080" y="6491"/>
                </a:cubicBezTo>
                <a:lnTo>
                  <a:pt x="2080" y="5104"/>
                </a:lnTo>
                <a:cubicBezTo>
                  <a:pt x="2080" y="4915"/>
                  <a:pt x="2237" y="4758"/>
                  <a:pt x="2426" y="4758"/>
                </a:cubicBezTo>
                <a:lnTo>
                  <a:pt x="2962" y="4758"/>
                </a:lnTo>
                <a:cubicBezTo>
                  <a:pt x="2994" y="4632"/>
                  <a:pt x="3025" y="4569"/>
                  <a:pt x="3057" y="4474"/>
                </a:cubicBezTo>
                <a:lnTo>
                  <a:pt x="2710" y="4128"/>
                </a:lnTo>
                <a:cubicBezTo>
                  <a:pt x="2584" y="4002"/>
                  <a:pt x="2584" y="3781"/>
                  <a:pt x="2710" y="3655"/>
                </a:cubicBezTo>
                <a:lnTo>
                  <a:pt x="3687" y="2678"/>
                </a:lnTo>
                <a:cubicBezTo>
                  <a:pt x="3750" y="2615"/>
                  <a:pt x="3844" y="2584"/>
                  <a:pt x="3935" y="2584"/>
                </a:cubicBezTo>
                <a:cubicBezTo>
                  <a:pt x="4025" y="2584"/>
                  <a:pt x="4112" y="2615"/>
                  <a:pt x="4159" y="2678"/>
                </a:cubicBezTo>
                <a:lnTo>
                  <a:pt x="4537" y="3025"/>
                </a:lnTo>
                <a:cubicBezTo>
                  <a:pt x="4600" y="2994"/>
                  <a:pt x="4726" y="2962"/>
                  <a:pt x="4789" y="2899"/>
                </a:cubicBezTo>
                <a:lnTo>
                  <a:pt x="4789" y="2395"/>
                </a:lnTo>
                <a:cubicBezTo>
                  <a:pt x="4789" y="2206"/>
                  <a:pt x="4947" y="2048"/>
                  <a:pt x="5167" y="2048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1" y="6837"/>
                  <a:pt x="284" y="7877"/>
                  <a:pt x="820" y="8790"/>
                </a:cubicBezTo>
                <a:lnTo>
                  <a:pt x="32" y="11185"/>
                </a:lnTo>
                <a:cubicBezTo>
                  <a:pt x="1" y="11311"/>
                  <a:pt x="32" y="11468"/>
                  <a:pt x="127" y="11531"/>
                </a:cubicBezTo>
                <a:cubicBezTo>
                  <a:pt x="174" y="11602"/>
                  <a:pt x="274" y="11638"/>
                  <a:pt x="375" y="11638"/>
                </a:cubicBezTo>
                <a:cubicBezTo>
                  <a:pt x="408" y="11638"/>
                  <a:pt x="442" y="11634"/>
                  <a:pt x="473" y="11626"/>
                </a:cubicBezTo>
                <a:lnTo>
                  <a:pt x="2868" y="10838"/>
                </a:lnTo>
                <a:cubicBezTo>
                  <a:pt x="3781" y="11374"/>
                  <a:pt x="4789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584"/>
                  <a:pt x="9011" y="1"/>
                  <a:pt x="582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6" name="Google Shape;6308;p59">
            <a:extLst>
              <a:ext uri="{FF2B5EF4-FFF2-40B4-BE49-F238E27FC236}">
                <a16:creationId xmlns:a16="http://schemas.microsoft.com/office/drawing/2014/main" id="{FE8DD46B-80B4-D5D2-20AF-21C1DDB4E8D2}"/>
              </a:ext>
            </a:extLst>
          </p:cNvPr>
          <p:cNvSpPr/>
          <p:nvPr/>
        </p:nvSpPr>
        <p:spPr>
          <a:xfrm>
            <a:off x="2222518" y="2741689"/>
            <a:ext cx="66152" cy="66152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6" y="2048"/>
                  <a:pt x="2048" y="1576"/>
                  <a:pt x="2048" y="1040"/>
                </a:cubicBezTo>
                <a:cubicBezTo>
                  <a:pt x="2048" y="441"/>
                  <a:pt x="1576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4" name="Google Shape;6309;p59">
            <a:extLst>
              <a:ext uri="{FF2B5EF4-FFF2-40B4-BE49-F238E27FC236}">
                <a16:creationId xmlns:a16="http://schemas.microsoft.com/office/drawing/2014/main" id="{89F968F3-50FC-346C-682C-815C064E3B66}"/>
              </a:ext>
            </a:extLst>
          </p:cNvPr>
          <p:cNvSpPr/>
          <p:nvPr/>
        </p:nvSpPr>
        <p:spPr>
          <a:xfrm>
            <a:off x="2067262" y="3050502"/>
            <a:ext cx="376382" cy="376349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9" name="Google Shape;6311;p59">
            <a:extLst>
              <a:ext uri="{FF2B5EF4-FFF2-40B4-BE49-F238E27FC236}">
                <a16:creationId xmlns:a16="http://schemas.microsoft.com/office/drawing/2014/main" id="{2AE86F64-6D97-E3D8-04DA-4DE26EBB8CEC}"/>
              </a:ext>
            </a:extLst>
          </p:cNvPr>
          <p:cNvSpPr/>
          <p:nvPr/>
        </p:nvSpPr>
        <p:spPr>
          <a:xfrm>
            <a:off x="636322" y="3555031"/>
            <a:ext cx="89527" cy="376349"/>
          </a:xfrm>
          <a:custGeom>
            <a:avLst/>
            <a:gdLst/>
            <a:ahLst/>
            <a:cxnLst/>
            <a:rect l="l" t="t" r="r" b="b"/>
            <a:pathLst>
              <a:path w="2773" h="11657" extrusionOk="0">
                <a:moveTo>
                  <a:pt x="1733" y="0"/>
                </a:moveTo>
                <a:cubicBezTo>
                  <a:pt x="1198" y="0"/>
                  <a:pt x="725" y="473"/>
                  <a:pt x="725" y="1040"/>
                </a:cubicBezTo>
                <a:lnTo>
                  <a:pt x="725" y="1386"/>
                </a:lnTo>
                <a:lnTo>
                  <a:pt x="347" y="1386"/>
                </a:lnTo>
                <a:cubicBezTo>
                  <a:pt x="158" y="1386"/>
                  <a:pt x="1" y="1544"/>
                  <a:pt x="1" y="1733"/>
                </a:cubicBezTo>
                <a:cubicBezTo>
                  <a:pt x="1" y="1922"/>
                  <a:pt x="158" y="2079"/>
                  <a:pt x="347" y="2079"/>
                </a:cubicBezTo>
                <a:lnTo>
                  <a:pt x="725" y="2079"/>
                </a:lnTo>
                <a:lnTo>
                  <a:pt x="725" y="3466"/>
                </a:lnTo>
                <a:lnTo>
                  <a:pt x="347" y="3466"/>
                </a:lnTo>
                <a:cubicBezTo>
                  <a:pt x="158" y="3466"/>
                  <a:pt x="1" y="3623"/>
                  <a:pt x="1" y="3812"/>
                </a:cubicBezTo>
                <a:cubicBezTo>
                  <a:pt x="1" y="4033"/>
                  <a:pt x="158" y="4190"/>
                  <a:pt x="347" y="4190"/>
                </a:cubicBezTo>
                <a:lnTo>
                  <a:pt x="725" y="4190"/>
                </a:lnTo>
                <a:lnTo>
                  <a:pt x="725" y="5608"/>
                </a:lnTo>
                <a:lnTo>
                  <a:pt x="347" y="5608"/>
                </a:lnTo>
                <a:cubicBezTo>
                  <a:pt x="158" y="5608"/>
                  <a:pt x="1" y="5765"/>
                  <a:pt x="1" y="5954"/>
                </a:cubicBezTo>
                <a:cubicBezTo>
                  <a:pt x="1" y="6143"/>
                  <a:pt x="158" y="6301"/>
                  <a:pt x="347" y="6301"/>
                </a:cubicBezTo>
                <a:lnTo>
                  <a:pt x="725" y="6301"/>
                </a:lnTo>
                <a:lnTo>
                  <a:pt x="725" y="7687"/>
                </a:lnTo>
                <a:lnTo>
                  <a:pt x="347" y="7687"/>
                </a:lnTo>
                <a:cubicBezTo>
                  <a:pt x="158" y="7687"/>
                  <a:pt x="1" y="7845"/>
                  <a:pt x="1" y="8034"/>
                </a:cubicBezTo>
                <a:cubicBezTo>
                  <a:pt x="1" y="8223"/>
                  <a:pt x="158" y="8380"/>
                  <a:pt x="347" y="8380"/>
                </a:cubicBezTo>
                <a:lnTo>
                  <a:pt x="725" y="8380"/>
                </a:lnTo>
                <a:lnTo>
                  <a:pt x="725" y="9767"/>
                </a:lnTo>
                <a:lnTo>
                  <a:pt x="347" y="9767"/>
                </a:lnTo>
                <a:lnTo>
                  <a:pt x="347" y="9577"/>
                </a:lnTo>
                <a:cubicBezTo>
                  <a:pt x="158" y="9577"/>
                  <a:pt x="1" y="9735"/>
                  <a:pt x="1" y="9924"/>
                </a:cubicBezTo>
                <a:cubicBezTo>
                  <a:pt x="1" y="10113"/>
                  <a:pt x="158" y="10271"/>
                  <a:pt x="347" y="10271"/>
                </a:cubicBezTo>
                <a:lnTo>
                  <a:pt x="725" y="10271"/>
                </a:lnTo>
                <a:lnTo>
                  <a:pt x="725" y="10649"/>
                </a:lnTo>
                <a:cubicBezTo>
                  <a:pt x="725" y="11184"/>
                  <a:pt x="1198" y="11657"/>
                  <a:pt x="1733" y="11657"/>
                </a:cubicBezTo>
                <a:lnTo>
                  <a:pt x="2773" y="11657"/>
                </a:lnTo>
                <a:lnTo>
                  <a:pt x="277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0" name="Google Shape;6312;p59">
            <a:extLst>
              <a:ext uri="{FF2B5EF4-FFF2-40B4-BE49-F238E27FC236}">
                <a16:creationId xmlns:a16="http://schemas.microsoft.com/office/drawing/2014/main" id="{15FD418F-4D95-FAE3-A14D-98DED21E689F}"/>
              </a:ext>
            </a:extLst>
          </p:cNvPr>
          <p:cNvSpPr/>
          <p:nvPr/>
        </p:nvSpPr>
        <p:spPr>
          <a:xfrm>
            <a:off x="748222" y="3553996"/>
            <a:ext cx="199394" cy="376382"/>
          </a:xfrm>
          <a:custGeom>
            <a:avLst/>
            <a:gdLst/>
            <a:ahLst/>
            <a:cxnLst/>
            <a:rect l="l" t="t" r="r" b="b"/>
            <a:pathLst>
              <a:path w="6176" h="11658" extrusionOk="0">
                <a:moveTo>
                  <a:pt x="4096" y="2048"/>
                </a:moveTo>
                <a:cubicBezTo>
                  <a:pt x="4285" y="2048"/>
                  <a:pt x="4442" y="2206"/>
                  <a:pt x="4442" y="2395"/>
                </a:cubicBezTo>
                <a:lnTo>
                  <a:pt x="4442" y="3750"/>
                </a:lnTo>
                <a:cubicBezTo>
                  <a:pt x="4442" y="3939"/>
                  <a:pt x="4285" y="4096"/>
                  <a:pt x="4096" y="4096"/>
                </a:cubicBezTo>
                <a:lnTo>
                  <a:pt x="3088" y="4096"/>
                </a:lnTo>
                <a:lnTo>
                  <a:pt x="3088" y="7562"/>
                </a:lnTo>
                <a:lnTo>
                  <a:pt x="4096" y="7562"/>
                </a:lnTo>
                <a:cubicBezTo>
                  <a:pt x="4285" y="7562"/>
                  <a:pt x="4442" y="7719"/>
                  <a:pt x="4442" y="7908"/>
                </a:cubicBezTo>
                <a:lnTo>
                  <a:pt x="4442" y="9294"/>
                </a:lnTo>
                <a:cubicBezTo>
                  <a:pt x="4442" y="9483"/>
                  <a:pt x="4285" y="9641"/>
                  <a:pt x="4096" y="9641"/>
                </a:cubicBezTo>
                <a:lnTo>
                  <a:pt x="3088" y="9641"/>
                </a:lnTo>
                <a:cubicBezTo>
                  <a:pt x="2332" y="9641"/>
                  <a:pt x="1701" y="9011"/>
                  <a:pt x="1701" y="8255"/>
                </a:cubicBezTo>
                <a:lnTo>
                  <a:pt x="1701" y="3435"/>
                </a:lnTo>
                <a:cubicBezTo>
                  <a:pt x="1701" y="2678"/>
                  <a:pt x="2332" y="2048"/>
                  <a:pt x="3088" y="2048"/>
                </a:cubicBezTo>
                <a:close/>
                <a:moveTo>
                  <a:pt x="0" y="1"/>
                </a:moveTo>
                <a:lnTo>
                  <a:pt x="0" y="11657"/>
                </a:lnTo>
                <a:lnTo>
                  <a:pt x="5167" y="11657"/>
                </a:lnTo>
                <a:cubicBezTo>
                  <a:pt x="5703" y="11657"/>
                  <a:pt x="6175" y="11185"/>
                  <a:pt x="6175" y="10618"/>
                </a:cubicBezTo>
                <a:lnTo>
                  <a:pt x="6175" y="1009"/>
                </a:lnTo>
                <a:cubicBezTo>
                  <a:pt x="6175" y="473"/>
                  <a:pt x="5703" y="1"/>
                  <a:pt x="516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1" name="Google Shape;6313;p59">
            <a:extLst>
              <a:ext uri="{FF2B5EF4-FFF2-40B4-BE49-F238E27FC236}">
                <a16:creationId xmlns:a16="http://schemas.microsoft.com/office/drawing/2014/main" id="{0FF5ABF8-24EB-29FB-DC42-103D15AA5EBF}"/>
              </a:ext>
            </a:extLst>
          </p:cNvPr>
          <p:cNvSpPr/>
          <p:nvPr/>
        </p:nvSpPr>
        <p:spPr>
          <a:xfrm>
            <a:off x="969958" y="3598744"/>
            <a:ext cx="43747" cy="66152"/>
          </a:xfrm>
          <a:custGeom>
            <a:avLst/>
            <a:gdLst/>
            <a:ahLst/>
            <a:cxnLst/>
            <a:rect l="l" t="t" r="r" b="b"/>
            <a:pathLst>
              <a:path w="1355" h="2049" extrusionOk="0">
                <a:moveTo>
                  <a:pt x="0" y="1"/>
                </a:moveTo>
                <a:lnTo>
                  <a:pt x="0" y="2049"/>
                </a:lnTo>
                <a:lnTo>
                  <a:pt x="1355" y="2049"/>
                </a:lnTo>
                <a:lnTo>
                  <a:pt x="1355" y="347"/>
                </a:lnTo>
                <a:cubicBezTo>
                  <a:pt x="1355" y="158"/>
                  <a:pt x="1197" y="1"/>
                  <a:pt x="10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2" name="Google Shape;6314;p59">
            <a:extLst>
              <a:ext uri="{FF2B5EF4-FFF2-40B4-BE49-F238E27FC236}">
                <a16:creationId xmlns:a16="http://schemas.microsoft.com/office/drawing/2014/main" id="{A031C2E6-366C-62E5-6752-6A37BD4C9DEE}"/>
              </a:ext>
            </a:extLst>
          </p:cNvPr>
          <p:cNvSpPr/>
          <p:nvPr/>
        </p:nvSpPr>
        <p:spPr>
          <a:xfrm>
            <a:off x="969958" y="3686238"/>
            <a:ext cx="43747" cy="45781"/>
          </a:xfrm>
          <a:custGeom>
            <a:avLst/>
            <a:gdLst/>
            <a:ahLst/>
            <a:cxnLst/>
            <a:rect l="l" t="t" r="r" b="b"/>
            <a:pathLst>
              <a:path w="1355" h="1418" extrusionOk="0">
                <a:moveTo>
                  <a:pt x="0" y="0"/>
                </a:moveTo>
                <a:lnTo>
                  <a:pt x="0" y="1418"/>
                </a:lnTo>
                <a:lnTo>
                  <a:pt x="1355" y="1418"/>
                </a:lnTo>
                <a:lnTo>
                  <a:pt x="135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3" name="Google Shape;6315;p59">
            <a:extLst>
              <a:ext uri="{FF2B5EF4-FFF2-40B4-BE49-F238E27FC236}">
                <a16:creationId xmlns:a16="http://schemas.microsoft.com/office/drawing/2014/main" id="{397044CE-200D-FA90-67F7-C9DAAEE6CE40}"/>
              </a:ext>
            </a:extLst>
          </p:cNvPr>
          <p:cNvSpPr/>
          <p:nvPr/>
        </p:nvSpPr>
        <p:spPr>
          <a:xfrm>
            <a:off x="969958" y="3753358"/>
            <a:ext cx="43747" cy="66152"/>
          </a:xfrm>
          <a:custGeom>
            <a:avLst/>
            <a:gdLst/>
            <a:ahLst/>
            <a:cxnLst/>
            <a:rect l="l" t="t" r="r" b="b"/>
            <a:pathLst>
              <a:path w="1355" h="2049" extrusionOk="0">
                <a:moveTo>
                  <a:pt x="0" y="0"/>
                </a:moveTo>
                <a:lnTo>
                  <a:pt x="0" y="2048"/>
                </a:lnTo>
                <a:lnTo>
                  <a:pt x="1008" y="2048"/>
                </a:lnTo>
                <a:cubicBezTo>
                  <a:pt x="1197" y="2048"/>
                  <a:pt x="1355" y="1891"/>
                  <a:pt x="1355" y="1702"/>
                </a:cubicBezTo>
                <a:lnTo>
                  <a:pt x="135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4" name="Google Shape;6317;p59">
            <a:extLst>
              <a:ext uri="{FF2B5EF4-FFF2-40B4-BE49-F238E27FC236}">
                <a16:creationId xmlns:a16="http://schemas.microsoft.com/office/drawing/2014/main" id="{46E96828-DACD-55B9-6CE5-A4496F05973A}"/>
              </a:ext>
            </a:extLst>
          </p:cNvPr>
          <p:cNvSpPr/>
          <p:nvPr/>
        </p:nvSpPr>
        <p:spPr>
          <a:xfrm>
            <a:off x="635805" y="4388002"/>
            <a:ext cx="378416" cy="43779"/>
          </a:xfrm>
          <a:custGeom>
            <a:avLst/>
            <a:gdLst/>
            <a:ahLst/>
            <a:cxnLst/>
            <a:rect l="l" t="t" r="r" b="b"/>
            <a:pathLst>
              <a:path w="11721" h="1356" extrusionOk="0">
                <a:moveTo>
                  <a:pt x="662" y="1"/>
                </a:moveTo>
                <a:cubicBezTo>
                  <a:pt x="284" y="1"/>
                  <a:pt x="1" y="316"/>
                  <a:pt x="1" y="662"/>
                </a:cubicBezTo>
                <a:lnTo>
                  <a:pt x="1" y="1009"/>
                </a:lnTo>
                <a:cubicBezTo>
                  <a:pt x="1" y="1198"/>
                  <a:pt x="158" y="1355"/>
                  <a:pt x="347" y="1355"/>
                </a:cubicBezTo>
                <a:lnTo>
                  <a:pt x="11342" y="1355"/>
                </a:lnTo>
                <a:cubicBezTo>
                  <a:pt x="11563" y="1355"/>
                  <a:pt x="11720" y="1198"/>
                  <a:pt x="11720" y="1009"/>
                </a:cubicBezTo>
                <a:lnTo>
                  <a:pt x="11720" y="694"/>
                </a:lnTo>
                <a:cubicBezTo>
                  <a:pt x="11689" y="316"/>
                  <a:pt x="11374" y="1"/>
                  <a:pt x="1099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5" name="Google Shape;6318;p59">
            <a:extLst>
              <a:ext uri="{FF2B5EF4-FFF2-40B4-BE49-F238E27FC236}">
                <a16:creationId xmlns:a16="http://schemas.microsoft.com/office/drawing/2014/main" id="{E5E5643A-5F10-1D41-3516-07EE7884D103}"/>
              </a:ext>
            </a:extLst>
          </p:cNvPr>
          <p:cNvSpPr/>
          <p:nvPr/>
        </p:nvSpPr>
        <p:spPr>
          <a:xfrm>
            <a:off x="708026" y="4232386"/>
            <a:ext cx="232971" cy="67154"/>
          </a:xfrm>
          <a:custGeom>
            <a:avLst/>
            <a:gdLst/>
            <a:ahLst/>
            <a:cxnLst/>
            <a:rect l="l" t="t" r="r" b="b"/>
            <a:pathLst>
              <a:path w="7216" h="2080" extrusionOk="0">
                <a:moveTo>
                  <a:pt x="757" y="1"/>
                </a:moveTo>
                <a:lnTo>
                  <a:pt x="0" y="2080"/>
                </a:lnTo>
                <a:lnTo>
                  <a:pt x="7215" y="2080"/>
                </a:lnTo>
                <a:lnTo>
                  <a:pt x="652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6" name="Google Shape;6319;p59">
            <a:extLst>
              <a:ext uri="{FF2B5EF4-FFF2-40B4-BE49-F238E27FC236}">
                <a16:creationId xmlns:a16="http://schemas.microsoft.com/office/drawing/2014/main" id="{AB33C8A7-6790-9F2E-DA43-7EB048F1DC65}"/>
              </a:ext>
            </a:extLst>
          </p:cNvPr>
          <p:cNvSpPr/>
          <p:nvPr/>
        </p:nvSpPr>
        <p:spPr>
          <a:xfrm>
            <a:off x="684620" y="4321882"/>
            <a:ext cx="280786" cy="43779"/>
          </a:xfrm>
          <a:custGeom>
            <a:avLst/>
            <a:gdLst/>
            <a:ahLst/>
            <a:cxnLst/>
            <a:rect l="l" t="t" r="r" b="b"/>
            <a:pathLst>
              <a:path w="8697" h="1356" extrusionOk="0">
                <a:moveTo>
                  <a:pt x="505" y="1"/>
                </a:moveTo>
                <a:lnTo>
                  <a:pt x="1" y="1356"/>
                </a:lnTo>
                <a:lnTo>
                  <a:pt x="8696" y="1356"/>
                </a:lnTo>
                <a:lnTo>
                  <a:pt x="822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7" name="Google Shape;6320;p59">
            <a:extLst>
              <a:ext uri="{FF2B5EF4-FFF2-40B4-BE49-F238E27FC236}">
                <a16:creationId xmlns:a16="http://schemas.microsoft.com/office/drawing/2014/main" id="{009E246A-6A9B-C26C-D9EE-7C5D04964863}"/>
              </a:ext>
            </a:extLst>
          </p:cNvPr>
          <p:cNvSpPr/>
          <p:nvPr/>
        </p:nvSpPr>
        <p:spPr>
          <a:xfrm>
            <a:off x="772114" y="4055400"/>
            <a:ext cx="106832" cy="68186"/>
          </a:xfrm>
          <a:custGeom>
            <a:avLst/>
            <a:gdLst/>
            <a:ahLst/>
            <a:cxnLst/>
            <a:rect l="l" t="t" r="r" b="b"/>
            <a:pathLst>
              <a:path w="3309" h="2112" extrusionOk="0">
                <a:moveTo>
                  <a:pt x="1639" y="1"/>
                </a:moveTo>
                <a:cubicBezTo>
                  <a:pt x="1103" y="1"/>
                  <a:pt x="599" y="379"/>
                  <a:pt x="441" y="883"/>
                </a:cubicBezTo>
                <a:lnTo>
                  <a:pt x="0" y="2112"/>
                </a:lnTo>
                <a:lnTo>
                  <a:pt x="3308" y="2112"/>
                </a:lnTo>
                <a:lnTo>
                  <a:pt x="2867" y="883"/>
                </a:lnTo>
                <a:cubicBezTo>
                  <a:pt x="2678" y="316"/>
                  <a:pt x="2206" y="1"/>
                  <a:pt x="163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8" name="Google Shape;6321;p59">
            <a:extLst>
              <a:ext uri="{FF2B5EF4-FFF2-40B4-BE49-F238E27FC236}">
                <a16:creationId xmlns:a16="http://schemas.microsoft.com/office/drawing/2014/main" id="{69B6A319-C0A4-42C8-BD76-9EA09E4F0CA6}"/>
              </a:ext>
            </a:extLst>
          </p:cNvPr>
          <p:cNvSpPr/>
          <p:nvPr/>
        </p:nvSpPr>
        <p:spPr>
          <a:xfrm>
            <a:off x="740569" y="4144925"/>
            <a:ext cx="169886" cy="66120"/>
          </a:xfrm>
          <a:custGeom>
            <a:avLst/>
            <a:gdLst/>
            <a:ahLst/>
            <a:cxnLst/>
            <a:rect l="l" t="t" r="r" b="b"/>
            <a:pathLst>
              <a:path w="5262" h="2048" extrusionOk="0">
                <a:moveTo>
                  <a:pt x="694" y="0"/>
                </a:moveTo>
                <a:lnTo>
                  <a:pt x="1" y="2048"/>
                </a:lnTo>
                <a:lnTo>
                  <a:pt x="5262" y="2048"/>
                </a:lnTo>
                <a:lnTo>
                  <a:pt x="450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5" name="Google Shape;6323;p59">
            <a:extLst>
              <a:ext uri="{FF2B5EF4-FFF2-40B4-BE49-F238E27FC236}">
                <a16:creationId xmlns:a16="http://schemas.microsoft.com/office/drawing/2014/main" id="{9811759A-D26D-D482-348D-72273782AE3F}"/>
              </a:ext>
            </a:extLst>
          </p:cNvPr>
          <p:cNvSpPr/>
          <p:nvPr/>
        </p:nvSpPr>
        <p:spPr>
          <a:xfrm>
            <a:off x="636322" y="4549215"/>
            <a:ext cx="89527" cy="377383"/>
          </a:xfrm>
          <a:custGeom>
            <a:avLst/>
            <a:gdLst/>
            <a:ahLst/>
            <a:cxnLst/>
            <a:rect l="l" t="t" r="r" b="b"/>
            <a:pathLst>
              <a:path w="2773" h="11689" extrusionOk="0">
                <a:moveTo>
                  <a:pt x="1418" y="0"/>
                </a:moveTo>
                <a:cubicBezTo>
                  <a:pt x="1072" y="0"/>
                  <a:pt x="757" y="315"/>
                  <a:pt x="757" y="662"/>
                </a:cubicBezTo>
                <a:lnTo>
                  <a:pt x="757" y="9578"/>
                </a:lnTo>
                <a:cubicBezTo>
                  <a:pt x="757" y="9830"/>
                  <a:pt x="914" y="10050"/>
                  <a:pt x="1103" y="10176"/>
                </a:cubicBezTo>
                <a:lnTo>
                  <a:pt x="1103" y="10996"/>
                </a:lnTo>
                <a:lnTo>
                  <a:pt x="347" y="10996"/>
                </a:lnTo>
                <a:cubicBezTo>
                  <a:pt x="158" y="10996"/>
                  <a:pt x="1" y="11153"/>
                  <a:pt x="1" y="11342"/>
                </a:cubicBezTo>
                <a:cubicBezTo>
                  <a:pt x="1" y="11531"/>
                  <a:pt x="158" y="11689"/>
                  <a:pt x="347" y="11689"/>
                </a:cubicBezTo>
                <a:lnTo>
                  <a:pt x="2395" y="11689"/>
                </a:lnTo>
                <a:cubicBezTo>
                  <a:pt x="2616" y="11689"/>
                  <a:pt x="2773" y="11531"/>
                  <a:pt x="2773" y="11342"/>
                </a:cubicBezTo>
                <a:cubicBezTo>
                  <a:pt x="2773" y="11153"/>
                  <a:pt x="2616" y="10996"/>
                  <a:pt x="2395" y="10996"/>
                </a:cubicBezTo>
                <a:lnTo>
                  <a:pt x="1733" y="10996"/>
                </a:lnTo>
                <a:lnTo>
                  <a:pt x="1733" y="10176"/>
                </a:lnTo>
                <a:cubicBezTo>
                  <a:pt x="1922" y="10050"/>
                  <a:pt x="2080" y="9861"/>
                  <a:pt x="2080" y="9578"/>
                </a:cubicBezTo>
                <a:lnTo>
                  <a:pt x="2080" y="662"/>
                </a:lnTo>
                <a:cubicBezTo>
                  <a:pt x="2080" y="284"/>
                  <a:pt x="1765" y="0"/>
                  <a:pt x="14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6" name="Google Shape;6324;p59">
            <a:extLst>
              <a:ext uri="{FF2B5EF4-FFF2-40B4-BE49-F238E27FC236}">
                <a16:creationId xmlns:a16="http://schemas.microsoft.com/office/drawing/2014/main" id="{7F022A1C-3B8B-B624-03FB-20655C2C30EF}"/>
              </a:ext>
            </a:extLst>
          </p:cNvPr>
          <p:cNvSpPr/>
          <p:nvPr/>
        </p:nvSpPr>
        <p:spPr>
          <a:xfrm>
            <a:off x="903838" y="4694659"/>
            <a:ext cx="109867" cy="32576"/>
          </a:xfrm>
          <a:custGeom>
            <a:avLst/>
            <a:gdLst/>
            <a:ahLst/>
            <a:cxnLst/>
            <a:rect l="l" t="t" r="r" b="b"/>
            <a:pathLst>
              <a:path w="3403" h="1009" extrusionOk="0">
                <a:moveTo>
                  <a:pt x="505" y="1"/>
                </a:moveTo>
                <a:cubicBezTo>
                  <a:pt x="221" y="1"/>
                  <a:pt x="0" y="221"/>
                  <a:pt x="0" y="505"/>
                </a:cubicBezTo>
                <a:cubicBezTo>
                  <a:pt x="0" y="788"/>
                  <a:pt x="221" y="1009"/>
                  <a:pt x="505" y="1009"/>
                </a:cubicBezTo>
                <a:lnTo>
                  <a:pt x="2899" y="1009"/>
                </a:lnTo>
                <a:cubicBezTo>
                  <a:pt x="3182" y="1009"/>
                  <a:pt x="3403" y="788"/>
                  <a:pt x="3403" y="505"/>
                </a:cubicBezTo>
                <a:cubicBezTo>
                  <a:pt x="3403" y="190"/>
                  <a:pt x="3182" y="1"/>
                  <a:pt x="289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7" name="Google Shape;6325;p59">
            <a:extLst>
              <a:ext uri="{FF2B5EF4-FFF2-40B4-BE49-F238E27FC236}">
                <a16:creationId xmlns:a16="http://schemas.microsoft.com/office/drawing/2014/main" id="{00115F26-F6D9-8D97-0160-E29A7E5F24D7}"/>
              </a:ext>
            </a:extLst>
          </p:cNvPr>
          <p:cNvSpPr/>
          <p:nvPr/>
        </p:nvSpPr>
        <p:spPr>
          <a:xfrm>
            <a:off x="903838" y="4749577"/>
            <a:ext cx="109867" cy="32576"/>
          </a:xfrm>
          <a:custGeom>
            <a:avLst/>
            <a:gdLst/>
            <a:ahLst/>
            <a:cxnLst/>
            <a:rect l="l" t="t" r="r" b="b"/>
            <a:pathLst>
              <a:path w="3403" h="1009" extrusionOk="0">
                <a:moveTo>
                  <a:pt x="505" y="1"/>
                </a:moveTo>
                <a:cubicBezTo>
                  <a:pt x="221" y="1"/>
                  <a:pt x="0" y="221"/>
                  <a:pt x="0" y="505"/>
                </a:cubicBezTo>
                <a:cubicBezTo>
                  <a:pt x="0" y="788"/>
                  <a:pt x="221" y="1009"/>
                  <a:pt x="505" y="1009"/>
                </a:cubicBezTo>
                <a:lnTo>
                  <a:pt x="2899" y="1009"/>
                </a:lnTo>
                <a:cubicBezTo>
                  <a:pt x="3182" y="1009"/>
                  <a:pt x="3403" y="788"/>
                  <a:pt x="3403" y="505"/>
                </a:cubicBezTo>
                <a:cubicBezTo>
                  <a:pt x="3403" y="221"/>
                  <a:pt x="3182" y="1"/>
                  <a:pt x="289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8" name="Google Shape;6326;p59">
            <a:extLst>
              <a:ext uri="{FF2B5EF4-FFF2-40B4-BE49-F238E27FC236}">
                <a16:creationId xmlns:a16="http://schemas.microsoft.com/office/drawing/2014/main" id="{CA8533C5-D0AA-2E59-3F2B-33595FC3F925}"/>
              </a:ext>
            </a:extLst>
          </p:cNvPr>
          <p:cNvSpPr/>
          <p:nvPr/>
        </p:nvSpPr>
        <p:spPr>
          <a:xfrm>
            <a:off x="903837" y="4803494"/>
            <a:ext cx="87494" cy="33609"/>
          </a:xfrm>
          <a:custGeom>
            <a:avLst/>
            <a:gdLst/>
            <a:ahLst/>
            <a:cxnLst/>
            <a:rect l="l" t="t" r="r" b="b"/>
            <a:pathLst>
              <a:path w="2710" h="1041" extrusionOk="0">
                <a:moveTo>
                  <a:pt x="505" y="1"/>
                </a:moveTo>
                <a:cubicBezTo>
                  <a:pt x="221" y="1"/>
                  <a:pt x="0" y="253"/>
                  <a:pt x="0" y="536"/>
                </a:cubicBezTo>
                <a:cubicBezTo>
                  <a:pt x="0" y="788"/>
                  <a:pt x="221" y="1040"/>
                  <a:pt x="505" y="1040"/>
                </a:cubicBezTo>
                <a:lnTo>
                  <a:pt x="2206" y="1040"/>
                </a:lnTo>
                <a:cubicBezTo>
                  <a:pt x="2458" y="1040"/>
                  <a:pt x="2710" y="788"/>
                  <a:pt x="2710" y="536"/>
                </a:cubicBezTo>
                <a:cubicBezTo>
                  <a:pt x="2710" y="253"/>
                  <a:pt x="2521" y="1"/>
                  <a:pt x="220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9" name="Google Shape;6327;p59">
            <a:extLst>
              <a:ext uri="{FF2B5EF4-FFF2-40B4-BE49-F238E27FC236}">
                <a16:creationId xmlns:a16="http://schemas.microsoft.com/office/drawing/2014/main" id="{3CBAEB30-930E-749D-E19D-018E014EE534}"/>
              </a:ext>
            </a:extLst>
          </p:cNvPr>
          <p:cNvSpPr/>
          <p:nvPr/>
        </p:nvSpPr>
        <p:spPr>
          <a:xfrm>
            <a:off x="860091" y="4549213"/>
            <a:ext cx="66152" cy="67154"/>
          </a:xfrm>
          <a:custGeom>
            <a:avLst/>
            <a:gdLst/>
            <a:ahLst/>
            <a:cxnLst/>
            <a:rect l="l" t="t" r="r" b="b"/>
            <a:pathLst>
              <a:path w="2049" h="2080" extrusionOk="0">
                <a:moveTo>
                  <a:pt x="1702" y="0"/>
                </a:moveTo>
                <a:cubicBezTo>
                  <a:pt x="757" y="0"/>
                  <a:pt x="1" y="788"/>
                  <a:pt x="1" y="1733"/>
                </a:cubicBezTo>
                <a:lnTo>
                  <a:pt x="1" y="2080"/>
                </a:lnTo>
                <a:lnTo>
                  <a:pt x="2049" y="2080"/>
                </a:lnTo>
                <a:lnTo>
                  <a:pt x="204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0" name="Google Shape;6328;p59">
            <a:extLst>
              <a:ext uri="{FF2B5EF4-FFF2-40B4-BE49-F238E27FC236}">
                <a16:creationId xmlns:a16="http://schemas.microsoft.com/office/drawing/2014/main" id="{C06BB471-3B68-F724-90DC-DF44B8F358F0}"/>
              </a:ext>
            </a:extLst>
          </p:cNvPr>
          <p:cNvSpPr/>
          <p:nvPr/>
        </p:nvSpPr>
        <p:spPr>
          <a:xfrm>
            <a:off x="946549" y="4549213"/>
            <a:ext cx="44780" cy="71222"/>
          </a:xfrm>
          <a:custGeom>
            <a:avLst/>
            <a:gdLst/>
            <a:ahLst/>
            <a:cxnLst/>
            <a:rect l="l" t="t" r="r" b="b"/>
            <a:pathLst>
              <a:path w="1387" h="2206" extrusionOk="0">
                <a:moveTo>
                  <a:pt x="1" y="0"/>
                </a:moveTo>
                <a:lnTo>
                  <a:pt x="1" y="2111"/>
                </a:lnTo>
                <a:lnTo>
                  <a:pt x="883" y="2111"/>
                </a:lnTo>
                <a:cubicBezTo>
                  <a:pt x="1072" y="2111"/>
                  <a:pt x="1261" y="2143"/>
                  <a:pt x="1387" y="2206"/>
                </a:cubicBezTo>
                <a:lnTo>
                  <a:pt x="1387" y="1040"/>
                </a:lnTo>
                <a:cubicBezTo>
                  <a:pt x="1387" y="473"/>
                  <a:pt x="914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1" name="Google Shape;6329;p59">
            <a:extLst>
              <a:ext uri="{FF2B5EF4-FFF2-40B4-BE49-F238E27FC236}">
                <a16:creationId xmlns:a16="http://schemas.microsoft.com/office/drawing/2014/main" id="{1C5309DB-A0D0-6F99-126D-F11383B239EB}"/>
              </a:ext>
            </a:extLst>
          </p:cNvPr>
          <p:cNvSpPr/>
          <p:nvPr/>
        </p:nvSpPr>
        <p:spPr>
          <a:xfrm>
            <a:off x="723814" y="4638710"/>
            <a:ext cx="267516" cy="198393"/>
          </a:xfrm>
          <a:custGeom>
            <a:avLst/>
            <a:gdLst/>
            <a:ahLst/>
            <a:cxnLst/>
            <a:rect l="l" t="t" r="r" b="b"/>
            <a:pathLst>
              <a:path w="8286" h="6145" extrusionOk="0">
                <a:moveTo>
                  <a:pt x="0" y="1"/>
                </a:moveTo>
                <a:lnTo>
                  <a:pt x="0" y="6144"/>
                </a:lnTo>
                <a:lnTo>
                  <a:pt x="378" y="6144"/>
                </a:lnTo>
                <a:cubicBezTo>
                  <a:pt x="756" y="6144"/>
                  <a:pt x="1071" y="5892"/>
                  <a:pt x="1260" y="5577"/>
                </a:cubicBezTo>
                <a:lnTo>
                  <a:pt x="2016" y="5955"/>
                </a:lnTo>
                <a:cubicBezTo>
                  <a:pt x="2268" y="6050"/>
                  <a:pt x="2552" y="6144"/>
                  <a:pt x="2773" y="6144"/>
                </a:cubicBezTo>
                <a:lnTo>
                  <a:pt x="3497" y="6144"/>
                </a:lnTo>
                <a:lnTo>
                  <a:pt x="3497" y="3057"/>
                </a:lnTo>
                <a:cubicBezTo>
                  <a:pt x="3214" y="3309"/>
                  <a:pt x="2867" y="3435"/>
                  <a:pt x="2457" y="3435"/>
                </a:cubicBezTo>
                <a:cubicBezTo>
                  <a:pt x="2268" y="3435"/>
                  <a:pt x="2111" y="3277"/>
                  <a:pt x="2111" y="3057"/>
                </a:cubicBezTo>
                <a:cubicBezTo>
                  <a:pt x="2111" y="2868"/>
                  <a:pt x="2268" y="2710"/>
                  <a:pt x="2457" y="2710"/>
                </a:cubicBezTo>
                <a:cubicBezTo>
                  <a:pt x="3025" y="2710"/>
                  <a:pt x="3497" y="2238"/>
                  <a:pt x="3497" y="1702"/>
                </a:cubicBezTo>
                <a:lnTo>
                  <a:pt x="3497" y="1009"/>
                </a:lnTo>
                <a:lnTo>
                  <a:pt x="7782" y="1009"/>
                </a:lnTo>
                <a:cubicBezTo>
                  <a:pt x="8065" y="1009"/>
                  <a:pt x="8286" y="788"/>
                  <a:pt x="8286" y="505"/>
                </a:cubicBezTo>
                <a:cubicBezTo>
                  <a:pt x="8286" y="221"/>
                  <a:pt x="8065" y="1"/>
                  <a:pt x="7782" y="1"/>
                </a:cubicBezTo>
                <a:lnTo>
                  <a:pt x="3560" y="1"/>
                </a:lnTo>
                <a:cubicBezTo>
                  <a:pt x="3308" y="1"/>
                  <a:pt x="2899" y="158"/>
                  <a:pt x="2583" y="442"/>
                </a:cubicBezTo>
                <a:cubicBezTo>
                  <a:pt x="2426" y="599"/>
                  <a:pt x="2205" y="662"/>
                  <a:pt x="1985" y="662"/>
                </a:cubicBezTo>
                <a:lnTo>
                  <a:pt x="1323" y="662"/>
                </a:lnTo>
                <a:cubicBezTo>
                  <a:pt x="1166" y="284"/>
                  <a:pt x="788" y="1"/>
                  <a:pt x="37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2" name="Google Shape;6330;p59">
            <a:extLst>
              <a:ext uri="{FF2B5EF4-FFF2-40B4-BE49-F238E27FC236}">
                <a16:creationId xmlns:a16="http://schemas.microsoft.com/office/drawing/2014/main" id="{DAC8C344-412C-CDF4-EAD4-A81139821E06}"/>
              </a:ext>
            </a:extLst>
          </p:cNvPr>
          <p:cNvSpPr/>
          <p:nvPr/>
        </p:nvSpPr>
        <p:spPr>
          <a:xfrm>
            <a:off x="859089" y="4692625"/>
            <a:ext cx="66120" cy="233972"/>
          </a:xfrm>
          <a:custGeom>
            <a:avLst/>
            <a:gdLst/>
            <a:ahLst/>
            <a:cxnLst/>
            <a:rect l="l" t="t" r="r" b="b"/>
            <a:pathLst>
              <a:path w="2048" h="7247" extrusionOk="0">
                <a:moveTo>
                  <a:pt x="0" y="1"/>
                </a:moveTo>
                <a:lnTo>
                  <a:pt x="0" y="64"/>
                </a:lnTo>
                <a:lnTo>
                  <a:pt x="0" y="5514"/>
                </a:lnTo>
                <a:cubicBezTo>
                  <a:pt x="0" y="6459"/>
                  <a:pt x="756" y="7247"/>
                  <a:pt x="1701" y="7247"/>
                </a:cubicBezTo>
                <a:lnTo>
                  <a:pt x="2048" y="7247"/>
                </a:lnTo>
                <a:lnTo>
                  <a:pt x="2048" y="5167"/>
                </a:lnTo>
                <a:lnTo>
                  <a:pt x="1891" y="5167"/>
                </a:lnTo>
                <a:cubicBezTo>
                  <a:pt x="1229" y="5167"/>
                  <a:pt x="725" y="4632"/>
                  <a:pt x="725" y="4002"/>
                </a:cubicBezTo>
                <a:cubicBezTo>
                  <a:pt x="725" y="3624"/>
                  <a:pt x="882" y="3372"/>
                  <a:pt x="1071" y="3120"/>
                </a:cubicBezTo>
                <a:cubicBezTo>
                  <a:pt x="819" y="2899"/>
                  <a:pt x="725" y="2615"/>
                  <a:pt x="725" y="2269"/>
                </a:cubicBezTo>
                <a:cubicBezTo>
                  <a:pt x="725" y="1922"/>
                  <a:pt x="882" y="1639"/>
                  <a:pt x="1071" y="1387"/>
                </a:cubicBezTo>
                <a:cubicBezTo>
                  <a:pt x="819" y="1166"/>
                  <a:pt x="725" y="883"/>
                  <a:pt x="725" y="536"/>
                </a:cubicBezTo>
                <a:cubicBezTo>
                  <a:pt x="725" y="316"/>
                  <a:pt x="756" y="190"/>
                  <a:pt x="8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3" name="Google Shape;6331;p59">
            <a:extLst>
              <a:ext uri="{FF2B5EF4-FFF2-40B4-BE49-F238E27FC236}">
                <a16:creationId xmlns:a16="http://schemas.microsoft.com/office/drawing/2014/main" id="{13C86788-F442-5985-84FC-EECC5B6B7E20}"/>
              </a:ext>
            </a:extLst>
          </p:cNvPr>
          <p:cNvSpPr/>
          <p:nvPr/>
        </p:nvSpPr>
        <p:spPr>
          <a:xfrm>
            <a:off x="947584" y="4856376"/>
            <a:ext cx="44780" cy="71254"/>
          </a:xfrm>
          <a:custGeom>
            <a:avLst/>
            <a:gdLst/>
            <a:ahLst/>
            <a:cxnLst/>
            <a:rect l="l" t="t" r="r" b="b"/>
            <a:pathLst>
              <a:path w="1387" h="2207" extrusionOk="0">
                <a:moveTo>
                  <a:pt x="1386" y="1"/>
                </a:moveTo>
                <a:cubicBezTo>
                  <a:pt x="1229" y="64"/>
                  <a:pt x="1071" y="95"/>
                  <a:pt x="882" y="95"/>
                </a:cubicBezTo>
                <a:lnTo>
                  <a:pt x="0" y="95"/>
                </a:lnTo>
                <a:lnTo>
                  <a:pt x="0" y="2206"/>
                </a:lnTo>
                <a:lnTo>
                  <a:pt x="378" y="2206"/>
                </a:lnTo>
                <a:cubicBezTo>
                  <a:pt x="914" y="2206"/>
                  <a:pt x="1386" y="1734"/>
                  <a:pt x="1386" y="1167"/>
                </a:cubicBezTo>
                <a:lnTo>
                  <a:pt x="138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7" name="Google Shape;6333;p59">
            <a:extLst>
              <a:ext uri="{FF2B5EF4-FFF2-40B4-BE49-F238E27FC236}">
                <a16:creationId xmlns:a16="http://schemas.microsoft.com/office/drawing/2014/main" id="{EA00EA8E-DF49-ECE0-394D-3500D0637226}"/>
              </a:ext>
            </a:extLst>
          </p:cNvPr>
          <p:cNvSpPr/>
          <p:nvPr/>
        </p:nvSpPr>
        <p:spPr>
          <a:xfrm>
            <a:off x="3086730" y="3554369"/>
            <a:ext cx="133274" cy="44037"/>
          </a:xfrm>
          <a:custGeom>
            <a:avLst/>
            <a:gdLst/>
            <a:ahLst/>
            <a:cxnLst/>
            <a:rect l="l" t="t" r="r" b="b"/>
            <a:pathLst>
              <a:path w="4128" h="1364" extrusionOk="0">
                <a:moveTo>
                  <a:pt x="645" y="0"/>
                </a:moveTo>
                <a:cubicBezTo>
                  <a:pt x="263" y="0"/>
                  <a:pt x="0" y="296"/>
                  <a:pt x="0" y="670"/>
                </a:cubicBezTo>
                <a:lnTo>
                  <a:pt x="0" y="1016"/>
                </a:lnTo>
                <a:cubicBezTo>
                  <a:pt x="0" y="1205"/>
                  <a:pt x="158" y="1363"/>
                  <a:pt x="347" y="1363"/>
                </a:cubicBezTo>
                <a:lnTo>
                  <a:pt x="3781" y="1363"/>
                </a:lnTo>
                <a:cubicBezTo>
                  <a:pt x="3970" y="1363"/>
                  <a:pt x="4127" y="1205"/>
                  <a:pt x="4127" y="1016"/>
                </a:cubicBezTo>
                <a:lnTo>
                  <a:pt x="4127" y="670"/>
                </a:lnTo>
                <a:cubicBezTo>
                  <a:pt x="4127" y="260"/>
                  <a:pt x="3812" y="8"/>
                  <a:pt x="3466" y="8"/>
                </a:cubicBezTo>
                <a:lnTo>
                  <a:pt x="756" y="8"/>
                </a:lnTo>
                <a:cubicBezTo>
                  <a:pt x="718" y="3"/>
                  <a:pt x="681" y="0"/>
                  <a:pt x="6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8" name="Google Shape;6334;p59">
            <a:extLst>
              <a:ext uri="{FF2B5EF4-FFF2-40B4-BE49-F238E27FC236}">
                <a16:creationId xmlns:a16="http://schemas.microsoft.com/office/drawing/2014/main" id="{50212EE5-85BB-DA81-0D61-FDA3F44A4769}"/>
              </a:ext>
            </a:extLst>
          </p:cNvPr>
          <p:cNvSpPr/>
          <p:nvPr/>
        </p:nvSpPr>
        <p:spPr>
          <a:xfrm>
            <a:off x="3075528" y="3750923"/>
            <a:ext cx="21373" cy="23439"/>
          </a:xfrm>
          <a:custGeom>
            <a:avLst/>
            <a:gdLst/>
            <a:ahLst/>
            <a:cxnLst/>
            <a:rect l="l" t="t" r="r" b="b"/>
            <a:pathLst>
              <a:path w="662" h="726" extrusionOk="0">
                <a:moveTo>
                  <a:pt x="1" y="1"/>
                </a:moveTo>
                <a:lnTo>
                  <a:pt x="1" y="725"/>
                </a:lnTo>
                <a:lnTo>
                  <a:pt x="662" y="725"/>
                </a:lnTo>
                <a:lnTo>
                  <a:pt x="66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9" name="Google Shape;6335;p59">
            <a:extLst>
              <a:ext uri="{FF2B5EF4-FFF2-40B4-BE49-F238E27FC236}">
                <a16:creationId xmlns:a16="http://schemas.microsoft.com/office/drawing/2014/main" id="{9F50179B-CC93-84DD-C279-B58908E9D638}"/>
              </a:ext>
            </a:extLst>
          </p:cNvPr>
          <p:cNvSpPr/>
          <p:nvPr/>
        </p:nvSpPr>
        <p:spPr>
          <a:xfrm>
            <a:off x="3075528" y="3663462"/>
            <a:ext cx="21373" cy="21373"/>
          </a:xfrm>
          <a:custGeom>
            <a:avLst/>
            <a:gdLst/>
            <a:ahLst/>
            <a:cxnLst/>
            <a:rect l="l" t="t" r="r" b="b"/>
            <a:pathLst>
              <a:path w="662" h="662" extrusionOk="0">
                <a:moveTo>
                  <a:pt x="1" y="0"/>
                </a:moveTo>
                <a:lnTo>
                  <a:pt x="1" y="662"/>
                </a:lnTo>
                <a:lnTo>
                  <a:pt x="662" y="662"/>
                </a:lnTo>
                <a:lnTo>
                  <a:pt x="66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0" name="Google Shape;6336;p59">
            <a:extLst>
              <a:ext uri="{FF2B5EF4-FFF2-40B4-BE49-F238E27FC236}">
                <a16:creationId xmlns:a16="http://schemas.microsoft.com/office/drawing/2014/main" id="{125AA9F2-3C58-1B44-F4FF-49E3B84DF79E}"/>
              </a:ext>
            </a:extLst>
          </p:cNvPr>
          <p:cNvSpPr/>
          <p:nvPr/>
        </p:nvSpPr>
        <p:spPr>
          <a:xfrm>
            <a:off x="3075528" y="3841450"/>
            <a:ext cx="21373" cy="21405"/>
          </a:xfrm>
          <a:custGeom>
            <a:avLst/>
            <a:gdLst/>
            <a:ahLst/>
            <a:cxnLst/>
            <a:rect l="l" t="t" r="r" b="b"/>
            <a:pathLst>
              <a:path w="662" h="663" extrusionOk="0">
                <a:moveTo>
                  <a:pt x="1" y="1"/>
                </a:moveTo>
                <a:lnTo>
                  <a:pt x="1" y="662"/>
                </a:lnTo>
                <a:lnTo>
                  <a:pt x="662" y="662"/>
                </a:lnTo>
                <a:lnTo>
                  <a:pt x="66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1" name="Google Shape;6337;p59">
            <a:extLst>
              <a:ext uri="{FF2B5EF4-FFF2-40B4-BE49-F238E27FC236}">
                <a16:creationId xmlns:a16="http://schemas.microsoft.com/office/drawing/2014/main" id="{C49BBA13-15E0-31AC-8CEC-562EAFD00A1F}"/>
              </a:ext>
            </a:extLst>
          </p:cNvPr>
          <p:cNvSpPr/>
          <p:nvPr/>
        </p:nvSpPr>
        <p:spPr>
          <a:xfrm>
            <a:off x="3008405" y="3575967"/>
            <a:ext cx="287856" cy="355042"/>
          </a:xfrm>
          <a:custGeom>
            <a:avLst/>
            <a:gdLst/>
            <a:ahLst/>
            <a:cxnLst/>
            <a:rect l="l" t="t" r="r" b="b"/>
            <a:pathLst>
              <a:path w="8916" h="10997" extrusionOk="0">
                <a:moveTo>
                  <a:pt x="7183" y="2049"/>
                </a:moveTo>
                <a:cubicBezTo>
                  <a:pt x="7404" y="2049"/>
                  <a:pt x="7561" y="2206"/>
                  <a:pt x="7561" y="2395"/>
                </a:cubicBezTo>
                <a:cubicBezTo>
                  <a:pt x="7561" y="2584"/>
                  <a:pt x="7404" y="2742"/>
                  <a:pt x="7183" y="2742"/>
                </a:cubicBezTo>
                <a:lnTo>
                  <a:pt x="4474" y="2742"/>
                </a:lnTo>
                <a:cubicBezTo>
                  <a:pt x="4285" y="2742"/>
                  <a:pt x="4127" y="2584"/>
                  <a:pt x="4127" y="2395"/>
                </a:cubicBezTo>
                <a:cubicBezTo>
                  <a:pt x="4127" y="2206"/>
                  <a:pt x="4285" y="2049"/>
                  <a:pt x="4474" y="2049"/>
                </a:cubicBezTo>
                <a:close/>
                <a:moveTo>
                  <a:pt x="3151" y="2017"/>
                </a:moveTo>
                <a:cubicBezTo>
                  <a:pt x="3340" y="2017"/>
                  <a:pt x="3497" y="2175"/>
                  <a:pt x="3497" y="2364"/>
                </a:cubicBezTo>
                <a:lnTo>
                  <a:pt x="3497" y="3750"/>
                </a:lnTo>
                <a:cubicBezTo>
                  <a:pt x="3497" y="3939"/>
                  <a:pt x="3340" y="4097"/>
                  <a:pt x="3151" y="4097"/>
                </a:cubicBezTo>
                <a:lnTo>
                  <a:pt x="1764" y="4097"/>
                </a:lnTo>
                <a:cubicBezTo>
                  <a:pt x="1575" y="4097"/>
                  <a:pt x="1418" y="3939"/>
                  <a:pt x="1418" y="3750"/>
                </a:cubicBezTo>
                <a:lnTo>
                  <a:pt x="1418" y="2364"/>
                </a:lnTo>
                <a:cubicBezTo>
                  <a:pt x="1418" y="2175"/>
                  <a:pt x="1575" y="2017"/>
                  <a:pt x="1764" y="2017"/>
                </a:cubicBezTo>
                <a:close/>
                <a:moveTo>
                  <a:pt x="5860" y="3372"/>
                </a:moveTo>
                <a:cubicBezTo>
                  <a:pt x="6049" y="3372"/>
                  <a:pt x="6207" y="3529"/>
                  <a:pt x="6207" y="3750"/>
                </a:cubicBezTo>
                <a:cubicBezTo>
                  <a:pt x="6207" y="3939"/>
                  <a:pt x="6049" y="4097"/>
                  <a:pt x="5860" y="4097"/>
                </a:cubicBezTo>
                <a:lnTo>
                  <a:pt x="4474" y="4097"/>
                </a:lnTo>
                <a:cubicBezTo>
                  <a:pt x="4285" y="4097"/>
                  <a:pt x="4127" y="3939"/>
                  <a:pt x="4127" y="3750"/>
                </a:cubicBezTo>
                <a:cubicBezTo>
                  <a:pt x="4127" y="3529"/>
                  <a:pt x="4285" y="3372"/>
                  <a:pt x="4474" y="3372"/>
                </a:cubicBezTo>
                <a:close/>
                <a:moveTo>
                  <a:pt x="7183" y="4758"/>
                </a:moveTo>
                <a:cubicBezTo>
                  <a:pt x="7404" y="4758"/>
                  <a:pt x="7561" y="4916"/>
                  <a:pt x="7561" y="5105"/>
                </a:cubicBezTo>
                <a:cubicBezTo>
                  <a:pt x="7561" y="5325"/>
                  <a:pt x="7404" y="5483"/>
                  <a:pt x="7183" y="5483"/>
                </a:cubicBezTo>
                <a:lnTo>
                  <a:pt x="4474" y="5483"/>
                </a:lnTo>
                <a:cubicBezTo>
                  <a:pt x="4285" y="5483"/>
                  <a:pt x="4127" y="5325"/>
                  <a:pt x="4127" y="5105"/>
                </a:cubicBezTo>
                <a:cubicBezTo>
                  <a:pt x="4127" y="4916"/>
                  <a:pt x="4285" y="4758"/>
                  <a:pt x="4474" y="4758"/>
                </a:cubicBezTo>
                <a:close/>
                <a:moveTo>
                  <a:pt x="3151" y="4758"/>
                </a:moveTo>
                <a:cubicBezTo>
                  <a:pt x="3340" y="4758"/>
                  <a:pt x="3497" y="4916"/>
                  <a:pt x="3497" y="5105"/>
                </a:cubicBezTo>
                <a:lnTo>
                  <a:pt x="3497" y="6491"/>
                </a:lnTo>
                <a:cubicBezTo>
                  <a:pt x="3497" y="6680"/>
                  <a:pt x="3340" y="6837"/>
                  <a:pt x="3151" y="6837"/>
                </a:cubicBezTo>
                <a:lnTo>
                  <a:pt x="1764" y="6837"/>
                </a:lnTo>
                <a:cubicBezTo>
                  <a:pt x="1575" y="6837"/>
                  <a:pt x="1418" y="6680"/>
                  <a:pt x="1418" y="6491"/>
                </a:cubicBezTo>
                <a:lnTo>
                  <a:pt x="1418" y="5105"/>
                </a:lnTo>
                <a:cubicBezTo>
                  <a:pt x="1418" y="4916"/>
                  <a:pt x="1575" y="4758"/>
                  <a:pt x="1764" y="4758"/>
                </a:cubicBezTo>
                <a:close/>
                <a:moveTo>
                  <a:pt x="5860" y="6144"/>
                </a:moveTo>
                <a:cubicBezTo>
                  <a:pt x="6049" y="6144"/>
                  <a:pt x="6207" y="6302"/>
                  <a:pt x="6207" y="6491"/>
                </a:cubicBezTo>
                <a:cubicBezTo>
                  <a:pt x="6207" y="6680"/>
                  <a:pt x="6049" y="6837"/>
                  <a:pt x="5860" y="6837"/>
                </a:cubicBezTo>
                <a:lnTo>
                  <a:pt x="4474" y="6837"/>
                </a:lnTo>
                <a:cubicBezTo>
                  <a:pt x="4285" y="6837"/>
                  <a:pt x="4127" y="6680"/>
                  <a:pt x="4127" y="6491"/>
                </a:cubicBezTo>
                <a:cubicBezTo>
                  <a:pt x="4127" y="6302"/>
                  <a:pt x="4285" y="6144"/>
                  <a:pt x="4474" y="6144"/>
                </a:cubicBezTo>
                <a:close/>
                <a:moveTo>
                  <a:pt x="7183" y="7562"/>
                </a:moveTo>
                <a:cubicBezTo>
                  <a:pt x="7404" y="7562"/>
                  <a:pt x="7561" y="7720"/>
                  <a:pt x="7561" y="7909"/>
                </a:cubicBezTo>
                <a:cubicBezTo>
                  <a:pt x="7561" y="8098"/>
                  <a:pt x="7404" y="8255"/>
                  <a:pt x="7183" y="8255"/>
                </a:cubicBezTo>
                <a:lnTo>
                  <a:pt x="4474" y="8255"/>
                </a:lnTo>
                <a:cubicBezTo>
                  <a:pt x="4285" y="8255"/>
                  <a:pt x="4127" y="8098"/>
                  <a:pt x="4127" y="7909"/>
                </a:cubicBezTo>
                <a:cubicBezTo>
                  <a:pt x="4127" y="7720"/>
                  <a:pt x="4285" y="7562"/>
                  <a:pt x="4474" y="7562"/>
                </a:cubicBezTo>
                <a:close/>
                <a:moveTo>
                  <a:pt x="3151" y="7531"/>
                </a:moveTo>
                <a:cubicBezTo>
                  <a:pt x="3340" y="7531"/>
                  <a:pt x="3497" y="7657"/>
                  <a:pt x="3497" y="7877"/>
                </a:cubicBezTo>
                <a:lnTo>
                  <a:pt x="3497" y="9232"/>
                </a:lnTo>
                <a:cubicBezTo>
                  <a:pt x="3497" y="9452"/>
                  <a:pt x="3340" y="9610"/>
                  <a:pt x="3151" y="9610"/>
                </a:cubicBezTo>
                <a:lnTo>
                  <a:pt x="1764" y="9610"/>
                </a:lnTo>
                <a:cubicBezTo>
                  <a:pt x="1575" y="9610"/>
                  <a:pt x="1418" y="9452"/>
                  <a:pt x="1418" y="9232"/>
                </a:cubicBezTo>
                <a:lnTo>
                  <a:pt x="1418" y="7877"/>
                </a:lnTo>
                <a:cubicBezTo>
                  <a:pt x="1418" y="7657"/>
                  <a:pt x="1575" y="7531"/>
                  <a:pt x="1764" y="7531"/>
                </a:cubicBezTo>
                <a:close/>
                <a:moveTo>
                  <a:pt x="5860" y="8885"/>
                </a:moveTo>
                <a:cubicBezTo>
                  <a:pt x="6049" y="8885"/>
                  <a:pt x="6207" y="9043"/>
                  <a:pt x="6207" y="9232"/>
                </a:cubicBezTo>
                <a:cubicBezTo>
                  <a:pt x="6207" y="9452"/>
                  <a:pt x="6049" y="9610"/>
                  <a:pt x="5860" y="9610"/>
                </a:cubicBezTo>
                <a:lnTo>
                  <a:pt x="4474" y="9610"/>
                </a:lnTo>
                <a:cubicBezTo>
                  <a:pt x="4285" y="9610"/>
                  <a:pt x="4127" y="9452"/>
                  <a:pt x="4127" y="9232"/>
                </a:cubicBezTo>
                <a:cubicBezTo>
                  <a:pt x="4127" y="9043"/>
                  <a:pt x="4285" y="8885"/>
                  <a:pt x="4474" y="8885"/>
                </a:cubicBezTo>
                <a:close/>
                <a:moveTo>
                  <a:pt x="1040" y="1"/>
                </a:moveTo>
                <a:cubicBezTo>
                  <a:pt x="504" y="1"/>
                  <a:pt x="0" y="473"/>
                  <a:pt x="0" y="1009"/>
                </a:cubicBezTo>
                <a:lnTo>
                  <a:pt x="0" y="9956"/>
                </a:lnTo>
                <a:cubicBezTo>
                  <a:pt x="32" y="10524"/>
                  <a:pt x="504" y="10996"/>
                  <a:pt x="1040" y="10996"/>
                </a:cubicBezTo>
                <a:lnTo>
                  <a:pt x="7908" y="10996"/>
                </a:lnTo>
                <a:cubicBezTo>
                  <a:pt x="8444" y="10996"/>
                  <a:pt x="8916" y="10524"/>
                  <a:pt x="8916" y="9956"/>
                </a:cubicBezTo>
                <a:lnTo>
                  <a:pt x="8916" y="1009"/>
                </a:lnTo>
                <a:cubicBezTo>
                  <a:pt x="8916" y="473"/>
                  <a:pt x="8444" y="1"/>
                  <a:pt x="7908" y="1"/>
                </a:cubicBezTo>
                <a:lnTo>
                  <a:pt x="7183" y="1"/>
                </a:lnTo>
                <a:lnTo>
                  <a:pt x="7183" y="347"/>
                </a:lnTo>
                <a:cubicBezTo>
                  <a:pt x="7183" y="915"/>
                  <a:pt x="6711" y="1387"/>
                  <a:pt x="6175" y="1387"/>
                </a:cubicBezTo>
                <a:lnTo>
                  <a:pt x="2741" y="1387"/>
                </a:lnTo>
                <a:cubicBezTo>
                  <a:pt x="2206" y="1387"/>
                  <a:pt x="1733" y="915"/>
                  <a:pt x="1733" y="347"/>
                </a:cubicBezTo>
                <a:lnTo>
                  <a:pt x="173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2" name="Google Shape;6338;p59">
            <a:extLst>
              <a:ext uri="{FF2B5EF4-FFF2-40B4-BE49-F238E27FC236}">
                <a16:creationId xmlns:a16="http://schemas.microsoft.com/office/drawing/2014/main" id="{EEADB8A5-6F6E-80B9-9077-385C21E82852}"/>
              </a:ext>
            </a:extLst>
          </p:cNvPr>
          <p:cNvSpPr/>
          <p:nvPr/>
        </p:nvSpPr>
        <p:spPr>
          <a:xfrm>
            <a:off x="3319636" y="3684802"/>
            <a:ext cx="66152" cy="134307"/>
          </a:xfrm>
          <a:custGeom>
            <a:avLst/>
            <a:gdLst/>
            <a:ahLst/>
            <a:cxnLst/>
            <a:rect l="l" t="t" r="r" b="b"/>
            <a:pathLst>
              <a:path w="2049" h="4160" extrusionOk="0">
                <a:moveTo>
                  <a:pt x="1" y="1"/>
                </a:moveTo>
                <a:lnTo>
                  <a:pt x="1" y="4160"/>
                </a:lnTo>
                <a:lnTo>
                  <a:pt x="2049" y="4160"/>
                </a:lnTo>
                <a:lnTo>
                  <a:pt x="204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3" name="Google Shape;6339;p59">
            <a:extLst>
              <a:ext uri="{FF2B5EF4-FFF2-40B4-BE49-F238E27FC236}">
                <a16:creationId xmlns:a16="http://schemas.microsoft.com/office/drawing/2014/main" id="{734B1E5C-395E-E994-24D2-4B227FEC18F2}"/>
              </a:ext>
            </a:extLst>
          </p:cNvPr>
          <p:cNvSpPr/>
          <p:nvPr/>
        </p:nvSpPr>
        <p:spPr>
          <a:xfrm>
            <a:off x="3319636" y="3597342"/>
            <a:ext cx="66152" cy="66152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2048"/>
                </a:lnTo>
                <a:lnTo>
                  <a:pt x="2049" y="2048"/>
                </a:lnTo>
                <a:lnTo>
                  <a:pt x="2049" y="1040"/>
                </a:lnTo>
                <a:cubicBezTo>
                  <a:pt x="2049" y="473"/>
                  <a:pt x="1576" y="1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4" name="Google Shape;6340;p59">
            <a:extLst>
              <a:ext uri="{FF2B5EF4-FFF2-40B4-BE49-F238E27FC236}">
                <a16:creationId xmlns:a16="http://schemas.microsoft.com/office/drawing/2014/main" id="{FFE0A62C-1C5B-F226-D17B-2265BD13DFD8}"/>
              </a:ext>
            </a:extLst>
          </p:cNvPr>
          <p:cNvSpPr/>
          <p:nvPr/>
        </p:nvSpPr>
        <p:spPr>
          <a:xfrm>
            <a:off x="3321671" y="3841450"/>
            <a:ext cx="60051" cy="66152"/>
          </a:xfrm>
          <a:custGeom>
            <a:avLst/>
            <a:gdLst/>
            <a:ahLst/>
            <a:cxnLst/>
            <a:rect l="l" t="t" r="r" b="b"/>
            <a:pathLst>
              <a:path w="1860" h="2049" extrusionOk="0">
                <a:moveTo>
                  <a:pt x="1" y="1"/>
                </a:moveTo>
                <a:lnTo>
                  <a:pt x="599" y="1796"/>
                </a:lnTo>
                <a:cubicBezTo>
                  <a:pt x="694" y="1985"/>
                  <a:pt x="788" y="2048"/>
                  <a:pt x="946" y="2048"/>
                </a:cubicBezTo>
                <a:cubicBezTo>
                  <a:pt x="1103" y="2048"/>
                  <a:pt x="1229" y="1985"/>
                  <a:pt x="1261" y="1796"/>
                </a:cubicBezTo>
                <a:lnTo>
                  <a:pt x="186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3" name="Google Shape;6342;p59">
            <a:extLst>
              <a:ext uri="{FF2B5EF4-FFF2-40B4-BE49-F238E27FC236}">
                <a16:creationId xmlns:a16="http://schemas.microsoft.com/office/drawing/2014/main" id="{B0010E52-9C86-512A-EE7B-6B8F2D59E204}"/>
              </a:ext>
            </a:extLst>
          </p:cNvPr>
          <p:cNvSpPr/>
          <p:nvPr/>
        </p:nvSpPr>
        <p:spPr>
          <a:xfrm>
            <a:off x="3114706" y="4304320"/>
            <a:ext cx="10202" cy="16304"/>
          </a:xfrm>
          <a:custGeom>
            <a:avLst/>
            <a:gdLst/>
            <a:ahLst/>
            <a:cxnLst/>
            <a:rect l="l" t="t" r="r" b="b"/>
            <a:pathLst>
              <a:path w="316" h="505" extrusionOk="0">
                <a:moveTo>
                  <a:pt x="158" y="1"/>
                </a:moveTo>
                <a:lnTo>
                  <a:pt x="0" y="505"/>
                </a:lnTo>
                <a:lnTo>
                  <a:pt x="315" y="505"/>
                </a:lnTo>
                <a:lnTo>
                  <a:pt x="15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4" name="Google Shape;6343;p59">
            <a:extLst>
              <a:ext uri="{FF2B5EF4-FFF2-40B4-BE49-F238E27FC236}">
                <a16:creationId xmlns:a16="http://schemas.microsoft.com/office/drawing/2014/main" id="{E81D4368-20E3-A83A-91EA-9D708009DC24}"/>
              </a:ext>
            </a:extLst>
          </p:cNvPr>
          <p:cNvSpPr/>
          <p:nvPr/>
        </p:nvSpPr>
        <p:spPr>
          <a:xfrm>
            <a:off x="3008905" y="4208724"/>
            <a:ext cx="221768" cy="223349"/>
          </a:xfrm>
          <a:custGeom>
            <a:avLst/>
            <a:gdLst/>
            <a:ahLst/>
            <a:cxnLst/>
            <a:rect l="l" t="t" r="r" b="b"/>
            <a:pathLst>
              <a:path w="6869" h="6918" extrusionOk="0">
                <a:moveTo>
                  <a:pt x="3427" y="1449"/>
                </a:moveTo>
                <a:cubicBezTo>
                  <a:pt x="3569" y="1449"/>
                  <a:pt x="3718" y="1512"/>
                  <a:pt x="3781" y="1638"/>
                </a:cubicBezTo>
                <a:lnTo>
                  <a:pt x="4317" y="3466"/>
                </a:lnTo>
                <a:lnTo>
                  <a:pt x="4474" y="3466"/>
                </a:lnTo>
                <a:cubicBezTo>
                  <a:pt x="4695" y="3466"/>
                  <a:pt x="4852" y="3623"/>
                  <a:pt x="4852" y="3812"/>
                </a:cubicBezTo>
                <a:cubicBezTo>
                  <a:pt x="4852" y="3970"/>
                  <a:pt x="4726" y="4127"/>
                  <a:pt x="4537" y="4127"/>
                </a:cubicBezTo>
                <a:lnTo>
                  <a:pt x="4789" y="5072"/>
                </a:lnTo>
                <a:cubicBezTo>
                  <a:pt x="4852" y="5262"/>
                  <a:pt x="4758" y="5419"/>
                  <a:pt x="4569" y="5514"/>
                </a:cubicBezTo>
                <a:cubicBezTo>
                  <a:pt x="4545" y="5518"/>
                  <a:pt x="4521" y="5520"/>
                  <a:pt x="4498" y="5520"/>
                </a:cubicBezTo>
                <a:cubicBezTo>
                  <a:pt x="4341" y="5520"/>
                  <a:pt x="4210" y="5427"/>
                  <a:pt x="4128" y="5262"/>
                </a:cubicBezTo>
                <a:lnTo>
                  <a:pt x="3781" y="4127"/>
                </a:lnTo>
                <a:lnTo>
                  <a:pt x="3057" y="4127"/>
                </a:lnTo>
                <a:lnTo>
                  <a:pt x="2710" y="5262"/>
                </a:lnTo>
                <a:cubicBezTo>
                  <a:pt x="2683" y="5427"/>
                  <a:pt x="2535" y="5520"/>
                  <a:pt x="2351" y="5520"/>
                </a:cubicBezTo>
                <a:cubicBezTo>
                  <a:pt x="2325" y="5520"/>
                  <a:pt x="2297" y="5518"/>
                  <a:pt x="2269" y="5514"/>
                </a:cubicBezTo>
                <a:cubicBezTo>
                  <a:pt x="2080" y="5451"/>
                  <a:pt x="2017" y="5262"/>
                  <a:pt x="2049" y="5072"/>
                </a:cubicBezTo>
                <a:lnTo>
                  <a:pt x="2332" y="4127"/>
                </a:lnTo>
                <a:cubicBezTo>
                  <a:pt x="2175" y="4096"/>
                  <a:pt x="2017" y="3970"/>
                  <a:pt x="2017" y="3812"/>
                </a:cubicBezTo>
                <a:cubicBezTo>
                  <a:pt x="2049" y="3623"/>
                  <a:pt x="2206" y="3466"/>
                  <a:pt x="2395" y="3466"/>
                </a:cubicBezTo>
                <a:lnTo>
                  <a:pt x="2553" y="3466"/>
                </a:lnTo>
                <a:lnTo>
                  <a:pt x="3120" y="1638"/>
                </a:lnTo>
                <a:cubicBezTo>
                  <a:pt x="3151" y="1512"/>
                  <a:pt x="3285" y="1449"/>
                  <a:pt x="3427" y="1449"/>
                </a:cubicBezTo>
                <a:close/>
                <a:moveTo>
                  <a:pt x="3435" y="0"/>
                </a:moveTo>
                <a:cubicBezTo>
                  <a:pt x="1544" y="0"/>
                  <a:pt x="1" y="1544"/>
                  <a:pt x="1" y="3434"/>
                </a:cubicBezTo>
                <a:cubicBezTo>
                  <a:pt x="1" y="5356"/>
                  <a:pt x="1544" y="6900"/>
                  <a:pt x="3435" y="6900"/>
                </a:cubicBezTo>
                <a:cubicBezTo>
                  <a:pt x="4065" y="6900"/>
                  <a:pt x="4632" y="6742"/>
                  <a:pt x="5168" y="6427"/>
                </a:cubicBezTo>
                <a:lnTo>
                  <a:pt x="6365" y="6900"/>
                </a:lnTo>
                <a:cubicBezTo>
                  <a:pt x="6407" y="6910"/>
                  <a:pt x="6449" y="6917"/>
                  <a:pt x="6491" y="6917"/>
                </a:cubicBezTo>
                <a:cubicBezTo>
                  <a:pt x="6575" y="6917"/>
                  <a:pt x="6659" y="6889"/>
                  <a:pt x="6743" y="6805"/>
                </a:cubicBezTo>
                <a:cubicBezTo>
                  <a:pt x="6806" y="6742"/>
                  <a:pt x="6869" y="6616"/>
                  <a:pt x="6869" y="6459"/>
                </a:cubicBezTo>
                <a:lnTo>
                  <a:pt x="6491" y="5009"/>
                </a:lnTo>
                <a:cubicBezTo>
                  <a:pt x="6743" y="4537"/>
                  <a:pt x="6869" y="4001"/>
                  <a:pt x="6869" y="3466"/>
                </a:cubicBezTo>
                <a:cubicBezTo>
                  <a:pt x="6869" y="3119"/>
                  <a:pt x="6774" y="2804"/>
                  <a:pt x="6711" y="2489"/>
                </a:cubicBezTo>
                <a:cubicBezTo>
                  <a:pt x="6617" y="2426"/>
                  <a:pt x="6491" y="2395"/>
                  <a:pt x="6428" y="2363"/>
                </a:cubicBezTo>
                <a:lnTo>
                  <a:pt x="5514" y="2710"/>
                </a:lnTo>
                <a:cubicBezTo>
                  <a:pt x="5389" y="2755"/>
                  <a:pt x="5256" y="2780"/>
                  <a:pt x="5125" y="2780"/>
                </a:cubicBezTo>
                <a:cubicBezTo>
                  <a:pt x="4892" y="2780"/>
                  <a:pt x="4667" y="2702"/>
                  <a:pt x="4506" y="2521"/>
                </a:cubicBezTo>
                <a:cubicBezTo>
                  <a:pt x="4222" y="2269"/>
                  <a:pt x="4096" y="1891"/>
                  <a:pt x="4159" y="1481"/>
                </a:cubicBezTo>
                <a:lnTo>
                  <a:pt x="4443" y="221"/>
                </a:lnTo>
                <a:cubicBezTo>
                  <a:pt x="4443" y="189"/>
                  <a:pt x="4443" y="189"/>
                  <a:pt x="4411" y="158"/>
                </a:cubicBezTo>
                <a:cubicBezTo>
                  <a:pt x="4096" y="63"/>
                  <a:pt x="3781" y="0"/>
                  <a:pt x="34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5" name="Google Shape;6344;p59">
            <a:extLst>
              <a:ext uri="{FF2B5EF4-FFF2-40B4-BE49-F238E27FC236}">
                <a16:creationId xmlns:a16="http://schemas.microsoft.com/office/drawing/2014/main" id="{2868E55B-BA65-096A-1E2A-FB7CA6ED73A0}"/>
              </a:ext>
            </a:extLst>
          </p:cNvPr>
          <p:cNvSpPr/>
          <p:nvPr/>
        </p:nvSpPr>
        <p:spPr>
          <a:xfrm>
            <a:off x="3264219" y="4143604"/>
            <a:ext cx="20372" cy="33609"/>
          </a:xfrm>
          <a:custGeom>
            <a:avLst/>
            <a:gdLst/>
            <a:ahLst/>
            <a:cxnLst/>
            <a:rect l="l" t="t" r="r" b="b"/>
            <a:pathLst>
              <a:path w="631" h="1041" extrusionOk="0">
                <a:moveTo>
                  <a:pt x="0" y="1"/>
                </a:moveTo>
                <a:cubicBezTo>
                  <a:pt x="32" y="410"/>
                  <a:pt x="126" y="694"/>
                  <a:pt x="315" y="1041"/>
                </a:cubicBezTo>
                <a:cubicBezTo>
                  <a:pt x="473" y="694"/>
                  <a:pt x="599" y="347"/>
                  <a:pt x="63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6" name="Google Shape;6345;p59">
            <a:extLst>
              <a:ext uri="{FF2B5EF4-FFF2-40B4-BE49-F238E27FC236}">
                <a16:creationId xmlns:a16="http://schemas.microsoft.com/office/drawing/2014/main" id="{50B68133-ACB7-EB23-0828-5D056AF51194}"/>
              </a:ext>
            </a:extLst>
          </p:cNvPr>
          <p:cNvSpPr/>
          <p:nvPr/>
        </p:nvSpPr>
        <p:spPr>
          <a:xfrm>
            <a:off x="3162487" y="4055110"/>
            <a:ext cx="222800" cy="222639"/>
          </a:xfrm>
          <a:custGeom>
            <a:avLst/>
            <a:gdLst/>
            <a:ahLst/>
            <a:cxnLst/>
            <a:rect l="l" t="t" r="r" b="b"/>
            <a:pathLst>
              <a:path w="6901" h="6896" extrusionOk="0">
                <a:moveTo>
                  <a:pt x="3435" y="1356"/>
                </a:moveTo>
                <a:cubicBezTo>
                  <a:pt x="3624" y="1356"/>
                  <a:pt x="3782" y="1513"/>
                  <a:pt x="3782" y="1734"/>
                </a:cubicBezTo>
                <a:lnTo>
                  <a:pt x="3782" y="2080"/>
                </a:lnTo>
                <a:lnTo>
                  <a:pt x="4821" y="2080"/>
                </a:lnTo>
                <a:cubicBezTo>
                  <a:pt x="5010" y="2080"/>
                  <a:pt x="5168" y="2238"/>
                  <a:pt x="5168" y="2427"/>
                </a:cubicBezTo>
                <a:cubicBezTo>
                  <a:pt x="5168" y="2616"/>
                  <a:pt x="5010" y="2742"/>
                  <a:pt x="4821" y="2742"/>
                </a:cubicBezTo>
                <a:lnTo>
                  <a:pt x="4412" y="2742"/>
                </a:lnTo>
                <a:cubicBezTo>
                  <a:pt x="4380" y="3341"/>
                  <a:pt x="4191" y="3876"/>
                  <a:pt x="3876" y="4412"/>
                </a:cubicBezTo>
                <a:cubicBezTo>
                  <a:pt x="3908" y="4443"/>
                  <a:pt x="3908" y="4475"/>
                  <a:pt x="3939" y="4506"/>
                </a:cubicBezTo>
                <a:lnTo>
                  <a:pt x="4349" y="4916"/>
                </a:lnTo>
                <a:cubicBezTo>
                  <a:pt x="4443" y="5042"/>
                  <a:pt x="4443" y="5262"/>
                  <a:pt x="4349" y="5388"/>
                </a:cubicBezTo>
                <a:cubicBezTo>
                  <a:pt x="4286" y="5451"/>
                  <a:pt x="4191" y="5483"/>
                  <a:pt x="4101" y="5483"/>
                </a:cubicBezTo>
                <a:cubicBezTo>
                  <a:pt x="4010" y="5483"/>
                  <a:pt x="3923" y="5451"/>
                  <a:pt x="3876" y="5388"/>
                </a:cubicBezTo>
                <a:lnTo>
                  <a:pt x="3466" y="4979"/>
                </a:lnTo>
                <a:lnTo>
                  <a:pt x="3435" y="4947"/>
                </a:lnTo>
                <a:lnTo>
                  <a:pt x="3403" y="4979"/>
                </a:lnTo>
                <a:lnTo>
                  <a:pt x="2994" y="5388"/>
                </a:lnTo>
                <a:cubicBezTo>
                  <a:pt x="2931" y="5451"/>
                  <a:pt x="2844" y="5483"/>
                  <a:pt x="2758" y="5483"/>
                </a:cubicBezTo>
                <a:cubicBezTo>
                  <a:pt x="2671" y="5483"/>
                  <a:pt x="2584" y="5451"/>
                  <a:pt x="2521" y="5388"/>
                </a:cubicBezTo>
                <a:cubicBezTo>
                  <a:pt x="2395" y="5262"/>
                  <a:pt x="2395" y="5042"/>
                  <a:pt x="2521" y="4916"/>
                </a:cubicBezTo>
                <a:lnTo>
                  <a:pt x="2931" y="4506"/>
                </a:lnTo>
                <a:cubicBezTo>
                  <a:pt x="2962" y="4475"/>
                  <a:pt x="2962" y="4443"/>
                  <a:pt x="2994" y="4412"/>
                </a:cubicBezTo>
                <a:cubicBezTo>
                  <a:pt x="2679" y="3939"/>
                  <a:pt x="2490" y="3341"/>
                  <a:pt x="2458" y="2742"/>
                </a:cubicBezTo>
                <a:lnTo>
                  <a:pt x="2049" y="2742"/>
                </a:lnTo>
                <a:cubicBezTo>
                  <a:pt x="1860" y="2742"/>
                  <a:pt x="1702" y="2584"/>
                  <a:pt x="1702" y="2395"/>
                </a:cubicBezTo>
                <a:cubicBezTo>
                  <a:pt x="1702" y="2206"/>
                  <a:pt x="1860" y="2049"/>
                  <a:pt x="2049" y="2049"/>
                </a:cubicBezTo>
                <a:lnTo>
                  <a:pt x="3088" y="2049"/>
                </a:lnTo>
                <a:lnTo>
                  <a:pt x="3088" y="1734"/>
                </a:lnTo>
                <a:cubicBezTo>
                  <a:pt x="3088" y="1513"/>
                  <a:pt x="3246" y="1356"/>
                  <a:pt x="3435" y="1356"/>
                </a:cubicBezTo>
                <a:close/>
                <a:moveTo>
                  <a:pt x="3466" y="1"/>
                </a:moveTo>
                <a:cubicBezTo>
                  <a:pt x="1576" y="1"/>
                  <a:pt x="32" y="1576"/>
                  <a:pt x="32" y="3467"/>
                </a:cubicBezTo>
                <a:cubicBezTo>
                  <a:pt x="32" y="3971"/>
                  <a:pt x="158" y="4506"/>
                  <a:pt x="411" y="4979"/>
                </a:cubicBezTo>
                <a:lnTo>
                  <a:pt x="32" y="6459"/>
                </a:lnTo>
                <a:cubicBezTo>
                  <a:pt x="1" y="6554"/>
                  <a:pt x="32" y="6680"/>
                  <a:pt x="158" y="6806"/>
                </a:cubicBezTo>
                <a:cubicBezTo>
                  <a:pt x="225" y="6851"/>
                  <a:pt x="324" y="6895"/>
                  <a:pt x="420" y="6895"/>
                </a:cubicBezTo>
                <a:cubicBezTo>
                  <a:pt x="460" y="6895"/>
                  <a:pt x="500" y="6887"/>
                  <a:pt x="537" y="6869"/>
                </a:cubicBezTo>
                <a:lnTo>
                  <a:pt x="1734" y="6396"/>
                </a:lnTo>
                <a:cubicBezTo>
                  <a:pt x="2269" y="6712"/>
                  <a:pt x="2899" y="6869"/>
                  <a:pt x="3466" y="6869"/>
                </a:cubicBezTo>
                <a:cubicBezTo>
                  <a:pt x="5357" y="6869"/>
                  <a:pt x="6901" y="5357"/>
                  <a:pt x="6901" y="3435"/>
                </a:cubicBezTo>
                <a:cubicBezTo>
                  <a:pt x="6901" y="1576"/>
                  <a:pt x="5325" y="1"/>
                  <a:pt x="346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6" name="Google Shape;6347;p59">
            <a:extLst>
              <a:ext uri="{FF2B5EF4-FFF2-40B4-BE49-F238E27FC236}">
                <a16:creationId xmlns:a16="http://schemas.microsoft.com/office/drawing/2014/main" id="{E96E426D-3EAB-57D0-9CBC-185E60456A97}"/>
              </a:ext>
            </a:extLst>
          </p:cNvPr>
          <p:cNvSpPr/>
          <p:nvPr/>
        </p:nvSpPr>
        <p:spPr>
          <a:xfrm>
            <a:off x="2146228" y="2359753"/>
            <a:ext cx="108866" cy="44780"/>
          </a:xfrm>
          <a:custGeom>
            <a:avLst/>
            <a:gdLst/>
            <a:ahLst/>
            <a:cxnLst/>
            <a:rect l="l" t="t" r="r" b="b"/>
            <a:pathLst>
              <a:path w="3372" h="1387" extrusionOk="0">
                <a:moveTo>
                  <a:pt x="1670" y="1"/>
                </a:moveTo>
                <a:cubicBezTo>
                  <a:pt x="883" y="1"/>
                  <a:pt x="158" y="599"/>
                  <a:pt x="0" y="1387"/>
                </a:cubicBezTo>
                <a:lnTo>
                  <a:pt x="3371" y="1387"/>
                </a:lnTo>
                <a:cubicBezTo>
                  <a:pt x="3214" y="599"/>
                  <a:pt x="2489" y="1"/>
                  <a:pt x="167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7" name="Google Shape;6348;p59">
            <a:extLst>
              <a:ext uri="{FF2B5EF4-FFF2-40B4-BE49-F238E27FC236}">
                <a16:creationId xmlns:a16="http://schemas.microsoft.com/office/drawing/2014/main" id="{A4EBCA07-9AE9-2B39-232B-A786074561CC}"/>
              </a:ext>
            </a:extLst>
          </p:cNvPr>
          <p:cNvSpPr/>
          <p:nvPr/>
        </p:nvSpPr>
        <p:spPr>
          <a:xfrm>
            <a:off x="2232688" y="2306870"/>
            <a:ext cx="89528" cy="97663"/>
          </a:xfrm>
          <a:custGeom>
            <a:avLst/>
            <a:gdLst/>
            <a:ahLst/>
            <a:cxnLst/>
            <a:rect l="l" t="t" r="r" b="b"/>
            <a:pathLst>
              <a:path w="2773" h="3025" extrusionOk="0">
                <a:moveTo>
                  <a:pt x="2111" y="0"/>
                </a:moveTo>
                <a:lnTo>
                  <a:pt x="1387" y="221"/>
                </a:lnTo>
                <a:cubicBezTo>
                  <a:pt x="1298" y="265"/>
                  <a:pt x="1179" y="290"/>
                  <a:pt x="1049" y="290"/>
                </a:cubicBezTo>
                <a:cubicBezTo>
                  <a:pt x="808" y="290"/>
                  <a:pt x="531" y="205"/>
                  <a:pt x="347" y="0"/>
                </a:cubicBezTo>
                <a:lnTo>
                  <a:pt x="347" y="0"/>
                </a:lnTo>
                <a:cubicBezTo>
                  <a:pt x="378" y="63"/>
                  <a:pt x="378" y="189"/>
                  <a:pt x="378" y="315"/>
                </a:cubicBezTo>
                <a:cubicBezTo>
                  <a:pt x="378" y="662"/>
                  <a:pt x="221" y="977"/>
                  <a:pt x="0" y="1229"/>
                </a:cubicBezTo>
                <a:cubicBezTo>
                  <a:pt x="725" y="1575"/>
                  <a:pt x="1229" y="2237"/>
                  <a:pt x="1355" y="3025"/>
                </a:cubicBezTo>
                <a:lnTo>
                  <a:pt x="2773" y="3025"/>
                </a:lnTo>
                <a:lnTo>
                  <a:pt x="2773" y="221"/>
                </a:lnTo>
                <a:cubicBezTo>
                  <a:pt x="2521" y="189"/>
                  <a:pt x="2300" y="126"/>
                  <a:pt x="21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8" name="Google Shape;6349;p59">
            <a:extLst>
              <a:ext uri="{FF2B5EF4-FFF2-40B4-BE49-F238E27FC236}">
                <a16:creationId xmlns:a16="http://schemas.microsoft.com/office/drawing/2014/main" id="{EF7384A3-61C4-3FBE-484B-AE1CC40CD637}"/>
              </a:ext>
            </a:extLst>
          </p:cNvPr>
          <p:cNvSpPr/>
          <p:nvPr/>
        </p:nvSpPr>
        <p:spPr>
          <a:xfrm>
            <a:off x="2082142" y="2183798"/>
            <a:ext cx="162782" cy="220734"/>
          </a:xfrm>
          <a:custGeom>
            <a:avLst/>
            <a:gdLst/>
            <a:ahLst/>
            <a:cxnLst/>
            <a:rect l="l" t="t" r="r" b="b"/>
            <a:pathLst>
              <a:path w="5042" h="6837" extrusionOk="0">
                <a:moveTo>
                  <a:pt x="1" y="0"/>
                </a:moveTo>
                <a:lnTo>
                  <a:pt x="1" y="6837"/>
                </a:lnTo>
                <a:lnTo>
                  <a:pt x="1418" y="6837"/>
                </a:lnTo>
                <a:cubicBezTo>
                  <a:pt x="1450" y="6018"/>
                  <a:pt x="1954" y="5356"/>
                  <a:pt x="2679" y="4978"/>
                </a:cubicBezTo>
                <a:cubicBezTo>
                  <a:pt x="2427" y="4757"/>
                  <a:pt x="2301" y="4442"/>
                  <a:pt x="2301" y="4064"/>
                </a:cubicBezTo>
                <a:cubicBezTo>
                  <a:pt x="2301" y="3340"/>
                  <a:pt x="2931" y="2710"/>
                  <a:pt x="3687" y="2710"/>
                </a:cubicBezTo>
                <a:cubicBezTo>
                  <a:pt x="4128" y="2710"/>
                  <a:pt x="4474" y="2899"/>
                  <a:pt x="4758" y="3214"/>
                </a:cubicBezTo>
                <a:cubicBezTo>
                  <a:pt x="4726" y="3056"/>
                  <a:pt x="4758" y="2899"/>
                  <a:pt x="4789" y="2741"/>
                </a:cubicBezTo>
                <a:lnTo>
                  <a:pt x="5041" y="2016"/>
                </a:lnTo>
                <a:cubicBezTo>
                  <a:pt x="4821" y="1607"/>
                  <a:pt x="4758" y="1134"/>
                  <a:pt x="4758" y="662"/>
                </a:cubicBezTo>
                <a:cubicBezTo>
                  <a:pt x="4758" y="410"/>
                  <a:pt x="4789" y="189"/>
                  <a:pt x="48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9" name="Google Shape;6350;p59">
            <a:extLst>
              <a:ext uri="{FF2B5EF4-FFF2-40B4-BE49-F238E27FC236}">
                <a16:creationId xmlns:a16="http://schemas.microsoft.com/office/drawing/2014/main" id="{0BC85544-790F-C8B9-2911-6E093599F095}"/>
              </a:ext>
            </a:extLst>
          </p:cNvPr>
          <p:cNvSpPr/>
          <p:nvPr/>
        </p:nvSpPr>
        <p:spPr>
          <a:xfrm>
            <a:off x="2179805" y="2293633"/>
            <a:ext cx="43747" cy="43779"/>
          </a:xfrm>
          <a:custGeom>
            <a:avLst/>
            <a:gdLst/>
            <a:ahLst/>
            <a:cxnLst/>
            <a:rect l="l" t="t" r="r" b="b"/>
            <a:pathLst>
              <a:path w="1355" h="1356" extrusionOk="0">
                <a:moveTo>
                  <a:pt x="662" y="1"/>
                </a:moveTo>
                <a:cubicBezTo>
                  <a:pt x="315" y="1"/>
                  <a:pt x="0" y="316"/>
                  <a:pt x="0" y="694"/>
                </a:cubicBezTo>
                <a:cubicBezTo>
                  <a:pt x="0" y="1040"/>
                  <a:pt x="315" y="1355"/>
                  <a:pt x="662" y="1355"/>
                </a:cubicBezTo>
                <a:cubicBezTo>
                  <a:pt x="1040" y="1355"/>
                  <a:pt x="1355" y="1040"/>
                  <a:pt x="1355" y="694"/>
                </a:cubicBezTo>
                <a:cubicBezTo>
                  <a:pt x="1355" y="316"/>
                  <a:pt x="1040" y="1"/>
                  <a:pt x="66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0" name="Google Shape;6351;p59">
            <a:extLst>
              <a:ext uri="{FF2B5EF4-FFF2-40B4-BE49-F238E27FC236}">
                <a16:creationId xmlns:a16="http://schemas.microsoft.com/office/drawing/2014/main" id="{99E75512-BBA8-D169-0F90-7B09B4E2E3DA}"/>
              </a:ext>
            </a:extLst>
          </p:cNvPr>
          <p:cNvSpPr/>
          <p:nvPr/>
        </p:nvSpPr>
        <p:spPr>
          <a:xfrm>
            <a:off x="2256063" y="2118228"/>
            <a:ext cx="177020" cy="175438"/>
          </a:xfrm>
          <a:custGeom>
            <a:avLst/>
            <a:gdLst/>
            <a:ahLst/>
            <a:cxnLst/>
            <a:rect l="l" t="t" r="r" b="b"/>
            <a:pathLst>
              <a:path w="5483" h="5434" extrusionOk="0">
                <a:moveTo>
                  <a:pt x="2710" y="992"/>
                </a:moveTo>
                <a:cubicBezTo>
                  <a:pt x="2899" y="992"/>
                  <a:pt x="3057" y="1149"/>
                  <a:pt x="3057" y="1338"/>
                </a:cubicBezTo>
                <a:cubicBezTo>
                  <a:pt x="3057" y="1559"/>
                  <a:pt x="2899" y="1716"/>
                  <a:pt x="2710" y="1716"/>
                </a:cubicBezTo>
                <a:cubicBezTo>
                  <a:pt x="2521" y="1716"/>
                  <a:pt x="2364" y="1559"/>
                  <a:pt x="2364" y="1338"/>
                </a:cubicBezTo>
                <a:cubicBezTo>
                  <a:pt x="2395" y="1149"/>
                  <a:pt x="2553" y="992"/>
                  <a:pt x="2710" y="992"/>
                </a:cubicBezTo>
                <a:close/>
                <a:moveTo>
                  <a:pt x="2742" y="2346"/>
                </a:moveTo>
                <a:cubicBezTo>
                  <a:pt x="2962" y="2346"/>
                  <a:pt x="3120" y="2504"/>
                  <a:pt x="3120" y="2693"/>
                </a:cubicBezTo>
                <a:lnTo>
                  <a:pt x="3120" y="4079"/>
                </a:lnTo>
                <a:cubicBezTo>
                  <a:pt x="3120" y="4268"/>
                  <a:pt x="2962" y="4426"/>
                  <a:pt x="2742" y="4426"/>
                </a:cubicBezTo>
                <a:cubicBezTo>
                  <a:pt x="2553" y="4426"/>
                  <a:pt x="2395" y="4268"/>
                  <a:pt x="2395" y="4079"/>
                </a:cubicBezTo>
                <a:lnTo>
                  <a:pt x="2395" y="2693"/>
                </a:lnTo>
                <a:cubicBezTo>
                  <a:pt x="2395" y="2504"/>
                  <a:pt x="2553" y="2346"/>
                  <a:pt x="2742" y="2346"/>
                </a:cubicBezTo>
                <a:close/>
                <a:moveTo>
                  <a:pt x="2646" y="0"/>
                </a:moveTo>
                <a:cubicBezTo>
                  <a:pt x="1359" y="0"/>
                  <a:pt x="1" y="1099"/>
                  <a:pt x="1" y="2724"/>
                </a:cubicBezTo>
                <a:cubicBezTo>
                  <a:pt x="1" y="3197"/>
                  <a:pt x="127" y="3638"/>
                  <a:pt x="348" y="4016"/>
                </a:cubicBezTo>
                <a:lnTo>
                  <a:pt x="33" y="4961"/>
                </a:lnTo>
                <a:cubicBezTo>
                  <a:pt x="1" y="5087"/>
                  <a:pt x="33" y="5245"/>
                  <a:pt x="127" y="5339"/>
                </a:cubicBezTo>
                <a:cubicBezTo>
                  <a:pt x="167" y="5399"/>
                  <a:pt x="245" y="5421"/>
                  <a:pt x="329" y="5421"/>
                </a:cubicBezTo>
                <a:cubicBezTo>
                  <a:pt x="377" y="5421"/>
                  <a:pt x="427" y="5414"/>
                  <a:pt x="474" y="5402"/>
                </a:cubicBezTo>
                <a:lnTo>
                  <a:pt x="1419" y="5087"/>
                </a:lnTo>
                <a:cubicBezTo>
                  <a:pt x="1797" y="5339"/>
                  <a:pt x="2238" y="5434"/>
                  <a:pt x="2742" y="5434"/>
                </a:cubicBezTo>
                <a:cubicBezTo>
                  <a:pt x="4254" y="5434"/>
                  <a:pt x="5483" y="4237"/>
                  <a:pt x="5483" y="2724"/>
                </a:cubicBezTo>
                <a:cubicBezTo>
                  <a:pt x="5483" y="1275"/>
                  <a:pt x="4317" y="78"/>
                  <a:pt x="2899" y="15"/>
                </a:cubicBezTo>
                <a:cubicBezTo>
                  <a:pt x="2815" y="5"/>
                  <a:pt x="2731" y="0"/>
                  <a:pt x="264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1" name="Google Shape;6352;p59">
            <a:extLst>
              <a:ext uri="{FF2B5EF4-FFF2-40B4-BE49-F238E27FC236}">
                <a16:creationId xmlns:a16="http://schemas.microsoft.com/office/drawing/2014/main" id="{89CCCC6F-05DE-8307-1475-77750FB36196}"/>
              </a:ext>
            </a:extLst>
          </p:cNvPr>
          <p:cNvSpPr/>
          <p:nvPr/>
        </p:nvSpPr>
        <p:spPr>
          <a:xfrm>
            <a:off x="2079106" y="2425873"/>
            <a:ext cx="243108" cy="68186"/>
          </a:xfrm>
          <a:custGeom>
            <a:avLst/>
            <a:gdLst/>
            <a:ahLst/>
            <a:cxnLst/>
            <a:rect l="l" t="t" r="r" b="b"/>
            <a:pathLst>
              <a:path w="7530" h="2112" extrusionOk="0">
                <a:moveTo>
                  <a:pt x="0" y="0"/>
                </a:moveTo>
                <a:lnTo>
                  <a:pt x="0" y="1071"/>
                </a:lnTo>
                <a:cubicBezTo>
                  <a:pt x="0" y="1670"/>
                  <a:pt x="473" y="2111"/>
                  <a:pt x="1040" y="2111"/>
                </a:cubicBezTo>
                <a:lnTo>
                  <a:pt x="6490" y="2111"/>
                </a:lnTo>
                <a:cubicBezTo>
                  <a:pt x="7057" y="2111"/>
                  <a:pt x="7530" y="1639"/>
                  <a:pt x="7530" y="1071"/>
                </a:cubicBezTo>
                <a:lnTo>
                  <a:pt x="75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52" name="Google Shape;6353;p59">
            <a:extLst>
              <a:ext uri="{FF2B5EF4-FFF2-40B4-BE49-F238E27FC236}">
                <a16:creationId xmlns:a16="http://schemas.microsoft.com/office/drawing/2014/main" id="{626CD93A-E7FD-74AB-C30F-803A5C7C1A27}"/>
              </a:ext>
            </a:extLst>
          </p:cNvPr>
          <p:cNvSpPr/>
          <p:nvPr/>
        </p:nvSpPr>
        <p:spPr>
          <a:xfrm>
            <a:off x="2080108" y="2117678"/>
            <a:ext cx="198361" cy="43779"/>
          </a:xfrm>
          <a:custGeom>
            <a:avLst/>
            <a:gdLst/>
            <a:ahLst/>
            <a:cxnLst/>
            <a:rect l="l" t="t" r="r" b="b"/>
            <a:pathLst>
              <a:path w="6144" h="1356" extrusionOk="0">
                <a:moveTo>
                  <a:pt x="1040" y="0"/>
                </a:moveTo>
                <a:cubicBezTo>
                  <a:pt x="473" y="0"/>
                  <a:pt x="1" y="473"/>
                  <a:pt x="1" y="1009"/>
                </a:cubicBezTo>
                <a:lnTo>
                  <a:pt x="1" y="1355"/>
                </a:lnTo>
                <a:lnTo>
                  <a:pt x="5104" y="1355"/>
                </a:lnTo>
                <a:cubicBezTo>
                  <a:pt x="5293" y="819"/>
                  <a:pt x="5672" y="347"/>
                  <a:pt x="61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4" name="Google Shape;6355;p59">
            <a:extLst>
              <a:ext uri="{FF2B5EF4-FFF2-40B4-BE49-F238E27FC236}">
                <a16:creationId xmlns:a16="http://schemas.microsoft.com/office/drawing/2014/main" id="{ECF37A6F-66FA-E33E-F89A-C6E3B779814A}"/>
              </a:ext>
            </a:extLst>
          </p:cNvPr>
          <p:cNvSpPr/>
          <p:nvPr/>
        </p:nvSpPr>
        <p:spPr>
          <a:xfrm>
            <a:off x="3008905" y="4550249"/>
            <a:ext cx="376382" cy="376349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829" y="0"/>
                </a:moveTo>
                <a:cubicBezTo>
                  <a:pt x="3372" y="0"/>
                  <a:pt x="1261" y="1796"/>
                  <a:pt x="788" y="4159"/>
                </a:cubicBezTo>
                <a:cubicBezTo>
                  <a:pt x="347" y="4285"/>
                  <a:pt x="1" y="4694"/>
                  <a:pt x="1" y="5167"/>
                </a:cubicBezTo>
                <a:lnTo>
                  <a:pt x="1" y="7876"/>
                </a:lnTo>
                <a:cubicBezTo>
                  <a:pt x="1" y="8412"/>
                  <a:pt x="473" y="8885"/>
                  <a:pt x="1009" y="8885"/>
                </a:cubicBezTo>
                <a:lnTo>
                  <a:pt x="1702" y="8885"/>
                </a:lnTo>
                <a:cubicBezTo>
                  <a:pt x="1891" y="8885"/>
                  <a:pt x="2049" y="8727"/>
                  <a:pt x="2049" y="8538"/>
                </a:cubicBezTo>
                <a:lnTo>
                  <a:pt x="2049" y="4442"/>
                </a:lnTo>
                <a:cubicBezTo>
                  <a:pt x="2049" y="4253"/>
                  <a:pt x="1891" y="4096"/>
                  <a:pt x="1702" y="4096"/>
                </a:cubicBezTo>
                <a:lnTo>
                  <a:pt x="1481" y="4096"/>
                </a:lnTo>
                <a:cubicBezTo>
                  <a:pt x="1954" y="2111"/>
                  <a:pt x="3781" y="630"/>
                  <a:pt x="5829" y="630"/>
                </a:cubicBezTo>
                <a:cubicBezTo>
                  <a:pt x="7877" y="630"/>
                  <a:pt x="9673" y="2111"/>
                  <a:pt x="10145" y="4096"/>
                </a:cubicBezTo>
                <a:lnTo>
                  <a:pt x="9956" y="4096"/>
                </a:lnTo>
                <a:cubicBezTo>
                  <a:pt x="9767" y="4096"/>
                  <a:pt x="9610" y="4253"/>
                  <a:pt x="9610" y="4442"/>
                </a:cubicBezTo>
                <a:lnTo>
                  <a:pt x="9610" y="8538"/>
                </a:lnTo>
                <a:cubicBezTo>
                  <a:pt x="9610" y="8727"/>
                  <a:pt x="9767" y="8885"/>
                  <a:pt x="9956" y="8885"/>
                </a:cubicBezTo>
                <a:lnTo>
                  <a:pt x="10271" y="8885"/>
                </a:lnTo>
                <a:cubicBezTo>
                  <a:pt x="10114" y="9672"/>
                  <a:pt x="9421" y="10271"/>
                  <a:pt x="8570" y="10271"/>
                </a:cubicBezTo>
                <a:lnTo>
                  <a:pt x="6774" y="10271"/>
                </a:lnTo>
                <a:cubicBezTo>
                  <a:pt x="6617" y="9893"/>
                  <a:pt x="6270" y="9609"/>
                  <a:pt x="5829" y="9609"/>
                </a:cubicBezTo>
                <a:cubicBezTo>
                  <a:pt x="5262" y="9609"/>
                  <a:pt x="4789" y="10082"/>
                  <a:pt x="4789" y="10617"/>
                </a:cubicBezTo>
                <a:cubicBezTo>
                  <a:pt x="4789" y="11184"/>
                  <a:pt x="5262" y="11657"/>
                  <a:pt x="5829" y="11657"/>
                </a:cubicBezTo>
                <a:cubicBezTo>
                  <a:pt x="6270" y="11657"/>
                  <a:pt x="6648" y="11373"/>
                  <a:pt x="6774" y="10995"/>
                </a:cubicBezTo>
                <a:lnTo>
                  <a:pt x="8570" y="10995"/>
                </a:lnTo>
                <a:cubicBezTo>
                  <a:pt x="9799" y="10995"/>
                  <a:pt x="10775" y="10082"/>
                  <a:pt x="10933" y="8885"/>
                </a:cubicBezTo>
                <a:cubicBezTo>
                  <a:pt x="11342" y="8790"/>
                  <a:pt x="11658" y="8380"/>
                  <a:pt x="11658" y="7908"/>
                </a:cubicBezTo>
                <a:lnTo>
                  <a:pt x="11658" y="5198"/>
                </a:lnTo>
                <a:cubicBezTo>
                  <a:pt x="11658" y="4694"/>
                  <a:pt x="11311" y="4253"/>
                  <a:pt x="10870" y="4159"/>
                </a:cubicBezTo>
                <a:cubicBezTo>
                  <a:pt x="10397" y="1796"/>
                  <a:pt x="8255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5" name="Google Shape;6356;p59">
            <a:extLst>
              <a:ext uri="{FF2B5EF4-FFF2-40B4-BE49-F238E27FC236}">
                <a16:creationId xmlns:a16="http://schemas.microsoft.com/office/drawing/2014/main" id="{8168BD6B-36D1-0F3B-0617-B16948E7727F}"/>
              </a:ext>
            </a:extLst>
          </p:cNvPr>
          <p:cNvSpPr/>
          <p:nvPr/>
        </p:nvSpPr>
        <p:spPr>
          <a:xfrm>
            <a:off x="3096400" y="4638741"/>
            <a:ext cx="202429" cy="199200"/>
          </a:xfrm>
          <a:custGeom>
            <a:avLst/>
            <a:gdLst/>
            <a:ahLst/>
            <a:cxnLst/>
            <a:rect l="l" t="t" r="r" b="b"/>
            <a:pathLst>
              <a:path w="6270" h="6170" extrusionOk="0">
                <a:moveTo>
                  <a:pt x="3119" y="1386"/>
                </a:moveTo>
                <a:cubicBezTo>
                  <a:pt x="3308" y="1386"/>
                  <a:pt x="3466" y="1544"/>
                  <a:pt x="3466" y="1733"/>
                </a:cubicBezTo>
                <a:cubicBezTo>
                  <a:pt x="3466" y="1953"/>
                  <a:pt x="3308" y="2079"/>
                  <a:pt x="3119" y="2079"/>
                </a:cubicBezTo>
                <a:cubicBezTo>
                  <a:pt x="2930" y="2079"/>
                  <a:pt x="2773" y="1953"/>
                  <a:pt x="2773" y="1733"/>
                </a:cubicBezTo>
                <a:cubicBezTo>
                  <a:pt x="2773" y="1544"/>
                  <a:pt x="2930" y="1386"/>
                  <a:pt x="3119" y="1386"/>
                </a:cubicBezTo>
                <a:close/>
                <a:moveTo>
                  <a:pt x="3119" y="2741"/>
                </a:moveTo>
                <a:cubicBezTo>
                  <a:pt x="3308" y="2741"/>
                  <a:pt x="3466" y="2867"/>
                  <a:pt x="3466" y="3088"/>
                </a:cubicBezTo>
                <a:lnTo>
                  <a:pt x="3466" y="4474"/>
                </a:lnTo>
                <a:cubicBezTo>
                  <a:pt x="3466" y="4663"/>
                  <a:pt x="3308" y="4820"/>
                  <a:pt x="3119" y="4820"/>
                </a:cubicBezTo>
                <a:cubicBezTo>
                  <a:pt x="2930" y="4820"/>
                  <a:pt x="2773" y="4663"/>
                  <a:pt x="2773" y="4474"/>
                </a:cubicBezTo>
                <a:lnTo>
                  <a:pt x="2773" y="3088"/>
                </a:lnTo>
                <a:cubicBezTo>
                  <a:pt x="2773" y="2867"/>
                  <a:pt x="2930" y="2741"/>
                  <a:pt x="3119" y="2741"/>
                </a:cubicBezTo>
                <a:close/>
                <a:moveTo>
                  <a:pt x="3151" y="0"/>
                </a:moveTo>
                <a:cubicBezTo>
                  <a:pt x="1449" y="0"/>
                  <a:pt x="63" y="1386"/>
                  <a:pt x="63" y="3088"/>
                </a:cubicBezTo>
                <a:cubicBezTo>
                  <a:pt x="63" y="3592"/>
                  <a:pt x="158" y="4096"/>
                  <a:pt x="441" y="4568"/>
                </a:cubicBezTo>
                <a:lnTo>
                  <a:pt x="63" y="5734"/>
                </a:lnTo>
                <a:cubicBezTo>
                  <a:pt x="0" y="5828"/>
                  <a:pt x="0" y="5955"/>
                  <a:pt x="126" y="6081"/>
                </a:cubicBezTo>
                <a:cubicBezTo>
                  <a:pt x="171" y="6125"/>
                  <a:pt x="263" y="6170"/>
                  <a:pt x="357" y="6170"/>
                </a:cubicBezTo>
                <a:cubicBezTo>
                  <a:pt x="396" y="6170"/>
                  <a:pt x="436" y="6162"/>
                  <a:pt x="473" y="6144"/>
                </a:cubicBezTo>
                <a:lnTo>
                  <a:pt x="1638" y="5765"/>
                </a:lnTo>
                <a:cubicBezTo>
                  <a:pt x="2079" y="6049"/>
                  <a:pt x="2615" y="6144"/>
                  <a:pt x="3151" y="6144"/>
                </a:cubicBezTo>
                <a:cubicBezTo>
                  <a:pt x="4852" y="6144"/>
                  <a:pt x="6270" y="4789"/>
                  <a:pt x="6270" y="3088"/>
                </a:cubicBezTo>
                <a:cubicBezTo>
                  <a:pt x="6270" y="1386"/>
                  <a:pt x="4852" y="0"/>
                  <a:pt x="31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8" name="Google Shape;6358;p59">
            <a:extLst>
              <a:ext uri="{FF2B5EF4-FFF2-40B4-BE49-F238E27FC236}">
                <a16:creationId xmlns:a16="http://schemas.microsoft.com/office/drawing/2014/main" id="{5A21F3F5-C80A-974D-5A23-4E500BADFD5F}"/>
              </a:ext>
            </a:extLst>
          </p:cNvPr>
          <p:cNvSpPr/>
          <p:nvPr/>
        </p:nvSpPr>
        <p:spPr>
          <a:xfrm>
            <a:off x="2198389" y="5259329"/>
            <a:ext cx="241106" cy="43779"/>
          </a:xfrm>
          <a:custGeom>
            <a:avLst/>
            <a:gdLst/>
            <a:ahLst/>
            <a:cxnLst/>
            <a:rect l="l" t="t" r="r" b="b"/>
            <a:pathLst>
              <a:path w="7468" h="1356" extrusionOk="0">
                <a:moveTo>
                  <a:pt x="568" y="1"/>
                </a:moveTo>
                <a:cubicBezTo>
                  <a:pt x="568" y="505"/>
                  <a:pt x="379" y="977"/>
                  <a:pt x="1" y="1356"/>
                </a:cubicBezTo>
                <a:lnTo>
                  <a:pt x="7467" y="1356"/>
                </a:lnTo>
                <a:lnTo>
                  <a:pt x="746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9" name="Google Shape;6359;p59">
            <a:extLst>
              <a:ext uri="{FF2B5EF4-FFF2-40B4-BE49-F238E27FC236}">
                <a16:creationId xmlns:a16="http://schemas.microsoft.com/office/drawing/2014/main" id="{BE880061-B35D-AAEC-C913-5F897145AC8C}"/>
              </a:ext>
            </a:extLst>
          </p:cNvPr>
          <p:cNvSpPr/>
          <p:nvPr/>
        </p:nvSpPr>
        <p:spPr>
          <a:xfrm>
            <a:off x="2217728" y="5325451"/>
            <a:ext cx="222769" cy="88526"/>
          </a:xfrm>
          <a:custGeom>
            <a:avLst/>
            <a:gdLst/>
            <a:ahLst/>
            <a:cxnLst/>
            <a:rect l="l" t="t" r="r" b="b"/>
            <a:pathLst>
              <a:path w="6900" h="2742" extrusionOk="0">
                <a:moveTo>
                  <a:pt x="0" y="1"/>
                </a:moveTo>
                <a:cubicBezTo>
                  <a:pt x="662" y="505"/>
                  <a:pt x="1134" y="1292"/>
                  <a:pt x="1292" y="2237"/>
                </a:cubicBezTo>
                <a:cubicBezTo>
                  <a:pt x="1355" y="2395"/>
                  <a:pt x="1292" y="2584"/>
                  <a:pt x="1260" y="2742"/>
                </a:cubicBezTo>
                <a:lnTo>
                  <a:pt x="6553" y="2742"/>
                </a:lnTo>
                <a:cubicBezTo>
                  <a:pt x="6742" y="2742"/>
                  <a:pt x="6900" y="2584"/>
                  <a:pt x="6900" y="2395"/>
                </a:cubicBezTo>
                <a:lnTo>
                  <a:pt x="690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0" name="Google Shape;6360;p59">
            <a:extLst>
              <a:ext uri="{FF2B5EF4-FFF2-40B4-BE49-F238E27FC236}">
                <a16:creationId xmlns:a16="http://schemas.microsoft.com/office/drawing/2014/main" id="{73013E77-95F1-86B6-B4E6-FC0EE032B645}"/>
              </a:ext>
            </a:extLst>
          </p:cNvPr>
          <p:cNvSpPr/>
          <p:nvPr/>
        </p:nvSpPr>
        <p:spPr>
          <a:xfrm>
            <a:off x="2305189" y="5036593"/>
            <a:ext cx="89527" cy="88526"/>
          </a:xfrm>
          <a:custGeom>
            <a:avLst/>
            <a:gdLst/>
            <a:ahLst/>
            <a:cxnLst/>
            <a:rect l="l" t="t" r="r" b="b"/>
            <a:pathLst>
              <a:path w="2773" h="2742" extrusionOk="0">
                <a:moveTo>
                  <a:pt x="1387" y="0"/>
                </a:moveTo>
                <a:cubicBezTo>
                  <a:pt x="631" y="0"/>
                  <a:pt x="1" y="630"/>
                  <a:pt x="1" y="1386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74"/>
                  <a:pt x="2773" y="1386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1" name="Google Shape;6361;p59">
            <a:extLst>
              <a:ext uri="{FF2B5EF4-FFF2-40B4-BE49-F238E27FC236}">
                <a16:creationId xmlns:a16="http://schemas.microsoft.com/office/drawing/2014/main" id="{5A79969E-8EC8-F195-FDC8-3A8FE3A4D463}"/>
              </a:ext>
            </a:extLst>
          </p:cNvPr>
          <p:cNvSpPr/>
          <p:nvPr/>
        </p:nvSpPr>
        <p:spPr>
          <a:xfrm>
            <a:off x="2261442" y="5147461"/>
            <a:ext cx="178054" cy="88526"/>
          </a:xfrm>
          <a:custGeom>
            <a:avLst/>
            <a:gdLst/>
            <a:ahLst/>
            <a:cxnLst/>
            <a:rect l="l" t="t" r="r" b="b"/>
            <a:pathLst>
              <a:path w="5515" h="2742" extrusionOk="0">
                <a:moveTo>
                  <a:pt x="2773" y="0"/>
                </a:moveTo>
                <a:cubicBezTo>
                  <a:pt x="1419" y="0"/>
                  <a:pt x="221" y="1040"/>
                  <a:pt x="32" y="2363"/>
                </a:cubicBezTo>
                <a:cubicBezTo>
                  <a:pt x="1" y="2552"/>
                  <a:pt x="158" y="2741"/>
                  <a:pt x="379" y="2741"/>
                </a:cubicBezTo>
                <a:lnTo>
                  <a:pt x="5136" y="2741"/>
                </a:lnTo>
                <a:cubicBezTo>
                  <a:pt x="5357" y="2741"/>
                  <a:pt x="5514" y="2552"/>
                  <a:pt x="5514" y="2363"/>
                </a:cubicBezTo>
                <a:cubicBezTo>
                  <a:pt x="5294" y="1008"/>
                  <a:pt x="4160" y="0"/>
                  <a:pt x="27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2" name="Google Shape;6362;p59">
            <a:extLst>
              <a:ext uri="{FF2B5EF4-FFF2-40B4-BE49-F238E27FC236}">
                <a16:creationId xmlns:a16="http://schemas.microsoft.com/office/drawing/2014/main" id="{54E5F795-9E0E-7F67-EC6C-AA2BF0307182}"/>
              </a:ext>
            </a:extLst>
          </p:cNvPr>
          <p:cNvSpPr/>
          <p:nvPr/>
        </p:nvSpPr>
        <p:spPr>
          <a:xfrm>
            <a:off x="2105827" y="5214583"/>
            <a:ext cx="89527" cy="88526"/>
          </a:xfrm>
          <a:custGeom>
            <a:avLst/>
            <a:gdLst/>
            <a:ahLst/>
            <a:cxnLst/>
            <a:rect l="l" t="t" r="r" b="b"/>
            <a:pathLst>
              <a:path w="2773" h="2742" extrusionOk="0">
                <a:moveTo>
                  <a:pt x="1387" y="1"/>
                </a:moveTo>
                <a:cubicBezTo>
                  <a:pt x="631" y="1"/>
                  <a:pt x="1" y="599"/>
                  <a:pt x="1" y="1387"/>
                </a:cubicBezTo>
                <a:cubicBezTo>
                  <a:pt x="1" y="2143"/>
                  <a:pt x="631" y="2742"/>
                  <a:pt x="1387" y="2742"/>
                </a:cubicBezTo>
                <a:cubicBezTo>
                  <a:pt x="2143" y="2742"/>
                  <a:pt x="2773" y="2143"/>
                  <a:pt x="2773" y="1387"/>
                </a:cubicBezTo>
                <a:cubicBezTo>
                  <a:pt x="2773" y="599"/>
                  <a:pt x="2143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3" name="Google Shape;6363;p59">
            <a:extLst>
              <a:ext uri="{FF2B5EF4-FFF2-40B4-BE49-F238E27FC236}">
                <a16:creationId xmlns:a16="http://schemas.microsoft.com/office/drawing/2014/main" id="{0B22A0E9-0D38-A9AF-C9FB-F258F91422E5}"/>
              </a:ext>
            </a:extLst>
          </p:cNvPr>
          <p:cNvSpPr/>
          <p:nvPr/>
        </p:nvSpPr>
        <p:spPr>
          <a:xfrm>
            <a:off x="2061079" y="5325450"/>
            <a:ext cx="177020" cy="87526"/>
          </a:xfrm>
          <a:custGeom>
            <a:avLst/>
            <a:gdLst/>
            <a:ahLst/>
            <a:cxnLst/>
            <a:rect l="l" t="t" r="r" b="b"/>
            <a:pathLst>
              <a:path w="5483" h="2711" extrusionOk="0">
                <a:moveTo>
                  <a:pt x="2773" y="1"/>
                </a:moveTo>
                <a:cubicBezTo>
                  <a:pt x="1387" y="1"/>
                  <a:pt x="252" y="1009"/>
                  <a:pt x="63" y="2300"/>
                </a:cubicBezTo>
                <a:cubicBezTo>
                  <a:pt x="0" y="2521"/>
                  <a:pt x="158" y="2710"/>
                  <a:pt x="410" y="2710"/>
                </a:cubicBezTo>
                <a:lnTo>
                  <a:pt x="5136" y="2710"/>
                </a:lnTo>
                <a:cubicBezTo>
                  <a:pt x="5325" y="2710"/>
                  <a:pt x="5482" y="2521"/>
                  <a:pt x="5482" y="2300"/>
                </a:cubicBezTo>
                <a:cubicBezTo>
                  <a:pt x="5293" y="1009"/>
                  <a:pt x="4159" y="1"/>
                  <a:pt x="277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4" name="Google Shape;6365;p59">
            <a:extLst>
              <a:ext uri="{FF2B5EF4-FFF2-40B4-BE49-F238E27FC236}">
                <a16:creationId xmlns:a16="http://schemas.microsoft.com/office/drawing/2014/main" id="{9571A425-E230-367E-A4C9-F696A0E46FE6}"/>
              </a:ext>
            </a:extLst>
          </p:cNvPr>
          <p:cNvSpPr/>
          <p:nvPr/>
        </p:nvSpPr>
        <p:spPr>
          <a:xfrm>
            <a:off x="2707112" y="2117406"/>
            <a:ext cx="208531" cy="208531"/>
          </a:xfrm>
          <a:custGeom>
            <a:avLst/>
            <a:gdLst/>
            <a:ahLst/>
            <a:cxnLst/>
            <a:rect l="l" t="t" r="r" b="b"/>
            <a:pathLst>
              <a:path w="6459" h="6459" extrusionOk="0">
                <a:moveTo>
                  <a:pt x="3718" y="0"/>
                </a:moveTo>
                <a:cubicBezTo>
                  <a:pt x="3560" y="0"/>
                  <a:pt x="3434" y="63"/>
                  <a:pt x="3403" y="189"/>
                </a:cubicBezTo>
                <a:cubicBezTo>
                  <a:pt x="3340" y="315"/>
                  <a:pt x="3340" y="473"/>
                  <a:pt x="3466" y="536"/>
                </a:cubicBezTo>
                <a:lnTo>
                  <a:pt x="4190" y="1261"/>
                </a:lnTo>
                <a:lnTo>
                  <a:pt x="1260" y="4159"/>
                </a:lnTo>
                <a:lnTo>
                  <a:pt x="567" y="3466"/>
                </a:lnTo>
                <a:cubicBezTo>
                  <a:pt x="496" y="3395"/>
                  <a:pt x="390" y="3360"/>
                  <a:pt x="288" y="3360"/>
                </a:cubicBezTo>
                <a:cubicBezTo>
                  <a:pt x="254" y="3360"/>
                  <a:pt x="221" y="3363"/>
                  <a:pt x="189" y="3371"/>
                </a:cubicBezTo>
                <a:cubicBezTo>
                  <a:pt x="95" y="3403"/>
                  <a:pt x="0" y="3560"/>
                  <a:pt x="0" y="3686"/>
                </a:cubicBezTo>
                <a:lnTo>
                  <a:pt x="0" y="6081"/>
                </a:lnTo>
                <a:cubicBezTo>
                  <a:pt x="0" y="6301"/>
                  <a:pt x="158" y="6459"/>
                  <a:pt x="347" y="6459"/>
                </a:cubicBezTo>
                <a:lnTo>
                  <a:pt x="2773" y="6459"/>
                </a:lnTo>
                <a:cubicBezTo>
                  <a:pt x="2930" y="6459"/>
                  <a:pt x="3025" y="6364"/>
                  <a:pt x="3088" y="6238"/>
                </a:cubicBezTo>
                <a:cubicBezTo>
                  <a:pt x="3119" y="6144"/>
                  <a:pt x="3119" y="5986"/>
                  <a:pt x="2993" y="5892"/>
                </a:cubicBezTo>
                <a:lnTo>
                  <a:pt x="2300" y="5199"/>
                </a:lnTo>
                <a:lnTo>
                  <a:pt x="5198" y="2269"/>
                </a:lnTo>
                <a:lnTo>
                  <a:pt x="5923" y="2993"/>
                </a:lnTo>
                <a:cubicBezTo>
                  <a:pt x="5969" y="3039"/>
                  <a:pt x="6066" y="3069"/>
                  <a:pt x="6164" y="3069"/>
                </a:cubicBezTo>
                <a:cubicBezTo>
                  <a:pt x="6200" y="3069"/>
                  <a:pt x="6236" y="3065"/>
                  <a:pt x="6270" y="3056"/>
                </a:cubicBezTo>
                <a:cubicBezTo>
                  <a:pt x="6396" y="3025"/>
                  <a:pt x="6459" y="2867"/>
                  <a:pt x="6459" y="2741"/>
                </a:cubicBezTo>
                <a:lnTo>
                  <a:pt x="6459" y="347"/>
                </a:lnTo>
                <a:cubicBezTo>
                  <a:pt x="6459" y="158"/>
                  <a:pt x="6301" y="0"/>
                  <a:pt x="61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5" name="Google Shape;6366;p59">
            <a:extLst>
              <a:ext uri="{FF2B5EF4-FFF2-40B4-BE49-F238E27FC236}">
                <a16:creationId xmlns:a16="http://schemas.microsoft.com/office/drawing/2014/main" id="{2D3168C8-BB78-385C-C94C-D4E3EC41F816}"/>
              </a:ext>
            </a:extLst>
          </p:cNvPr>
          <p:cNvSpPr/>
          <p:nvPr/>
        </p:nvSpPr>
        <p:spPr>
          <a:xfrm>
            <a:off x="2572837" y="2196310"/>
            <a:ext cx="98696" cy="95048"/>
          </a:xfrm>
          <a:custGeom>
            <a:avLst/>
            <a:gdLst/>
            <a:ahLst/>
            <a:cxnLst/>
            <a:rect l="l" t="t" r="r" b="b"/>
            <a:pathLst>
              <a:path w="3057" h="2944" extrusionOk="0">
                <a:moveTo>
                  <a:pt x="970" y="1"/>
                </a:moveTo>
                <a:cubicBezTo>
                  <a:pt x="685" y="1"/>
                  <a:pt x="405" y="114"/>
                  <a:pt x="221" y="297"/>
                </a:cubicBezTo>
                <a:lnTo>
                  <a:pt x="1" y="549"/>
                </a:lnTo>
                <a:lnTo>
                  <a:pt x="2395" y="2944"/>
                </a:lnTo>
                <a:lnTo>
                  <a:pt x="2678" y="2755"/>
                </a:lnTo>
                <a:cubicBezTo>
                  <a:pt x="3056" y="2345"/>
                  <a:pt x="3056" y="1683"/>
                  <a:pt x="2678" y="1274"/>
                </a:cubicBezTo>
                <a:lnTo>
                  <a:pt x="1670" y="297"/>
                </a:lnTo>
                <a:cubicBezTo>
                  <a:pt x="1478" y="90"/>
                  <a:pt x="1222" y="1"/>
                  <a:pt x="97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6" name="Google Shape;6367;p59">
            <a:extLst>
              <a:ext uri="{FF2B5EF4-FFF2-40B4-BE49-F238E27FC236}">
                <a16:creationId xmlns:a16="http://schemas.microsoft.com/office/drawing/2014/main" id="{E19D1EAA-6A91-EAE2-A02F-9BB327E85C35}"/>
              </a:ext>
            </a:extLst>
          </p:cNvPr>
          <p:cNvSpPr/>
          <p:nvPr/>
        </p:nvSpPr>
        <p:spPr>
          <a:xfrm>
            <a:off x="2738621" y="2363065"/>
            <a:ext cx="99729" cy="96113"/>
          </a:xfrm>
          <a:custGeom>
            <a:avLst/>
            <a:gdLst/>
            <a:ahLst/>
            <a:cxnLst/>
            <a:rect l="l" t="t" r="r" b="b"/>
            <a:pathLst>
              <a:path w="3089" h="2977" extrusionOk="0">
                <a:moveTo>
                  <a:pt x="999" y="0"/>
                </a:moveTo>
                <a:cubicBezTo>
                  <a:pt x="787" y="0"/>
                  <a:pt x="577" y="66"/>
                  <a:pt x="410" y="205"/>
                </a:cubicBezTo>
                <a:cubicBezTo>
                  <a:pt x="379" y="205"/>
                  <a:pt x="316" y="268"/>
                  <a:pt x="284" y="299"/>
                </a:cubicBezTo>
                <a:lnTo>
                  <a:pt x="1" y="583"/>
                </a:lnTo>
                <a:lnTo>
                  <a:pt x="2427" y="2977"/>
                </a:lnTo>
                <a:lnTo>
                  <a:pt x="2679" y="2693"/>
                </a:lnTo>
                <a:cubicBezTo>
                  <a:pt x="3088" y="2315"/>
                  <a:pt x="3088" y="1622"/>
                  <a:pt x="2679" y="1244"/>
                </a:cubicBezTo>
                <a:lnTo>
                  <a:pt x="1734" y="299"/>
                </a:lnTo>
                <a:cubicBezTo>
                  <a:pt x="1540" y="105"/>
                  <a:pt x="1267" y="0"/>
                  <a:pt x="9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7" name="Google Shape;6368;p59">
            <a:extLst>
              <a:ext uri="{FF2B5EF4-FFF2-40B4-BE49-F238E27FC236}">
                <a16:creationId xmlns:a16="http://schemas.microsoft.com/office/drawing/2014/main" id="{2D1A9220-4892-29B1-4943-F3D8BDDE1874}"/>
              </a:ext>
            </a:extLst>
          </p:cNvPr>
          <p:cNvSpPr/>
          <p:nvPr/>
        </p:nvSpPr>
        <p:spPr>
          <a:xfrm>
            <a:off x="2534191" y="2231307"/>
            <a:ext cx="267516" cy="263028"/>
          </a:xfrm>
          <a:custGeom>
            <a:avLst/>
            <a:gdLst/>
            <a:ahLst/>
            <a:cxnLst/>
            <a:rect l="l" t="t" r="r" b="b"/>
            <a:pathLst>
              <a:path w="8286" h="8147" extrusionOk="0">
                <a:moveTo>
                  <a:pt x="725" y="1"/>
                </a:moveTo>
                <a:cubicBezTo>
                  <a:pt x="95" y="631"/>
                  <a:pt x="0" y="1387"/>
                  <a:pt x="284" y="2017"/>
                </a:cubicBezTo>
                <a:cubicBezTo>
                  <a:pt x="1387" y="4223"/>
                  <a:pt x="3938" y="6774"/>
                  <a:pt x="6270" y="7972"/>
                </a:cubicBezTo>
                <a:cubicBezTo>
                  <a:pt x="6499" y="8086"/>
                  <a:pt x="6745" y="8147"/>
                  <a:pt x="6996" y="8147"/>
                </a:cubicBezTo>
                <a:cubicBezTo>
                  <a:pt x="7434" y="8147"/>
                  <a:pt x="7886" y="7963"/>
                  <a:pt x="8286" y="7562"/>
                </a:cubicBezTo>
                <a:lnTo>
                  <a:pt x="72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1" name="Google Shape;6370;p59">
            <a:extLst>
              <a:ext uri="{FF2B5EF4-FFF2-40B4-BE49-F238E27FC236}">
                <a16:creationId xmlns:a16="http://schemas.microsoft.com/office/drawing/2014/main" id="{5CB45CA8-2688-213E-504B-5BB35BEE5DFE}"/>
              </a:ext>
            </a:extLst>
          </p:cNvPr>
          <p:cNvSpPr/>
          <p:nvPr/>
        </p:nvSpPr>
        <p:spPr>
          <a:xfrm>
            <a:off x="2668435" y="2722255"/>
            <a:ext cx="245174" cy="242591"/>
          </a:xfrm>
          <a:custGeom>
            <a:avLst/>
            <a:gdLst/>
            <a:ahLst/>
            <a:cxnLst/>
            <a:rect l="l" t="t" r="r" b="b"/>
            <a:pathLst>
              <a:path w="7594" h="7514" extrusionOk="0">
                <a:moveTo>
                  <a:pt x="5487" y="0"/>
                </a:moveTo>
                <a:cubicBezTo>
                  <a:pt x="5380" y="0"/>
                  <a:pt x="5278" y="8"/>
                  <a:pt x="5168" y="24"/>
                </a:cubicBezTo>
                <a:cubicBezTo>
                  <a:pt x="4349" y="181"/>
                  <a:pt x="3656" y="843"/>
                  <a:pt x="3561" y="1630"/>
                </a:cubicBezTo>
                <a:cubicBezTo>
                  <a:pt x="3467" y="2198"/>
                  <a:pt x="3561" y="2513"/>
                  <a:pt x="3719" y="2891"/>
                </a:cubicBezTo>
                <a:lnTo>
                  <a:pt x="285" y="6325"/>
                </a:lnTo>
                <a:cubicBezTo>
                  <a:pt x="1" y="6608"/>
                  <a:pt x="1" y="7049"/>
                  <a:pt x="285" y="7301"/>
                </a:cubicBezTo>
                <a:cubicBezTo>
                  <a:pt x="426" y="7443"/>
                  <a:pt x="600" y="7514"/>
                  <a:pt x="773" y="7514"/>
                </a:cubicBezTo>
                <a:cubicBezTo>
                  <a:pt x="946" y="7514"/>
                  <a:pt x="1119" y="7443"/>
                  <a:pt x="1261" y="7301"/>
                </a:cubicBezTo>
                <a:lnTo>
                  <a:pt x="4695" y="3899"/>
                </a:lnTo>
                <a:cubicBezTo>
                  <a:pt x="5022" y="4016"/>
                  <a:pt x="5280" y="4080"/>
                  <a:pt x="5597" y="4080"/>
                </a:cubicBezTo>
                <a:cubicBezTo>
                  <a:pt x="5708" y="4080"/>
                  <a:pt x="5825" y="4073"/>
                  <a:pt x="5955" y="4056"/>
                </a:cubicBezTo>
                <a:cubicBezTo>
                  <a:pt x="6775" y="3899"/>
                  <a:pt x="7436" y="3206"/>
                  <a:pt x="7562" y="2418"/>
                </a:cubicBezTo>
                <a:cubicBezTo>
                  <a:pt x="7594" y="2198"/>
                  <a:pt x="7594" y="1945"/>
                  <a:pt x="7562" y="1756"/>
                </a:cubicBezTo>
                <a:cubicBezTo>
                  <a:pt x="7562" y="1630"/>
                  <a:pt x="7436" y="1504"/>
                  <a:pt x="7310" y="1473"/>
                </a:cubicBezTo>
                <a:cubicBezTo>
                  <a:pt x="7287" y="1465"/>
                  <a:pt x="7259" y="1461"/>
                  <a:pt x="7229" y="1461"/>
                </a:cubicBezTo>
                <a:cubicBezTo>
                  <a:pt x="7141" y="1461"/>
                  <a:pt x="7034" y="1497"/>
                  <a:pt x="6964" y="1567"/>
                </a:cubicBezTo>
                <a:lnTo>
                  <a:pt x="6491" y="2040"/>
                </a:lnTo>
                <a:cubicBezTo>
                  <a:pt x="6365" y="2166"/>
                  <a:pt x="6192" y="2229"/>
                  <a:pt x="6014" y="2229"/>
                </a:cubicBezTo>
                <a:cubicBezTo>
                  <a:pt x="5837" y="2229"/>
                  <a:pt x="5656" y="2166"/>
                  <a:pt x="5514" y="2040"/>
                </a:cubicBezTo>
                <a:cubicBezTo>
                  <a:pt x="5231" y="1756"/>
                  <a:pt x="5231" y="1315"/>
                  <a:pt x="5514" y="1032"/>
                </a:cubicBezTo>
                <a:lnTo>
                  <a:pt x="6018" y="622"/>
                </a:lnTo>
                <a:cubicBezTo>
                  <a:pt x="6113" y="528"/>
                  <a:pt x="6144" y="370"/>
                  <a:pt x="6113" y="276"/>
                </a:cubicBezTo>
                <a:cubicBezTo>
                  <a:pt x="6050" y="150"/>
                  <a:pt x="5955" y="55"/>
                  <a:pt x="5829" y="24"/>
                </a:cubicBezTo>
                <a:cubicBezTo>
                  <a:pt x="5703" y="8"/>
                  <a:pt x="5593" y="0"/>
                  <a:pt x="54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2" name="Google Shape;6371;p59">
            <a:extLst>
              <a:ext uri="{FF2B5EF4-FFF2-40B4-BE49-F238E27FC236}">
                <a16:creationId xmlns:a16="http://schemas.microsoft.com/office/drawing/2014/main" id="{CCDC8A6D-6329-DD6D-1AEB-45EC979932EB}"/>
              </a:ext>
            </a:extLst>
          </p:cNvPr>
          <p:cNvSpPr/>
          <p:nvPr/>
        </p:nvSpPr>
        <p:spPr>
          <a:xfrm>
            <a:off x="2736587" y="2595858"/>
            <a:ext cx="60051" cy="60050"/>
          </a:xfrm>
          <a:custGeom>
            <a:avLst/>
            <a:gdLst/>
            <a:ahLst/>
            <a:cxnLst/>
            <a:rect l="l" t="t" r="r" b="b"/>
            <a:pathLst>
              <a:path w="1860" h="1860" extrusionOk="0">
                <a:moveTo>
                  <a:pt x="1" y="1"/>
                </a:moveTo>
                <a:lnTo>
                  <a:pt x="1" y="1859"/>
                </a:lnTo>
                <a:lnTo>
                  <a:pt x="1860" y="1859"/>
                </a:lnTo>
                <a:lnTo>
                  <a:pt x="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3" name="Google Shape;6372;p59">
            <a:extLst>
              <a:ext uri="{FF2B5EF4-FFF2-40B4-BE49-F238E27FC236}">
                <a16:creationId xmlns:a16="http://schemas.microsoft.com/office/drawing/2014/main" id="{E5F4C64A-29E5-7305-333F-D892D74A6BEF}"/>
              </a:ext>
            </a:extLst>
          </p:cNvPr>
          <p:cNvSpPr/>
          <p:nvPr/>
        </p:nvSpPr>
        <p:spPr>
          <a:xfrm>
            <a:off x="2536226" y="2585688"/>
            <a:ext cx="266515" cy="357043"/>
          </a:xfrm>
          <a:custGeom>
            <a:avLst/>
            <a:gdLst/>
            <a:ahLst/>
            <a:cxnLst/>
            <a:rect l="l" t="t" r="r" b="b"/>
            <a:pathLst>
              <a:path w="8255" h="11059" extrusionOk="0">
                <a:moveTo>
                  <a:pt x="3812" y="1450"/>
                </a:moveTo>
                <a:cubicBezTo>
                  <a:pt x="4001" y="1450"/>
                  <a:pt x="4159" y="1607"/>
                  <a:pt x="4159" y="1796"/>
                </a:cubicBezTo>
                <a:cubicBezTo>
                  <a:pt x="4159" y="2017"/>
                  <a:pt x="4001" y="2174"/>
                  <a:pt x="3812" y="2174"/>
                </a:cubicBezTo>
                <a:cubicBezTo>
                  <a:pt x="3623" y="2174"/>
                  <a:pt x="3466" y="2017"/>
                  <a:pt x="3466" y="1796"/>
                </a:cubicBezTo>
                <a:cubicBezTo>
                  <a:pt x="3466" y="1607"/>
                  <a:pt x="3623" y="1450"/>
                  <a:pt x="3812" y="1450"/>
                </a:cubicBezTo>
                <a:close/>
                <a:moveTo>
                  <a:pt x="3812" y="2836"/>
                </a:moveTo>
                <a:cubicBezTo>
                  <a:pt x="4001" y="2836"/>
                  <a:pt x="4159" y="2993"/>
                  <a:pt x="4159" y="3183"/>
                </a:cubicBezTo>
                <a:lnTo>
                  <a:pt x="4159" y="5293"/>
                </a:lnTo>
                <a:cubicBezTo>
                  <a:pt x="4159" y="5482"/>
                  <a:pt x="4001" y="5640"/>
                  <a:pt x="3812" y="5640"/>
                </a:cubicBezTo>
                <a:cubicBezTo>
                  <a:pt x="3623" y="5640"/>
                  <a:pt x="3466" y="5482"/>
                  <a:pt x="3466" y="5293"/>
                </a:cubicBezTo>
                <a:lnTo>
                  <a:pt x="3466" y="3183"/>
                </a:lnTo>
                <a:cubicBezTo>
                  <a:pt x="3466" y="2993"/>
                  <a:pt x="3623" y="2836"/>
                  <a:pt x="3812" y="2836"/>
                </a:cubicBezTo>
                <a:close/>
                <a:moveTo>
                  <a:pt x="5860" y="6301"/>
                </a:moveTo>
                <a:cubicBezTo>
                  <a:pt x="6049" y="6301"/>
                  <a:pt x="6207" y="6459"/>
                  <a:pt x="6207" y="6648"/>
                </a:cubicBezTo>
                <a:cubicBezTo>
                  <a:pt x="6207" y="6837"/>
                  <a:pt x="6049" y="6995"/>
                  <a:pt x="5860" y="6995"/>
                </a:cubicBezTo>
                <a:lnTo>
                  <a:pt x="1733" y="6995"/>
                </a:lnTo>
                <a:cubicBezTo>
                  <a:pt x="1544" y="6995"/>
                  <a:pt x="1387" y="6837"/>
                  <a:pt x="1387" y="6648"/>
                </a:cubicBezTo>
                <a:cubicBezTo>
                  <a:pt x="1387" y="6459"/>
                  <a:pt x="1544" y="6301"/>
                  <a:pt x="1733" y="6301"/>
                </a:cubicBezTo>
                <a:close/>
                <a:moveTo>
                  <a:pt x="4537" y="7688"/>
                </a:moveTo>
                <a:cubicBezTo>
                  <a:pt x="4726" y="7688"/>
                  <a:pt x="4884" y="7845"/>
                  <a:pt x="4884" y="8034"/>
                </a:cubicBezTo>
                <a:cubicBezTo>
                  <a:pt x="4884" y="8223"/>
                  <a:pt x="4726" y="8381"/>
                  <a:pt x="4537" y="8381"/>
                </a:cubicBezTo>
                <a:lnTo>
                  <a:pt x="1733" y="8381"/>
                </a:lnTo>
                <a:cubicBezTo>
                  <a:pt x="1544" y="8381"/>
                  <a:pt x="1387" y="8223"/>
                  <a:pt x="1387" y="8034"/>
                </a:cubicBezTo>
                <a:cubicBezTo>
                  <a:pt x="1387" y="7845"/>
                  <a:pt x="1544" y="7688"/>
                  <a:pt x="1733" y="7688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0681"/>
                </a:lnTo>
                <a:cubicBezTo>
                  <a:pt x="0" y="10964"/>
                  <a:pt x="158" y="11059"/>
                  <a:pt x="347" y="11059"/>
                </a:cubicBezTo>
                <a:lnTo>
                  <a:pt x="3466" y="11059"/>
                </a:lnTo>
                <a:cubicBezTo>
                  <a:pt x="3466" y="10712"/>
                  <a:pt x="3592" y="10366"/>
                  <a:pt x="3844" y="10082"/>
                </a:cubicBezTo>
                <a:lnTo>
                  <a:pt x="4254" y="9704"/>
                </a:lnTo>
                <a:lnTo>
                  <a:pt x="1702" y="9704"/>
                </a:lnTo>
                <a:cubicBezTo>
                  <a:pt x="1481" y="9704"/>
                  <a:pt x="1324" y="9546"/>
                  <a:pt x="1324" y="9326"/>
                </a:cubicBezTo>
                <a:cubicBezTo>
                  <a:pt x="1324" y="9137"/>
                  <a:pt x="1481" y="8979"/>
                  <a:pt x="1702" y="8979"/>
                </a:cubicBezTo>
                <a:lnTo>
                  <a:pt x="4915" y="8979"/>
                </a:lnTo>
                <a:lnTo>
                  <a:pt x="6963" y="6932"/>
                </a:lnTo>
                <a:cubicBezTo>
                  <a:pt x="6900" y="6585"/>
                  <a:pt x="6805" y="6238"/>
                  <a:pt x="6931" y="5703"/>
                </a:cubicBezTo>
                <a:cubicBezTo>
                  <a:pt x="7089" y="4915"/>
                  <a:pt x="7562" y="4254"/>
                  <a:pt x="8255" y="3876"/>
                </a:cubicBezTo>
                <a:lnTo>
                  <a:pt x="8255" y="2773"/>
                </a:lnTo>
                <a:lnTo>
                  <a:pt x="5860" y="2773"/>
                </a:lnTo>
                <a:cubicBezTo>
                  <a:pt x="5671" y="2773"/>
                  <a:pt x="5514" y="2615"/>
                  <a:pt x="5514" y="2395"/>
                </a:cubicBezTo>
                <a:lnTo>
                  <a:pt x="551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4" name="Google Shape;6374;p59">
            <a:extLst>
              <a:ext uri="{FF2B5EF4-FFF2-40B4-BE49-F238E27FC236}">
                <a16:creationId xmlns:a16="http://schemas.microsoft.com/office/drawing/2014/main" id="{CBFBAD4C-A671-994D-6608-6E915607E62A}"/>
              </a:ext>
            </a:extLst>
          </p:cNvPr>
          <p:cNvSpPr/>
          <p:nvPr/>
        </p:nvSpPr>
        <p:spPr>
          <a:xfrm>
            <a:off x="2843904" y="3066431"/>
            <a:ext cx="54950" cy="52399"/>
          </a:xfrm>
          <a:custGeom>
            <a:avLst/>
            <a:gdLst/>
            <a:ahLst/>
            <a:cxnLst/>
            <a:rect l="l" t="t" r="r" b="b"/>
            <a:pathLst>
              <a:path w="1702" h="1623" extrusionOk="0">
                <a:moveTo>
                  <a:pt x="1352" y="0"/>
                </a:moveTo>
                <a:cubicBezTo>
                  <a:pt x="1261" y="0"/>
                  <a:pt x="1167" y="24"/>
                  <a:pt x="1104" y="71"/>
                </a:cubicBezTo>
                <a:lnTo>
                  <a:pt x="127" y="1079"/>
                </a:lnTo>
                <a:cubicBezTo>
                  <a:pt x="1" y="1205"/>
                  <a:pt x="1" y="1426"/>
                  <a:pt x="127" y="1552"/>
                </a:cubicBezTo>
                <a:cubicBezTo>
                  <a:pt x="190" y="1599"/>
                  <a:pt x="284" y="1623"/>
                  <a:pt x="375" y="1623"/>
                </a:cubicBezTo>
                <a:cubicBezTo>
                  <a:pt x="466" y="1623"/>
                  <a:pt x="552" y="1599"/>
                  <a:pt x="599" y="1552"/>
                </a:cubicBezTo>
                <a:lnTo>
                  <a:pt x="1576" y="544"/>
                </a:lnTo>
                <a:cubicBezTo>
                  <a:pt x="1702" y="449"/>
                  <a:pt x="1702" y="260"/>
                  <a:pt x="1576" y="71"/>
                </a:cubicBezTo>
                <a:cubicBezTo>
                  <a:pt x="1529" y="24"/>
                  <a:pt x="1442" y="0"/>
                  <a:pt x="135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5" name="Google Shape;6375;p59">
            <a:extLst>
              <a:ext uri="{FF2B5EF4-FFF2-40B4-BE49-F238E27FC236}">
                <a16:creationId xmlns:a16="http://schemas.microsoft.com/office/drawing/2014/main" id="{88DA0488-FE42-8DB0-25F8-729ED66CACDC}"/>
              </a:ext>
            </a:extLst>
          </p:cNvPr>
          <p:cNvSpPr/>
          <p:nvPr/>
        </p:nvSpPr>
        <p:spPr>
          <a:xfrm>
            <a:off x="2690323" y="3054743"/>
            <a:ext cx="221768" cy="216408"/>
          </a:xfrm>
          <a:custGeom>
            <a:avLst/>
            <a:gdLst/>
            <a:ahLst/>
            <a:cxnLst/>
            <a:rect l="l" t="t" r="r" b="b"/>
            <a:pathLst>
              <a:path w="6869" h="6703" extrusionOk="0">
                <a:moveTo>
                  <a:pt x="772" y="0"/>
                </a:moveTo>
                <a:cubicBezTo>
                  <a:pt x="599" y="0"/>
                  <a:pt x="426" y="71"/>
                  <a:pt x="284" y="213"/>
                </a:cubicBezTo>
                <a:cubicBezTo>
                  <a:pt x="1" y="496"/>
                  <a:pt x="1" y="937"/>
                  <a:pt x="284" y="1189"/>
                </a:cubicBezTo>
                <a:lnTo>
                  <a:pt x="5608" y="6514"/>
                </a:lnTo>
                <a:cubicBezTo>
                  <a:pt x="5734" y="6640"/>
                  <a:pt x="5908" y="6703"/>
                  <a:pt x="6085" y="6703"/>
                </a:cubicBezTo>
                <a:cubicBezTo>
                  <a:pt x="6262" y="6703"/>
                  <a:pt x="6443" y="6640"/>
                  <a:pt x="6585" y="6514"/>
                </a:cubicBezTo>
                <a:cubicBezTo>
                  <a:pt x="6869" y="6230"/>
                  <a:pt x="6869" y="5821"/>
                  <a:pt x="6585" y="5537"/>
                </a:cubicBezTo>
                <a:lnTo>
                  <a:pt x="1261" y="213"/>
                </a:lnTo>
                <a:cubicBezTo>
                  <a:pt x="1119" y="71"/>
                  <a:pt x="946" y="0"/>
                  <a:pt x="7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6" name="Google Shape;6376;p59">
            <a:extLst>
              <a:ext uri="{FF2B5EF4-FFF2-40B4-BE49-F238E27FC236}">
                <a16:creationId xmlns:a16="http://schemas.microsoft.com/office/drawing/2014/main" id="{F97DAD63-8B3A-5165-49F1-FE959091091D}"/>
              </a:ext>
            </a:extLst>
          </p:cNvPr>
          <p:cNvSpPr/>
          <p:nvPr/>
        </p:nvSpPr>
        <p:spPr>
          <a:xfrm>
            <a:off x="2535709" y="3303921"/>
            <a:ext cx="127172" cy="122846"/>
          </a:xfrm>
          <a:custGeom>
            <a:avLst/>
            <a:gdLst/>
            <a:ahLst/>
            <a:cxnLst/>
            <a:rect l="l" t="t" r="r" b="b"/>
            <a:pathLst>
              <a:path w="3939" h="3805" extrusionOk="0">
                <a:moveTo>
                  <a:pt x="757" y="1"/>
                </a:moveTo>
                <a:cubicBezTo>
                  <a:pt x="576" y="1"/>
                  <a:pt x="395" y="72"/>
                  <a:pt x="253" y="213"/>
                </a:cubicBezTo>
                <a:cubicBezTo>
                  <a:pt x="1" y="497"/>
                  <a:pt x="1" y="938"/>
                  <a:pt x="253" y="1190"/>
                </a:cubicBezTo>
                <a:lnTo>
                  <a:pt x="2679" y="3616"/>
                </a:lnTo>
                <a:cubicBezTo>
                  <a:pt x="2805" y="3742"/>
                  <a:pt x="2978" y="3805"/>
                  <a:pt x="3155" y="3805"/>
                </a:cubicBezTo>
                <a:cubicBezTo>
                  <a:pt x="3332" y="3805"/>
                  <a:pt x="3514" y="3742"/>
                  <a:pt x="3655" y="3616"/>
                </a:cubicBezTo>
                <a:cubicBezTo>
                  <a:pt x="3939" y="3332"/>
                  <a:pt x="3939" y="2891"/>
                  <a:pt x="3655" y="2608"/>
                </a:cubicBezTo>
                <a:lnTo>
                  <a:pt x="1261" y="213"/>
                </a:lnTo>
                <a:cubicBezTo>
                  <a:pt x="1119" y="72"/>
                  <a:pt x="938" y="1"/>
                  <a:pt x="75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7" name="Google Shape;6377;p59">
            <a:extLst>
              <a:ext uri="{FF2B5EF4-FFF2-40B4-BE49-F238E27FC236}">
                <a16:creationId xmlns:a16="http://schemas.microsoft.com/office/drawing/2014/main" id="{31994C06-B1E5-B260-3C2B-10ED8B9EE464}"/>
              </a:ext>
            </a:extLst>
          </p:cNvPr>
          <p:cNvSpPr/>
          <p:nvPr/>
        </p:nvSpPr>
        <p:spPr>
          <a:xfrm>
            <a:off x="2589625" y="3111436"/>
            <a:ext cx="263480" cy="263480"/>
          </a:xfrm>
          <a:custGeom>
            <a:avLst/>
            <a:gdLst/>
            <a:ahLst/>
            <a:cxnLst/>
            <a:rect l="l" t="t" r="r" b="b"/>
            <a:pathLst>
              <a:path w="8161" h="8161" extrusionOk="0">
                <a:moveTo>
                  <a:pt x="2994" y="1"/>
                </a:moveTo>
                <a:lnTo>
                  <a:pt x="2489" y="1576"/>
                </a:lnTo>
                <a:cubicBezTo>
                  <a:pt x="1985" y="3088"/>
                  <a:pt x="1166" y="4474"/>
                  <a:pt x="1" y="5703"/>
                </a:cubicBezTo>
                <a:lnTo>
                  <a:pt x="2458" y="8160"/>
                </a:lnTo>
                <a:cubicBezTo>
                  <a:pt x="3687" y="6995"/>
                  <a:pt x="5104" y="6175"/>
                  <a:pt x="6585" y="5671"/>
                </a:cubicBezTo>
                <a:lnTo>
                  <a:pt x="8160" y="5136"/>
                </a:lnTo>
                <a:lnTo>
                  <a:pt x="299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8" name="Google Shape;6378;p59">
            <a:extLst>
              <a:ext uri="{FF2B5EF4-FFF2-40B4-BE49-F238E27FC236}">
                <a16:creationId xmlns:a16="http://schemas.microsoft.com/office/drawing/2014/main" id="{018B3289-AF91-ECC4-A048-81C938788578}"/>
              </a:ext>
            </a:extLst>
          </p:cNvPr>
          <p:cNvSpPr/>
          <p:nvPr/>
        </p:nvSpPr>
        <p:spPr>
          <a:xfrm>
            <a:off x="2801191" y="3050418"/>
            <a:ext cx="22406" cy="43747"/>
          </a:xfrm>
          <a:custGeom>
            <a:avLst/>
            <a:gdLst/>
            <a:ahLst/>
            <a:cxnLst/>
            <a:rect l="l" t="t" r="r" b="b"/>
            <a:pathLst>
              <a:path w="694" h="1355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08"/>
                </a:lnTo>
                <a:cubicBezTo>
                  <a:pt x="1" y="1229"/>
                  <a:pt x="158" y="1355"/>
                  <a:pt x="347" y="1355"/>
                </a:cubicBezTo>
                <a:cubicBezTo>
                  <a:pt x="536" y="1355"/>
                  <a:pt x="694" y="1229"/>
                  <a:pt x="694" y="1008"/>
                </a:cubicBezTo>
                <a:lnTo>
                  <a:pt x="694" y="347"/>
                </a:lnTo>
                <a:cubicBezTo>
                  <a:pt x="694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9" name="Google Shape;6379;p59">
            <a:extLst>
              <a:ext uri="{FF2B5EF4-FFF2-40B4-BE49-F238E27FC236}">
                <a16:creationId xmlns:a16="http://schemas.microsoft.com/office/drawing/2014/main" id="{A035390E-6829-5EC3-27A6-F583BB6A4601}"/>
              </a:ext>
            </a:extLst>
          </p:cNvPr>
          <p:cNvSpPr/>
          <p:nvPr/>
        </p:nvSpPr>
        <p:spPr>
          <a:xfrm>
            <a:off x="2869345" y="3140946"/>
            <a:ext cx="44780" cy="22406"/>
          </a:xfrm>
          <a:custGeom>
            <a:avLst/>
            <a:gdLst/>
            <a:ahLst/>
            <a:cxnLst/>
            <a:rect l="l" t="t" r="r" b="b"/>
            <a:pathLst>
              <a:path w="1387" h="694" extrusionOk="0">
                <a:moveTo>
                  <a:pt x="379" y="0"/>
                </a:moveTo>
                <a:cubicBezTo>
                  <a:pt x="158" y="0"/>
                  <a:pt x="0" y="126"/>
                  <a:pt x="0" y="347"/>
                </a:cubicBezTo>
                <a:cubicBezTo>
                  <a:pt x="0" y="536"/>
                  <a:pt x="158" y="693"/>
                  <a:pt x="379" y="693"/>
                </a:cubicBezTo>
                <a:lnTo>
                  <a:pt x="1040" y="693"/>
                </a:lnTo>
                <a:cubicBezTo>
                  <a:pt x="1229" y="693"/>
                  <a:pt x="1387" y="536"/>
                  <a:pt x="1387" y="347"/>
                </a:cubicBezTo>
                <a:cubicBezTo>
                  <a:pt x="1387" y="126"/>
                  <a:pt x="1229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0" name="Google Shape;6380;p59">
            <a:extLst>
              <a:ext uri="{FF2B5EF4-FFF2-40B4-BE49-F238E27FC236}">
                <a16:creationId xmlns:a16="http://schemas.microsoft.com/office/drawing/2014/main" id="{AFF758A4-E52E-E809-6118-3416D7B1E5C2}"/>
              </a:ext>
            </a:extLst>
          </p:cNvPr>
          <p:cNvSpPr/>
          <p:nvPr/>
        </p:nvSpPr>
        <p:spPr>
          <a:xfrm>
            <a:off x="2700491" y="3304696"/>
            <a:ext cx="150579" cy="88591"/>
          </a:xfrm>
          <a:custGeom>
            <a:avLst/>
            <a:gdLst/>
            <a:ahLst/>
            <a:cxnLst/>
            <a:rect l="l" t="t" r="r" b="b"/>
            <a:pathLst>
              <a:path w="4664" h="2744" extrusionOk="0">
                <a:moveTo>
                  <a:pt x="4411" y="0"/>
                </a:moveTo>
                <a:lnTo>
                  <a:pt x="3750" y="221"/>
                </a:lnTo>
                <a:cubicBezTo>
                  <a:pt x="3907" y="378"/>
                  <a:pt x="3813" y="631"/>
                  <a:pt x="3624" y="694"/>
                </a:cubicBezTo>
                <a:lnTo>
                  <a:pt x="1072" y="2017"/>
                </a:lnTo>
                <a:cubicBezTo>
                  <a:pt x="1030" y="2038"/>
                  <a:pt x="984" y="2048"/>
                  <a:pt x="938" y="2048"/>
                </a:cubicBezTo>
                <a:cubicBezTo>
                  <a:pt x="844" y="2048"/>
                  <a:pt x="746" y="2006"/>
                  <a:pt x="662" y="1922"/>
                </a:cubicBezTo>
                <a:lnTo>
                  <a:pt x="568" y="1796"/>
                </a:lnTo>
                <a:cubicBezTo>
                  <a:pt x="347" y="1922"/>
                  <a:pt x="190" y="2080"/>
                  <a:pt x="1" y="2237"/>
                </a:cubicBezTo>
                <a:lnTo>
                  <a:pt x="190" y="2426"/>
                </a:lnTo>
                <a:cubicBezTo>
                  <a:pt x="395" y="2632"/>
                  <a:pt x="669" y="2744"/>
                  <a:pt x="947" y="2744"/>
                </a:cubicBezTo>
                <a:cubicBezTo>
                  <a:pt x="1095" y="2744"/>
                  <a:pt x="1245" y="2712"/>
                  <a:pt x="1387" y="2647"/>
                </a:cubicBezTo>
                <a:lnTo>
                  <a:pt x="3939" y="1324"/>
                </a:lnTo>
                <a:cubicBezTo>
                  <a:pt x="4411" y="1103"/>
                  <a:pt x="4663" y="505"/>
                  <a:pt x="4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2" name="Google Shape;6382;p59">
            <a:extLst>
              <a:ext uri="{FF2B5EF4-FFF2-40B4-BE49-F238E27FC236}">
                <a16:creationId xmlns:a16="http://schemas.microsoft.com/office/drawing/2014/main" id="{EB35BD9F-D732-B099-06B8-23D5C5EFBB57}"/>
              </a:ext>
            </a:extLst>
          </p:cNvPr>
          <p:cNvSpPr/>
          <p:nvPr/>
        </p:nvSpPr>
        <p:spPr>
          <a:xfrm>
            <a:off x="1144247" y="3560599"/>
            <a:ext cx="315330" cy="318398"/>
          </a:xfrm>
          <a:custGeom>
            <a:avLst/>
            <a:gdLst/>
            <a:ahLst/>
            <a:cxnLst/>
            <a:rect l="l" t="t" r="r" b="b"/>
            <a:pathLst>
              <a:path w="9767" h="9862" extrusionOk="0">
                <a:moveTo>
                  <a:pt x="4883" y="1"/>
                </a:moveTo>
                <a:cubicBezTo>
                  <a:pt x="4505" y="1"/>
                  <a:pt x="4222" y="316"/>
                  <a:pt x="4222" y="662"/>
                </a:cubicBezTo>
                <a:lnTo>
                  <a:pt x="4222" y="4128"/>
                </a:lnTo>
                <a:cubicBezTo>
                  <a:pt x="4159" y="4033"/>
                  <a:pt x="2899" y="1859"/>
                  <a:pt x="2772" y="1702"/>
                </a:cubicBezTo>
                <a:cubicBezTo>
                  <a:pt x="2639" y="1479"/>
                  <a:pt x="2394" y="1350"/>
                  <a:pt x="2151" y="1350"/>
                </a:cubicBezTo>
                <a:cubicBezTo>
                  <a:pt x="2051" y="1350"/>
                  <a:pt x="1951" y="1372"/>
                  <a:pt x="1859" y="1418"/>
                </a:cubicBezTo>
                <a:cubicBezTo>
                  <a:pt x="1512" y="1576"/>
                  <a:pt x="1386" y="2017"/>
                  <a:pt x="1544" y="2332"/>
                </a:cubicBezTo>
                <a:cubicBezTo>
                  <a:pt x="1544" y="2363"/>
                  <a:pt x="2804" y="4947"/>
                  <a:pt x="2836" y="4947"/>
                </a:cubicBezTo>
                <a:cubicBezTo>
                  <a:pt x="3434" y="4947"/>
                  <a:pt x="5261" y="4947"/>
                  <a:pt x="5261" y="6617"/>
                </a:cubicBezTo>
                <a:cubicBezTo>
                  <a:pt x="5261" y="6806"/>
                  <a:pt x="5104" y="6963"/>
                  <a:pt x="4883" y="6963"/>
                </a:cubicBezTo>
                <a:cubicBezTo>
                  <a:pt x="4694" y="6963"/>
                  <a:pt x="4537" y="6806"/>
                  <a:pt x="4537" y="6617"/>
                </a:cubicBezTo>
                <a:cubicBezTo>
                  <a:pt x="4537" y="6018"/>
                  <a:pt x="4253" y="5640"/>
                  <a:pt x="3056" y="5608"/>
                </a:cubicBezTo>
                <a:cubicBezTo>
                  <a:pt x="3056" y="5608"/>
                  <a:pt x="1260" y="4254"/>
                  <a:pt x="1197" y="4191"/>
                </a:cubicBezTo>
                <a:cubicBezTo>
                  <a:pt x="1060" y="4084"/>
                  <a:pt x="901" y="4029"/>
                  <a:pt x="745" y="4029"/>
                </a:cubicBezTo>
                <a:cubicBezTo>
                  <a:pt x="578" y="4029"/>
                  <a:pt x="414" y="4092"/>
                  <a:pt x="284" y="4222"/>
                </a:cubicBezTo>
                <a:cubicBezTo>
                  <a:pt x="0" y="4506"/>
                  <a:pt x="0" y="4915"/>
                  <a:pt x="284" y="5199"/>
                </a:cubicBezTo>
                <a:lnTo>
                  <a:pt x="1859" y="6774"/>
                </a:lnTo>
                <a:cubicBezTo>
                  <a:pt x="2048" y="6963"/>
                  <a:pt x="2142" y="7215"/>
                  <a:pt x="2142" y="7436"/>
                </a:cubicBezTo>
                <a:cubicBezTo>
                  <a:pt x="2142" y="8034"/>
                  <a:pt x="2520" y="8538"/>
                  <a:pt x="3088" y="8759"/>
                </a:cubicBezTo>
                <a:cubicBezTo>
                  <a:pt x="3245" y="8790"/>
                  <a:pt x="3371" y="8948"/>
                  <a:pt x="3434" y="9074"/>
                </a:cubicBezTo>
                <a:cubicBezTo>
                  <a:pt x="2426" y="8979"/>
                  <a:pt x="1260" y="8790"/>
                  <a:pt x="1103" y="8475"/>
                </a:cubicBezTo>
                <a:cubicBezTo>
                  <a:pt x="1103" y="8475"/>
                  <a:pt x="1197" y="8349"/>
                  <a:pt x="1638" y="8192"/>
                </a:cubicBezTo>
                <a:cubicBezTo>
                  <a:pt x="1544" y="8003"/>
                  <a:pt x="1481" y="7751"/>
                  <a:pt x="1481" y="7530"/>
                </a:cubicBezTo>
                <a:cubicBezTo>
                  <a:pt x="756" y="7782"/>
                  <a:pt x="441" y="8066"/>
                  <a:pt x="441" y="8475"/>
                </a:cubicBezTo>
                <a:cubicBezTo>
                  <a:pt x="441" y="9641"/>
                  <a:pt x="3718" y="9862"/>
                  <a:pt x="4883" y="9862"/>
                </a:cubicBezTo>
                <a:cubicBezTo>
                  <a:pt x="6081" y="9862"/>
                  <a:pt x="9357" y="9641"/>
                  <a:pt x="9357" y="8475"/>
                </a:cubicBezTo>
                <a:cubicBezTo>
                  <a:pt x="9357" y="8066"/>
                  <a:pt x="8979" y="7751"/>
                  <a:pt x="8317" y="7530"/>
                </a:cubicBezTo>
                <a:cubicBezTo>
                  <a:pt x="8317" y="7782"/>
                  <a:pt x="8286" y="8003"/>
                  <a:pt x="8160" y="8192"/>
                </a:cubicBezTo>
                <a:cubicBezTo>
                  <a:pt x="8286" y="8255"/>
                  <a:pt x="8349" y="8286"/>
                  <a:pt x="8443" y="8318"/>
                </a:cubicBezTo>
                <a:lnTo>
                  <a:pt x="8664" y="8444"/>
                </a:lnTo>
                <a:cubicBezTo>
                  <a:pt x="8475" y="8790"/>
                  <a:pt x="7372" y="8948"/>
                  <a:pt x="6364" y="9074"/>
                </a:cubicBezTo>
                <a:cubicBezTo>
                  <a:pt x="6427" y="8979"/>
                  <a:pt x="6553" y="8885"/>
                  <a:pt x="6711" y="8822"/>
                </a:cubicBezTo>
                <a:cubicBezTo>
                  <a:pt x="7246" y="8633"/>
                  <a:pt x="7656" y="8129"/>
                  <a:pt x="7656" y="7530"/>
                </a:cubicBezTo>
                <a:lnTo>
                  <a:pt x="7656" y="6428"/>
                </a:lnTo>
                <a:lnTo>
                  <a:pt x="9515" y="4569"/>
                </a:lnTo>
                <a:cubicBezTo>
                  <a:pt x="9767" y="4317"/>
                  <a:pt x="9767" y="3876"/>
                  <a:pt x="9515" y="3592"/>
                </a:cubicBezTo>
                <a:cubicBezTo>
                  <a:pt x="9373" y="3450"/>
                  <a:pt x="9192" y="3379"/>
                  <a:pt x="9010" y="3379"/>
                </a:cubicBezTo>
                <a:cubicBezTo>
                  <a:pt x="8829" y="3379"/>
                  <a:pt x="8648" y="3450"/>
                  <a:pt x="8506" y="3592"/>
                </a:cubicBezTo>
                <a:cubicBezTo>
                  <a:pt x="8191" y="3876"/>
                  <a:pt x="7498" y="4411"/>
                  <a:pt x="7026" y="4789"/>
                </a:cubicBezTo>
                <a:cubicBezTo>
                  <a:pt x="7089" y="4663"/>
                  <a:pt x="8191" y="2426"/>
                  <a:pt x="8254" y="2332"/>
                </a:cubicBezTo>
                <a:cubicBezTo>
                  <a:pt x="8412" y="1985"/>
                  <a:pt x="8286" y="1576"/>
                  <a:pt x="7939" y="1418"/>
                </a:cubicBezTo>
                <a:cubicBezTo>
                  <a:pt x="7847" y="1372"/>
                  <a:pt x="7747" y="1350"/>
                  <a:pt x="7647" y="1350"/>
                </a:cubicBezTo>
                <a:cubicBezTo>
                  <a:pt x="7404" y="1350"/>
                  <a:pt x="7159" y="1479"/>
                  <a:pt x="7026" y="1702"/>
                </a:cubicBezTo>
                <a:cubicBezTo>
                  <a:pt x="6900" y="1859"/>
                  <a:pt x="5639" y="4033"/>
                  <a:pt x="5576" y="4128"/>
                </a:cubicBezTo>
                <a:lnTo>
                  <a:pt x="5576" y="662"/>
                </a:lnTo>
                <a:cubicBezTo>
                  <a:pt x="5576" y="284"/>
                  <a:pt x="5261" y="1"/>
                  <a:pt x="488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3" name="Google Shape;6383;p59">
            <a:extLst>
              <a:ext uri="{FF2B5EF4-FFF2-40B4-BE49-F238E27FC236}">
                <a16:creationId xmlns:a16="http://schemas.microsoft.com/office/drawing/2014/main" id="{00C728D8-636C-6B02-6F3C-73241C5B3132}"/>
              </a:ext>
            </a:extLst>
          </p:cNvPr>
          <p:cNvSpPr/>
          <p:nvPr/>
        </p:nvSpPr>
        <p:spPr>
          <a:xfrm>
            <a:off x="1113706" y="3768097"/>
            <a:ext cx="376382" cy="156680"/>
          </a:xfrm>
          <a:custGeom>
            <a:avLst/>
            <a:gdLst/>
            <a:ahLst/>
            <a:cxnLst/>
            <a:rect l="l" t="t" r="r" b="b"/>
            <a:pathLst>
              <a:path w="11658" h="4853" extrusionOk="0">
                <a:moveTo>
                  <a:pt x="9578" y="1"/>
                </a:moveTo>
                <a:lnTo>
                  <a:pt x="9263" y="316"/>
                </a:lnTo>
                <a:lnTo>
                  <a:pt x="9263" y="631"/>
                </a:lnTo>
                <a:cubicBezTo>
                  <a:pt x="10335" y="1040"/>
                  <a:pt x="10965" y="1576"/>
                  <a:pt x="10965" y="2143"/>
                </a:cubicBezTo>
                <a:cubicBezTo>
                  <a:pt x="10965" y="3119"/>
                  <a:pt x="8885" y="4191"/>
                  <a:pt x="5829" y="4191"/>
                </a:cubicBezTo>
                <a:cubicBezTo>
                  <a:pt x="2805" y="4191"/>
                  <a:pt x="726" y="3119"/>
                  <a:pt x="726" y="2143"/>
                </a:cubicBezTo>
                <a:cubicBezTo>
                  <a:pt x="726" y="1607"/>
                  <a:pt x="1261" y="1103"/>
                  <a:pt x="2175" y="725"/>
                </a:cubicBezTo>
                <a:lnTo>
                  <a:pt x="1671" y="190"/>
                </a:lnTo>
                <a:cubicBezTo>
                  <a:pt x="631" y="725"/>
                  <a:pt x="1" y="1387"/>
                  <a:pt x="1" y="2111"/>
                </a:cubicBezTo>
                <a:cubicBezTo>
                  <a:pt x="1" y="3655"/>
                  <a:pt x="2584" y="4852"/>
                  <a:pt x="5829" y="4852"/>
                </a:cubicBezTo>
                <a:cubicBezTo>
                  <a:pt x="9106" y="4852"/>
                  <a:pt x="11658" y="3624"/>
                  <a:pt x="11658" y="2111"/>
                </a:cubicBezTo>
                <a:cubicBezTo>
                  <a:pt x="11658" y="1261"/>
                  <a:pt x="10870" y="505"/>
                  <a:pt x="957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0" name="Google Shape;6385;p59">
            <a:extLst>
              <a:ext uri="{FF2B5EF4-FFF2-40B4-BE49-F238E27FC236}">
                <a16:creationId xmlns:a16="http://schemas.microsoft.com/office/drawing/2014/main" id="{66E5D6DC-F947-F386-BC7B-F73D33C42F94}"/>
              </a:ext>
            </a:extLst>
          </p:cNvPr>
          <p:cNvSpPr/>
          <p:nvPr/>
        </p:nvSpPr>
        <p:spPr>
          <a:xfrm>
            <a:off x="1113206" y="4166266"/>
            <a:ext cx="377383" cy="265514"/>
          </a:xfrm>
          <a:custGeom>
            <a:avLst/>
            <a:gdLst/>
            <a:ahLst/>
            <a:cxnLst/>
            <a:rect l="l" t="t" r="r" b="b"/>
            <a:pathLst>
              <a:path w="11689" h="8224" extrusionOk="0">
                <a:moveTo>
                  <a:pt x="5860" y="1"/>
                </a:moveTo>
                <a:cubicBezTo>
                  <a:pt x="4506" y="1"/>
                  <a:pt x="3340" y="1040"/>
                  <a:pt x="3151" y="2332"/>
                </a:cubicBezTo>
                <a:cubicBezTo>
                  <a:pt x="3119" y="2521"/>
                  <a:pt x="3277" y="2710"/>
                  <a:pt x="3497" y="2710"/>
                </a:cubicBezTo>
                <a:lnTo>
                  <a:pt x="5514" y="2710"/>
                </a:lnTo>
                <a:lnTo>
                  <a:pt x="5514" y="3435"/>
                </a:lnTo>
                <a:lnTo>
                  <a:pt x="2395" y="3435"/>
                </a:lnTo>
                <a:cubicBezTo>
                  <a:pt x="1859" y="3435"/>
                  <a:pt x="1387" y="3907"/>
                  <a:pt x="1387" y="4443"/>
                </a:cubicBezTo>
                <a:lnTo>
                  <a:pt x="1387" y="4852"/>
                </a:lnTo>
                <a:cubicBezTo>
                  <a:pt x="599" y="5010"/>
                  <a:pt x="0" y="5703"/>
                  <a:pt x="0" y="6554"/>
                </a:cubicBezTo>
                <a:cubicBezTo>
                  <a:pt x="0" y="7499"/>
                  <a:pt x="757" y="8223"/>
                  <a:pt x="1702" y="8223"/>
                </a:cubicBezTo>
                <a:cubicBezTo>
                  <a:pt x="2647" y="8223"/>
                  <a:pt x="3403" y="7499"/>
                  <a:pt x="3403" y="6554"/>
                </a:cubicBezTo>
                <a:cubicBezTo>
                  <a:pt x="3403" y="5703"/>
                  <a:pt x="2804" y="5041"/>
                  <a:pt x="2017" y="4852"/>
                </a:cubicBezTo>
                <a:lnTo>
                  <a:pt x="2017" y="4443"/>
                </a:lnTo>
                <a:cubicBezTo>
                  <a:pt x="2017" y="4254"/>
                  <a:pt x="2174" y="4096"/>
                  <a:pt x="2363" y="4096"/>
                </a:cubicBezTo>
                <a:lnTo>
                  <a:pt x="5482" y="4096"/>
                </a:lnTo>
                <a:lnTo>
                  <a:pt x="5482" y="4821"/>
                </a:lnTo>
                <a:cubicBezTo>
                  <a:pt x="4695" y="4978"/>
                  <a:pt x="4096" y="5672"/>
                  <a:pt x="4096" y="6491"/>
                </a:cubicBezTo>
                <a:cubicBezTo>
                  <a:pt x="4096" y="7436"/>
                  <a:pt x="4852" y="8192"/>
                  <a:pt x="5797" y="8192"/>
                </a:cubicBezTo>
                <a:cubicBezTo>
                  <a:pt x="6742" y="8192"/>
                  <a:pt x="7499" y="7436"/>
                  <a:pt x="7499" y="6491"/>
                </a:cubicBezTo>
                <a:cubicBezTo>
                  <a:pt x="7499" y="5672"/>
                  <a:pt x="6900" y="5010"/>
                  <a:pt x="6112" y="4821"/>
                </a:cubicBezTo>
                <a:lnTo>
                  <a:pt x="6112" y="4096"/>
                </a:lnTo>
                <a:lnTo>
                  <a:pt x="9231" y="4096"/>
                </a:lnTo>
                <a:cubicBezTo>
                  <a:pt x="9420" y="4096"/>
                  <a:pt x="9578" y="4254"/>
                  <a:pt x="9578" y="4443"/>
                </a:cubicBezTo>
                <a:lnTo>
                  <a:pt x="9578" y="4852"/>
                </a:lnTo>
                <a:cubicBezTo>
                  <a:pt x="8790" y="5010"/>
                  <a:pt x="8192" y="5703"/>
                  <a:pt x="8192" y="6554"/>
                </a:cubicBezTo>
                <a:cubicBezTo>
                  <a:pt x="8192" y="7499"/>
                  <a:pt x="8948" y="8223"/>
                  <a:pt x="9893" y="8223"/>
                </a:cubicBezTo>
                <a:cubicBezTo>
                  <a:pt x="10838" y="8223"/>
                  <a:pt x="11594" y="7499"/>
                  <a:pt x="11594" y="6554"/>
                </a:cubicBezTo>
                <a:cubicBezTo>
                  <a:pt x="11689" y="5703"/>
                  <a:pt x="11153" y="5010"/>
                  <a:pt x="10366" y="4852"/>
                </a:cubicBezTo>
                <a:lnTo>
                  <a:pt x="10366" y="4443"/>
                </a:lnTo>
                <a:cubicBezTo>
                  <a:pt x="10366" y="3907"/>
                  <a:pt x="9893" y="3435"/>
                  <a:pt x="9326" y="3435"/>
                </a:cubicBezTo>
                <a:lnTo>
                  <a:pt x="6238" y="3435"/>
                </a:lnTo>
                <a:lnTo>
                  <a:pt x="6238" y="2710"/>
                </a:lnTo>
                <a:lnTo>
                  <a:pt x="8223" y="2710"/>
                </a:lnTo>
                <a:cubicBezTo>
                  <a:pt x="8444" y="2710"/>
                  <a:pt x="8601" y="2521"/>
                  <a:pt x="8601" y="2332"/>
                </a:cubicBezTo>
                <a:cubicBezTo>
                  <a:pt x="8381" y="977"/>
                  <a:pt x="7247" y="1"/>
                  <a:pt x="586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21" name="Google Shape;6386;p59">
            <a:extLst>
              <a:ext uri="{FF2B5EF4-FFF2-40B4-BE49-F238E27FC236}">
                <a16:creationId xmlns:a16="http://schemas.microsoft.com/office/drawing/2014/main" id="{C1B6353D-5855-0F83-C37D-205E1909BCA0}"/>
              </a:ext>
            </a:extLst>
          </p:cNvPr>
          <p:cNvSpPr/>
          <p:nvPr/>
        </p:nvSpPr>
        <p:spPr>
          <a:xfrm>
            <a:off x="1258651" y="4055399"/>
            <a:ext cx="88526" cy="89559"/>
          </a:xfrm>
          <a:custGeom>
            <a:avLst/>
            <a:gdLst/>
            <a:ahLst/>
            <a:cxnLst/>
            <a:rect l="l" t="t" r="r" b="b"/>
            <a:pathLst>
              <a:path w="2742" h="2774" extrusionOk="0">
                <a:moveTo>
                  <a:pt x="1355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55" y="2773"/>
                </a:cubicBezTo>
                <a:cubicBezTo>
                  <a:pt x="2111" y="2773"/>
                  <a:pt x="2742" y="2143"/>
                  <a:pt x="2742" y="1387"/>
                </a:cubicBezTo>
                <a:cubicBezTo>
                  <a:pt x="2742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8" name="Google Shape;6388;p59">
            <a:extLst>
              <a:ext uri="{FF2B5EF4-FFF2-40B4-BE49-F238E27FC236}">
                <a16:creationId xmlns:a16="http://schemas.microsoft.com/office/drawing/2014/main" id="{EEB6DE2C-BA2A-15B4-7A71-7FA2E12F3E05}"/>
              </a:ext>
            </a:extLst>
          </p:cNvPr>
          <p:cNvSpPr/>
          <p:nvPr/>
        </p:nvSpPr>
        <p:spPr>
          <a:xfrm>
            <a:off x="1224574" y="4549860"/>
            <a:ext cx="275684" cy="277202"/>
          </a:xfrm>
          <a:custGeom>
            <a:avLst/>
            <a:gdLst/>
            <a:ahLst/>
            <a:cxnLst/>
            <a:rect l="l" t="t" r="r" b="b"/>
            <a:pathLst>
              <a:path w="8539" h="8586" extrusionOk="0">
                <a:moveTo>
                  <a:pt x="5156" y="1"/>
                </a:moveTo>
                <a:cubicBezTo>
                  <a:pt x="4372" y="1"/>
                  <a:pt x="3593" y="308"/>
                  <a:pt x="2994" y="922"/>
                </a:cubicBezTo>
                <a:lnTo>
                  <a:pt x="1450" y="2466"/>
                </a:lnTo>
                <a:cubicBezTo>
                  <a:pt x="1681" y="2417"/>
                  <a:pt x="1916" y="2392"/>
                  <a:pt x="2152" y="2392"/>
                </a:cubicBezTo>
                <a:cubicBezTo>
                  <a:pt x="2529" y="2392"/>
                  <a:pt x="2909" y="2456"/>
                  <a:pt x="3277" y="2592"/>
                </a:cubicBezTo>
                <a:lnTo>
                  <a:pt x="3939" y="1899"/>
                </a:lnTo>
                <a:cubicBezTo>
                  <a:pt x="4270" y="1568"/>
                  <a:pt x="4703" y="1402"/>
                  <a:pt x="5136" y="1402"/>
                </a:cubicBezTo>
                <a:cubicBezTo>
                  <a:pt x="5569" y="1402"/>
                  <a:pt x="6003" y="1568"/>
                  <a:pt x="6333" y="1899"/>
                </a:cubicBezTo>
                <a:cubicBezTo>
                  <a:pt x="7027" y="2592"/>
                  <a:pt x="7027" y="3631"/>
                  <a:pt x="6333" y="4325"/>
                </a:cubicBezTo>
                <a:lnTo>
                  <a:pt x="3939" y="6719"/>
                </a:lnTo>
                <a:cubicBezTo>
                  <a:pt x="3608" y="7050"/>
                  <a:pt x="3175" y="7215"/>
                  <a:pt x="2742" y="7215"/>
                </a:cubicBezTo>
                <a:cubicBezTo>
                  <a:pt x="2309" y="7215"/>
                  <a:pt x="1875" y="7050"/>
                  <a:pt x="1545" y="6719"/>
                </a:cubicBezTo>
                <a:cubicBezTo>
                  <a:pt x="1261" y="6435"/>
                  <a:pt x="1104" y="6089"/>
                  <a:pt x="1072" y="5742"/>
                </a:cubicBezTo>
                <a:lnTo>
                  <a:pt x="1" y="6782"/>
                </a:lnTo>
                <a:cubicBezTo>
                  <a:pt x="158" y="7097"/>
                  <a:pt x="348" y="7381"/>
                  <a:pt x="600" y="7664"/>
                </a:cubicBezTo>
                <a:cubicBezTo>
                  <a:pt x="1214" y="8278"/>
                  <a:pt x="2002" y="8586"/>
                  <a:pt x="2781" y="8586"/>
                </a:cubicBezTo>
                <a:cubicBezTo>
                  <a:pt x="3561" y="8586"/>
                  <a:pt x="4333" y="8278"/>
                  <a:pt x="4916" y="7664"/>
                </a:cubicBezTo>
                <a:lnTo>
                  <a:pt x="7342" y="5270"/>
                </a:lnTo>
                <a:cubicBezTo>
                  <a:pt x="8539" y="4073"/>
                  <a:pt x="8539" y="2151"/>
                  <a:pt x="7342" y="922"/>
                </a:cubicBezTo>
                <a:cubicBezTo>
                  <a:pt x="6727" y="308"/>
                  <a:pt x="5940" y="1"/>
                  <a:pt x="51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9" name="Google Shape;6389;p59">
            <a:extLst>
              <a:ext uri="{FF2B5EF4-FFF2-40B4-BE49-F238E27FC236}">
                <a16:creationId xmlns:a16="http://schemas.microsoft.com/office/drawing/2014/main" id="{482049B6-2BA7-2FD2-82FB-25F19C21E849}"/>
              </a:ext>
            </a:extLst>
          </p:cNvPr>
          <p:cNvSpPr/>
          <p:nvPr/>
        </p:nvSpPr>
        <p:spPr>
          <a:xfrm>
            <a:off x="1103537" y="4647490"/>
            <a:ext cx="278751" cy="279494"/>
          </a:xfrm>
          <a:custGeom>
            <a:avLst/>
            <a:gdLst/>
            <a:ahLst/>
            <a:cxnLst/>
            <a:rect l="l" t="t" r="r" b="b"/>
            <a:pathLst>
              <a:path w="8634" h="8657" extrusionOk="0">
                <a:moveTo>
                  <a:pt x="5865" y="1"/>
                </a:moveTo>
                <a:cubicBezTo>
                  <a:pt x="5081" y="1"/>
                  <a:pt x="4301" y="308"/>
                  <a:pt x="3718" y="922"/>
                </a:cubicBezTo>
                <a:lnTo>
                  <a:pt x="1230" y="3411"/>
                </a:lnTo>
                <a:cubicBezTo>
                  <a:pt x="1" y="4640"/>
                  <a:pt x="1" y="6562"/>
                  <a:pt x="1230" y="7759"/>
                </a:cubicBezTo>
                <a:cubicBezTo>
                  <a:pt x="1844" y="8358"/>
                  <a:pt x="2632" y="8657"/>
                  <a:pt x="3415" y="8657"/>
                </a:cubicBezTo>
                <a:cubicBezTo>
                  <a:pt x="4199" y="8657"/>
                  <a:pt x="4979" y="8358"/>
                  <a:pt x="5577" y="7759"/>
                </a:cubicBezTo>
                <a:lnTo>
                  <a:pt x="7152" y="6184"/>
                </a:lnTo>
                <a:lnTo>
                  <a:pt x="7152" y="6184"/>
                </a:lnTo>
                <a:cubicBezTo>
                  <a:pt x="6938" y="6218"/>
                  <a:pt x="6719" y="6235"/>
                  <a:pt x="6499" y="6235"/>
                </a:cubicBezTo>
                <a:cubicBezTo>
                  <a:pt x="6106" y="6235"/>
                  <a:pt x="5709" y="6179"/>
                  <a:pt x="5325" y="6058"/>
                </a:cubicBezTo>
                <a:lnTo>
                  <a:pt x="4569" y="6814"/>
                </a:lnTo>
                <a:cubicBezTo>
                  <a:pt x="4238" y="7145"/>
                  <a:pt x="3805" y="7310"/>
                  <a:pt x="3372" y="7310"/>
                </a:cubicBezTo>
                <a:cubicBezTo>
                  <a:pt x="2939" y="7310"/>
                  <a:pt x="2505" y="7145"/>
                  <a:pt x="2175" y="6814"/>
                </a:cubicBezTo>
                <a:cubicBezTo>
                  <a:pt x="1513" y="6121"/>
                  <a:pt x="1513" y="5081"/>
                  <a:pt x="2175" y="4388"/>
                </a:cubicBezTo>
                <a:lnTo>
                  <a:pt x="4664" y="1899"/>
                </a:lnTo>
                <a:cubicBezTo>
                  <a:pt x="4994" y="1568"/>
                  <a:pt x="5428" y="1403"/>
                  <a:pt x="5861" y="1403"/>
                </a:cubicBezTo>
                <a:cubicBezTo>
                  <a:pt x="6294" y="1403"/>
                  <a:pt x="6727" y="1568"/>
                  <a:pt x="7058" y="1899"/>
                </a:cubicBezTo>
                <a:cubicBezTo>
                  <a:pt x="7342" y="2183"/>
                  <a:pt x="7499" y="2561"/>
                  <a:pt x="7531" y="2907"/>
                </a:cubicBezTo>
                <a:lnTo>
                  <a:pt x="8287" y="2151"/>
                </a:lnTo>
                <a:lnTo>
                  <a:pt x="8633" y="1805"/>
                </a:lnTo>
                <a:cubicBezTo>
                  <a:pt x="8476" y="1490"/>
                  <a:pt x="8287" y="1206"/>
                  <a:pt x="8035" y="922"/>
                </a:cubicBezTo>
                <a:cubicBezTo>
                  <a:pt x="7436" y="308"/>
                  <a:pt x="6648" y="1"/>
                  <a:pt x="586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1" name="Google Shape;6391;p59">
            <a:extLst>
              <a:ext uri="{FF2B5EF4-FFF2-40B4-BE49-F238E27FC236}">
                <a16:creationId xmlns:a16="http://schemas.microsoft.com/office/drawing/2014/main" id="{940476ED-8A4B-B6CD-445A-AAA2A1EF2C54}"/>
              </a:ext>
            </a:extLst>
          </p:cNvPr>
          <p:cNvSpPr/>
          <p:nvPr/>
        </p:nvSpPr>
        <p:spPr>
          <a:xfrm>
            <a:off x="3583365" y="3553998"/>
            <a:ext cx="226837" cy="288889"/>
          </a:xfrm>
          <a:custGeom>
            <a:avLst/>
            <a:gdLst/>
            <a:ahLst/>
            <a:cxnLst/>
            <a:rect l="l" t="t" r="r" b="b"/>
            <a:pathLst>
              <a:path w="7026" h="8948" extrusionOk="0">
                <a:moveTo>
                  <a:pt x="2363" y="0"/>
                </a:moveTo>
                <a:cubicBezTo>
                  <a:pt x="2143" y="0"/>
                  <a:pt x="1985" y="158"/>
                  <a:pt x="1985" y="378"/>
                </a:cubicBezTo>
                <a:cubicBezTo>
                  <a:pt x="1985" y="567"/>
                  <a:pt x="2143" y="725"/>
                  <a:pt x="2363" y="725"/>
                </a:cubicBezTo>
                <a:lnTo>
                  <a:pt x="2710" y="725"/>
                </a:lnTo>
                <a:lnTo>
                  <a:pt x="2710" y="1576"/>
                </a:lnTo>
                <a:cubicBezTo>
                  <a:pt x="1135" y="2017"/>
                  <a:pt x="0" y="3466"/>
                  <a:pt x="0" y="5199"/>
                </a:cubicBezTo>
                <a:cubicBezTo>
                  <a:pt x="0" y="7278"/>
                  <a:pt x="1670" y="8948"/>
                  <a:pt x="3718" y="8948"/>
                </a:cubicBezTo>
                <a:cubicBezTo>
                  <a:pt x="3970" y="8948"/>
                  <a:pt x="4159" y="8916"/>
                  <a:pt x="4348" y="8853"/>
                </a:cubicBezTo>
                <a:cubicBezTo>
                  <a:pt x="4159" y="8664"/>
                  <a:pt x="4033" y="8381"/>
                  <a:pt x="4033" y="8066"/>
                </a:cubicBezTo>
                <a:cubicBezTo>
                  <a:pt x="4033" y="7877"/>
                  <a:pt x="4096" y="7687"/>
                  <a:pt x="4191" y="7530"/>
                </a:cubicBezTo>
                <a:lnTo>
                  <a:pt x="4191" y="7530"/>
                </a:lnTo>
                <a:cubicBezTo>
                  <a:pt x="4033" y="7561"/>
                  <a:pt x="3876" y="7561"/>
                  <a:pt x="3686" y="7561"/>
                </a:cubicBezTo>
                <a:cubicBezTo>
                  <a:pt x="2363" y="7561"/>
                  <a:pt x="1292" y="6522"/>
                  <a:pt x="1292" y="5167"/>
                </a:cubicBezTo>
                <a:cubicBezTo>
                  <a:pt x="1292" y="3844"/>
                  <a:pt x="2363" y="2773"/>
                  <a:pt x="3686" y="2773"/>
                </a:cubicBezTo>
                <a:cubicBezTo>
                  <a:pt x="4348" y="2773"/>
                  <a:pt x="4978" y="3088"/>
                  <a:pt x="5451" y="3560"/>
                </a:cubicBezTo>
                <a:cubicBezTo>
                  <a:pt x="5608" y="3466"/>
                  <a:pt x="5766" y="3466"/>
                  <a:pt x="5923" y="3466"/>
                </a:cubicBezTo>
                <a:lnTo>
                  <a:pt x="7026" y="3466"/>
                </a:lnTo>
                <a:cubicBezTo>
                  <a:pt x="6553" y="2584"/>
                  <a:pt x="5734" y="1859"/>
                  <a:pt x="4726" y="1576"/>
                </a:cubicBezTo>
                <a:lnTo>
                  <a:pt x="4726" y="725"/>
                </a:lnTo>
                <a:lnTo>
                  <a:pt x="5073" y="725"/>
                </a:lnTo>
                <a:cubicBezTo>
                  <a:pt x="5262" y="725"/>
                  <a:pt x="5419" y="567"/>
                  <a:pt x="5419" y="378"/>
                </a:cubicBezTo>
                <a:cubicBezTo>
                  <a:pt x="5419" y="158"/>
                  <a:pt x="5262" y="0"/>
                  <a:pt x="50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2" name="Google Shape;6392;p59">
            <a:extLst>
              <a:ext uri="{FF2B5EF4-FFF2-40B4-BE49-F238E27FC236}">
                <a16:creationId xmlns:a16="http://schemas.microsoft.com/office/drawing/2014/main" id="{B301BCCC-C0FA-F851-2EE6-FF54985667A9}"/>
              </a:ext>
            </a:extLst>
          </p:cNvPr>
          <p:cNvSpPr/>
          <p:nvPr/>
        </p:nvSpPr>
        <p:spPr>
          <a:xfrm>
            <a:off x="3647450" y="3664864"/>
            <a:ext cx="68154" cy="67154"/>
          </a:xfrm>
          <a:custGeom>
            <a:avLst/>
            <a:gdLst/>
            <a:ahLst/>
            <a:cxnLst/>
            <a:rect l="l" t="t" r="r" b="b"/>
            <a:pathLst>
              <a:path w="2111" h="2080" extrusionOk="0">
                <a:moveTo>
                  <a:pt x="1733" y="0"/>
                </a:moveTo>
                <a:cubicBezTo>
                  <a:pt x="1544" y="32"/>
                  <a:pt x="1386" y="158"/>
                  <a:pt x="1386" y="347"/>
                </a:cubicBezTo>
                <a:lnTo>
                  <a:pt x="1386" y="1387"/>
                </a:lnTo>
                <a:lnTo>
                  <a:pt x="378" y="1387"/>
                </a:lnTo>
                <a:cubicBezTo>
                  <a:pt x="158" y="1387"/>
                  <a:pt x="0" y="1544"/>
                  <a:pt x="0" y="1733"/>
                </a:cubicBezTo>
                <a:cubicBezTo>
                  <a:pt x="0" y="1922"/>
                  <a:pt x="158" y="2080"/>
                  <a:pt x="378" y="2080"/>
                </a:cubicBezTo>
                <a:lnTo>
                  <a:pt x="1733" y="2080"/>
                </a:lnTo>
                <a:cubicBezTo>
                  <a:pt x="1954" y="2080"/>
                  <a:pt x="2111" y="1922"/>
                  <a:pt x="2111" y="1733"/>
                </a:cubicBezTo>
                <a:lnTo>
                  <a:pt x="2111" y="347"/>
                </a:lnTo>
                <a:cubicBezTo>
                  <a:pt x="2111" y="158"/>
                  <a:pt x="1954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3" name="Google Shape;6393;p59">
            <a:extLst>
              <a:ext uri="{FF2B5EF4-FFF2-40B4-BE49-F238E27FC236}">
                <a16:creationId xmlns:a16="http://schemas.microsoft.com/office/drawing/2014/main" id="{D60466AE-ABDD-8714-BEB7-329183E002EF}"/>
              </a:ext>
            </a:extLst>
          </p:cNvPr>
          <p:cNvSpPr/>
          <p:nvPr/>
        </p:nvSpPr>
        <p:spPr>
          <a:xfrm>
            <a:off x="3759319" y="3688240"/>
            <a:ext cx="110900" cy="32609"/>
          </a:xfrm>
          <a:custGeom>
            <a:avLst/>
            <a:gdLst/>
            <a:ahLst/>
            <a:cxnLst/>
            <a:rect l="l" t="t" r="r" b="b"/>
            <a:pathLst>
              <a:path w="3435" h="1010" extrusionOk="0">
                <a:moveTo>
                  <a:pt x="536" y="1"/>
                </a:moveTo>
                <a:cubicBezTo>
                  <a:pt x="253" y="1"/>
                  <a:pt x="1" y="221"/>
                  <a:pt x="1" y="505"/>
                </a:cubicBezTo>
                <a:cubicBezTo>
                  <a:pt x="1" y="789"/>
                  <a:pt x="253" y="1009"/>
                  <a:pt x="536" y="1009"/>
                </a:cubicBezTo>
                <a:lnTo>
                  <a:pt x="2931" y="1009"/>
                </a:lnTo>
                <a:cubicBezTo>
                  <a:pt x="3214" y="1009"/>
                  <a:pt x="3435" y="789"/>
                  <a:pt x="3435" y="505"/>
                </a:cubicBezTo>
                <a:cubicBezTo>
                  <a:pt x="3435" y="221"/>
                  <a:pt x="3214" y="1"/>
                  <a:pt x="293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4" name="Google Shape;6394;p59">
            <a:extLst>
              <a:ext uri="{FF2B5EF4-FFF2-40B4-BE49-F238E27FC236}">
                <a16:creationId xmlns:a16="http://schemas.microsoft.com/office/drawing/2014/main" id="{C396A80A-E746-4432-88F8-7ECF6990ADA0}"/>
              </a:ext>
            </a:extLst>
          </p:cNvPr>
          <p:cNvSpPr/>
          <p:nvPr/>
        </p:nvSpPr>
        <p:spPr>
          <a:xfrm>
            <a:off x="3736945" y="3742156"/>
            <a:ext cx="110900" cy="33609"/>
          </a:xfrm>
          <a:custGeom>
            <a:avLst/>
            <a:gdLst/>
            <a:ahLst/>
            <a:cxnLst/>
            <a:rect l="l" t="t" r="r" b="b"/>
            <a:pathLst>
              <a:path w="3435" h="1041" extrusionOk="0">
                <a:moveTo>
                  <a:pt x="505" y="1"/>
                </a:moveTo>
                <a:cubicBezTo>
                  <a:pt x="221" y="1"/>
                  <a:pt x="1" y="253"/>
                  <a:pt x="1" y="536"/>
                </a:cubicBezTo>
                <a:cubicBezTo>
                  <a:pt x="1" y="788"/>
                  <a:pt x="221" y="1040"/>
                  <a:pt x="505" y="1040"/>
                </a:cubicBezTo>
                <a:lnTo>
                  <a:pt x="2899" y="1040"/>
                </a:lnTo>
                <a:cubicBezTo>
                  <a:pt x="3183" y="1040"/>
                  <a:pt x="3435" y="851"/>
                  <a:pt x="3435" y="536"/>
                </a:cubicBezTo>
                <a:cubicBezTo>
                  <a:pt x="3435" y="253"/>
                  <a:pt x="3183" y="1"/>
                  <a:pt x="289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5" name="Google Shape;6395;p59">
            <a:extLst>
              <a:ext uri="{FF2B5EF4-FFF2-40B4-BE49-F238E27FC236}">
                <a16:creationId xmlns:a16="http://schemas.microsoft.com/office/drawing/2014/main" id="{6EE2D41E-6BAE-EC1E-8210-974DCEE5D31F}"/>
              </a:ext>
            </a:extLst>
          </p:cNvPr>
          <p:cNvSpPr/>
          <p:nvPr/>
        </p:nvSpPr>
        <p:spPr>
          <a:xfrm>
            <a:off x="3736945" y="3798107"/>
            <a:ext cx="87494" cy="33609"/>
          </a:xfrm>
          <a:custGeom>
            <a:avLst/>
            <a:gdLst/>
            <a:ahLst/>
            <a:cxnLst/>
            <a:rect l="l" t="t" r="r" b="b"/>
            <a:pathLst>
              <a:path w="2710" h="1041" extrusionOk="0">
                <a:moveTo>
                  <a:pt x="505" y="0"/>
                </a:moveTo>
                <a:cubicBezTo>
                  <a:pt x="221" y="0"/>
                  <a:pt x="1" y="252"/>
                  <a:pt x="1" y="536"/>
                </a:cubicBezTo>
                <a:cubicBezTo>
                  <a:pt x="1" y="788"/>
                  <a:pt x="221" y="1040"/>
                  <a:pt x="505" y="1040"/>
                </a:cubicBezTo>
                <a:lnTo>
                  <a:pt x="2206" y="1040"/>
                </a:lnTo>
                <a:cubicBezTo>
                  <a:pt x="2490" y="1040"/>
                  <a:pt x="2710" y="788"/>
                  <a:pt x="2710" y="536"/>
                </a:cubicBezTo>
                <a:cubicBezTo>
                  <a:pt x="2710" y="252"/>
                  <a:pt x="2490" y="0"/>
                  <a:pt x="220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6" name="Google Shape;6396;p59">
            <a:extLst>
              <a:ext uri="{FF2B5EF4-FFF2-40B4-BE49-F238E27FC236}">
                <a16:creationId xmlns:a16="http://schemas.microsoft.com/office/drawing/2014/main" id="{A0D574CE-A039-9EC6-6E6E-698DADA6663D}"/>
              </a:ext>
            </a:extLst>
          </p:cNvPr>
          <p:cNvSpPr/>
          <p:nvPr/>
        </p:nvSpPr>
        <p:spPr>
          <a:xfrm>
            <a:off x="3736945" y="3853024"/>
            <a:ext cx="66152" cy="33609"/>
          </a:xfrm>
          <a:custGeom>
            <a:avLst/>
            <a:gdLst/>
            <a:ahLst/>
            <a:cxnLst/>
            <a:rect l="l" t="t" r="r" b="b"/>
            <a:pathLst>
              <a:path w="2049" h="1041" extrusionOk="0">
                <a:moveTo>
                  <a:pt x="505" y="1"/>
                </a:moveTo>
                <a:cubicBezTo>
                  <a:pt x="221" y="1"/>
                  <a:pt x="1" y="253"/>
                  <a:pt x="1" y="505"/>
                </a:cubicBezTo>
                <a:cubicBezTo>
                  <a:pt x="1" y="788"/>
                  <a:pt x="221" y="1040"/>
                  <a:pt x="505" y="1040"/>
                </a:cubicBezTo>
                <a:lnTo>
                  <a:pt x="1544" y="1040"/>
                </a:lnTo>
                <a:cubicBezTo>
                  <a:pt x="1796" y="1040"/>
                  <a:pt x="2048" y="788"/>
                  <a:pt x="2048" y="505"/>
                </a:cubicBezTo>
                <a:cubicBezTo>
                  <a:pt x="2048" y="253"/>
                  <a:pt x="1796" y="1"/>
                  <a:pt x="154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7" name="Google Shape;6397;p59">
            <a:extLst>
              <a:ext uri="{FF2B5EF4-FFF2-40B4-BE49-F238E27FC236}">
                <a16:creationId xmlns:a16="http://schemas.microsoft.com/office/drawing/2014/main" id="{797021FB-771C-FF1B-5B0B-4909C2BA9F94}"/>
              </a:ext>
            </a:extLst>
          </p:cNvPr>
          <p:cNvSpPr/>
          <p:nvPr/>
        </p:nvSpPr>
        <p:spPr>
          <a:xfrm>
            <a:off x="3492837" y="3575564"/>
            <a:ext cx="224803" cy="355817"/>
          </a:xfrm>
          <a:custGeom>
            <a:avLst/>
            <a:gdLst/>
            <a:ahLst/>
            <a:cxnLst/>
            <a:rect l="l" t="t" r="r" b="b"/>
            <a:pathLst>
              <a:path w="6963" h="11021" extrusionOk="0">
                <a:moveTo>
                  <a:pt x="3803" y="0"/>
                </a:moveTo>
                <a:cubicBezTo>
                  <a:pt x="3716" y="0"/>
                  <a:pt x="3637" y="52"/>
                  <a:pt x="3592" y="120"/>
                </a:cubicBezTo>
                <a:lnTo>
                  <a:pt x="1702" y="2231"/>
                </a:lnTo>
                <a:cubicBezTo>
                  <a:pt x="1544" y="2420"/>
                  <a:pt x="1418" y="2640"/>
                  <a:pt x="1418" y="2892"/>
                </a:cubicBezTo>
                <a:lnTo>
                  <a:pt x="1418" y="5917"/>
                </a:lnTo>
                <a:cubicBezTo>
                  <a:pt x="1418" y="6200"/>
                  <a:pt x="1292" y="6421"/>
                  <a:pt x="1103" y="6641"/>
                </a:cubicBezTo>
                <a:lnTo>
                  <a:pt x="126" y="7618"/>
                </a:lnTo>
                <a:cubicBezTo>
                  <a:pt x="0" y="7744"/>
                  <a:pt x="0" y="7965"/>
                  <a:pt x="126" y="8091"/>
                </a:cubicBezTo>
                <a:lnTo>
                  <a:pt x="2867" y="10926"/>
                </a:lnTo>
                <a:cubicBezTo>
                  <a:pt x="2930" y="10989"/>
                  <a:pt x="3017" y="11021"/>
                  <a:pt x="3104" y="11021"/>
                </a:cubicBezTo>
                <a:cubicBezTo>
                  <a:pt x="3190" y="11021"/>
                  <a:pt x="3277" y="10989"/>
                  <a:pt x="3340" y="10926"/>
                </a:cubicBezTo>
                <a:lnTo>
                  <a:pt x="4317" y="9949"/>
                </a:lnTo>
                <a:cubicBezTo>
                  <a:pt x="4537" y="9729"/>
                  <a:pt x="4758" y="9634"/>
                  <a:pt x="5041" y="9634"/>
                </a:cubicBezTo>
                <a:lnTo>
                  <a:pt x="6963" y="9634"/>
                </a:lnTo>
                <a:cubicBezTo>
                  <a:pt x="6900" y="9477"/>
                  <a:pt x="6837" y="9288"/>
                  <a:pt x="6837" y="9099"/>
                </a:cubicBezTo>
                <a:cubicBezTo>
                  <a:pt x="6837" y="9036"/>
                  <a:pt x="6837" y="8973"/>
                  <a:pt x="6900" y="8910"/>
                </a:cubicBezTo>
                <a:cubicBezTo>
                  <a:pt x="6774" y="8910"/>
                  <a:pt x="6648" y="8941"/>
                  <a:pt x="6522" y="8941"/>
                </a:cubicBezTo>
                <a:cubicBezTo>
                  <a:pt x="4096" y="8941"/>
                  <a:pt x="2080" y="6925"/>
                  <a:pt x="2080" y="4499"/>
                </a:cubicBezTo>
                <a:cubicBezTo>
                  <a:pt x="2080" y="2892"/>
                  <a:pt x="2962" y="1475"/>
                  <a:pt x="4254" y="687"/>
                </a:cubicBezTo>
                <a:cubicBezTo>
                  <a:pt x="4254" y="592"/>
                  <a:pt x="4222" y="529"/>
                  <a:pt x="4222" y="498"/>
                </a:cubicBezTo>
                <a:lnTo>
                  <a:pt x="4128" y="246"/>
                </a:lnTo>
                <a:cubicBezTo>
                  <a:pt x="4096" y="120"/>
                  <a:pt x="4002" y="57"/>
                  <a:pt x="3907" y="25"/>
                </a:cubicBezTo>
                <a:cubicBezTo>
                  <a:pt x="3872" y="8"/>
                  <a:pt x="3837" y="0"/>
                  <a:pt x="380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9" name="Google Shape;6399;p59">
            <a:extLst>
              <a:ext uri="{FF2B5EF4-FFF2-40B4-BE49-F238E27FC236}">
                <a16:creationId xmlns:a16="http://schemas.microsoft.com/office/drawing/2014/main" id="{C3FE8FBF-08A9-5580-5673-9EBAA655B44C}"/>
              </a:ext>
            </a:extLst>
          </p:cNvPr>
          <p:cNvSpPr/>
          <p:nvPr/>
        </p:nvSpPr>
        <p:spPr>
          <a:xfrm>
            <a:off x="3649485" y="4189011"/>
            <a:ext cx="220735" cy="242430"/>
          </a:xfrm>
          <a:custGeom>
            <a:avLst/>
            <a:gdLst/>
            <a:ahLst/>
            <a:cxnLst/>
            <a:rect l="l" t="t" r="r" b="b"/>
            <a:pathLst>
              <a:path w="6837" h="7509" extrusionOk="0">
                <a:moveTo>
                  <a:pt x="5120" y="2079"/>
                </a:moveTo>
                <a:cubicBezTo>
                  <a:pt x="5206" y="2079"/>
                  <a:pt x="5293" y="2111"/>
                  <a:pt x="5356" y="2174"/>
                </a:cubicBezTo>
                <a:cubicBezTo>
                  <a:pt x="5451" y="2268"/>
                  <a:pt x="5451" y="2458"/>
                  <a:pt x="5356" y="2647"/>
                </a:cubicBezTo>
                <a:lnTo>
                  <a:pt x="3308" y="4694"/>
                </a:lnTo>
                <a:cubicBezTo>
                  <a:pt x="3214" y="4757"/>
                  <a:pt x="3151" y="4789"/>
                  <a:pt x="3056" y="4789"/>
                </a:cubicBezTo>
                <a:cubicBezTo>
                  <a:pt x="2993" y="4789"/>
                  <a:pt x="2899" y="4757"/>
                  <a:pt x="2836" y="4694"/>
                </a:cubicBezTo>
                <a:lnTo>
                  <a:pt x="2174" y="4001"/>
                </a:lnTo>
                <a:cubicBezTo>
                  <a:pt x="2048" y="3907"/>
                  <a:pt x="2048" y="3655"/>
                  <a:pt x="2174" y="3529"/>
                </a:cubicBezTo>
                <a:cubicBezTo>
                  <a:pt x="2221" y="3481"/>
                  <a:pt x="2308" y="3458"/>
                  <a:pt x="2399" y="3458"/>
                </a:cubicBezTo>
                <a:cubicBezTo>
                  <a:pt x="2489" y="3458"/>
                  <a:pt x="2584" y="3481"/>
                  <a:pt x="2647" y="3529"/>
                </a:cubicBezTo>
                <a:lnTo>
                  <a:pt x="3056" y="3970"/>
                </a:lnTo>
                <a:lnTo>
                  <a:pt x="4883" y="2174"/>
                </a:lnTo>
                <a:cubicBezTo>
                  <a:pt x="4946" y="2111"/>
                  <a:pt x="5033" y="2079"/>
                  <a:pt x="5120" y="2079"/>
                </a:cubicBezTo>
                <a:close/>
                <a:moveTo>
                  <a:pt x="1701" y="0"/>
                </a:moveTo>
                <a:cubicBezTo>
                  <a:pt x="725" y="0"/>
                  <a:pt x="0" y="756"/>
                  <a:pt x="0" y="1701"/>
                </a:cubicBezTo>
                <a:lnTo>
                  <a:pt x="0" y="4411"/>
                </a:lnTo>
                <a:cubicBezTo>
                  <a:pt x="0" y="5356"/>
                  <a:pt x="725" y="6112"/>
                  <a:pt x="1701" y="6112"/>
                </a:cubicBezTo>
                <a:lnTo>
                  <a:pt x="2048" y="6112"/>
                </a:lnTo>
                <a:lnTo>
                  <a:pt x="2048" y="7152"/>
                </a:lnTo>
                <a:cubicBezTo>
                  <a:pt x="2048" y="7309"/>
                  <a:pt x="2111" y="7435"/>
                  <a:pt x="2237" y="7467"/>
                </a:cubicBezTo>
                <a:cubicBezTo>
                  <a:pt x="2289" y="7493"/>
                  <a:pt x="2347" y="7508"/>
                  <a:pt x="2401" y="7508"/>
                </a:cubicBezTo>
                <a:cubicBezTo>
                  <a:pt x="2477" y="7508"/>
                  <a:pt x="2547" y="7478"/>
                  <a:pt x="2584" y="7404"/>
                </a:cubicBezTo>
                <a:lnTo>
                  <a:pt x="3844" y="6112"/>
                </a:lnTo>
                <a:lnTo>
                  <a:pt x="5073" y="6112"/>
                </a:lnTo>
                <a:cubicBezTo>
                  <a:pt x="6018" y="6112"/>
                  <a:pt x="6805" y="5356"/>
                  <a:pt x="6805" y="4411"/>
                </a:cubicBezTo>
                <a:lnTo>
                  <a:pt x="6805" y="1701"/>
                </a:lnTo>
                <a:cubicBezTo>
                  <a:pt x="6837" y="756"/>
                  <a:pt x="6049" y="0"/>
                  <a:pt x="51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10" name="Google Shape;6400;p59">
            <a:extLst>
              <a:ext uri="{FF2B5EF4-FFF2-40B4-BE49-F238E27FC236}">
                <a16:creationId xmlns:a16="http://schemas.microsoft.com/office/drawing/2014/main" id="{42FE6035-57CB-B5ED-EC91-B64D8A305301}"/>
              </a:ext>
            </a:extLst>
          </p:cNvPr>
          <p:cNvSpPr/>
          <p:nvPr/>
        </p:nvSpPr>
        <p:spPr>
          <a:xfrm>
            <a:off x="3492837" y="4055739"/>
            <a:ext cx="243140" cy="264836"/>
          </a:xfrm>
          <a:custGeom>
            <a:avLst/>
            <a:gdLst/>
            <a:ahLst/>
            <a:cxnLst/>
            <a:rect l="l" t="t" r="r" b="b"/>
            <a:pathLst>
              <a:path w="7531" h="8203" extrusionOk="0">
                <a:moveTo>
                  <a:pt x="3781" y="1356"/>
                </a:moveTo>
                <a:cubicBezTo>
                  <a:pt x="4317" y="1356"/>
                  <a:pt x="4789" y="1828"/>
                  <a:pt x="4789" y="2395"/>
                </a:cubicBezTo>
                <a:cubicBezTo>
                  <a:pt x="4789" y="2710"/>
                  <a:pt x="4632" y="3025"/>
                  <a:pt x="4411" y="3214"/>
                </a:cubicBezTo>
                <a:cubicBezTo>
                  <a:pt x="4254" y="3341"/>
                  <a:pt x="4128" y="3530"/>
                  <a:pt x="4128" y="3782"/>
                </a:cubicBezTo>
                <a:cubicBezTo>
                  <a:pt x="4128" y="3971"/>
                  <a:pt x="3970" y="4128"/>
                  <a:pt x="3781" y="4128"/>
                </a:cubicBezTo>
                <a:cubicBezTo>
                  <a:pt x="3592" y="4128"/>
                  <a:pt x="3434" y="3971"/>
                  <a:pt x="3434" y="3782"/>
                </a:cubicBezTo>
                <a:cubicBezTo>
                  <a:pt x="3434" y="3341"/>
                  <a:pt x="3624" y="2931"/>
                  <a:pt x="3970" y="2679"/>
                </a:cubicBezTo>
                <a:cubicBezTo>
                  <a:pt x="4065" y="2584"/>
                  <a:pt x="4096" y="2521"/>
                  <a:pt x="4096" y="2395"/>
                </a:cubicBezTo>
                <a:cubicBezTo>
                  <a:pt x="4096" y="2206"/>
                  <a:pt x="3939" y="2049"/>
                  <a:pt x="3750" y="2049"/>
                </a:cubicBezTo>
                <a:cubicBezTo>
                  <a:pt x="3529" y="2049"/>
                  <a:pt x="3371" y="2206"/>
                  <a:pt x="3371" y="2395"/>
                </a:cubicBezTo>
                <a:cubicBezTo>
                  <a:pt x="3371" y="2584"/>
                  <a:pt x="3214" y="2742"/>
                  <a:pt x="3025" y="2742"/>
                </a:cubicBezTo>
                <a:cubicBezTo>
                  <a:pt x="2836" y="2742"/>
                  <a:pt x="2678" y="2584"/>
                  <a:pt x="2678" y="2395"/>
                </a:cubicBezTo>
                <a:cubicBezTo>
                  <a:pt x="2741" y="1828"/>
                  <a:pt x="3214" y="1356"/>
                  <a:pt x="3781" y="1356"/>
                </a:cubicBezTo>
                <a:close/>
                <a:moveTo>
                  <a:pt x="3781" y="4758"/>
                </a:moveTo>
                <a:cubicBezTo>
                  <a:pt x="3970" y="4758"/>
                  <a:pt x="4128" y="4916"/>
                  <a:pt x="4128" y="5105"/>
                </a:cubicBezTo>
                <a:cubicBezTo>
                  <a:pt x="4128" y="5294"/>
                  <a:pt x="3970" y="5451"/>
                  <a:pt x="3781" y="5451"/>
                </a:cubicBezTo>
                <a:cubicBezTo>
                  <a:pt x="3592" y="5451"/>
                  <a:pt x="3434" y="5294"/>
                  <a:pt x="3434" y="5105"/>
                </a:cubicBezTo>
                <a:cubicBezTo>
                  <a:pt x="3434" y="4916"/>
                  <a:pt x="3592" y="4758"/>
                  <a:pt x="3781" y="4758"/>
                </a:cubicBezTo>
                <a:close/>
                <a:moveTo>
                  <a:pt x="1733" y="1"/>
                </a:moveTo>
                <a:cubicBezTo>
                  <a:pt x="788" y="1"/>
                  <a:pt x="0" y="789"/>
                  <a:pt x="0" y="1734"/>
                </a:cubicBezTo>
                <a:lnTo>
                  <a:pt x="0" y="5136"/>
                </a:lnTo>
                <a:cubicBezTo>
                  <a:pt x="0" y="5987"/>
                  <a:pt x="631" y="6649"/>
                  <a:pt x="1418" y="6806"/>
                </a:cubicBezTo>
                <a:lnTo>
                  <a:pt x="1418" y="7846"/>
                </a:lnTo>
                <a:cubicBezTo>
                  <a:pt x="1418" y="8003"/>
                  <a:pt x="1481" y="8129"/>
                  <a:pt x="1607" y="8161"/>
                </a:cubicBezTo>
                <a:cubicBezTo>
                  <a:pt x="1659" y="8187"/>
                  <a:pt x="1717" y="8202"/>
                  <a:pt x="1771" y="8202"/>
                </a:cubicBezTo>
                <a:cubicBezTo>
                  <a:pt x="1848" y="8202"/>
                  <a:pt x="1917" y="8172"/>
                  <a:pt x="1954" y="8098"/>
                </a:cubicBezTo>
                <a:lnTo>
                  <a:pt x="3214" y="6838"/>
                </a:lnTo>
                <a:lnTo>
                  <a:pt x="4096" y="6838"/>
                </a:lnTo>
                <a:lnTo>
                  <a:pt x="4096" y="5798"/>
                </a:lnTo>
                <a:cubicBezTo>
                  <a:pt x="4096" y="4475"/>
                  <a:pt x="5167" y="3404"/>
                  <a:pt x="6490" y="3404"/>
                </a:cubicBezTo>
                <a:lnTo>
                  <a:pt x="7530" y="3404"/>
                </a:lnTo>
                <a:lnTo>
                  <a:pt x="7530" y="1734"/>
                </a:lnTo>
                <a:cubicBezTo>
                  <a:pt x="7530" y="789"/>
                  <a:pt x="6774" y="1"/>
                  <a:pt x="582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7" name="Google Shape;6402;p59">
            <a:extLst>
              <a:ext uri="{FF2B5EF4-FFF2-40B4-BE49-F238E27FC236}">
                <a16:creationId xmlns:a16="http://schemas.microsoft.com/office/drawing/2014/main" id="{DA30F41F-7628-B617-D356-17661A2407B3}"/>
              </a:ext>
            </a:extLst>
          </p:cNvPr>
          <p:cNvSpPr/>
          <p:nvPr/>
        </p:nvSpPr>
        <p:spPr>
          <a:xfrm>
            <a:off x="3559957" y="4617354"/>
            <a:ext cx="243140" cy="241106"/>
          </a:xfrm>
          <a:custGeom>
            <a:avLst/>
            <a:gdLst/>
            <a:ahLst/>
            <a:cxnLst/>
            <a:rect l="l" t="t" r="r" b="b"/>
            <a:pathLst>
              <a:path w="7531" h="7468" extrusionOk="0">
                <a:moveTo>
                  <a:pt x="3750" y="663"/>
                </a:moveTo>
                <a:cubicBezTo>
                  <a:pt x="3939" y="663"/>
                  <a:pt x="4096" y="820"/>
                  <a:pt x="4096" y="1009"/>
                </a:cubicBezTo>
                <a:lnTo>
                  <a:pt x="4096" y="3624"/>
                </a:lnTo>
                <a:lnTo>
                  <a:pt x="5357" y="4884"/>
                </a:lnTo>
                <a:cubicBezTo>
                  <a:pt x="5514" y="5042"/>
                  <a:pt x="5514" y="5231"/>
                  <a:pt x="5357" y="5357"/>
                </a:cubicBezTo>
                <a:cubicBezTo>
                  <a:pt x="5294" y="5420"/>
                  <a:pt x="5207" y="5451"/>
                  <a:pt x="5120" y="5451"/>
                </a:cubicBezTo>
                <a:cubicBezTo>
                  <a:pt x="5034" y="5451"/>
                  <a:pt x="4947" y="5420"/>
                  <a:pt x="4884" y="5357"/>
                </a:cubicBezTo>
                <a:lnTo>
                  <a:pt x="3498" y="3971"/>
                </a:lnTo>
                <a:cubicBezTo>
                  <a:pt x="3435" y="3908"/>
                  <a:pt x="3403" y="3813"/>
                  <a:pt x="3403" y="3719"/>
                </a:cubicBezTo>
                <a:lnTo>
                  <a:pt x="3403" y="1009"/>
                </a:lnTo>
                <a:cubicBezTo>
                  <a:pt x="3403" y="820"/>
                  <a:pt x="3561" y="663"/>
                  <a:pt x="3750" y="663"/>
                </a:cubicBezTo>
                <a:close/>
                <a:moveTo>
                  <a:pt x="3750" y="1"/>
                </a:moveTo>
                <a:cubicBezTo>
                  <a:pt x="1671" y="1"/>
                  <a:pt x="1" y="1702"/>
                  <a:pt x="1" y="3750"/>
                </a:cubicBezTo>
                <a:cubicBezTo>
                  <a:pt x="1" y="5829"/>
                  <a:pt x="1702" y="7468"/>
                  <a:pt x="3750" y="7468"/>
                </a:cubicBezTo>
                <a:cubicBezTo>
                  <a:pt x="5798" y="7468"/>
                  <a:pt x="7499" y="5798"/>
                  <a:pt x="7499" y="3750"/>
                </a:cubicBezTo>
                <a:cubicBezTo>
                  <a:pt x="7530" y="1702"/>
                  <a:pt x="5829" y="1"/>
                  <a:pt x="375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8" name="Google Shape;6403;p59">
            <a:extLst>
              <a:ext uri="{FF2B5EF4-FFF2-40B4-BE49-F238E27FC236}">
                <a16:creationId xmlns:a16="http://schemas.microsoft.com/office/drawing/2014/main" id="{C745B5DA-F061-EA80-D327-958EF015A242}"/>
              </a:ext>
            </a:extLst>
          </p:cNvPr>
          <p:cNvSpPr/>
          <p:nvPr/>
        </p:nvSpPr>
        <p:spPr>
          <a:xfrm>
            <a:off x="3492837" y="4550232"/>
            <a:ext cx="377383" cy="376382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1355"/>
                </a:moveTo>
                <a:cubicBezTo>
                  <a:pt x="8286" y="1355"/>
                  <a:pt x="10271" y="3372"/>
                  <a:pt x="10271" y="5829"/>
                </a:cubicBezTo>
                <a:cubicBezTo>
                  <a:pt x="10271" y="8286"/>
                  <a:pt x="8318" y="10271"/>
                  <a:pt x="5829" y="10271"/>
                </a:cubicBezTo>
                <a:cubicBezTo>
                  <a:pt x="3403" y="10271"/>
                  <a:pt x="1387" y="8255"/>
                  <a:pt x="1387" y="5829"/>
                </a:cubicBezTo>
                <a:cubicBezTo>
                  <a:pt x="1387" y="3372"/>
                  <a:pt x="3371" y="1355"/>
                  <a:pt x="5829" y="1355"/>
                </a:cubicBezTo>
                <a:close/>
                <a:moveTo>
                  <a:pt x="5829" y="1"/>
                </a:moveTo>
                <a:cubicBezTo>
                  <a:pt x="2647" y="1"/>
                  <a:pt x="0" y="2616"/>
                  <a:pt x="0" y="5829"/>
                </a:cubicBezTo>
                <a:cubicBezTo>
                  <a:pt x="0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89" y="2616"/>
                  <a:pt x="9042" y="1"/>
                  <a:pt x="582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Google Shape;6404;p59">
            <a:extLst>
              <a:ext uri="{FF2B5EF4-FFF2-40B4-BE49-F238E27FC236}">
                <a16:creationId xmlns:a16="http://schemas.microsoft.com/office/drawing/2014/main" id="{7F983B3D-2588-89AD-3C8E-87E511631D47}"/>
              </a:ext>
            </a:extLst>
          </p:cNvPr>
          <p:cNvSpPr/>
          <p:nvPr/>
        </p:nvSpPr>
        <p:spPr>
          <a:xfrm>
            <a:off x="2538289" y="5036707"/>
            <a:ext cx="377383" cy="376382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05" name="Google Shape;6757;p59">
            <a:extLst>
              <a:ext uri="{FF2B5EF4-FFF2-40B4-BE49-F238E27FC236}">
                <a16:creationId xmlns:a16="http://schemas.microsoft.com/office/drawing/2014/main" id="{C4D53789-77B4-D334-0B0C-7E5BBC2831CD}"/>
              </a:ext>
            </a:extLst>
          </p:cNvPr>
          <p:cNvSpPr txBox="1"/>
          <p:nvPr/>
        </p:nvSpPr>
        <p:spPr>
          <a:xfrm>
            <a:off x="635796" y="1216528"/>
            <a:ext cx="3705971" cy="51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 defTabSz="685766">
              <a:spcBef>
                <a:spcPct val="0"/>
              </a:spcBef>
              <a:spcAft>
                <a:spcPct val="0"/>
              </a:spcAft>
              <a:defRPr/>
            </a:pPr>
            <a:r>
              <a:rPr lang="en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Help &amp; Support Icons</a:t>
            </a:r>
            <a:endParaRPr sz="2400" b="1" dirty="0">
              <a:solidFill>
                <a:srgbClr val="FFFFFF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106" name="Google Shape;6758;p59">
            <a:extLst>
              <a:ext uri="{FF2B5EF4-FFF2-40B4-BE49-F238E27FC236}">
                <a16:creationId xmlns:a16="http://schemas.microsoft.com/office/drawing/2014/main" id="{AA0D6993-1D24-6DCA-7210-B2465430E660}"/>
              </a:ext>
            </a:extLst>
          </p:cNvPr>
          <p:cNvSpPr txBox="1"/>
          <p:nvPr/>
        </p:nvSpPr>
        <p:spPr>
          <a:xfrm>
            <a:off x="4902249" y="1216528"/>
            <a:ext cx="3705971" cy="51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 algn="ctr" defTabSz="685766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Teamwork Icons</a:t>
            </a:r>
          </a:p>
        </p:txBody>
      </p:sp>
      <p:sp>
        <p:nvSpPr>
          <p:cNvPr id="620" name="Google Shape;5837;p58">
            <a:extLst>
              <a:ext uri="{FF2B5EF4-FFF2-40B4-BE49-F238E27FC236}">
                <a16:creationId xmlns:a16="http://schemas.microsoft.com/office/drawing/2014/main" id="{E9C8E689-A1B0-6B96-6F2B-9F0301F0F365}"/>
              </a:ext>
            </a:extLst>
          </p:cNvPr>
          <p:cNvSpPr/>
          <p:nvPr/>
        </p:nvSpPr>
        <p:spPr>
          <a:xfrm>
            <a:off x="4947980" y="2257484"/>
            <a:ext cx="112427" cy="109428"/>
          </a:xfrm>
          <a:custGeom>
            <a:avLst/>
            <a:gdLst/>
            <a:ahLst/>
            <a:cxnLst/>
            <a:rect l="l" t="t" r="r" b="b"/>
            <a:pathLst>
              <a:path w="3561" h="3466" extrusionOk="0">
                <a:moveTo>
                  <a:pt x="1797" y="0"/>
                </a:moveTo>
                <a:cubicBezTo>
                  <a:pt x="789" y="0"/>
                  <a:pt x="1" y="788"/>
                  <a:pt x="1" y="1733"/>
                </a:cubicBezTo>
                <a:cubicBezTo>
                  <a:pt x="1" y="2710"/>
                  <a:pt x="789" y="3466"/>
                  <a:pt x="1797" y="3466"/>
                </a:cubicBezTo>
                <a:cubicBezTo>
                  <a:pt x="2773" y="3466"/>
                  <a:pt x="3561" y="2710"/>
                  <a:pt x="3561" y="1733"/>
                </a:cubicBezTo>
                <a:cubicBezTo>
                  <a:pt x="3561" y="788"/>
                  <a:pt x="2773" y="0"/>
                  <a:pt x="17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1" name="Google Shape;5838;p58">
            <a:extLst>
              <a:ext uri="{FF2B5EF4-FFF2-40B4-BE49-F238E27FC236}">
                <a16:creationId xmlns:a16="http://schemas.microsoft.com/office/drawing/2014/main" id="{D511982A-830E-9CE9-CB20-F63084C62295}"/>
              </a:ext>
            </a:extLst>
          </p:cNvPr>
          <p:cNvSpPr/>
          <p:nvPr/>
        </p:nvSpPr>
        <p:spPr>
          <a:xfrm>
            <a:off x="5080298" y="2127187"/>
            <a:ext cx="198965" cy="196976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355"/>
                </a:moveTo>
                <a:cubicBezTo>
                  <a:pt x="3749" y="1355"/>
                  <a:pt x="4159" y="1827"/>
                  <a:pt x="4159" y="2363"/>
                </a:cubicBezTo>
                <a:cubicBezTo>
                  <a:pt x="4159" y="2773"/>
                  <a:pt x="3970" y="3119"/>
                  <a:pt x="3623" y="3277"/>
                </a:cubicBezTo>
                <a:cubicBezTo>
                  <a:pt x="3529" y="3308"/>
                  <a:pt x="3497" y="3434"/>
                  <a:pt x="3497" y="3560"/>
                </a:cubicBezTo>
                <a:cubicBezTo>
                  <a:pt x="3497" y="3749"/>
                  <a:pt x="3340" y="3907"/>
                  <a:pt x="3151" y="3907"/>
                </a:cubicBezTo>
                <a:cubicBezTo>
                  <a:pt x="2962" y="3907"/>
                  <a:pt x="2804" y="3749"/>
                  <a:pt x="2804" y="3560"/>
                </a:cubicBezTo>
                <a:cubicBezTo>
                  <a:pt x="2804" y="3151"/>
                  <a:pt x="2993" y="2836"/>
                  <a:pt x="3308" y="2647"/>
                </a:cubicBezTo>
                <a:cubicBezTo>
                  <a:pt x="3434" y="2552"/>
                  <a:pt x="3497" y="2458"/>
                  <a:pt x="3497" y="2332"/>
                </a:cubicBezTo>
                <a:cubicBezTo>
                  <a:pt x="3497" y="2143"/>
                  <a:pt x="3340" y="1953"/>
                  <a:pt x="3151" y="1953"/>
                </a:cubicBezTo>
                <a:cubicBezTo>
                  <a:pt x="2962" y="1953"/>
                  <a:pt x="2804" y="2143"/>
                  <a:pt x="2804" y="2332"/>
                </a:cubicBezTo>
                <a:cubicBezTo>
                  <a:pt x="2804" y="2521"/>
                  <a:pt x="2646" y="2678"/>
                  <a:pt x="2426" y="2678"/>
                </a:cubicBezTo>
                <a:cubicBezTo>
                  <a:pt x="2237" y="2678"/>
                  <a:pt x="2079" y="2521"/>
                  <a:pt x="2079" y="2332"/>
                </a:cubicBezTo>
                <a:cubicBezTo>
                  <a:pt x="2079" y="1827"/>
                  <a:pt x="2552" y="1355"/>
                  <a:pt x="3151" y="1355"/>
                </a:cubicBezTo>
                <a:close/>
                <a:moveTo>
                  <a:pt x="3151" y="4096"/>
                </a:moveTo>
                <a:cubicBezTo>
                  <a:pt x="3340" y="4096"/>
                  <a:pt x="3497" y="4253"/>
                  <a:pt x="3497" y="4442"/>
                </a:cubicBezTo>
                <a:cubicBezTo>
                  <a:pt x="3497" y="4663"/>
                  <a:pt x="3340" y="4820"/>
                  <a:pt x="3151" y="4820"/>
                </a:cubicBezTo>
                <a:cubicBezTo>
                  <a:pt x="2962" y="4820"/>
                  <a:pt x="2804" y="4663"/>
                  <a:pt x="2804" y="4442"/>
                </a:cubicBezTo>
                <a:cubicBezTo>
                  <a:pt x="2804" y="4253"/>
                  <a:pt x="2962" y="4096"/>
                  <a:pt x="3151" y="4096"/>
                </a:cubicBezTo>
                <a:close/>
                <a:moveTo>
                  <a:pt x="3182" y="0"/>
                </a:moveTo>
                <a:cubicBezTo>
                  <a:pt x="1481" y="0"/>
                  <a:pt x="63" y="1418"/>
                  <a:pt x="63" y="3119"/>
                </a:cubicBezTo>
                <a:cubicBezTo>
                  <a:pt x="63" y="3655"/>
                  <a:pt x="189" y="4159"/>
                  <a:pt x="473" y="4663"/>
                </a:cubicBezTo>
                <a:lnTo>
                  <a:pt x="32" y="5766"/>
                </a:lnTo>
                <a:cubicBezTo>
                  <a:pt x="0" y="5860"/>
                  <a:pt x="32" y="5986"/>
                  <a:pt x="126" y="6112"/>
                </a:cubicBezTo>
                <a:cubicBezTo>
                  <a:pt x="189" y="6175"/>
                  <a:pt x="347" y="6238"/>
                  <a:pt x="473" y="6238"/>
                </a:cubicBezTo>
                <a:lnTo>
                  <a:pt x="1764" y="5892"/>
                </a:lnTo>
                <a:cubicBezTo>
                  <a:pt x="2205" y="6144"/>
                  <a:pt x="2678" y="6238"/>
                  <a:pt x="3182" y="6238"/>
                </a:cubicBezTo>
                <a:cubicBezTo>
                  <a:pt x="4915" y="6238"/>
                  <a:pt x="6301" y="4789"/>
                  <a:pt x="6301" y="3119"/>
                </a:cubicBezTo>
                <a:cubicBezTo>
                  <a:pt x="6301" y="1386"/>
                  <a:pt x="4883" y="0"/>
                  <a:pt x="31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2" name="Google Shape;5839;p58">
            <a:extLst>
              <a:ext uri="{FF2B5EF4-FFF2-40B4-BE49-F238E27FC236}">
                <a16:creationId xmlns:a16="http://schemas.microsoft.com/office/drawing/2014/main" id="{06434ACA-6E30-0F2F-3858-51A41297BB6B}"/>
              </a:ext>
            </a:extLst>
          </p:cNvPr>
          <p:cNvSpPr/>
          <p:nvPr/>
        </p:nvSpPr>
        <p:spPr>
          <a:xfrm>
            <a:off x="4903244" y="2361923"/>
            <a:ext cx="198965" cy="137274"/>
          </a:xfrm>
          <a:custGeom>
            <a:avLst/>
            <a:gdLst/>
            <a:ahLst/>
            <a:cxnLst/>
            <a:rect l="l" t="t" r="r" b="b"/>
            <a:pathLst>
              <a:path w="6302" h="4348" extrusionOk="0">
                <a:moveTo>
                  <a:pt x="1355" y="0"/>
                </a:moveTo>
                <a:cubicBezTo>
                  <a:pt x="567" y="567"/>
                  <a:pt x="0" y="1513"/>
                  <a:pt x="0" y="2584"/>
                </a:cubicBezTo>
                <a:lnTo>
                  <a:pt x="0" y="4001"/>
                </a:lnTo>
                <a:cubicBezTo>
                  <a:pt x="63" y="4190"/>
                  <a:pt x="221" y="4348"/>
                  <a:pt x="410" y="4348"/>
                </a:cubicBezTo>
                <a:lnTo>
                  <a:pt x="5955" y="4348"/>
                </a:lnTo>
                <a:cubicBezTo>
                  <a:pt x="6144" y="4348"/>
                  <a:pt x="6301" y="4190"/>
                  <a:pt x="6301" y="4001"/>
                </a:cubicBezTo>
                <a:lnTo>
                  <a:pt x="6301" y="2584"/>
                </a:lnTo>
                <a:cubicBezTo>
                  <a:pt x="6301" y="1513"/>
                  <a:pt x="5797" y="599"/>
                  <a:pt x="4978" y="0"/>
                </a:cubicBezTo>
                <a:cubicBezTo>
                  <a:pt x="4537" y="536"/>
                  <a:pt x="3875" y="851"/>
                  <a:pt x="3151" y="851"/>
                </a:cubicBezTo>
                <a:cubicBezTo>
                  <a:pt x="2458" y="851"/>
                  <a:pt x="1796" y="536"/>
                  <a:pt x="13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4" name="Google Shape;5841;p58">
            <a:extLst>
              <a:ext uri="{FF2B5EF4-FFF2-40B4-BE49-F238E27FC236}">
                <a16:creationId xmlns:a16="http://schemas.microsoft.com/office/drawing/2014/main" id="{8C1848BF-0676-032E-486E-4AC1E92E2C02}"/>
              </a:ext>
            </a:extLst>
          </p:cNvPr>
          <p:cNvSpPr/>
          <p:nvPr/>
        </p:nvSpPr>
        <p:spPr>
          <a:xfrm>
            <a:off x="4938051" y="2651879"/>
            <a:ext cx="64691" cy="64659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41" y="0"/>
                </a:moveTo>
                <a:cubicBezTo>
                  <a:pt x="473" y="0"/>
                  <a:pt x="1" y="473"/>
                  <a:pt x="1" y="1040"/>
                </a:cubicBezTo>
                <a:cubicBezTo>
                  <a:pt x="1" y="1607"/>
                  <a:pt x="473" y="2048"/>
                  <a:pt x="1041" y="2048"/>
                </a:cubicBezTo>
                <a:cubicBezTo>
                  <a:pt x="1608" y="2048"/>
                  <a:pt x="2049" y="1607"/>
                  <a:pt x="2049" y="1040"/>
                </a:cubicBezTo>
                <a:cubicBezTo>
                  <a:pt x="2049" y="473"/>
                  <a:pt x="1608" y="0"/>
                  <a:pt x="10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5" name="Google Shape;5842;p58">
            <a:extLst>
              <a:ext uri="{FF2B5EF4-FFF2-40B4-BE49-F238E27FC236}">
                <a16:creationId xmlns:a16="http://schemas.microsoft.com/office/drawing/2014/main" id="{C4236A80-455F-6A5C-EB3D-C04EE49CBD8D}"/>
              </a:ext>
            </a:extLst>
          </p:cNvPr>
          <p:cNvSpPr/>
          <p:nvPr/>
        </p:nvSpPr>
        <p:spPr>
          <a:xfrm>
            <a:off x="5013665" y="2596155"/>
            <a:ext cx="155175" cy="131938"/>
          </a:xfrm>
          <a:custGeom>
            <a:avLst/>
            <a:gdLst/>
            <a:ahLst/>
            <a:cxnLst/>
            <a:rect l="l" t="t" r="r" b="b"/>
            <a:pathLst>
              <a:path w="4915" h="4179" extrusionOk="0">
                <a:moveTo>
                  <a:pt x="1040" y="1"/>
                </a:moveTo>
                <a:cubicBezTo>
                  <a:pt x="441" y="1"/>
                  <a:pt x="0" y="473"/>
                  <a:pt x="0" y="1072"/>
                </a:cubicBezTo>
                <a:lnTo>
                  <a:pt x="0" y="1797"/>
                </a:lnTo>
                <a:cubicBezTo>
                  <a:pt x="0" y="2364"/>
                  <a:pt x="473" y="2805"/>
                  <a:pt x="1040" y="2805"/>
                </a:cubicBezTo>
                <a:lnTo>
                  <a:pt x="2300" y="2805"/>
                </a:lnTo>
                <a:lnTo>
                  <a:pt x="3592" y="4097"/>
                </a:lnTo>
                <a:cubicBezTo>
                  <a:pt x="3672" y="4156"/>
                  <a:pt x="3764" y="4178"/>
                  <a:pt x="3853" y="4178"/>
                </a:cubicBezTo>
                <a:cubicBezTo>
                  <a:pt x="3905" y="4178"/>
                  <a:pt x="3955" y="4171"/>
                  <a:pt x="4001" y="4160"/>
                </a:cubicBezTo>
                <a:cubicBezTo>
                  <a:pt x="4127" y="4097"/>
                  <a:pt x="4190" y="3939"/>
                  <a:pt x="4190" y="3844"/>
                </a:cubicBezTo>
                <a:lnTo>
                  <a:pt x="4190" y="2742"/>
                </a:lnTo>
                <a:cubicBezTo>
                  <a:pt x="4600" y="2584"/>
                  <a:pt x="4915" y="2206"/>
                  <a:pt x="4915" y="1734"/>
                </a:cubicBezTo>
                <a:lnTo>
                  <a:pt x="4915" y="1072"/>
                </a:lnTo>
                <a:cubicBezTo>
                  <a:pt x="4915" y="473"/>
                  <a:pt x="4411" y="1"/>
                  <a:pt x="387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6" name="Google Shape;5843;p58">
            <a:extLst>
              <a:ext uri="{FF2B5EF4-FFF2-40B4-BE49-F238E27FC236}">
                <a16:creationId xmlns:a16="http://schemas.microsoft.com/office/drawing/2014/main" id="{F7EF59EF-08BB-DDDF-92F5-451CF4F8B4C9}"/>
              </a:ext>
            </a:extLst>
          </p:cNvPr>
          <p:cNvSpPr/>
          <p:nvPr/>
        </p:nvSpPr>
        <p:spPr>
          <a:xfrm>
            <a:off x="4902249" y="2727461"/>
            <a:ext cx="179075" cy="242502"/>
          </a:xfrm>
          <a:custGeom>
            <a:avLst/>
            <a:gdLst/>
            <a:ahLst/>
            <a:cxnLst/>
            <a:rect l="l" t="t" r="r" b="b"/>
            <a:pathLst>
              <a:path w="5672" h="7681" extrusionOk="0">
                <a:moveTo>
                  <a:pt x="3340" y="4506"/>
                </a:moveTo>
                <a:lnTo>
                  <a:pt x="3718" y="5577"/>
                </a:lnTo>
                <a:lnTo>
                  <a:pt x="1229" y="5577"/>
                </a:lnTo>
                <a:lnTo>
                  <a:pt x="1450" y="4600"/>
                </a:lnTo>
                <a:lnTo>
                  <a:pt x="1450" y="4506"/>
                </a:lnTo>
                <a:close/>
                <a:moveTo>
                  <a:pt x="1450" y="1"/>
                </a:moveTo>
                <a:cubicBezTo>
                  <a:pt x="1135" y="1"/>
                  <a:pt x="883" y="221"/>
                  <a:pt x="788" y="505"/>
                </a:cubicBezTo>
                <a:lnTo>
                  <a:pt x="95" y="3624"/>
                </a:lnTo>
                <a:cubicBezTo>
                  <a:pt x="1" y="4096"/>
                  <a:pt x="316" y="4506"/>
                  <a:pt x="757" y="4506"/>
                </a:cubicBezTo>
                <a:lnTo>
                  <a:pt x="95" y="7247"/>
                </a:lnTo>
                <a:cubicBezTo>
                  <a:pt x="32" y="7436"/>
                  <a:pt x="158" y="7593"/>
                  <a:pt x="316" y="7656"/>
                </a:cubicBezTo>
                <a:cubicBezTo>
                  <a:pt x="350" y="7668"/>
                  <a:pt x="383" y="7673"/>
                  <a:pt x="415" y="7673"/>
                </a:cubicBezTo>
                <a:cubicBezTo>
                  <a:pt x="559" y="7673"/>
                  <a:pt x="679" y="7565"/>
                  <a:pt x="757" y="7436"/>
                </a:cubicBezTo>
                <a:lnTo>
                  <a:pt x="1040" y="6301"/>
                </a:lnTo>
                <a:lnTo>
                  <a:pt x="3939" y="6301"/>
                </a:lnTo>
                <a:lnTo>
                  <a:pt x="4254" y="7152"/>
                </a:lnTo>
                <a:cubicBezTo>
                  <a:pt x="4358" y="7492"/>
                  <a:pt x="4637" y="7680"/>
                  <a:pt x="4908" y="7680"/>
                </a:cubicBezTo>
                <a:cubicBezTo>
                  <a:pt x="4964" y="7680"/>
                  <a:pt x="5019" y="7672"/>
                  <a:pt x="5073" y="7656"/>
                </a:cubicBezTo>
                <a:cubicBezTo>
                  <a:pt x="5451" y="7593"/>
                  <a:pt x="5672" y="7184"/>
                  <a:pt x="5609" y="6837"/>
                </a:cubicBezTo>
                <a:lnTo>
                  <a:pt x="4569" y="3687"/>
                </a:lnTo>
                <a:cubicBezTo>
                  <a:pt x="4506" y="3372"/>
                  <a:pt x="4222" y="3183"/>
                  <a:pt x="3907" y="3183"/>
                </a:cubicBezTo>
                <a:lnTo>
                  <a:pt x="3183" y="3183"/>
                </a:lnTo>
                <a:cubicBezTo>
                  <a:pt x="2994" y="3183"/>
                  <a:pt x="2836" y="3025"/>
                  <a:pt x="2836" y="2836"/>
                </a:cubicBezTo>
                <a:cubicBezTo>
                  <a:pt x="2836" y="2615"/>
                  <a:pt x="2994" y="2458"/>
                  <a:pt x="3183" y="2458"/>
                </a:cubicBezTo>
                <a:lnTo>
                  <a:pt x="4222" y="2458"/>
                </a:lnTo>
                <a:cubicBezTo>
                  <a:pt x="4600" y="2458"/>
                  <a:pt x="4915" y="2143"/>
                  <a:pt x="4915" y="1765"/>
                </a:cubicBezTo>
                <a:cubicBezTo>
                  <a:pt x="4915" y="1355"/>
                  <a:pt x="4600" y="1040"/>
                  <a:pt x="4222" y="1040"/>
                </a:cubicBezTo>
                <a:lnTo>
                  <a:pt x="2332" y="1040"/>
                </a:lnTo>
                <a:lnTo>
                  <a:pt x="2080" y="379"/>
                </a:lnTo>
                <a:cubicBezTo>
                  <a:pt x="1985" y="158"/>
                  <a:pt x="1733" y="1"/>
                  <a:pt x="145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7" name="Google Shape;5844;p58">
            <a:extLst>
              <a:ext uri="{FF2B5EF4-FFF2-40B4-BE49-F238E27FC236}">
                <a16:creationId xmlns:a16="http://schemas.microsoft.com/office/drawing/2014/main" id="{1826C718-910F-1FE2-C1F8-9C52C16B2129}"/>
              </a:ext>
            </a:extLst>
          </p:cNvPr>
          <p:cNvSpPr/>
          <p:nvPr/>
        </p:nvSpPr>
        <p:spPr>
          <a:xfrm>
            <a:off x="5179764" y="2651879"/>
            <a:ext cx="64691" cy="64659"/>
          </a:xfrm>
          <a:custGeom>
            <a:avLst/>
            <a:gdLst/>
            <a:ahLst/>
            <a:cxnLst/>
            <a:rect l="l" t="t" r="r" b="b"/>
            <a:pathLst>
              <a:path w="2049" h="2048" extrusionOk="0">
                <a:moveTo>
                  <a:pt x="1009" y="0"/>
                </a:moveTo>
                <a:cubicBezTo>
                  <a:pt x="442" y="0"/>
                  <a:pt x="1" y="473"/>
                  <a:pt x="1" y="1040"/>
                </a:cubicBezTo>
                <a:cubicBezTo>
                  <a:pt x="1" y="1607"/>
                  <a:pt x="442" y="2048"/>
                  <a:pt x="1009" y="2048"/>
                </a:cubicBezTo>
                <a:cubicBezTo>
                  <a:pt x="1576" y="2048"/>
                  <a:pt x="2048" y="1607"/>
                  <a:pt x="2048" y="1040"/>
                </a:cubicBezTo>
                <a:cubicBezTo>
                  <a:pt x="2048" y="473"/>
                  <a:pt x="1576" y="0"/>
                  <a:pt x="1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28" name="Google Shape;5845;p58">
            <a:extLst>
              <a:ext uri="{FF2B5EF4-FFF2-40B4-BE49-F238E27FC236}">
                <a16:creationId xmlns:a16="http://schemas.microsoft.com/office/drawing/2014/main" id="{43EA8B59-F958-5B47-76D2-64724CD66CD8}"/>
              </a:ext>
            </a:extLst>
          </p:cNvPr>
          <p:cNvSpPr/>
          <p:nvPr/>
        </p:nvSpPr>
        <p:spPr>
          <a:xfrm>
            <a:off x="5101182" y="2728471"/>
            <a:ext cx="179075" cy="243228"/>
          </a:xfrm>
          <a:custGeom>
            <a:avLst/>
            <a:gdLst/>
            <a:ahLst/>
            <a:cxnLst/>
            <a:rect l="l" t="t" r="r" b="b"/>
            <a:pathLst>
              <a:path w="5672" h="7704" extrusionOk="0">
                <a:moveTo>
                  <a:pt x="4222" y="4474"/>
                </a:moveTo>
                <a:lnTo>
                  <a:pt x="4222" y="4568"/>
                </a:lnTo>
                <a:lnTo>
                  <a:pt x="4443" y="5545"/>
                </a:lnTo>
                <a:lnTo>
                  <a:pt x="1985" y="5545"/>
                </a:lnTo>
                <a:lnTo>
                  <a:pt x="2332" y="4474"/>
                </a:lnTo>
                <a:close/>
                <a:moveTo>
                  <a:pt x="4222" y="0"/>
                </a:moveTo>
                <a:cubicBezTo>
                  <a:pt x="3939" y="0"/>
                  <a:pt x="3718" y="158"/>
                  <a:pt x="3592" y="378"/>
                </a:cubicBezTo>
                <a:lnTo>
                  <a:pt x="3340" y="1071"/>
                </a:lnTo>
                <a:lnTo>
                  <a:pt x="1450" y="1071"/>
                </a:lnTo>
                <a:cubicBezTo>
                  <a:pt x="1072" y="1071"/>
                  <a:pt x="757" y="1386"/>
                  <a:pt x="757" y="1764"/>
                </a:cubicBezTo>
                <a:cubicBezTo>
                  <a:pt x="757" y="2174"/>
                  <a:pt x="1072" y="2489"/>
                  <a:pt x="1450" y="2489"/>
                </a:cubicBezTo>
                <a:lnTo>
                  <a:pt x="2490" y="2489"/>
                </a:lnTo>
                <a:cubicBezTo>
                  <a:pt x="2679" y="2489"/>
                  <a:pt x="2836" y="2646"/>
                  <a:pt x="2836" y="2835"/>
                </a:cubicBezTo>
                <a:cubicBezTo>
                  <a:pt x="2836" y="3024"/>
                  <a:pt x="2679" y="3182"/>
                  <a:pt x="2490" y="3182"/>
                </a:cubicBezTo>
                <a:lnTo>
                  <a:pt x="1765" y="3182"/>
                </a:lnTo>
                <a:cubicBezTo>
                  <a:pt x="1450" y="3182"/>
                  <a:pt x="1198" y="3371"/>
                  <a:pt x="1103" y="3686"/>
                </a:cubicBezTo>
                <a:lnTo>
                  <a:pt x="95" y="6837"/>
                </a:lnTo>
                <a:cubicBezTo>
                  <a:pt x="1" y="7215"/>
                  <a:pt x="190" y="7593"/>
                  <a:pt x="599" y="7687"/>
                </a:cubicBezTo>
                <a:cubicBezTo>
                  <a:pt x="643" y="7696"/>
                  <a:pt x="690" y="7701"/>
                  <a:pt x="738" y="7701"/>
                </a:cubicBezTo>
                <a:cubicBezTo>
                  <a:pt x="1030" y="7701"/>
                  <a:pt x="1364" y="7531"/>
                  <a:pt x="1418" y="7152"/>
                </a:cubicBezTo>
                <a:lnTo>
                  <a:pt x="1733" y="6301"/>
                </a:lnTo>
                <a:lnTo>
                  <a:pt x="4632" y="6301"/>
                </a:lnTo>
                <a:lnTo>
                  <a:pt x="4915" y="7435"/>
                </a:lnTo>
                <a:cubicBezTo>
                  <a:pt x="4967" y="7591"/>
                  <a:pt x="5104" y="7704"/>
                  <a:pt x="5257" y="7704"/>
                </a:cubicBezTo>
                <a:cubicBezTo>
                  <a:pt x="5290" y="7704"/>
                  <a:pt x="5323" y="7698"/>
                  <a:pt x="5356" y="7687"/>
                </a:cubicBezTo>
                <a:cubicBezTo>
                  <a:pt x="5546" y="7624"/>
                  <a:pt x="5672" y="7435"/>
                  <a:pt x="5577" y="7246"/>
                </a:cubicBezTo>
                <a:lnTo>
                  <a:pt x="4915" y="4537"/>
                </a:lnTo>
                <a:cubicBezTo>
                  <a:pt x="5356" y="4474"/>
                  <a:pt x="5672" y="4064"/>
                  <a:pt x="5609" y="3623"/>
                </a:cubicBezTo>
                <a:lnTo>
                  <a:pt x="4884" y="504"/>
                </a:lnTo>
                <a:cubicBezTo>
                  <a:pt x="4821" y="189"/>
                  <a:pt x="4537" y="0"/>
                  <a:pt x="42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0" name="Google Shape;5847;p58">
            <a:extLst>
              <a:ext uri="{FF2B5EF4-FFF2-40B4-BE49-F238E27FC236}">
                <a16:creationId xmlns:a16="http://schemas.microsoft.com/office/drawing/2014/main" id="{0157772B-706A-B772-7DB0-88EFBEBAE95E}"/>
              </a:ext>
            </a:extLst>
          </p:cNvPr>
          <p:cNvSpPr/>
          <p:nvPr/>
        </p:nvSpPr>
        <p:spPr>
          <a:xfrm>
            <a:off x="5045460" y="3073939"/>
            <a:ext cx="89569" cy="86570"/>
          </a:xfrm>
          <a:custGeom>
            <a:avLst/>
            <a:gdLst/>
            <a:ahLst/>
            <a:cxnLst/>
            <a:rect l="l" t="t" r="r" b="b"/>
            <a:pathLst>
              <a:path w="2837" h="2742" extrusionOk="0">
                <a:moveTo>
                  <a:pt x="1419" y="1"/>
                </a:moveTo>
                <a:cubicBezTo>
                  <a:pt x="631" y="1"/>
                  <a:pt x="1" y="599"/>
                  <a:pt x="1" y="1355"/>
                </a:cubicBezTo>
                <a:cubicBezTo>
                  <a:pt x="1" y="2143"/>
                  <a:pt x="631" y="2742"/>
                  <a:pt x="1419" y="2742"/>
                </a:cubicBezTo>
                <a:cubicBezTo>
                  <a:pt x="2206" y="2742"/>
                  <a:pt x="2836" y="2143"/>
                  <a:pt x="2836" y="1355"/>
                </a:cubicBezTo>
                <a:cubicBezTo>
                  <a:pt x="2836" y="599"/>
                  <a:pt x="2206" y="1"/>
                  <a:pt x="14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1" name="Google Shape;5848;p58">
            <a:extLst>
              <a:ext uri="{FF2B5EF4-FFF2-40B4-BE49-F238E27FC236}">
                <a16:creationId xmlns:a16="http://schemas.microsoft.com/office/drawing/2014/main" id="{81023F98-5EFA-1BB2-1077-A221246642CA}"/>
              </a:ext>
            </a:extLst>
          </p:cNvPr>
          <p:cNvSpPr/>
          <p:nvPr/>
        </p:nvSpPr>
        <p:spPr>
          <a:xfrm>
            <a:off x="4937042" y="3271893"/>
            <a:ext cx="87580" cy="86538"/>
          </a:xfrm>
          <a:custGeom>
            <a:avLst/>
            <a:gdLst/>
            <a:ahLst/>
            <a:cxnLst/>
            <a:rect l="l" t="t" r="r" b="b"/>
            <a:pathLst>
              <a:path w="2774" h="2741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2" name="Google Shape;5849;p58">
            <a:extLst>
              <a:ext uri="{FF2B5EF4-FFF2-40B4-BE49-F238E27FC236}">
                <a16:creationId xmlns:a16="http://schemas.microsoft.com/office/drawing/2014/main" id="{F953E01C-FC1A-E479-3EF5-818FB837720B}"/>
              </a:ext>
            </a:extLst>
          </p:cNvPr>
          <p:cNvSpPr/>
          <p:nvPr/>
        </p:nvSpPr>
        <p:spPr>
          <a:xfrm>
            <a:off x="5157853" y="3272872"/>
            <a:ext cx="86570" cy="86570"/>
          </a:xfrm>
          <a:custGeom>
            <a:avLst/>
            <a:gdLst/>
            <a:ahLst/>
            <a:cxnLst/>
            <a:rect l="l" t="t" r="r" b="b"/>
            <a:pathLst>
              <a:path w="2742" h="2742" extrusionOk="0">
                <a:moveTo>
                  <a:pt x="1356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11"/>
                  <a:pt x="631" y="2741"/>
                  <a:pt x="1356" y="2741"/>
                </a:cubicBezTo>
                <a:cubicBezTo>
                  <a:pt x="2112" y="2741"/>
                  <a:pt x="2742" y="2111"/>
                  <a:pt x="2742" y="1387"/>
                </a:cubicBezTo>
                <a:cubicBezTo>
                  <a:pt x="2742" y="631"/>
                  <a:pt x="2112" y="1"/>
                  <a:pt x="13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3" name="Google Shape;5850;p58">
            <a:extLst>
              <a:ext uri="{FF2B5EF4-FFF2-40B4-BE49-F238E27FC236}">
                <a16:creationId xmlns:a16="http://schemas.microsoft.com/office/drawing/2014/main" id="{4AEF047A-EBE0-2051-89B3-B807A3EB58D6}"/>
              </a:ext>
            </a:extLst>
          </p:cNvPr>
          <p:cNvSpPr/>
          <p:nvPr/>
        </p:nvSpPr>
        <p:spPr>
          <a:xfrm>
            <a:off x="4904239" y="3357421"/>
            <a:ext cx="154196" cy="90548"/>
          </a:xfrm>
          <a:custGeom>
            <a:avLst/>
            <a:gdLst/>
            <a:ahLst/>
            <a:cxnLst/>
            <a:rect l="l" t="t" r="r" b="b"/>
            <a:pathLst>
              <a:path w="4884" h="2868" extrusionOk="0">
                <a:moveTo>
                  <a:pt x="819" y="0"/>
                </a:moveTo>
                <a:cubicBezTo>
                  <a:pt x="347" y="442"/>
                  <a:pt x="0" y="1072"/>
                  <a:pt x="0" y="1796"/>
                </a:cubicBezTo>
                <a:lnTo>
                  <a:pt x="0" y="2521"/>
                </a:lnTo>
                <a:cubicBezTo>
                  <a:pt x="0" y="2710"/>
                  <a:pt x="158" y="2867"/>
                  <a:pt x="347" y="2867"/>
                </a:cubicBezTo>
                <a:lnTo>
                  <a:pt x="4505" y="2867"/>
                </a:lnTo>
                <a:cubicBezTo>
                  <a:pt x="4726" y="2867"/>
                  <a:pt x="4883" y="2710"/>
                  <a:pt x="4883" y="2521"/>
                </a:cubicBezTo>
                <a:lnTo>
                  <a:pt x="4883" y="1796"/>
                </a:lnTo>
                <a:cubicBezTo>
                  <a:pt x="4883" y="1103"/>
                  <a:pt x="4568" y="442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96" y="788"/>
                  <a:pt x="1197" y="473"/>
                  <a:pt x="8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4" name="Google Shape;5851;p58">
            <a:extLst>
              <a:ext uri="{FF2B5EF4-FFF2-40B4-BE49-F238E27FC236}">
                <a16:creationId xmlns:a16="http://schemas.microsoft.com/office/drawing/2014/main" id="{FE512144-3521-AB4E-5394-C96F717BFD8C}"/>
              </a:ext>
            </a:extLst>
          </p:cNvPr>
          <p:cNvSpPr/>
          <p:nvPr/>
        </p:nvSpPr>
        <p:spPr>
          <a:xfrm>
            <a:off x="5013635" y="3158488"/>
            <a:ext cx="155207" cy="91526"/>
          </a:xfrm>
          <a:custGeom>
            <a:avLst/>
            <a:gdLst/>
            <a:ahLst/>
            <a:cxnLst/>
            <a:rect l="l" t="t" r="r" b="b"/>
            <a:pathLst>
              <a:path w="4916" h="2899" extrusionOk="0">
                <a:moveTo>
                  <a:pt x="851" y="1"/>
                </a:moveTo>
                <a:cubicBezTo>
                  <a:pt x="347" y="442"/>
                  <a:pt x="1" y="1103"/>
                  <a:pt x="1" y="1796"/>
                </a:cubicBezTo>
                <a:lnTo>
                  <a:pt x="1" y="2552"/>
                </a:lnTo>
                <a:cubicBezTo>
                  <a:pt x="1" y="2741"/>
                  <a:pt x="158" y="2899"/>
                  <a:pt x="347" y="2899"/>
                </a:cubicBezTo>
                <a:lnTo>
                  <a:pt x="4537" y="2899"/>
                </a:lnTo>
                <a:cubicBezTo>
                  <a:pt x="4758" y="2899"/>
                  <a:pt x="4915" y="2741"/>
                  <a:pt x="4915" y="2552"/>
                </a:cubicBezTo>
                <a:lnTo>
                  <a:pt x="4915" y="1796"/>
                </a:lnTo>
                <a:cubicBezTo>
                  <a:pt x="4915" y="1103"/>
                  <a:pt x="4600" y="442"/>
                  <a:pt x="4065" y="1"/>
                </a:cubicBezTo>
                <a:cubicBezTo>
                  <a:pt x="3687" y="473"/>
                  <a:pt x="3088" y="788"/>
                  <a:pt x="2458" y="788"/>
                </a:cubicBezTo>
                <a:cubicBezTo>
                  <a:pt x="1828" y="788"/>
                  <a:pt x="1198" y="473"/>
                  <a:pt x="85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5" name="Google Shape;5852;p58">
            <a:extLst>
              <a:ext uri="{FF2B5EF4-FFF2-40B4-BE49-F238E27FC236}">
                <a16:creationId xmlns:a16="http://schemas.microsoft.com/office/drawing/2014/main" id="{2D787084-CE0D-D546-1593-F36D2A8C2A41}"/>
              </a:ext>
            </a:extLst>
          </p:cNvPr>
          <p:cNvSpPr/>
          <p:nvPr/>
        </p:nvSpPr>
        <p:spPr>
          <a:xfrm>
            <a:off x="5124042" y="3357421"/>
            <a:ext cx="154228" cy="90548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0"/>
                </a:moveTo>
                <a:cubicBezTo>
                  <a:pt x="316" y="442"/>
                  <a:pt x="1" y="1103"/>
                  <a:pt x="1" y="1796"/>
                </a:cubicBezTo>
                <a:lnTo>
                  <a:pt x="1" y="2521"/>
                </a:lnTo>
                <a:cubicBezTo>
                  <a:pt x="1" y="2710"/>
                  <a:pt x="158" y="2867"/>
                  <a:pt x="347" y="2867"/>
                </a:cubicBezTo>
                <a:lnTo>
                  <a:pt x="4506" y="2867"/>
                </a:lnTo>
                <a:cubicBezTo>
                  <a:pt x="4727" y="2867"/>
                  <a:pt x="4884" y="2710"/>
                  <a:pt x="4884" y="2521"/>
                </a:cubicBezTo>
                <a:lnTo>
                  <a:pt x="4884" y="1796"/>
                </a:lnTo>
                <a:cubicBezTo>
                  <a:pt x="4884" y="1103"/>
                  <a:pt x="4569" y="442"/>
                  <a:pt x="4033" y="0"/>
                </a:cubicBezTo>
                <a:cubicBezTo>
                  <a:pt x="3655" y="473"/>
                  <a:pt x="3088" y="788"/>
                  <a:pt x="2427" y="788"/>
                </a:cubicBezTo>
                <a:cubicBezTo>
                  <a:pt x="1797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6" name="Google Shape;5853;p58">
            <a:extLst>
              <a:ext uri="{FF2B5EF4-FFF2-40B4-BE49-F238E27FC236}">
                <a16:creationId xmlns:a16="http://schemas.microsoft.com/office/drawing/2014/main" id="{064996A0-9B1A-AD8E-CACA-6DCC301D108C}"/>
              </a:ext>
            </a:extLst>
          </p:cNvPr>
          <p:cNvSpPr/>
          <p:nvPr/>
        </p:nvSpPr>
        <p:spPr>
          <a:xfrm>
            <a:off x="5041482" y="3271895"/>
            <a:ext cx="97525" cy="81581"/>
          </a:xfrm>
          <a:custGeom>
            <a:avLst/>
            <a:gdLst/>
            <a:ahLst/>
            <a:cxnLst/>
            <a:rect l="l" t="t" r="r" b="b"/>
            <a:pathLst>
              <a:path w="3089" h="2584" extrusionOk="0">
                <a:moveTo>
                  <a:pt x="1198" y="0"/>
                </a:moveTo>
                <a:lnTo>
                  <a:pt x="1198" y="882"/>
                </a:lnTo>
                <a:lnTo>
                  <a:pt x="1" y="2079"/>
                </a:lnTo>
                <a:cubicBezTo>
                  <a:pt x="221" y="2237"/>
                  <a:pt x="284" y="2300"/>
                  <a:pt x="473" y="2583"/>
                </a:cubicBezTo>
                <a:lnTo>
                  <a:pt x="1545" y="1575"/>
                </a:lnTo>
                <a:lnTo>
                  <a:pt x="2616" y="2583"/>
                </a:lnTo>
                <a:cubicBezTo>
                  <a:pt x="2773" y="2394"/>
                  <a:pt x="2931" y="2237"/>
                  <a:pt x="3088" y="2111"/>
                </a:cubicBezTo>
                <a:lnTo>
                  <a:pt x="1891" y="882"/>
                </a:lnTo>
                <a:lnTo>
                  <a:pt x="18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8" name="Google Shape;5855;p58">
            <a:extLst>
              <a:ext uri="{FF2B5EF4-FFF2-40B4-BE49-F238E27FC236}">
                <a16:creationId xmlns:a16="http://schemas.microsoft.com/office/drawing/2014/main" id="{68F1107D-156E-366F-4A91-7B13528B8E91}"/>
              </a:ext>
            </a:extLst>
          </p:cNvPr>
          <p:cNvSpPr/>
          <p:nvPr/>
        </p:nvSpPr>
        <p:spPr>
          <a:xfrm>
            <a:off x="7398017" y="2302492"/>
            <a:ext cx="109427" cy="65669"/>
          </a:xfrm>
          <a:custGeom>
            <a:avLst/>
            <a:gdLst/>
            <a:ahLst/>
            <a:cxnLst/>
            <a:rect l="l" t="t" r="r" b="b"/>
            <a:pathLst>
              <a:path w="3466" h="2080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39" name="Google Shape;5856;p58">
            <a:extLst>
              <a:ext uri="{FF2B5EF4-FFF2-40B4-BE49-F238E27FC236}">
                <a16:creationId xmlns:a16="http://schemas.microsoft.com/office/drawing/2014/main" id="{2E780CC6-B49F-0BC4-FD01-B14D2057B08F}"/>
              </a:ext>
            </a:extLst>
          </p:cNvPr>
          <p:cNvSpPr/>
          <p:nvPr/>
        </p:nvSpPr>
        <p:spPr>
          <a:xfrm>
            <a:off x="7429840" y="2236853"/>
            <a:ext cx="44801" cy="44769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316" y="0"/>
                  <a:pt x="0" y="315"/>
                  <a:pt x="0" y="725"/>
                </a:cubicBezTo>
                <a:cubicBezTo>
                  <a:pt x="0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0" name="Google Shape;5857;p58">
            <a:extLst>
              <a:ext uri="{FF2B5EF4-FFF2-40B4-BE49-F238E27FC236}">
                <a16:creationId xmlns:a16="http://schemas.microsoft.com/office/drawing/2014/main" id="{9AC5BDF5-969E-FEDE-ED48-0D557C89FD74}"/>
              </a:ext>
            </a:extLst>
          </p:cNvPr>
          <p:cNvSpPr/>
          <p:nvPr/>
        </p:nvSpPr>
        <p:spPr>
          <a:xfrm>
            <a:off x="7289599" y="2126920"/>
            <a:ext cx="328250" cy="372546"/>
          </a:xfrm>
          <a:custGeom>
            <a:avLst/>
            <a:gdLst/>
            <a:ahLst/>
            <a:cxnLst/>
            <a:rect l="l" t="t" r="r" b="b"/>
            <a:pathLst>
              <a:path w="10397" h="11800" extrusionOk="0">
                <a:moveTo>
                  <a:pt x="5167" y="2757"/>
                </a:moveTo>
                <a:cubicBezTo>
                  <a:pt x="5923" y="2757"/>
                  <a:pt x="6553" y="3388"/>
                  <a:pt x="6553" y="4144"/>
                </a:cubicBezTo>
                <a:cubicBezTo>
                  <a:pt x="6553" y="4490"/>
                  <a:pt x="6396" y="4805"/>
                  <a:pt x="6175" y="5089"/>
                </a:cubicBezTo>
                <a:cubicBezTo>
                  <a:pt x="7026" y="5498"/>
                  <a:pt x="7593" y="6317"/>
                  <a:pt x="7593" y="7294"/>
                </a:cubicBezTo>
                <a:lnTo>
                  <a:pt x="7593" y="8019"/>
                </a:lnTo>
                <a:cubicBezTo>
                  <a:pt x="7593" y="8208"/>
                  <a:pt x="7435" y="8365"/>
                  <a:pt x="7246" y="8365"/>
                </a:cubicBezTo>
                <a:lnTo>
                  <a:pt x="3088" y="8365"/>
                </a:lnTo>
                <a:cubicBezTo>
                  <a:pt x="2867" y="8365"/>
                  <a:pt x="2710" y="8208"/>
                  <a:pt x="2710" y="8019"/>
                </a:cubicBezTo>
                <a:lnTo>
                  <a:pt x="2710" y="7294"/>
                </a:lnTo>
                <a:cubicBezTo>
                  <a:pt x="2710" y="6317"/>
                  <a:pt x="3308" y="5498"/>
                  <a:pt x="4127" y="5089"/>
                </a:cubicBezTo>
                <a:cubicBezTo>
                  <a:pt x="3907" y="4868"/>
                  <a:pt x="3781" y="4553"/>
                  <a:pt x="3781" y="4144"/>
                </a:cubicBezTo>
                <a:cubicBezTo>
                  <a:pt x="3781" y="3388"/>
                  <a:pt x="4411" y="2757"/>
                  <a:pt x="5167" y="2757"/>
                </a:cubicBezTo>
                <a:close/>
                <a:moveTo>
                  <a:pt x="5183" y="1"/>
                </a:moveTo>
                <a:cubicBezTo>
                  <a:pt x="5128" y="1"/>
                  <a:pt x="5073" y="17"/>
                  <a:pt x="5010" y="48"/>
                </a:cubicBezTo>
                <a:cubicBezTo>
                  <a:pt x="3964" y="646"/>
                  <a:pt x="2946" y="940"/>
                  <a:pt x="1919" y="940"/>
                </a:cubicBezTo>
                <a:cubicBezTo>
                  <a:pt x="1430" y="940"/>
                  <a:pt x="939" y="873"/>
                  <a:pt x="441" y="741"/>
                </a:cubicBezTo>
                <a:cubicBezTo>
                  <a:pt x="402" y="722"/>
                  <a:pt x="363" y="714"/>
                  <a:pt x="326" y="714"/>
                </a:cubicBezTo>
                <a:cubicBezTo>
                  <a:pt x="243" y="714"/>
                  <a:pt x="170" y="751"/>
                  <a:pt x="126" y="773"/>
                </a:cubicBezTo>
                <a:cubicBezTo>
                  <a:pt x="32" y="836"/>
                  <a:pt x="0" y="930"/>
                  <a:pt x="0" y="1056"/>
                </a:cubicBezTo>
                <a:lnTo>
                  <a:pt x="0" y="5026"/>
                </a:lnTo>
                <a:cubicBezTo>
                  <a:pt x="0" y="8145"/>
                  <a:pt x="2080" y="10949"/>
                  <a:pt x="5104" y="11799"/>
                </a:cubicBezTo>
                <a:lnTo>
                  <a:pt x="5262" y="11799"/>
                </a:lnTo>
                <a:cubicBezTo>
                  <a:pt x="8255" y="10917"/>
                  <a:pt x="10397" y="8145"/>
                  <a:pt x="10397" y="5026"/>
                </a:cubicBezTo>
                <a:lnTo>
                  <a:pt x="10397" y="1056"/>
                </a:lnTo>
                <a:cubicBezTo>
                  <a:pt x="10397" y="930"/>
                  <a:pt x="10365" y="836"/>
                  <a:pt x="10271" y="773"/>
                </a:cubicBezTo>
                <a:cubicBezTo>
                  <a:pt x="10162" y="751"/>
                  <a:pt x="10084" y="714"/>
                  <a:pt x="10014" y="714"/>
                </a:cubicBezTo>
                <a:cubicBezTo>
                  <a:pt x="9983" y="714"/>
                  <a:pt x="9954" y="722"/>
                  <a:pt x="9924" y="741"/>
                </a:cubicBezTo>
                <a:cubicBezTo>
                  <a:pt x="9414" y="877"/>
                  <a:pt x="8910" y="946"/>
                  <a:pt x="8409" y="946"/>
                </a:cubicBezTo>
                <a:cubicBezTo>
                  <a:pt x="7395" y="946"/>
                  <a:pt x="6389" y="660"/>
                  <a:pt x="5356" y="48"/>
                </a:cubicBezTo>
                <a:cubicBezTo>
                  <a:pt x="5293" y="17"/>
                  <a:pt x="5238" y="1"/>
                  <a:pt x="518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2" name="Google Shape;5859;p58">
            <a:extLst>
              <a:ext uri="{FF2B5EF4-FFF2-40B4-BE49-F238E27FC236}">
                <a16:creationId xmlns:a16="http://schemas.microsoft.com/office/drawing/2014/main" id="{C4F5D81C-F80B-BA39-0BBB-81A0804ED347}"/>
              </a:ext>
            </a:extLst>
          </p:cNvPr>
          <p:cNvSpPr/>
          <p:nvPr/>
        </p:nvSpPr>
        <p:spPr>
          <a:xfrm>
            <a:off x="7265225" y="2794362"/>
            <a:ext cx="66648" cy="175097"/>
          </a:xfrm>
          <a:custGeom>
            <a:avLst/>
            <a:gdLst/>
            <a:ahLst/>
            <a:cxnLst/>
            <a:rect l="l" t="t" r="r" b="b"/>
            <a:pathLst>
              <a:path w="2111" h="5546" extrusionOk="0">
                <a:moveTo>
                  <a:pt x="378" y="0"/>
                </a:moveTo>
                <a:cubicBezTo>
                  <a:pt x="158" y="0"/>
                  <a:pt x="0" y="158"/>
                  <a:pt x="0" y="347"/>
                </a:cubicBezTo>
                <a:lnTo>
                  <a:pt x="0" y="5198"/>
                </a:lnTo>
                <a:cubicBezTo>
                  <a:pt x="0" y="5419"/>
                  <a:pt x="158" y="5545"/>
                  <a:pt x="378" y="5545"/>
                </a:cubicBezTo>
                <a:lnTo>
                  <a:pt x="1071" y="5545"/>
                </a:lnTo>
                <a:cubicBezTo>
                  <a:pt x="1670" y="5545"/>
                  <a:pt x="2111" y="5072"/>
                  <a:pt x="2111" y="4537"/>
                </a:cubicBezTo>
                <a:lnTo>
                  <a:pt x="2111" y="1040"/>
                </a:lnTo>
                <a:cubicBezTo>
                  <a:pt x="2111" y="441"/>
                  <a:pt x="1638" y="0"/>
                  <a:pt x="107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3" name="Google Shape;5860;p58">
            <a:extLst>
              <a:ext uri="{FF2B5EF4-FFF2-40B4-BE49-F238E27FC236}">
                <a16:creationId xmlns:a16="http://schemas.microsoft.com/office/drawing/2014/main" id="{2447C9B3-39D6-FA6D-D9E1-E0378FEC1A19}"/>
              </a:ext>
            </a:extLst>
          </p:cNvPr>
          <p:cNvSpPr/>
          <p:nvPr/>
        </p:nvSpPr>
        <p:spPr>
          <a:xfrm>
            <a:off x="7332853" y="2598397"/>
            <a:ext cx="240734" cy="202943"/>
          </a:xfrm>
          <a:custGeom>
            <a:avLst/>
            <a:gdLst/>
            <a:ahLst/>
            <a:cxnLst/>
            <a:rect l="l" t="t" r="r" b="b"/>
            <a:pathLst>
              <a:path w="7625" h="6428" extrusionOk="0">
                <a:moveTo>
                  <a:pt x="3781" y="631"/>
                </a:moveTo>
                <a:cubicBezTo>
                  <a:pt x="3970" y="631"/>
                  <a:pt x="4128" y="788"/>
                  <a:pt x="4128" y="977"/>
                </a:cubicBezTo>
                <a:lnTo>
                  <a:pt x="4128" y="1418"/>
                </a:lnTo>
                <a:cubicBezTo>
                  <a:pt x="4380" y="1481"/>
                  <a:pt x="4569" y="1639"/>
                  <a:pt x="4758" y="1860"/>
                </a:cubicBezTo>
                <a:cubicBezTo>
                  <a:pt x="4884" y="2017"/>
                  <a:pt x="4884" y="2206"/>
                  <a:pt x="4726" y="2332"/>
                </a:cubicBezTo>
                <a:cubicBezTo>
                  <a:pt x="4657" y="2373"/>
                  <a:pt x="4583" y="2397"/>
                  <a:pt x="4510" y="2397"/>
                </a:cubicBezTo>
                <a:cubicBezTo>
                  <a:pt x="4416" y="2397"/>
                  <a:pt x="4325" y="2358"/>
                  <a:pt x="4254" y="2269"/>
                </a:cubicBezTo>
                <a:cubicBezTo>
                  <a:pt x="4114" y="2106"/>
                  <a:pt x="3957" y="2012"/>
                  <a:pt x="3821" y="2012"/>
                </a:cubicBezTo>
                <a:cubicBezTo>
                  <a:pt x="3773" y="2012"/>
                  <a:pt x="3728" y="2024"/>
                  <a:pt x="3687" y="2049"/>
                </a:cubicBezTo>
                <a:cubicBezTo>
                  <a:pt x="3592" y="2080"/>
                  <a:pt x="3466" y="2238"/>
                  <a:pt x="3466" y="2364"/>
                </a:cubicBezTo>
                <a:cubicBezTo>
                  <a:pt x="3466" y="2553"/>
                  <a:pt x="3624" y="2710"/>
                  <a:pt x="3813" y="2710"/>
                </a:cubicBezTo>
                <a:cubicBezTo>
                  <a:pt x="4411" y="2710"/>
                  <a:pt x="4852" y="3183"/>
                  <a:pt x="4852" y="3750"/>
                </a:cubicBezTo>
                <a:cubicBezTo>
                  <a:pt x="4852" y="4159"/>
                  <a:pt x="4600" y="4537"/>
                  <a:pt x="4222" y="4663"/>
                </a:cubicBezTo>
                <a:lnTo>
                  <a:pt x="4159" y="4663"/>
                </a:lnTo>
                <a:lnTo>
                  <a:pt x="4159" y="5073"/>
                </a:lnTo>
                <a:cubicBezTo>
                  <a:pt x="4159" y="5262"/>
                  <a:pt x="4002" y="5420"/>
                  <a:pt x="3813" y="5420"/>
                </a:cubicBezTo>
                <a:cubicBezTo>
                  <a:pt x="3624" y="5420"/>
                  <a:pt x="3466" y="5262"/>
                  <a:pt x="3466" y="5073"/>
                </a:cubicBezTo>
                <a:lnTo>
                  <a:pt x="3466" y="4663"/>
                </a:lnTo>
                <a:cubicBezTo>
                  <a:pt x="3277" y="4600"/>
                  <a:pt x="3119" y="4537"/>
                  <a:pt x="2962" y="4348"/>
                </a:cubicBezTo>
                <a:cubicBezTo>
                  <a:pt x="2836" y="4254"/>
                  <a:pt x="2804" y="4002"/>
                  <a:pt x="2962" y="3876"/>
                </a:cubicBezTo>
                <a:cubicBezTo>
                  <a:pt x="3013" y="3825"/>
                  <a:pt x="3108" y="3793"/>
                  <a:pt x="3206" y="3793"/>
                </a:cubicBezTo>
                <a:cubicBezTo>
                  <a:pt x="3290" y="3793"/>
                  <a:pt x="3376" y="3817"/>
                  <a:pt x="3435" y="3876"/>
                </a:cubicBezTo>
                <a:cubicBezTo>
                  <a:pt x="3549" y="3990"/>
                  <a:pt x="3679" y="4071"/>
                  <a:pt x="3803" y="4071"/>
                </a:cubicBezTo>
                <a:cubicBezTo>
                  <a:pt x="3850" y="4071"/>
                  <a:pt x="3895" y="4059"/>
                  <a:pt x="3939" y="4033"/>
                </a:cubicBezTo>
                <a:cubicBezTo>
                  <a:pt x="4065" y="4002"/>
                  <a:pt x="4128" y="3844"/>
                  <a:pt x="4128" y="3718"/>
                </a:cubicBezTo>
                <a:cubicBezTo>
                  <a:pt x="4128" y="3529"/>
                  <a:pt x="3970" y="3372"/>
                  <a:pt x="3781" y="3372"/>
                </a:cubicBezTo>
                <a:cubicBezTo>
                  <a:pt x="3182" y="3372"/>
                  <a:pt x="2741" y="2899"/>
                  <a:pt x="2741" y="2364"/>
                </a:cubicBezTo>
                <a:cubicBezTo>
                  <a:pt x="2741" y="1954"/>
                  <a:pt x="3025" y="1576"/>
                  <a:pt x="3435" y="1418"/>
                </a:cubicBezTo>
                <a:lnTo>
                  <a:pt x="3435" y="977"/>
                </a:lnTo>
                <a:cubicBezTo>
                  <a:pt x="3435" y="788"/>
                  <a:pt x="3592" y="631"/>
                  <a:pt x="3781" y="631"/>
                </a:cubicBezTo>
                <a:close/>
                <a:moveTo>
                  <a:pt x="3813" y="1"/>
                </a:moveTo>
                <a:cubicBezTo>
                  <a:pt x="1733" y="1"/>
                  <a:pt x="0" y="1734"/>
                  <a:pt x="0" y="3813"/>
                </a:cubicBezTo>
                <a:cubicBezTo>
                  <a:pt x="0" y="4537"/>
                  <a:pt x="190" y="5231"/>
                  <a:pt x="536" y="5829"/>
                </a:cubicBezTo>
                <a:cubicBezTo>
                  <a:pt x="1009" y="5546"/>
                  <a:pt x="1544" y="5420"/>
                  <a:pt x="2080" y="5420"/>
                </a:cubicBezTo>
                <a:cubicBezTo>
                  <a:pt x="2146" y="5414"/>
                  <a:pt x="2213" y="5411"/>
                  <a:pt x="2279" y="5411"/>
                </a:cubicBezTo>
                <a:cubicBezTo>
                  <a:pt x="2936" y="5411"/>
                  <a:pt x="3587" y="5692"/>
                  <a:pt x="4159" y="6207"/>
                </a:cubicBezTo>
                <a:lnTo>
                  <a:pt x="5892" y="6207"/>
                </a:lnTo>
                <a:cubicBezTo>
                  <a:pt x="6144" y="6207"/>
                  <a:pt x="6364" y="6302"/>
                  <a:pt x="6585" y="6428"/>
                </a:cubicBezTo>
                <a:cubicBezTo>
                  <a:pt x="7215" y="5735"/>
                  <a:pt x="7625" y="4789"/>
                  <a:pt x="7625" y="3813"/>
                </a:cubicBezTo>
                <a:cubicBezTo>
                  <a:pt x="7625" y="1734"/>
                  <a:pt x="5892" y="1"/>
                  <a:pt x="381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4" name="Google Shape;5861;p58">
            <a:extLst>
              <a:ext uri="{FF2B5EF4-FFF2-40B4-BE49-F238E27FC236}">
                <a16:creationId xmlns:a16="http://schemas.microsoft.com/office/drawing/2014/main" id="{E8EE3613-10EF-6E73-ABD8-BA2DC4A53D78}"/>
              </a:ext>
            </a:extLst>
          </p:cNvPr>
          <p:cNvSpPr/>
          <p:nvPr/>
        </p:nvSpPr>
        <p:spPr>
          <a:xfrm>
            <a:off x="7353752" y="2787890"/>
            <a:ext cx="288471" cy="158679"/>
          </a:xfrm>
          <a:custGeom>
            <a:avLst/>
            <a:gdLst/>
            <a:ahLst/>
            <a:cxnLst/>
            <a:rect l="l" t="t" r="r" b="b"/>
            <a:pathLst>
              <a:path w="9137" h="5026" extrusionOk="0">
                <a:moveTo>
                  <a:pt x="1422" y="0"/>
                </a:moveTo>
                <a:cubicBezTo>
                  <a:pt x="918" y="0"/>
                  <a:pt x="416" y="160"/>
                  <a:pt x="0" y="457"/>
                </a:cubicBezTo>
                <a:lnTo>
                  <a:pt x="0" y="5025"/>
                </a:lnTo>
                <a:lnTo>
                  <a:pt x="5230" y="5025"/>
                </a:lnTo>
                <a:cubicBezTo>
                  <a:pt x="5923" y="5025"/>
                  <a:pt x="6490" y="4679"/>
                  <a:pt x="6900" y="4143"/>
                </a:cubicBezTo>
                <a:lnTo>
                  <a:pt x="8916" y="1245"/>
                </a:lnTo>
                <a:cubicBezTo>
                  <a:pt x="9137" y="930"/>
                  <a:pt x="9074" y="489"/>
                  <a:pt x="8727" y="268"/>
                </a:cubicBezTo>
                <a:cubicBezTo>
                  <a:pt x="8633" y="221"/>
                  <a:pt x="8517" y="196"/>
                  <a:pt x="8398" y="196"/>
                </a:cubicBezTo>
                <a:cubicBezTo>
                  <a:pt x="8196" y="196"/>
                  <a:pt x="7983" y="268"/>
                  <a:pt x="7845" y="426"/>
                </a:cubicBezTo>
                <a:lnTo>
                  <a:pt x="5955" y="2726"/>
                </a:lnTo>
                <a:cubicBezTo>
                  <a:pt x="5829" y="2883"/>
                  <a:pt x="5545" y="2978"/>
                  <a:pt x="5419" y="2978"/>
                </a:cubicBezTo>
                <a:lnTo>
                  <a:pt x="3119" y="2978"/>
                </a:lnTo>
                <a:cubicBezTo>
                  <a:pt x="2899" y="2978"/>
                  <a:pt x="2741" y="2820"/>
                  <a:pt x="2741" y="2631"/>
                </a:cubicBezTo>
                <a:cubicBezTo>
                  <a:pt x="2741" y="2411"/>
                  <a:pt x="2899" y="2253"/>
                  <a:pt x="3119" y="2253"/>
                </a:cubicBezTo>
                <a:lnTo>
                  <a:pt x="5198" y="2253"/>
                </a:lnTo>
                <a:cubicBezTo>
                  <a:pt x="5576" y="2253"/>
                  <a:pt x="5923" y="1938"/>
                  <a:pt x="5923" y="1560"/>
                </a:cubicBezTo>
                <a:cubicBezTo>
                  <a:pt x="5923" y="1150"/>
                  <a:pt x="5576" y="835"/>
                  <a:pt x="5198" y="835"/>
                </a:cubicBezTo>
                <a:lnTo>
                  <a:pt x="3340" y="835"/>
                </a:lnTo>
                <a:cubicBezTo>
                  <a:pt x="3182" y="835"/>
                  <a:pt x="3088" y="741"/>
                  <a:pt x="2962" y="615"/>
                </a:cubicBezTo>
                <a:cubicBezTo>
                  <a:pt x="2773" y="426"/>
                  <a:pt x="2520" y="300"/>
                  <a:pt x="2300" y="174"/>
                </a:cubicBezTo>
                <a:cubicBezTo>
                  <a:pt x="2019" y="56"/>
                  <a:pt x="1720" y="0"/>
                  <a:pt x="14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6" name="Google Shape;5863;p58">
            <a:extLst>
              <a:ext uri="{FF2B5EF4-FFF2-40B4-BE49-F238E27FC236}">
                <a16:creationId xmlns:a16="http://schemas.microsoft.com/office/drawing/2014/main" id="{AE1B6C11-F5B4-3749-3CFA-0DB5CAEC8B6D}"/>
              </a:ext>
            </a:extLst>
          </p:cNvPr>
          <p:cNvSpPr/>
          <p:nvPr/>
        </p:nvSpPr>
        <p:spPr>
          <a:xfrm>
            <a:off x="7266221" y="3074445"/>
            <a:ext cx="277547" cy="283514"/>
          </a:xfrm>
          <a:custGeom>
            <a:avLst/>
            <a:gdLst/>
            <a:ahLst/>
            <a:cxnLst/>
            <a:rect l="l" t="t" r="r" b="b"/>
            <a:pathLst>
              <a:path w="8791" h="8980" extrusionOk="0">
                <a:moveTo>
                  <a:pt x="4537" y="0"/>
                </a:moveTo>
                <a:cubicBezTo>
                  <a:pt x="2048" y="0"/>
                  <a:pt x="0" y="2017"/>
                  <a:pt x="0" y="4506"/>
                </a:cubicBezTo>
                <a:cubicBezTo>
                  <a:pt x="0" y="6963"/>
                  <a:pt x="2048" y="8979"/>
                  <a:pt x="4537" y="8979"/>
                </a:cubicBezTo>
                <a:cubicBezTo>
                  <a:pt x="6459" y="8979"/>
                  <a:pt x="8160" y="7719"/>
                  <a:pt x="8790" y="5986"/>
                </a:cubicBezTo>
                <a:cubicBezTo>
                  <a:pt x="8633" y="5860"/>
                  <a:pt x="8443" y="5640"/>
                  <a:pt x="8286" y="5514"/>
                </a:cubicBezTo>
                <a:lnTo>
                  <a:pt x="7498" y="5514"/>
                </a:lnTo>
                <a:cubicBezTo>
                  <a:pt x="7057" y="6742"/>
                  <a:pt x="5923" y="7593"/>
                  <a:pt x="4568" y="7593"/>
                </a:cubicBezTo>
                <a:cubicBezTo>
                  <a:pt x="2836" y="7593"/>
                  <a:pt x="1481" y="6175"/>
                  <a:pt x="1481" y="4506"/>
                </a:cubicBezTo>
                <a:cubicBezTo>
                  <a:pt x="1481" y="2804"/>
                  <a:pt x="2867" y="1387"/>
                  <a:pt x="4568" y="1387"/>
                </a:cubicBezTo>
                <a:cubicBezTo>
                  <a:pt x="5923" y="1387"/>
                  <a:pt x="7057" y="2237"/>
                  <a:pt x="7498" y="3466"/>
                </a:cubicBezTo>
                <a:lnTo>
                  <a:pt x="8286" y="3466"/>
                </a:lnTo>
                <a:cubicBezTo>
                  <a:pt x="8443" y="3308"/>
                  <a:pt x="8633" y="3088"/>
                  <a:pt x="8790" y="2993"/>
                </a:cubicBezTo>
                <a:cubicBezTo>
                  <a:pt x="8160" y="1261"/>
                  <a:pt x="6522" y="0"/>
                  <a:pt x="453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7" name="Google Shape;5864;p58">
            <a:extLst>
              <a:ext uri="{FF2B5EF4-FFF2-40B4-BE49-F238E27FC236}">
                <a16:creationId xmlns:a16="http://schemas.microsoft.com/office/drawing/2014/main" id="{90338AF4-9F8A-3896-A0E3-EB6547F44281}"/>
              </a:ext>
            </a:extLst>
          </p:cNvPr>
          <p:cNvSpPr/>
          <p:nvPr/>
        </p:nvSpPr>
        <p:spPr>
          <a:xfrm>
            <a:off x="7399484" y="3160635"/>
            <a:ext cx="241745" cy="110596"/>
          </a:xfrm>
          <a:custGeom>
            <a:avLst/>
            <a:gdLst/>
            <a:ahLst/>
            <a:cxnLst/>
            <a:rect l="l" t="t" r="r" b="b"/>
            <a:pathLst>
              <a:path w="7657" h="3503" extrusionOk="0">
                <a:moveTo>
                  <a:pt x="7260" y="0"/>
                </a:moveTo>
                <a:cubicBezTo>
                  <a:pt x="7232" y="0"/>
                  <a:pt x="7206" y="4"/>
                  <a:pt x="7184" y="11"/>
                </a:cubicBezTo>
                <a:lnTo>
                  <a:pt x="5073" y="736"/>
                </a:lnTo>
                <a:cubicBezTo>
                  <a:pt x="5042" y="736"/>
                  <a:pt x="5010" y="767"/>
                  <a:pt x="4947" y="799"/>
                </a:cubicBezTo>
                <a:lnTo>
                  <a:pt x="4380" y="1398"/>
                </a:lnTo>
                <a:lnTo>
                  <a:pt x="347" y="1398"/>
                </a:lnTo>
                <a:cubicBezTo>
                  <a:pt x="158" y="1398"/>
                  <a:pt x="1" y="1555"/>
                  <a:pt x="1" y="1744"/>
                </a:cubicBezTo>
                <a:cubicBezTo>
                  <a:pt x="1" y="1965"/>
                  <a:pt x="158" y="2122"/>
                  <a:pt x="347" y="2122"/>
                </a:cubicBezTo>
                <a:lnTo>
                  <a:pt x="4380" y="2122"/>
                </a:lnTo>
                <a:lnTo>
                  <a:pt x="4947" y="2689"/>
                </a:lnTo>
                <a:cubicBezTo>
                  <a:pt x="5010" y="2752"/>
                  <a:pt x="5042" y="2784"/>
                  <a:pt x="5073" y="2784"/>
                </a:cubicBezTo>
                <a:lnTo>
                  <a:pt x="7184" y="3477"/>
                </a:lnTo>
                <a:cubicBezTo>
                  <a:pt x="7210" y="3494"/>
                  <a:pt x="7242" y="3502"/>
                  <a:pt x="7275" y="3502"/>
                </a:cubicBezTo>
                <a:cubicBezTo>
                  <a:pt x="7362" y="3502"/>
                  <a:pt x="7462" y="3451"/>
                  <a:pt x="7531" y="3382"/>
                </a:cubicBezTo>
                <a:cubicBezTo>
                  <a:pt x="7594" y="3256"/>
                  <a:pt x="7657" y="3099"/>
                  <a:pt x="7562" y="2973"/>
                </a:cubicBezTo>
                <a:lnTo>
                  <a:pt x="6932" y="1744"/>
                </a:lnTo>
                <a:lnTo>
                  <a:pt x="7562" y="547"/>
                </a:lnTo>
                <a:cubicBezTo>
                  <a:pt x="7657" y="389"/>
                  <a:pt x="7594" y="232"/>
                  <a:pt x="7531" y="137"/>
                </a:cubicBezTo>
                <a:cubicBezTo>
                  <a:pt x="7458" y="41"/>
                  <a:pt x="7349" y="0"/>
                  <a:pt x="72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8" name="Google Shape;5865;p58">
            <a:extLst>
              <a:ext uri="{FF2B5EF4-FFF2-40B4-BE49-F238E27FC236}">
                <a16:creationId xmlns:a16="http://schemas.microsoft.com/office/drawing/2014/main" id="{1EA566E2-B285-CD28-19EA-BC3A677EA09D}"/>
              </a:ext>
            </a:extLst>
          </p:cNvPr>
          <p:cNvSpPr/>
          <p:nvPr/>
        </p:nvSpPr>
        <p:spPr>
          <a:xfrm>
            <a:off x="7291067" y="3367873"/>
            <a:ext cx="238745" cy="79592"/>
          </a:xfrm>
          <a:custGeom>
            <a:avLst/>
            <a:gdLst/>
            <a:ahLst/>
            <a:cxnLst/>
            <a:rect l="l" t="t" r="r" b="b"/>
            <a:pathLst>
              <a:path w="7562" h="2521" extrusionOk="0">
                <a:moveTo>
                  <a:pt x="1828" y="0"/>
                </a:moveTo>
                <a:lnTo>
                  <a:pt x="1482" y="1135"/>
                </a:lnTo>
                <a:lnTo>
                  <a:pt x="1040" y="1135"/>
                </a:lnTo>
                <a:cubicBezTo>
                  <a:pt x="442" y="1135"/>
                  <a:pt x="1" y="1607"/>
                  <a:pt x="1" y="2174"/>
                </a:cubicBezTo>
                <a:cubicBezTo>
                  <a:pt x="1" y="2363"/>
                  <a:pt x="158" y="2521"/>
                  <a:pt x="379" y="2521"/>
                </a:cubicBezTo>
                <a:lnTo>
                  <a:pt x="7310" y="2521"/>
                </a:lnTo>
                <a:cubicBezTo>
                  <a:pt x="7404" y="2489"/>
                  <a:pt x="7562" y="2363"/>
                  <a:pt x="7562" y="2174"/>
                </a:cubicBezTo>
                <a:cubicBezTo>
                  <a:pt x="7562" y="1576"/>
                  <a:pt x="7089" y="1135"/>
                  <a:pt x="6554" y="1135"/>
                </a:cubicBezTo>
                <a:lnTo>
                  <a:pt x="6113" y="1135"/>
                </a:lnTo>
                <a:lnTo>
                  <a:pt x="5766" y="0"/>
                </a:lnTo>
                <a:cubicBezTo>
                  <a:pt x="5168" y="252"/>
                  <a:pt x="4506" y="410"/>
                  <a:pt x="3781" y="410"/>
                </a:cubicBezTo>
                <a:cubicBezTo>
                  <a:pt x="3088" y="410"/>
                  <a:pt x="2427" y="252"/>
                  <a:pt x="18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49" name="Google Shape;5866;p58">
            <a:extLst>
              <a:ext uri="{FF2B5EF4-FFF2-40B4-BE49-F238E27FC236}">
                <a16:creationId xmlns:a16="http://schemas.microsoft.com/office/drawing/2014/main" id="{DEF97D47-6A7D-B6D6-7DEB-ED30D05B36CD}"/>
              </a:ext>
            </a:extLst>
          </p:cNvPr>
          <p:cNvSpPr/>
          <p:nvPr/>
        </p:nvSpPr>
        <p:spPr>
          <a:xfrm>
            <a:off x="7332835" y="3139105"/>
            <a:ext cx="145262" cy="154196"/>
          </a:xfrm>
          <a:custGeom>
            <a:avLst/>
            <a:gdLst/>
            <a:ahLst/>
            <a:cxnLst/>
            <a:rect l="l" t="t" r="r" b="b"/>
            <a:pathLst>
              <a:path w="4601" h="4884" extrusionOk="0">
                <a:moveTo>
                  <a:pt x="2427" y="0"/>
                </a:moveTo>
                <a:cubicBezTo>
                  <a:pt x="1104" y="0"/>
                  <a:pt x="1" y="1103"/>
                  <a:pt x="1" y="2458"/>
                </a:cubicBezTo>
                <a:cubicBezTo>
                  <a:pt x="1" y="3781"/>
                  <a:pt x="1104" y="4884"/>
                  <a:pt x="2427" y="4884"/>
                </a:cubicBezTo>
                <a:cubicBezTo>
                  <a:pt x="3404" y="4884"/>
                  <a:pt x="4254" y="4348"/>
                  <a:pt x="4601" y="3497"/>
                </a:cubicBezTo>
                <a:lnTo>
                  <a:pt x="2427" y="3497"/>
                </a:lnTo>
                <a:cubicBezTo>
                  <a:pt x="1828" y="3497"/>
                  <a:pt x="1419" y="3025"/>
                  <a:pt x="1419" y="2489"/>
                </a:cubicBezTo>
                <a:cubicBezTo>
                  <a:pt x="1356" y="1859"/>
                  <a:pt x="1828" y="1386"/>
                  <a:pt x="2427" y="1386"/>
                </a:cubicBezTo>
                <a:lnTo>
                  <a:pt x="4601" y="1386"/>
                </a:lnTo>
                <a:cubicBezTo>
                  <a:pt x="4191" y="567"/>
                  <a:pt x="3372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1" name="Google Shape;5868;p58">
            <a:extLst>
              <a:ext uri="{FF2B5EF4-FFF2-40B4-BE49-F238E27FC236}">
                <a16:creationId xmlns:a16="http://schemas.microsoft.com/office/drawing/2014/main" id="{88791D6E-9DCB-422A-928A-4CB36CCAA61E}"/>
              </a:ext>
            </a:extLst>
          </p:cNvPr>
          <p:cNvSpPr/>
          <p:nvPr/>
        </p:nvSpPr>
        <p:spPr>
          <a:xfrm>
            <a:off x="6034988" y="3767342"/>
            <a:ext cx="44769" cy="44801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cubicBezTo>
                  <a:pt x="63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2" name="Google Shape;5869;p58">
            <a:extLst>
              <a:ext uri="{FF2B5EF4-FFF2-40B4-BE49-F238E27FC236}">
                <a16:creationId xmlns:a16="http://schemas.microsoft.com/office/drawing/2014/main" id="{49F47265-94C8-B514-96DE-4D58043C41A9}"/>
              </a:ext>
            </a:extLst>
          </p:cNvPr>
          <p:cNvSpPr/>
          <p:nvPr/>
        </p:nvSpPr>
        <p:spPr>
          <a:xfrm>
            <a:off x="6014088" y="3833989"/>
            <a:ext cx="88559" cy="43790"/>
          </a:xfrm>
          <a:custGeom>
            <a:avLst/>
            <a:gdLst/>
            <a:ahLst/>
            <a:cxnLst/>
            <a:rect l="l" t="t" r="r" b="b"/>
            <a:pathLst>
              <a:path w="2805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805" y="1387"/>
                </a:lnTo>
                <a:cubicBezTo>
                  <a:pt x="2805" y="630"/>
                  <a:pt x="2174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3" name="Google Shape;5870;p58">
            <a:extLst>
              <a:ext uri="{FF2B5EF4-FFF2-40B4-BE49-F238E27FC236}">
                <a16:creationId xmlns:a16="http://schemas.microsoft.com/office/drawing/2014/main" id="{3EBD9E4A-D254-7D68-6698-42E5CD8D8510}"/>
              </a:ext>
            </a:extLst>
          </p:cNvPr>
          <p:cNvSpPr/>
          <p:nvPr/>
        </p:nvSpPr>
        <p:spPr>
          <a:xfrm>
            <a:off x="5959374" y="3724561"/>
            <a:ext cx="197987" cy="219866"/>
          </a:xfrm>
          <a:custGeom>
            <a:avLst/>
            <a:gdLst/>
            <a:ahLst/>
            <a:cxnLst/>
            <a:rect l="l" t="t" r="r" b="b"/>
            <a:pathLst>
              <a:path w="6271" h="6964" extrusionOk="0">
                <a:moveTo>
                  <a:pt x="3088" y="725"/>
                </a:moveTo>
                <a:cubicBezTo>
                  <a:pt x="3813" y="725"/>
                  <a:pt x="4506" y="1356"/>
                  <a:pt x="4506" y="2080"/>
                </a:cubicBezTo>
                <a:cubicBezTo>
                  <a:pt x="4506" y="2458"/>
                  <a:pt x="4348" y="2805"/>
                  <a:pt x="4096" y="3025"/>
                </a:cubicBezTo>
                <a:cubicBezTo>
                  <a:pt x="4727" y="3372"/>
                  <a:pt x="5168" y="4065"/>
                  <a:pt x="5168" y="4853"/>
                </a:cubicBezTo>
                <a:lnTo>
                  <a:pt x="5168" y="5199"/>
                </a:lnTo>
                <a:cubicBezTo>
                  <a:pt x="5168" y="5388"/>
                  <a:pt x="5010" y="5546"/>
                  <a:pt x="4821" y="5546"/>
                </a:cubicBezTo>
                <a:lnTo>
                  <a:pt x="1293" y="5546"/>
                </a:lnTo>
                <a:cubicBezTo>
                  <a:pt x="1103" y="5546"/>
                  <a:pt x="946" y="5388"/>
                  <a:pt x="946" y="5199"/>
                </a:cubicBezTo>
                <a:lnTo>
                  <a:pt x="946" y="4853"/>
                </a:lnTo>
                <a:lnTo>
                  <a:pt x="1040" y="4853"/>
                </a:lnTo>
                <a:cubicBezTo>
                  <a:pt x="1040" y="4065"/>
                  <a:pt x="1450" y="3403"/>
                  <a:pt x="2080" y="3025"/>
                </a:cubicBezTo>
                <a:cubicBezTo>
                  <a:pt x="1860" y="2805"/>
                  <a:pt x="1702" y="2458"/>
                  <a:pt x="1702" y="2080"/>
                </a:cubicBezTo>
                <a:cubicBezTo>
                  <a:pt x="1702" y="1356"/>
                  <a:pt x="2332" y="725"/>
                  <a:pt x="3088" y="725"/>
                </a:cubicBezTo>
                <a:close/>
                <a:moveTo>
                  <a:pt x="1" y="1"/>
                </a:moveTo>
                <a:lnTo>
                  <a:pt x="1" y="6617"/>
                </a:lnTo>
                <a:cubicBezTo>
                  <a:pt x="1" y="6806"/>
                  <a:pt x="158" y="6963"/>
                  <a:pt x="347" y="6963"/>
                </a:cubicBezTo>
                <a:lnTo>
                  <a:pt x="5924" y="6963"/>
                </a:lnTo>
                <a:cubicBezTo>
                  <a:pt x="6113" y="6963"/>
                  <a:pt x="6270" y="6806"/>
                  <a:pt x="6270" y="6617"/>
                </a:cubicBezTo>
                <a:lnTo>
                  <a:pt x="627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4" name="Google Shape;5871;p58">
            <a:extLst>
              <a:ext uri="{FF2B5EF4-FFF2-40B4-BE49-F238E27FC236}">
                <a16:creationId xmlns:a16="http://schemas.microsoft.com/office/drawing/2014/main" id="{B29BF765-402A-8021-BC95-DFBD5DAF3EF0}"/>
              </a:ext>
            </a:extLst>
          </p:cNvPr>
          <p:cNvSpPr/>
          <p:nvPr/>
        </p:nvSpPr>
        <p:spPr>
          <a:xfrm>
            <a:off x="5937495" y="3570398"/>
            <a:ext cx="241745" cy="44801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lnTo>
                  <a:pt x="1" y="1418"/>
                </a:lnTo>
                <a:lnTo>
                  <a:pt x="7625" y="1418"/>
                </a:lnTo>
                <a:lnTo>
                  <a:pt x="7625" y="347"/>
                </a:lnTo>
                <a:lnTo>
                  <a:pt x="7656" y="347"/>
                </a:lnTo>
                <a:cubicBezTo>
                  <a:pt x="7656" y="158"/>
                  <a:pt x="7499" y="1"/>
                  <a:pt x="731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5" name="Google Shape;5872;p58">
            <a:extLst>
              <a:ext uri="{FF2B5EF4-FFF2-40B4-BE49-F238E27FC236}">
                <a16:creationId xmlns:a16="http://schemas.microsoft.com/office/drawing/2014/main" id="{3FCEA118-48CA-E7A8-2A01-B39ECBB85DC3}"/>
              </a:ext>
            </a:extLst>
          </p:cNvPr>
          <p:cNvSpPr/>
          <p:nvPr/>
        </p:nvSpPr>
        <p:spPr>
          <a:xfrm>
            <a:off x="5870847" y="3638025"/>
            <a:ext cx="373052" cy="174118"/>
          </a:xfrm>
          <a:custGeom>
            <a:avLst/>
            <a:gdLst/>
            <a:ahLst/>
            <a:cxnLst/>
            <a:rect l="l" t="t" r="r" b="b"/>
            <a:pathLst>
              <a:path w="11816" h="5515" extrusionOk="0">
                <a:moveTo>
                  <a:pt x="10082" y="662"/>
                </a:moveTo>
                <a:cubicBezTo>
                  <a:pt x="10303" y="662"/>
                  <a:pt x="10461" y="820"/>
                  <a:pt x="10461" y="1009"/>
                </a:cubicBezTo>
                <a:cubicBezTo>
                  <a:pt x="10461" y="1198"/>
                  <a:pt x="10303" y="1356"/>
                  <a:pt x="10082" y="1356"/>
                </a:cubicBezTo>
                <a:cubicBezTo>
                  <a:pt x="9893" y="1356"/>
                  <a:pt x="9736" y="1198"/>
                  <a:pt x="9736" y="1009"/>
                </a:cubicBezTo>
                <a:cubicBezTo>
                  <a:pt x="9767" y="820"/>
                  <a:pt x="9893" y="662"/>
                  <a:pt x="10082" y="662"/>
                </a:cubicBezTo>
                <a:close/>
                <a:moveTo>
                  <a:pt x="1041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4475"/>
                </a:lnTo>
                <a:cubicBezTo>
                  <a:pt x="1" y="5073"/>
                  <a:pt x="473" y="5514"/>
                  <a:pt x="1041" y="5514"/>
                </a:cubicBezTo>
                <a:lnTo>
                  <a:pt x="2112" y="5514"/>
                </a:lnTo>
                <a:lnTo>
                  <a:pt x="2112" y="2395"/>
                </a:lnTo>
                <a:cubicBezTo>
                  <a:pt x="2112" y="2206"/>
                  <a:pt x="2269" y="2049"/>
                  <a:pt x="2458" y="2049"/>
                </a:cubicBezTo>
                <a:lnTo>
                  <a:pt x="9421" y="2049"/>
                </a:lnTo>
                <a:cubicBezTo>
                  <a:pt x="9610" y="2049"/>
                  <a:pt x="9767" y="2206"/>
                  <a:pt x="9767" y="2395"/>
                </a:cubicBezTo>
                <a:lnTo>
                  <a:pt x="9767" y="5514"/>
                </a:lnTo>
                <a:lnTo>
                  <a:pt x="10807" y="5514"/>
                </a:lnTo>
                <a:cubicBezTo>
                  <a:pt x="11406" y="5514"/>
                  <a:pt x="11815" y="5042"/>
                  <a:pt x="11815" y="4475"/>
                </a:cubicBezTo>
                <a:lnTo>
                  <a:pt x="11815" y="1009"/>
                </a:lnTo>
                <a:cubicBezTo>
                  <a:pt x="11815" y="410"/>
                  <a:pt x="11343" y="1"/>
                  <a:pt x="1080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7" name="Google Shape;5874;p58">
            <a:extLst>
              <a:ext uri="{FF2B5EF4-FFF2-40B4-BE49-F238E27FC236}">
                <a16:creationId xmlns:a16="http://schemas.microsoft.com/office/drawing/2014/main" id="{10CC2A5F-350A-C35C-99E7-518121BBFADE}"/>
              </a:ext>
            </a:extLst>
          </p:cNvPr>
          <p:cNvSpPr/>
          <p:nvPr/>
        </p:nvSpPr>
        <p:spPr>
          <a:xfrm>
            <a:off x="5868367" y="4060972"/>
            <a:ext cx="378008" cy="283514"/>
          </a:xfrm>
          <a:custGeom>
            <a:avLst/>
            <a:gdLst/>
            <a:ahLst/>
            <a:cxnLst/>
            <a:rect l="l" t="t" r="r" b="b"/>
            <a:pathLst>
              <a:path w="11973" h="8980" extrusionOk="0">
                <a:moveTo>
                  <a:pt x="2017" y="3749"/>
                </a:moveTo>
                <a:lnTo>
                  <a:pt x="3119" y="5514"/>
                </a:lnTo>
                <a:lnTo>
                  <a:pt x="914" y="5514"/>
                </a:lnTo>
                <a:lnTo>
                  <a:pt x="2017" y="3749"/>
                </a:lnTo>
                <a:close/>
                <a:moveTo>
                  <a:pt x="9641" y="3749"/>
                </a:moveTo>
                <a:lnTo>
                  <a:pt x="10744" y="5514"/>
                </a:lnTo>
                <a:lnTo>
                  <a:pt x="8538" y="5514"/>
                </a:lnTo>
                <a:lnTo>
                  <a:pt x="9641" y="3749"/>
                </a:lnTo>
                <a:close/>
                <a:moveTo>
                  <a:pt x="5892" y="0"/>
                </a:moveTo>
                <a:cubicBezTo>
                  <a:pt x="5325" y="0"/>
                  <a:pt x="4852" y="473"/>
                  <a:pt x="4852" y="1040"/>
                </a:cubicBezTo>
                <a:lnTo>
                  <a:pt x="4852" y="1166"/>
                </a:lnTo>
                <a:lnTo>
                  <a:pt x="4537" y="1324"/>
                </a:lnTo>
                <a:cubicBezTo>
                  <a:pt x="3812" y="1733"/>
                  <a:pt x="3529" y="1891"/>
                  <a:pt x="3025" y="1954"/>
                </a:cubicBezTo>
                <a:cubicBezTo>
                  <a:pt x="2867" y="1607"/>
                  <a:pt x="2521" y="1324"/>
                  <a:pt x="2080" y="1324"/>
                </a:cubicBezTo>
                <a:cubicBezTo>
                  <a:pt x="1702" y="1324"/>
                  <a:pt x="1324" y="1576"/>
                  <a:pt x="1166" y="1922"/>
                </a:cubicBezTo>
                <a:cubicBezTo>
                  <a:pt x="946" y="1891"/>
                  <a:pt x="693" y="1796"/>
                  <a:pt x="504" y="1733"/>
                </a:cubicBezTo>
                <a:cubicBezTo>
                  <a:pt x="454" y="1708"/>
                  <a:pt x="403" y="1696"/>
                  <a:pt x="355" y="1696"/>
                </a:cubicBezTo>
                <a:cubicBezTo>
                  <a:pt x="223" y="1696"/>
                  <a:pt x="110" y="1784"/>
                  <a:pt x="63" y="1922"/>
                </a:cubicBezTo>
                <a:cubicBezTo>
                  <a:pt x="0" y="2111"/>
                  <a:pt x="63" y="2332"/>
                  <a:pt x="252" y="2363"/>
                </a:cubicBezTo>
                <a:cubicBezTo>
                  <a:pt x="536" y="2489"/>
                  <a:pt x="820" y="2552"/>
                  <a:pt x="1135" y="2615"/>
                </a:cubicBezTo>
                <a:cubicBezTo>
                  <a:pt x="1198" y="2867"/>
                  <a:pt x="1387" y="3119"/>
                  <a:pt x="1607" y="3277"/>
                </a:cubicBezTo>
                <a:lnTo>
                  <a:pt x="95" y="5671"/>
                </a:lnTo>
                <a:cubicBezTo>
                  <a:pt x="95" y="5703"/>
                  <a:pt x="63" y="5829"/>
                  <a:pt x="63" y="5860"/>
                </a:cubicBezTo>
                <a:lnTo>
                  <a:pt x="63" y="6238"/>
                </a:lnTo>
                <a:cubicBezTo>
                  <a:pt x="63" y="7372"/>
                  <a:pt x="1009" y="8318"/>
                  <a:pt x="2143" y="8318"/>
                </a:cubicBezTo>
                <a:cubicBezTo>
                  <a:pt x="3308" y="8318"/>
                  <a:pt x="4254" y="7372"/>
                  <a:pt x="4254" y="6238"/>
                </a:cubicBezTo>
                <a:lnTo>
                  <a:pt x="4254" y="5860"/>
                </a:lnTo>
                <a:cubicBezTo>
                  <a:pt x="4254" y="5829"/>
                  <a:pt x="4191" y="5703"/>
                  <a:pt x="4191" y="5671"/>
                </a:cubicBezTo>
                <a:lnTo>
                  <a:pt x="2710" y="3277"/>
                </a:lnTo>
                <a:cubicBezTo>
                  <a:pt x="2930" y="3151"/>
                  <a:pt x="3088" y="2930"/>
                  <a:pt x="3182" y="2647"/>
                </a:cubicBezTo>
                <a:cubicBezTo>
                  <a:pt x="3844" y="2521"/>
                  <a:pt x="4191" y="2363"/>
                  <a:pt x="4947" y="1922"/>
                </a:cubicBezTo>
                <a:lnTo>
                  <a:pt x="4947" y="8979"/>
                </a:lnTo>
                <a:lnTo>
                  <a:pt x="7089" y="8979"/>
                </a:lnTo>
                <a:lnTo>
                  <a:pt x="7089" y="1922"/>
                </a:lnTo>
                <a:cubicBezTo>
                  <a:pt x="7814" y="2332"/>
                  <a:pt x="8192" y="2521"/>
                  <a:pt x="8853" y="2647"/>
                </a:cubicBezTo>
                <a:cubicBezTo>
                  <a:pt x="8916" y="2899"/>
                  <a:pt x="9074" y="3119"/>
                  <a:pt x="9326" y="3277"/>
                </a:cubicBezTo>
                <a:lnTo>
                  <a:pt x="7814" y="5671"/>
                </a:lnTo>
                <a:cubicBezTo>
                  <a:pt x="7814" y="5703"/>
                  <a:pt x="7782" y="5829"/>
                  <a:pt x="7782" y="5860"/>
                </a:cubicBezTo>
                <a:lnTo>
                  <a:pt x="7782" y="6238"/>
                </a:lnTo>
                <a:cubicBezTo>
                  <a:pt x="7782" y="7372"/>
                  <a:pt x="8727" y="8318"/>
                  <a:pt x="9861" y="8318"/>
                </a:cubicBezTo>
                <a:cubicBezTo>
                  <a:pt x="11027" y="8318"/>
                  <a:pt x="11972" y="7372"/>
                  <a:pt x="11972" y="6238"/>
                </a:cubicBezTo>
                <a:lnTo>
                  <a:pt x="11972" y="5860"/>
                </a:lnTo>
                <a:cubicBezTo>
                  <a:pt x="11972" y="5829"/>
                  <a:pt x="11909" y="5703"/>
                  <a:pt x="11909" y="5671"/>
                </a:cubicBezTo>
                <a:lnTo>
                  <a:pt x="10429" y="3277"/>
                </a:lnTo>
                <a:cubicBezTo>
                  <a:pt x="10429" y="3151"/>
                  <a:pt x="10618" y="2930"/>
                  <a:pt x="10681" y="2615"/>
                </a:cubicBezTo>
                <a:cubicBezTo>
                  <a:pt x="10933" y="2521"/>
                  <a:pt x="11248" y="2458"/>
                  <a:pt x="11531" y="2363"/>
                </a:cubicBezTo>
                <a:cubicBezTo>
                  <a:pt x="11720" y="2300"/>
                  <a:pt x="11815" y="2080"/>
                  <a:pt x="11720" y="1922"/>
                </a:cubicBezTo>
                <a:cubicBezTo>
                  <a:pt x="11674" y="1784"/>
                  <a:pt x="11560" y="1696"/>
                  <a:pt x="11429" y="1696"/>
                </a:cubicBezTo>
                <a:cubicBezTo>
                  <a:pt x="11380" y="1696"/>
                  <a:pt x="11330" y="1708"/>
                  <a:pt x="11279" y="1733"/>
                </a:cubicBezTo>
                <a:cubicBezTo>
                  <a:pt x="11059" y="1796"/>
                  <a:pt x="10870" y="1891"/>
                  <a:pt x="10618" y="1922"/>
                </a:cubicBezTo>
                <a:cubicBezTo>
                  <a:pt x="10460" y="1576"/>
                  <a:pt x="10113" y="1324"/>
                  <a:pt x="9704" y="1324"/>
                </a:cubicBezTo>
                <a:cubicBezTo>
                  <a:pt x="9294" y="1324"/>
                  <a:pt x="8916" y="1576"/>
                  <a:pt x="8790" y="1954"/>
                </a:cubicBezTo>
                <a:cubicBezTo>
                  <a:pt x="8255" y="1891"/>
                  <a:pt x="8003" y="1733"/>
                  <a:pt x="7278" y="1324"/>
                </a:cubicBezTo>
                <a:lnTo>
                  <a:pt x="6963" y="1166"/>
                </a:lnTo>
                <a:lnTo>
                  <a:pt x="6963" y="1040"/>
                </a:lnTo>
                <a:cubicBezTo>
                  <a:pt x="6963" y="441"/>
                  <a:pt x="6490" y="0"/>
                  <a:pt x="5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58" name="Google Shape;5875;p58">
            <a:extLst>
              <a:ext uri="{FF2B5EF4-FFF2-40B4-BE49-F238E27FC236}">
                <a16:creationId xmlns:a16="http://schemas.microsoft.com/office/drawing/2014/main" id="{5C142082-6742-8416-84A0-D0439B5CE7A0}"/>
              </a:ext>
            </a:extLst>
          </p:cNvPr>
          <p:cNvSpPr/>
          <p:nvPr/>
        </p:nvSpPr>
        <p:spPr>
          <a:xfrm>
            <a:off x="5952917" y="4367313"/>
            <a:ext cx="198965" cy="43822"/>
          </a:xfrm>
          <a:custGeom>
            <a:avLst/>
            <a:gdLst/>
            <a:ahLst/>
            <a:cxnLst/>
            <a:rect l="l" t="t" r="r" b="b"/>
            <a:pathLst>
              <a:path w="6302" h="1388" extrusionOk="0">
                <a:moveTo>
                  <a:pt x="693" y="1"/>
                </a:moveTo>
                <a:cubicBezTo>
                  <a:pt x="315" y="1"/>
                  <a:pt x="0" y="316"/>
                  <a:pt x="0" y="694"/>
                </a:cubicBezTo>
                <a:lnTo>
                  <a:pt x="0" y="1040"/>
                </a:lnTo>
                <a:cubicBezTo>
                  <a:pt x="0" y="1261"/>
                  <a:pt x="158" y="1387"/>
                  <a:pt x="347" y="1387"/>
                </a:cubicBezTo>
                <a:lnTo>
                  <a:pt x="5955" y="1387"/>
                </a:lnTo>
                <a:cubicBezTo>
                  <a:pt x="6144" y="1356"/>
                  <a:pt x="6301" y="1198"/>
                  <a:pt x="6301" y="1040"/>
                </a:cubicBezTo>
                <a:lnTo>
                  <a:pt x="6301" y="694"/>
                </a:lnTo>
                <a:cubicBezTo>
                  <a:pt x="6301" y="316"/>
                  <a:pt x="5986" y="1"/>
                  <a:pt x="557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0" name="Google Shape;5877;p58">
            <a:extLst>
              <a:ext uri="{FF2B5EF4-FFF2-40B4-BE49-F238E27FC236}">
                <a16:creationId xmlns:a16="http://schemas.microsoft.com/office/drawing/2014/main" id="{06930E03-979A-B5BE-197F-4959A0AA952D}"/>
              </a:ext>
            </a:extLst>
          </p:cNvPr>
          <p:cNvSpPr/>
          <p:nvPr/>
        </p:nvSpPr>
        <p:spPr>
          <a:xfrm>
            <a:off x="6022045" y="4558199"/>
            <a:ext cx="67658" cy="64691"/>
          </a:xfrm>
          <a:custGeom>
            <a:avLst/>
            <a:gdLst/>
            <a:ahLst/>
            <a:cxnLst/>
            <a:rect l="l" t="t" r="r" b="b"/>
            <a:pathLst>
              <a:path w="2143" h="2049" extrusionOk="0">
                <a:moveTo>
                  <a:pt x="1072" y="1"/>
                </a:moveTo>
                <a:cubicBezTo>
                  <a:pt x="473" y="1"/>
                  <a:pt x="1" y="473"/>
                  <a:pt x="1" y="1040"/>
                </a:cubicBezTo>
                <a:cubicBezTo>
                  <a:pt x="1" y="1607"/>
                  <a:pt x="473" y="2048"/>
                  <a:pt x="1072" y="2048"/>
                </a:cubicBezTo>
                <a:cubicBezTo>
                  <a:pt x="1670" y="2048"/>
                  <a:pt x="2143" y="1576"/>
                  <a:pt x="2143" y="1040"/>
                </a:cubicBezTo>
                <a:cubicBezTo>
                  <a:pt x="2143" y="442"/>
                  <a:pt x="1670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1" name="Google Shape;5878;p58">
            <a:extLst>
              <a:ext uri="{FF2B5EF4-FFF2-40B4-BE49-F238E27FC236}">
                <a16:creationId xmlns:a16="http://schemas.microsoft.com/office/drawing/2014/main" id="{22D93990-F633-8A75-E135-167ED01DE1DF}"/>
              </a:ext>
            </a:extLst>
          </p:cNvPr>
          <p:cNvSpPr/>
          <p:nvPr/>
        </p:nvSpPr>
        <p:spPr>
          <a:xfrm>
            <a:off x="5934527" y="4777022"/>
            <a:ext cx="64659" cy="64691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607" y="2048"/>
                  <a:pt x="2048" y="1576"/>
                  <a:pt x="2048" y="1040"/>
                </a:cubicBezTo>
                <a:cubicBezTo>
                  <a:pt x="2048" y="473"/>
                  <a:pt x="1607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2" name="Google Shape;5879;p58">
            <a:extLst>
              <a:ext uri="{FF2B5EF4-FFF2-40B4-BE49-F238E27FC236}">
                <a16:creationId xmlns:a16="http://schemas.microsoft.com/office/drawing/2014/main" id="{BD628450-5F26-7795-3E35-10DDB37A014F}"/>
              </a:ext>
            </a:extLst>
          </p:cNvPr>
          <p:cNvSpPr/>
          <p:nvPr/>
        </p:nvSpPr>
        <p:spPr>
          <a:xfrm>
            <a:off x="6111581" y="4777022"/>
            <a:ext cx="64659" cy="64691"/>
          </a:xfrm>
          <a:custGeom>
            <a:avLst/>
            <a:gdLst/>
            <a:ahLst/>
            <a:cxnLst/>
            <a:rect l="l" t="t" r="r" b="b"/>
            <a:pathLst>
              <a:path w="2048" h="2049" extrusionOk="0">
                <a:moveTo>
                  <a:pt x="1040" y="1"/>
                </a:moveTo>
                <a:cubicBezTo>
                  <a:pt x="473" y="1"/>
                  <a:pt x="0" y="473"/>
                  <a:pt x="0" y="1040"/>
                </a:cubicBezTo>
                <a:cubicBezTo>
                  <a:pt x="0" y="1576"/>
                  <a:pt x="473" y="2048"/>
                  <a:pt x="1040" y="2048"/>
                </a:cubicBezTo>
                <a:cubicBezTo>
                  <a:pt x="1575" y="2048"/>
                  <a:pt x="2048" y="1576"/>
                  <a:pt x="2048" y="1040"/>
                </a:cubicBezTo>
                <a:cubicBezTo>
                  <a:pt x="2048" y="473"/>
                  <a:pt x="1575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3" name="Google Shape;5880;p58">
            <a:extLst>
              <a:ext uri="{FF2B5EF4-FFF2-40B4-BE49-F238E27FC236}">
                <a16:creationId xmlns:a16="http://schemas.microsoft.com/office/drawing/2014/main" id="{A5C7D423-2A89-13B9-73E1-3B80468A7490}"/>
              </a:ext>
            </a:extLst>
          </p:cNvPr>
          <p:cNvSpPr/>
          <p:nvPr/>
        </p:nvSpPr>
        <p:spPr>
          <a:xfrm>
            <a:off x="5868859" y="4711386"/>
            <a:ext cx="377029" cy="154196"/>
          </a:xfrm>
          <a:custGeom>
            <a:avLst/>
            <a:gdLst/>
            <a:ahLst/>
            <a:cxnLst/>
            <a:rect l="l" t="t" r="r" b="b"/>
            <a:pathLst>
              <a:path w="11942" h="4884" extrusionOk="0">
                <a:moveTo>
                  <a:pt x="1545" y="0"/>
                </a:moveTo>
                <a:cubicBezTo>
                  <a:pt x="1041" y="0"/>
                  <a:pt x="599" y="347"/>
                  <a:pt x="505" y="851"/>
                </a:cubicBezTo>
                <a:lnTo>
                  <a:pt x="64" y="3655"/>
                </a:lnTo>
                <a:cubicBezTo>
                  <a:pt x="1" y="3970"/>
                  <a:pt x="95" y="4253"/>
                  <a:pt x="284" y="4474"/>
                </a:cubicBezTo>
                <a:cubicBezTo>
                  <a:pt x="410" y="4631"/>
                  <a:pt x="599" y="4757"/>
                  <a:pt x="788" y="4789"/>
                </a:cubicBezTo>
                <a:cubicBezTo>
                  <a:pt x="1009" y="4442"/>
                  <a:pt x="1324" y="4127"/>
                  <a:pt x="1639" y="3938"/>
                </a:cubicBezTo>
                <a:cubicBezTo>
                  <a:pt x="1513" y="3686"/>
                  <a:pt x="1419" y="3434"/>
                  <a:pt x="1419" y="3151"/>
                </a:cubicBezTo>
                <a:cubicBezTo>
                  <a:pt x="1419" y="2206"/>
                  <a:pt x="2206" y="1418"/>
                  <a:pt x="3151" y="1418"/>
                </a:cubicBezTo>
                <a:cubicBezTo>
                  <a:pt x="4097" y="1418"/>
                  <a:pt x="4884" y="2206"/>
                  <a:pt x="4884" y="3151"/>
                </a:cubicBezTo>
                <a:cubicBezTo>
                  <a:pt x="4884" y="3434"/>
                  <a:pt x="4821" y="3686"/>
                  <a:pt x="4695" y="3938"/>
                </a:cubicBezTo>
                <a:cubicBezTo>
                  <a:pt x="5042" y="4159"/>
                  <a:pt x="5325" y="4474"/>
                  <a:pt x="5577" y="4883"/>
                </a:cubicBezTo>
                <a:lnTo>
                  <a:pt x="6396" y="4883"/>
                </a:lnTo>
                <a:cubicBezTo>
                  <a:pt x="6585" y="4537"/>
                  <a:pt x="6900" y="4159"/>
                  <a:pt x="7247" y="3938"/>
                </a:cubicBezTo>
                <a:cubicBezTo>
                  <a:pt x="7152" y="3686"/>
                  <a:pt x="7058" y="3434"/>
                  <a:pt x="7058" y="3151"/>
                </a:cubicBezTo>
                <a:cubicBezTo>
                  <a:pt x="7058" y="2206"/>
                  <a:pt x="7846" y="1418"/>
                  <a:pt x="8791" y="1418"/>
                </a:cubicBezTo>
                <a:cubicBezTo>
                  <a:pt x="9736" y="1418"/>
                  <a:pt x="10524" y="2206"/>
                  <a:pt x="10524" y="3151"/>
                </a:cubicBezTo>
                <a:cubicBezTo>
                  <a:pt x="10524" y="3434"/>
                  <a:pt x="10461" y="3686"/>
                  <a:pt x="10334" y="3938"/>
                </a:cubicBezTo>
                <a:cubicBezTo>
                  <a:pt x="10681" y="4159"/>
                  <a:pt x="10965" y="4442"/>
                  <a:pt x="11154" y="4789"/>
                </a:cubicBezTo>
                <a:cubicBezTo>
                  <a:pt x="11343" y="4757"/>
                  <a:pt x="11563" y="4631"/>
                  <a:pt x="11658" y="4474"/>
                </a:cubicBezTo>
                <a:cubicBezTo>
                  <a:pt x="11878" y="4253"/>
                  <a:pt x="11941" y="3938"/>
                  <a:pt x="11910" y="3655"/>
                </a:cubicBezTo>
                <a:lnTo>
                  <a:pt x="11343" y="851"/>
                </a:lnTo>
                <a:cubicBezTo>
                  <a:pt x="11280" y="347"/>
                  <a:pt x="10839" y="0"/>
                  <a:pt x="103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4" name="Google Shape;5881;p58">
            <a:extLst>
              <a:ext uri="{FF2B5EF4-FFF2-40B4-BE49-F238E27FC236}">
                <a16:creationId xmlns:a16="http://schemas.microsoft.com/office/drawing/2014/main" id="{66FC7252-9504-1A06-9C4D-A3DDF5AFBB1B}"/>
              </a:ext>
            </a:extLst>
          </p:cNvPr>
          <p:cNvSpPr/>
          <p:nvPr/>
        </p:nvSpPr>
        <p:spPr>
          <a:xfrm>
            <a:off x="6080736" y="4852605"/>
            <a:ext cx="131338" cy="78614"/>
          </a:xfrm>
          <a:custGeom>
            <a:avLst/>
            <a:gdLst/>
            <a:ahLst/>
            <a:cxnLst/>
            <a:rect l="l" t="t" r="r" b="b"/>
            <a:pathLst>
              <a:path w="4160" h="2490" extrusionOk="0">
                <a:moveTo>
                  <a:pt x="977" y="1"/>
                </a:moveTo>
                <a:cubicBezTo>
                  <a:pt x="536" y="284"/>
                  <a:pt x="189" y="694"/>
                  <a:pt x="63" y="1198"/>
                </a:cubicBezTo>
                <a:cubicBezTo>
                  <a:pt x="32" y="1387"/>
                  <a:pt x="0" y="1576"/>
                  <a:pt x="0" y="1797"/>
                </a:cubicBezTo>
                <a:lnTo>
                  <a:pt x="0" y="2143"/>
                </a:lnTo>
                <a:cubicBezTo>
                  <a:pt x="0" y="2332"/>
                  <a:pt x="158" y="2490"/>
                  <a:pt x="347" y="2490"/>
                </a:cubicBezTo>
                <a:lnTo>
                  <a:pt x="3813" y="2490"/>
                </a:lnTo>
                <a:cubicBezTo>
                  <a:pt x="4002" y="2490"/>
                  <a:pt x="4159" y="2332"/>
                  <a:pt x="4159" y="2143"/>
                </a:cubicBezTo>
                <a:lnTo>
                  <a:pt x="4159" y="1797"/>
                </a:lnTo>
                <a:cubicBezTo>
                  <a:pt x="4096" y="1576"/>
                  <a:pt x="4065" y="1356"/>
                  <a:pt x="4002" y="1198"/>
                </a:cubicBezTo>
                <a:cubicBezTo>
                  <a:pt x="3844" y="694"/>
                  <a:pt x="3529" y="284"/>
                  <a:pt x="3119" y="1"/>
                </a:cubicBezTo>
                <a:cubicBezTo>
                  <a:pt x="2804" y="253"/>
                  <a:pt x="2426" y="410"/>
                  <a:pt x="2048" y="410"/>
                </a:cubicBezTo>
                <a:cubicBezTo>
                  <a:pt x="1639" y="410"/>
                  <a:pt x="1261" y="253"/>
                  <a:pt x="97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5" name="Google Shape;5882;p58">
            <a:extLst>
              <a:ext uri="{FF2B5EF4-FFF2-40B4-BE49-F238E27FC236}">
                <a16:creationId xmlns:a16="http://schemas.microsoft.com/office/drawing/2014/main" id="{B15FBFC1-5E0A-DBC7-1492-6429B6A963E4}"/>
              </a:ext>
            </a:extLst>
          </p:cNvPr>
          <p:cNvSpPr/>
          <p:nvPr/>
        </p:nvSpPr>
        <p:spPr>
          <a:xfrm>
            <a:off x="5990219" y="4632804"/>
            <a:ext cx="132317" cy="55724"/>
          </a:xfrm>
          <a:custGeom>
            <a:avLst/>
            <a:gdLst/>
            <a:ahLst/>
            <a:cxnLst/>
            <a:rect l="l" t="t" r="r" b="b"/>
            <a:pathLst>
              <a:path w="4191" h="1765" extrusionOk="0">
                <a:moveTo>
                  <a:pt x="1009" y="0"/>
                </a:moveTo>
                <a:cubicBezTo>
                  <a:pt x="379" y="347"/>
                  <a:pt x="0" y="1040"/>
                  <a:pt x="0" y="1765"/>
                </a:cubicBezTo>
                <a:lnTo>
                  <a:pt x="4191" y="1765"/>
                </a:lnTo>
                <a:cubicBezTo>
                  <a:pt x="4191" y="1040"/>
                  <a:pt x="3813" y="347"/>
                  <a:pt x="3214" y="0"/>
                </a:cubicBezTo>
                <a:cubicBezTo>
                  <a:pt x="2899" y="252"/>
                  <a:pt x="2521" y="378"/>
                  <a:pt x="2111" y="378"/>
                </a:cubicBezTo>
                <a:cubicBezTo>
                  <a:pt x="1733" y="378"/>
                  <a:pt x="1324" y="252"/>
                  <a:pt x="10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6" name="Google Shape;5883;p58">
            <a:extLst>
              <a:ext uri="{FF2B5EF4-FFF2-40B4-BE49-F238E27FC236}">
                <a16:creationId xmlns:a16="http://schemas.microsoft.com/office/drawing/2014/main" id="{319FC2A1-8F4E-B1D8-0929-18AD77DC535E}"/>
              </a:ext>
            </a:extLst>
          </p:cNvPr>
          <p:cNvSpPr/>
          <p:nvPr/>
        </p:nvSpPr>
        <p:spPr>
          <a:xfrm>
            <a:off x="5903682" y="4852605"/>
            <a:ext cx="129349" cy="78614"/>
          </a:xfrm>
          <a:custGeom>
            <a:avLst/>
            <a:gdLst/>
            <a:ahLst/>
            <a:cxnLst/>
            <a:rect l="l" t="t" r="r" b="b"/>
            <a:pathLst>
              <a:path w="4097" h="2490" extrusionOk="0">
                <a:moveTo>
                  <a:pt x="1009" y="1"/>
                </a:moveTo>
                <a:cubicBezTo>
                  <a:pt x="568" y="284"/>
                  <a:pt x="221" y="694"/>
                  <a:pt x="95" y="1198"/>
                </a:cubicBezTo>
                <a:cubicBezTo>
                  <a:pt x="64" y="1387"/>
                  <a:pt x="1" y="1576"/>
                  <a:pt x="1" y="1797"/>
                </a:cubicBezTo>
                <a:lnTo>
                  <a:pt x="1" y="2143"/>
                </a:lnTo>
                <a:cubicBezTo>
                  <a:pt x="1" y="2332"/>
                  <a:pt x="158" y="2490"/>
                  <a:pt x="379" y="2490"/>
                </a:cubicBezTo>
                <a:lnTo>
                  <a:pt x="3844" y="2490"/>
                </a:lnTo>
                <a:cubicBezTo>
                  <a:pt x="3939" y="2490"/>
                  <a:pt x="4096" y="2332"/>
                  <a:pt x="4096" y="2143"/>
                </a:cubicBezTo>
                <a:lnTo>
                  <a:pt x="4096" y="1797"/>
                </a:lnTo>
                <a:cubicBezTo>
                  <a:pt x="4096" y="1576"/>
                  <a:pt x="4065" y="1356"/>
                  <a:pt x="4033" y="1198"/>
                </a:cubicBezTo>
                <a:cubicBezTo>
                  <a:pt x="3876" y="694"/>
                  <a:pt x="3561" y="284"/>
                  <a:pt x="3120" y="1"/>
                </a:cubicBezTo>
                <a:cubicBezTo>
                  <a:pt x="2804" y="253"/>
                  <a:pt x="2458" y="410"/>
                  <a:pt x="2048" y="410"/>
                </a:cubicBezTo>
                <a:cubicBezTo>
                  <a:pt x="1670" y="410"/>
                  <a:pt x="1261" y="253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8" name="Google Shape;5885;p58">
            <a:extLst>
              <a:ext uri="{FF2B5EF4-FFF2-40B4-BE49-F238E27FC236}">
                <a16:creationId xmlns:a16="http://schemas.microsoft.com/office/drawing/2014/main" id="{594794A5-3F0A-BB3A-2BA4-1F5506ACF66A}"/>
              </a:ext>
            </a:extLst>
          </p:cNvPr>
          <p:cNvSpPr/>
          <p:nvPr/>
        </p:nvSpPr>
        <p:spPr>
          <a:xfrm>
            <a:off x="8435385" y="3772300"/>
            <a:ext cx="86538" cy="106460"/>
          </a:xfrm>
          <a:custGeom>
            <a:avLst/>
            <a:gdLst/>
            <a:ahLst/>
            <a:cxnLst/>
            <a:rect l="l" t="t" r="r" b="b"/>
            <a:pathLst>
              <a:path w="2741" h="3372" extrusionOk="0">
                <a:moveTo>
                  <a:pt x="1670" y="1"/>
                </a:moveTo>
                <a:cubicBezTo>
                  <a:pt x="1166" y="316"/>
                  <a:pt x="599" y="505"/>
                  <a:pt x="0" y="568"/>
                </a:cubicBezTo>
                <a:lnTo>
                  <a:pt x="0" y="1482"/>
                </a:lnTo>
                <a:lnTo>
                  <a:pt x="1890" y="3372"/>
                </a:lnTo>
                <a:lnTo>
                  <a:pt x="2741" y="3372"/>
                </a:lnTo>
                <a:lnTo>
                  <a:pt x="2741" y="3340"/>
                </a:lnTo>
                <a:lnTo>
                  <a:pt x="2741" y="2301"/>
                </a:lnTo>
                <a:cubicBezTo>
                  <a:pt x="2741" y="1356"/>
                  <a:pt x="2300" y="536"/>
                  <a:pt x="167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69" name="Google Shape;5886;p58">
            <a:extLst>
              <a:ext uri="{FF2B5EF4-FFF2-40B4-BE49-F238E27FC236}">
                <a16:creationId xmlns:a16="http://schemas.microsoft.com/office/drawing/2014/main" id="{0DDB1BFF-309E-5FB0-CD20-B1E5A3015758}"/>
              </a:ext>
            </a:extLst>
          </p:cNvPr>
          <p:cNvSpPr/>
          <p:nvPr/>
        </p:nvSpPr>
        <p:spPr>
          <a:xfrm>
            <a:off x="8383639" y="3838948"/>
            <a:ext cx="78614" cy="38834"/>
          </a:xfrm>
          <a:custGeom>
            <a:avLst/>
            <a:gdLst/>
            <a:ahLst/>
            <a:cxnLst/>
            <a:rect l="l" t="t" r="r" b="b"/>
            <a:pathLst>
              <a:path w="2490" h="1230" extrusionOk="0">
                <a:moveTo>
                  <a:pt x="1229" y="1"/>
                </a:moveTo>
                <a:lnTo>
                  <a:pt x="1" y="1229"/>
                </a:lnTo>
                <a:lnTo>
                  <a:pt x="2490" y="1229"/>
                </a:lnTo>
                <a:lnTo>
                  <a:pt x="122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0" name="Google Shape;5887;p58">
            <a:extLst>
              <a:ext uri="{FF2B5EF4-FFF2-40B4-BE49-F238E27FC236}">
                <a16:creationId xmlns:a16="http://schemas.microsoft.com/office/drawing/2014/main" id="{1DF19088-D671-78F6-977D-8D62F0BFBDEB}"/>
              </a:ext>
            </a:extLst>
          </p:cNvPr>
          <p:cNvSpPr/>
          <p:nvPr/>
        </p:nvSpPr>
        <p:spPr>
          <a:xfrm>
            <a:off x="8324949" y="3770312"/>
            <a:ext cx="87580" cy="107471"/>
          </a:xfrm>
          <a:custGeom>
            <a:avLst/>
            <a:gdLst/>
            <a:ahLst/>
            <a:cxnLst/>
            <a:rect l="l" t="t" r="r" b="b"/>
            <a:pathLst>
              <a:path w="2774" h="3404" extrusionOk="0">
                <a:moveTo>
                  <a:pt x="1072" y="1"/>
                </a:moveTo>
                <a:cubicBezTo>
                  <a:pt x="411" y="599"/>
                  <a:pt x="1" y="1419"/>
                  <a:pt x="1" y="2332"/>
                </a:cubicBezTo>
                <a:lnTo>
                  <a:pt x="1" y="3403"/>
                </a:lnTo>
                <a:lnTo>
                  <a:pt x="883" y="3403"/>
                </a:lnTo>
                <a:lnTo>
                  <a:pt x="2773" y="1513"/>
                </a:lnTo>
                <a:lnTo>
                  <a:pt x="2773" y="599"/>
                </a:lnTo>
                <a:cubicBezTo>
                  <a:pt x="2143" y="568"/>
                  <a:pt x="1576" y="316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1" name="Google Shape;5888;p58">
            <a:extLst>
              <a:ext uri="{FF2B5EF4-FFF2-40B4-BE49-F238E27FC236}">
                <a16:creationId xmlns:a16="http://schemas.microsoft.com/office/drawing/2014/main" id="{FC201EEE-2A2D-19A6-AC01-E3DAF06276C0}"/>
              </a:ext>
            </a:extLst>
          </p:cNvPr>
          <p:cNvSpPr/>
          <p:nvPr/>
        </p:nvSpPr>
        <p:spPr>
          <a:xfrm>
            <a:off x="8303070" y="3899629"/>
            <a:ext cx="241744" cy="44801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316"/>
                  <a:pt x="7278" y="1"/>
                  <a:pt x="693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2" name="Google Shape;5889;p58">
            <a:extLst>
              <a:ext uri="{FF2B5EF4-FFF2-40B4-BE49-F238E27FC236}">
                <a16:creationId xmlns:a16="http://schemas.microsoft.com/office/drawing/2014/main" id="{B4EA872E-30B5-4F5D-D604-D3466EFEADE5}"/>
              </a:ext>
            </a:extLst>
          </p:cNvPr>
          <p:cNvSpPr/>
          <p:nvPr/>
        </p:nvSpPr>
        <p:spPr>
          <a:xfrm>
            <a:off x="8303070" y="3570399"/>
            <a:ext cx="241744" cy="44801"/>
          </a:xfrm>
          <a:custGeom>
            <a:avLst/>
            <a:gdLst/>
            <a:ahLst/>
            <a:cxnLst/>
            <a:rect l="l" t="t" r="r" b="b"/>
            <a:pathLst>
              <a:path w="7657" h="1419" extrusionOk="0">
                <a:moveTo>
                  <a:pt x="725" y="0"/>
                </a:moveTo>
                <a:cubicBezTo>
                  <a:pt x="316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lnTo>
                  <a:pt x="6932" y="1418"/>
                </a:lnTo>
                <a:cubicBezTo>
                  <a:pt x="7341" y="1418"/>
                  <a:pt x="7657" y="1103"/>
                  <a:pt x="7657" y="725"/>
                </a:cubicBezTo>
                <a:cubicBezTo>
                  <a:pt x="7594" y="284"/>
                  <a:pt x="7278" y="0"/>
                  <a:pt x="69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3" name="Google Shape;5890;p58">
            <a:extLst>
              <a:ext uri="{FF2B5EF4-FFF2-40B4-BE49-F238E27FC236}">
                <a16:creationId xmlns:a16="http://schemas.microsoft.com/office/drawing/2014/main" id="{D6D9EBFF-0DD3-D1F0-C875-C5AB3857D616}"/>
              </a:ext>
            </a:extLst>
          </p:cNvPr>
          <p:cNvSpPr/>
          <p:nvPr/>
        </p:nvSpPr>
        <p:spPr>
          <a:xfrm>
            <a:off x="8325959" y="3635057"/>
            <a:ext cx="195965" cy="45021"/>
          </a:xfrm>
          <a:custGeom>
            <a:avLst/>
            <a:gdLst/>
            <a:ahLst/>
            <a:cxnLst/>
            <a:rect l="l" t="t" r="r" b="b"/>
            <a:pathLst>
              <a:path w="6207" h="1426" extrusionOk="0">
                <a:moveTo>
                  <a:pt x="0" y="0"/>
                </a:moveTo>
                <a:lnTo>
                  <a:pt x="0" y="441"/>
                </a:lnTo>
                <a:lnTo>
                  <a:pt x="568" y="788"/>
                </a:lnTo>
                <a:cubicBezTo>
                  <a:pt x="1355" y="1213"/>
                  <a:pt x="2237" y="1426"/>
                  <a:pt x="3112" y="1426"/>
                </a:cubicBezTo>
                <a:cubicBezTo>
                  <a:pt x="3986" y="1426"/>
                  <a:pt x="4852" y="1213"/>
                  <a:pt x="5608" y="788"/>
                </a:cubicBezTo>
                <a:lnTo>
                  <a:pt x="6207" y="441"/>
                </a:lnTo>
                <a:lnTo>
                  <a:pt x="620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4" name="Google Shape;5891;p58">
            <a:extLst>
              <a:ext uri="{FF2B5EF4-FFF2-40B4-BE49-F238E27FC236}">
                <a16:creationId xmlns:a16="http://schemas.microsoft.com/office/drawing/2014/main" id="{05592CF1-1BAC-1E0D-7951-C155C89CCE99}"/>
              </a:ext>
            </a:extLst>
          </p:cNvPr>
          <p:cNvSpPr/>
          <p:nvPr/>
        </p:nvSpPr>
        <p:spPr>
          <a:xfrm>
            <a:off x="8323969" y="3674839"/>
            <a:ext cx="196976" cy="93515"/>
          </a:xfrm>
          <a:custGeom>
            <a:avLst/>
            <a:gdLst/>
            <a:ahLst/>
            <a:cxnLst/>
            <a:rect l="l" t="t" r="r" b="b"/>
            <a:pathLst>
              <a:path w="6239" h="2962" extrusionOk="0">
                <a:moveTo>
                  <a:pt x="0" y="0"/>
                </a:moveTo>
                <a:cubicBezTo>
                  <a:pt x="126" y="1607"/>
                  <a:pt x="1481" y="2962"/>
                  <a:pt x="3119" y="2962"/>
                </a:cubicBezTo>
                <a:cubicBezTo>
                  <a:pt x="4758" y="2962"/>
                  <a:pt x="6112" y="1607"/>
                  <a:pt x="6238" y="0"/>
                </a:cubicBezTo>
                <a:lnTo>
                  <a:pt x="6238" y="0"/>
                </a:lnTo>
                <a:lnTo>
                  <a:pt x="5986" y="126"/>
                </a:lnTo>
                <a:cubicBezTo>
                  <a:pt x="5136" y="631"/>
                  <a:pt x="4096" y="883"/>
                  <a:pt x="3119" y="883"/>
                </a:cubicBezTo>
                <a:cubicBezTo>
                  <a:pt x="2143" y="883"/>
                  <a:pt x="1166" y="631"/>
                  <a:pt x="252" y="12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6" name="Google Shape;5893;p58">
            <a:extLst>
              <a:ext uri="{FF2B5EF4-FFF2-40B4-BE49-F238E27FC236}">
                <a16:creationId xmlns:a16="http://schemas.microsoft.com/office/drawing/2014/main" id="{BF7F5614-8B23-E020-7C02-C7A7F2992B4D}"/>
              </a:ext>
            </a:extLst>
          </p:cNvPr>
          <p:cNvSpPr/>
          <p:nvPr/>
        </p:nvSpPr>
        <p:spPr>
          <a:xfrm>
            <a:off x="5377785" y="2126193"/>
            <a:ext cx="264634" cy="330240"/>
          </a:xfrm>
          <a:custGeom>
            <a:avLst/>
            <a:gdLst/>
            <a:ahLst/>
            <a:cxnLst/>
            <a:rect l="l" t="t" r="r" b="b"/>
            <a:pathLst>
              <a:path w="8382" h="10460" extrusionOk="0">
                <a:moveTo>
                  <a:pt x="348" y="0"/>
                </a:moveTo>
                <a:cubicBezTo>
                  <a:pt x="158" y="0"/>
                  <a:pt x="1" y="158"/>
                  <a:pt x="1" y="347"/>
                </a:cubicBezTo>
                <a:lnTo>
                  <a:pt x="1" y="10113"/>
                </a:lnTo>
                <a:cubicBezTo>
                  <a:pt x="1" y="10302"/>
                  <a:pt x="158" y="10460"/>
                  <a:pt x="348" y="10460"/>
                </a:cubicBezTo>
                <a:lnTo>
                  <a:pt x="694" y="10460"/>
                </a:lnTo>
                <a:lnTo>
                  <a:pt x="694" y="3875"/>
                </a:lnTo>
                <a:cubicBezTo>
                  <a:pt x="694" y="3623"/>
                  <a:pt x="820" y="3340"/>
                  <a:pt x="1009" y="3151"/>
                </a:cubicBezTo>
                <a:lnTo>
                  <a:pt x="3151" y="1008"/>
                </a:lnTo>
                <a:cubicBezTo>
                  <a:pt x="3340" y="819"/>
                  <a:pt x="3624" y="693"/>
                  <a:pt x="3908" y="693"/>
                </a:cubicBezTo>
                <a:lnTo>
                  <a:pt x="8381" y="693"/>
                </a:lnTo>
                <a:lnTo>
                  <a:pt x="8381" y="347"/>
                </a:lnTo>
                <a:cubicBezTo>
                  <a:pt x="8381" y="158"/>
                  <a:pt x="8224" y="0"/>
                  <a:pt x="80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7" name="Google Shape;5894;p58">
            <a:extLst>
              <a:ext uri="{FF2B5EF4-FFF2-40B4-BE49-F238E27FC236}">
                <a16:creationId xmlns:a16="http://schemas.microsoft.com/office/drawing/2014/main" id="{0DF33455-EE18-1F7B-79F4-CDB744B945A4}"/>
              </a:ext>
            </a:extLst>
          </p:cNvPr>
          <p:cNvSpPr/>
          <p:nvPr/>
        </p:nvSpPr>
        <p:spPr>
          <a:xfrm>
            <a:off x="5428521" y="2176898"/>
            <a:ext cx="59734" cy="60713"/>
          </a:xfrm>
          <a:custGeom>
            <a:avLst/>
            <a:gdLst/>
            <a:ahLst/>
            <a:cxnLst/>
            <a:rect l="l" t="t" r="r" b="b"/>
            <a:pathLst>
              <a:path w="1892" h="1923" extrusionOk="0">
                <a:moveTo>
                  <a:pt x="1891" y="1"/>
                </a:moveTo>
                <a:lnTo>
                  <a:pt x="1" y="1923"/>
                </a:lnTo>
                <a:lnTo>
                  <a:pt x="1891" y="1923"/>
                </a:lnTo>
                <a:lnTo>
                  <a:pt x="189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8" name="Google Shape;5895;p58">
            <a:extLst>
              <a:ext uri="{FF2B5EF4-FFF2-40B4-BE49-F238E27FC236}">
                <a16:creationId xmlns:a16="http://schemas.microsoft.com/office/drawing/2014/main" id="{5ADBFFE7-1DD4-608B-050F-2199604EA85E}"/>
              </a:ext>
            </a:extLst>
          </p:cNvPr>
          <p:cNvSpPr/>
          <p:nvPr/>
        </p:nvSpPr>
        <p:spPr>
          <a:xfrm>
            <a:off x="5511082" y="2260468"/>
            <a:ext cx="154196" cy="153218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cubicBezTo>
                  <a:pt x="1" y="3749"/>
                  <a:pt x="1103" y="4852"/>
                  <a:pt x="2427" y="4852"/>
                </a:cubicBezTo>
                <a:cubicBezTo>
                  <a:pt x="3781" y="4852"/>
                  <a:pt x="4884" y="3749"/>
                  <a:pt x="4884" y="2426"/>
                </a:cubicBez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79" name="Google Shape;5896;p58">
            <a:extLst>
              <a:ext uri="{FF2B5EF4-FFF2-40B4-BE49-F238E27FC236}">
                <a16:creationId xmlns:a16="http://schemas.microsoft.com/office/drawing/2014/main" id="{8236AABD-7D71-87EA-6D52-45F5B2454FFC}"/>
              </a:ext>
            </a:extLst>
          </p:cNvPr>
          <p:cNvSpPr/>
          <p:nvPr/>
        </p:nvSpPr>
        <p:spPr>
          <a:xfrm>
            <a:off x="5420566" y="2171942"/>
            <a:ext cx="242723" cy="306371"/>
          </a:xfrm>
          <a:custGeom>
            <a:avLst/>
            <a:gdLst/>
            <a:ahLst/>
            <a:cxnLst/>
            <a:rect l="l" t="t" r="r" b="b"/>
            <a:pathLst>
              <a:path w="7688" h="9704" extrusionOk="0">
                <a:moveTo>
                  <a:pt x="2868" y="0"/>
                </a:moveTo>
                <a:lnTo>
                  <a:pt x="2868" y="2426"/>
                </a:lnTo>
                <a:cubicBezTo>
                  <a:pt x="2868" y="2647"/>
                  <a:pt x="2679" y="2804"/>
                  <a:pt x="2490" y="2804"/>
                </a:cubicBezTo>
                <a:lnTo>
                  <a:pt x="1" y="2804"/>
                </a:lnTo>
                <a:lnTo>
                  <a:pt x="1" y="9357"/>
                </a:lnTo>
                <a:cubicBezTo>
                  <a:pt x="1" y="9578"/>
                  <a:pt x="190" y="9704"/>
                  <a:pt x="379" y="9704"/>
                </a:cubicBezTo>
                <a:lnTo>
                  <a:pt x="7341" y="9704"/>
                </a:lnTo>
                <a:cubicBezTo>
                  <a:pt x="7467" y="9704"/>
                  <a:pt x="7593" y="9641"/>
                  <a:pt x="7625" y="9578"/>
                </a:cubicBezTo>
                <a:lnTo>
                  <a:pt x="6239" y="8192"/>
                </a:lnTo>
                <a:cubicBezTo>
                  <a:pt x="5924" y="8318"/>
                  <a:pt x="5609" y="8349"/>
                  <a:pt x="5262" y="8349"/>
                </a:cubicBezTo>
                <a:cubicBezTo>
                  <a:pt x="3529" y="8349"/>
                  <a:pt x="2143" y="6931"/>
                  <a:pt x="2143" y="5230"/>
                </a:cubicBezTo>
                <a:cubicBezTo>
                  <a:pt x="2143" y="3529"/>
                  <a:pt x="3561" y="2111"/>
                  <a:pt x="5262" y="2111"/>
                </a:cubicBezTo>
                <a:cubicBezTo>
                  <a:pt x="6239" y="2111"/>
                  <a:pt x="7121" y="2584"/>
                  <a:pt x="7688" y="3308"/>
                </a:cubicBezTo>
                <a:lnTo>
                  <a:pt x="7688" y="347"/>
                </a:lnTo>
                <a:cubicBezTo>
                  <a:pt x="7688" y="158"/>
                  <a:pt x="7530" y="0"/>
                  <a:pt x="73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0" name="Google Shape;5897;p58">
            <a:extLst>
              <a:ext uri="{FF2B5EF4-FFF2-40B4-BE49-F238E27FC236}">
                <a16:creationId xmlns:a16="http://schemas.microsoft.com/office/drawing/2014/main" id="{CB46866F-56BD-6D8F-9844-D7822A8A3B88}"/>
              </a:ext>
            </a:extLst>
          </p:cNvPr>
          <p:cNvSpPr/>
          <p:nvPr/>
        </p:nvSpPr>
        <p:spPr>
          <a:xfrm>
            <a:off x="5640399" y="2387765"/>
            <a:ext cx="114416" cy="112427"/>
          </a:xfrm>
          <a:custGeom>
            <a:avLst/>
            <a:gdLst/>
            <a:ahLst/>
            <a:cxnLst/>
            <a:rect l="l" t="t" r="r" b="b"/>
            <a:pathLst>
              <a:path w="3624" h="3561" extrusionOk="0">
                <a:moveTo>
                  <a:pt x="977" y="1"/>
                </a:moveTo>
                <a:cubicBezTo>
                  <a:pt x="693" y="410"/>
                  <a:pt x="378" y="757"/>
                  <a:pt x="0" y="1009"/>
                </a:cubicBezTo>
                <a:lnTo>
                  <a:pt x="2363" y="3372"/>
                </a:lnTo>
                <a:cubicBezTo>
                  <a:pt x="2489" y="3498"/>
                  <a:pt x="2662" y="3561"/>
                  <a:pt x="2840" y="3561"/>
                </a:cubicBezTo>
                <a:cubicBezTo>
                  <a:pt x="3017" y="3561"/>
                  <a:pt x="3198" y="3498"/>
                  <a:pt x="3340" y="3372"/>
                </a:cubicBezTo>
                <a:cubicBezTo>
                  <a:pt x="3623" y="3088"/>
                  <a:pt x="3623" y="2647"/>
                  <a:pt x="3340" y="2364"/>
                </a:cubicBezTo>
                <a:lnTo>
                  <a:pt x="97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2" name="Google Shape;5899;p58">
            <a:extLst>
              <a:ext uri="{FF2B5EF4-FFF2-40B4-BE49-F238E27FC236}">
                <a16:creationId xmlns:a16="http://schemas.microsoft.com/office/drawing/2014/main" id="{7FE32DB4-836A-0EDC-91D2-AF9992858D4D}"/>
              </a:ext>
            </a:extLst>
          </p:cNvPr>
          <p:cNvSpPr/>
          <p:nvPr/>
        </p:nvSpPr>
        <p:spPr>
          <a:xfrm>
            <a:off x="5400692" y="2598396"/>
            <a:ext cx="262613" cy="371062"/>
          </a:xfrm>
          <a:custGeom>
            <a:avLst/>
            <a:gdLst/>
            <a:ahLst/>
            <a:cxnLst/>
            <a:rect l="l" t="t" r="r" b="b"/>
            <a:pathLst>
              <a:path w="8318" h="11753" extrusionOk="0">
                <a:moveTo>
                  <a:pt x="3828" y="2742"/>
                </a:moveTo>
                <a:cubicBezTo>
                  <a:pt x="3915" y="2742"/>
                  <a:pt x="4001" y="2773"/>
                  <a:pt x="4064" y="2836"/>
                </a:cubicBezTo>
                <a:cubicBezTo>
                  <a:pt x="4253" y="2994"/>
                  <a:pt x="4253" y="3183"/>
                  <a:pt x="4096" y="3340"/>
                </a:cubicBezTo>
                <a:lnTo>
                  <a:pt x="2678" y="4695"/>
                </a:lnTo>
                <a:cubicBezTo>
                  <a:pt x="2615" y="4790"/>
                  <a:pt x="2520" y="4821"/>
                  <a:pt x="2457" y="4821"/>
                </a:cubicBezTo>
                <a:cubicBezTo>
                  <a:pt x="2363" y="4821"/>
                  <a:pt x="2268" y="4790"/>
                  <a:pt x="2205" y="4695"/>
                </a:cubicBezTo>
                <a:lnTo>
                  <a:pt x="1512" y="4002"/>
                </a:lnTo>
                <a:cubicBezTo>
                  <a:pt x="1386" y="3876"/>
                  <a:pt x="1386" y="3655"/>
                  <a:pt x="1512" y="3529"/>
                </a:cubicBezTo>
                <a:cubicBezTo>
                  <a:pt x="1575" y="3466"/>
                  <a:pt x="1662" y="3435"/>
                  <a:pt x="1749" y="3435"/>
                </a:cubicBezTo>
                <a:cubicBezTo>
                  <a:pt x="1835" y="3435"/>
                  <a:pt x="1922" y="3466"/>
                  <a:pt x="1985" y="3529"/>
                </a:cubicBezTo>
                <a:lnTo>
                  <a:pt x="2426" y="3971"/>
                </a:lnTo>
                <a:lnTo>
                  <a:pt x="3592" y="2836"/>
                </a:lnTo>
                <a:cubicBezTo>
                  <a:pt x="3655" y="2773"/>
                  <a:pt x="3741" y="2742"/>
                  <a:pt x="3828" y="2742"/>
                </a:cubicBezTo>
                <a:close/>
                <a:moveTo>
                  <a:pt x="3828" y="4790"/>
                </a:moveTo>
                <a:cubicBezTo>
                  <a:pt x="3915" y="4790"/>
                  <a:pt x="4001" y="4821"/>
                  <a:pt x="4064" y="4884"/>
                </a:cubicBezTo>
                <a:cubicBezTo>
                  <a:pt x="4253" y="5042"/>
                  <a:pt x="4253" y="5262"/>
                  <a:pt x="4096" y="5388"/>
                </a:cubicBezTo>
                <a:lnTo>
                  <a:pt x="2678" y="6774"/>
                </a:lnTo>
                <a:cubicBezTo>
                  <a:pt x="2615" y="6837"/>
                  <a:pt x="2520" y="6869"/>
                  <a:pt x="2457" y="6869"/>
                </a:cubicBezTo>
                <a:cubicBezTo>
                  <a:pt x="2363" y="6869"/>
                  <a:pt x="2268" y="6837"/>
                  <a:pt x="2205" y="6774"/>
                </a:cubicBezTo>
                <a:lnTo>
                  <a:pt x="1512" y="6050"/>
                </a:lnTo>
                <a:cubicBezTo>
                  <a:pt x="1386" y="5924"/>
                  <a:pt x="1386" y="5703"/>
                  <a:pt x="1512" y="5577"/>
                </a:cubicBezTo>
                <a:cubicBezTo>
                  <a:pt x="1575" y="5514"/>
                  <a:pt x="1662" y="5483"/>
                  <a:pt x="1749" y="5483"/>
                </a:cubicBezTo>
                <a:cubicBezTo>
                  <a:pt x="1835" y="5483"/>
                  <a:pt x="1922" y="5514"/>
                  <a:pt x="1985" y="5577"/>
                </a:cubicBezTo>
                <a:lnTo>
                  <a:pt x="2426" y="6018"/>
                </a:lnTo>
                <a:lnTo>
                  <a:pt x="3592" y="4884"/>
                </a:lnTo>
                <a:cubicBezTo>
                  <a:pt x="3655" y="4821"/>
                  <a:pt x="3741" y="4790"/>
                  <a:pt x="3828" y="4790"/>
                </a:cubicBezTo>
                <a:close/>
                <a:moveTo>
                  <a:pt x="3828" y="6869"/>
                </a:moveTo>
                <a:cubicBezTo>
                  <a:pt x="3915" y="6869"/>
                  <a:pt x="4001" y="6900"/>
                  <a:pt x="4064" y="6963"/>
                </a:cubicBezTo>
                <a:cubicBezTo>
                  <a:pt x="4253" y="7121"/>
                  <a:pt x="4253" y="7342"/>
                  <a:pt x="4096" y="7468"/>
                </a:cubicBezTo>
                <a:lnTo>
                  <a:pt x="2678" y="8854"/>
                </a:lnTo>
                <a:cubicBezTo>
                  <a:pt x="2615" y="8917"/>
                  <a:pt x="2520" y="8980"/>
                  <a:pt x="2457" y="8980"/>
                </a:cubicBezTo>
                <a:cubicBezTo>
                  <a:pt x="2363" y="8980"/>
                  <a:pt x="2268" y="8917"/>
                  <a:pt x="2205" y="8854"/>
                </a:cubicBezTo>
                <a:lnTo>
                  <a:pt x="1512" y="8129"/>
                </a:lnTo>
                <a:cubicBezTo>
                  <a:pt x="1386" y="8003"/>
                  <a:pt x="1386" y="7783"/>
                  <a:pt x="1512" y="7657"/>
                </a:cubicBezTo>
                <a:cubicBezTo>
                  <a:pt x="1575" y="7594"/>
                  <a:pt x="1662" y="7562"/>
                  <a:pt x="1749" y="7562"/>
                </a:cubicBezTo>
                <a:cubicBezTo>
                  <a:pt x="1835" y="7562"/>
                  <a:pt x="1922" y="7594"/>
                  <a:pt x="1985" y="7657"/>
                </a:cubicBezTo>
                <a:lnTo>
                  <a:pt x="2426" y="8098"/>
                </a:lnTo>
                <a:lnTo>
                  <a:pt x="3592" y="6963"/>
                </a:lnTo>
                <a:cubicBezTo>
                  <a:pt x="3655" y="6900"/>
                  <a:pt x="3741" y="6869"/>
                  <a:pt x="3828" y="6869"/>
                </a:cubicBezTo>
                <a:close/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9673"/>
                </a:lnTo>
                <a:lnTo>
                  <a:pt x="6301" y="9673"/>
                </a:lnTo>
                <a:lnTo>
                  <a:pt x="6301" y="10397"/>
                </a:lnTo>
                <a:lnTo>
                  <a:pt x="6301" y="10744"/>
                </a:lnTo>
                <a:lnTo>
                  <a:pt x="6270" y="10744"/>
                </a:lnTo>
                <a:cubicBezTo>
                  <a:pt x="6270" y="11343"/>
                  <a:pt x="6742" y="11752"/>
                  <a:pt x="7278" y="11752"/>
                </a:cubicBezTo>
                <a:cubicBezTo>
                  <a:pt x="7876" y="11752"/>
                  <a:pt x="8317" y="11280"/>
                  <a:pt x="8317" y="10744"/>
                </a:cubicBezTo>
                <a:lnTo>
                  <a:pt x="8317" y="7972"/>
                </a:lnTo>
                <a:lnTo>
                  <a:pt x="7498" y="8822"/>
                </a:lnTo>
                <a:lnTo>
                  <a:pt x="5608" y="9547"/>
                </a:lnTo>
                <a:cubicBezTo>
                  <a:pt x="5497" y="9576"/>
                  <a:pt x="5390" y="9590"/>
                  <a:pt x="5288" y="9590"/>
                </a:cubicBezTo>
                <a:cubicBezTo>
                  <a:pt x="4954" y="9590"/>
                  <a:pt x="4674" y="9441"/>
                  <a:pt x="4505" y="9200"/>
                </a:cubicBezTo>
                <a:cubicBezTo>
                  <a:pt x="4316" y="8980"/>
                  <a:pt x="4222" y="8665"/>
                  <a:pt x="4316" y="8255"/>
                </a:cubicBezTo>
                <a:lnTo>
                  <a:pt x="5041" y="6365"/>
                </a:lnTo>
                <a:lnTo>
                  <a:pt x="8317" y="3088"/>
                </a:lnTo>
                <a:lnTo>
                  <a:pt x="8317" y="2773"/>
                </a:lnTo>
                <a:lnTo>
                  <a:pt x="5891" y="2773"/>
                </a:lnTo>
                <a:cubicBezTo>
                  <a:pt x="5671" y="2773"/>
                  <a:pt x="5513" y="2616"/>
                  <a:pt x="5513" y="2427"/>
                </a:cubicBezTo>
                <a:lnTo>
                  <a:pt x="551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3" name="Google Shape;5900;p58">
            <a:extLst>
              <a:ext uri="{FF2B5EF4-FFF2-40B4-BE49-F238E27FC236}">
                <a16:creationId xmlns:a16="http://schemas.microsoft.com/office/drawing/2014/main" id="{725F9E34-2473-5FE9-8C87-E7D09D57D17A}"/>
              </a:ext>
            </a:extLst>
          </p:cNvPr>
          <p:cNvSpPr/>
          <p:nvPr/>
        </p:nvSpPr>
        <p:spPr>
          <a:xfrm>
            <a:off x="5681174" y="2684932"/>
            <a:ext cx="72647" cy="70658"/>
          </a:xfrm>
          <a:custGeom>
            <a:avLst/>
            <a:gdLst/>
            <a:ahLst/>
            <a:cxnLst/>
            <a:rect l="l" t="t" r="r" b="b"/>
            <a:pathLst>
              <a:path w="2301" h="2238" extrusionOk="0">
                <a:moveTo>
                  <a:pt x="1072" y="1"/>
                </a:moveTo>
                <a:cubicBezTo>
                  <a:pt x="890" y="1"/>
                  <a:pt x="709" y="64"/>
                  <a:pt x="568" y="190"/>
                </a:cubicBezTo>
                <a:lnTo>
                  <a:pt x="0" y="788"/>
                </a:lnTo>
                <a:lnTo>
                  <a:pt x="1450" y="2238"/>
                </a:lnTo>
                <a:lnTo>
                  <a:pt x="2048" y="1639"/>
                </a:lnTo>
                <a:cubicBezTo>
                  <a:pt x="2300" y="1387"/>
                  <a:pt x="2300" y="946"/>
                  <a:pt x="2048" y="662"/>
                </a:cubicBezTo>
                <a:lnTo>
                  <a:pt x="1576" y="190"/>
                </a:lnTo>
                <a:cubicBezTo>
                  <a:pt x="1434" y="64"/>
                  <a:pt x="1253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4" name="Google Shape;5901;p58">
            <a:extLst>
              <a:ext uri="{FF2B5EF4-FFF2-40B4-BE49-F238E27FC236}">
                <a16:creationId xmlns:a16="http://schemas.microsoft.com/office/drawing/2014/main" id="{B5454531-7576-41A6-196F-550FCB836CA5}"/>
              </a:ext>
            </a:extLst>
          </p:cNvPr>
          <p:cNvSpPr/>
          <p:nvPr/>
        </p:nvSpPr>
        <p:spPr>
          <a:xfrm>
            <a:off x="5557982" y="2821196"/>
            <a:ext cx="58565" cy="56861"/>
          </a:xfrm>
          <a:custGeom>
            <a:avLst/>
            <a:gdLst/>
            <a:ahLst/>
            <a:cxnLst/>
            <a:rect l="l" t="t" r="r" b="b"/>
            <a:pathLst>
              <a:path w="1855" h="1801" extrusionOk="0">
                <a:moveTo>
                  <a:pt x="594" y="1"/>
                </a:moveTo>
                <a:lnTo>
                  <a:pt x="59" y="1387"/>
                </a:lnTo>
                <a:cubicBezTo>
                  <a:pt x="0" y="1621"/>
                  <a:pt x="186" y="1800"/>
                  <a:pt x="414" y="1800"/>
                </a:cubicBezTo>
                <a:cubicBezTo>
                  <a:pt x="432" y="1800"/>
                  <a:pt x="450" y="1799"/>
                  <a:pt x="468" y="1797"/>
                </a:cubicBezTo>
                <a:lnTo>
                  <a:pt x="1855" y="1261"/>
                </a:lnTo>
                <a:lnTo>
                  <a:pt x="59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5" name="Google Shape;5902;p58">
            <a:extLst>
              <a:ext uri="{FF2B5EF4-FFF2-40B4-BE49-F238E27FC236}">
                <a16:creationId xmlns:a16="http://schemas.microsoft.com/office/drawing/2014/main" id="{D9DA3196-19ED-33C7-8EA8-9ECEC6ED561E}"/>
              </a:ext>
            </a:extLst>
          </p:cNvPr>
          <p:cNvSpPr/>
          <p:nvPr/>
        </p:nvSpPr>
        <p:spPr>
          <a:xfrm>
            <a:off x="5588670" y="2725724"/>
            <a:ext cx="123382" cy="123382"/>
          </a:xfrm>
          <a:custGeom>
            <a:avLst/>
            <a:gdLst/>
            <a:ahLst/>
            <a:cxnLst/>
            <a:rect l="l" t="t" r="r" b="b"/>
            <a:pathLst>
              <a:path w="3908" h="3908" extrusionOk="0">
                <a:moveTo>
                  <a:pt x="2426" y="1"/>
                </a:moveTo>
                <a:lnTo>
                  <a:pt x="1" y="2458"/>
                </a:lnTo>
                <a:lnTo>
                  <a:pt x="1450" y="3907"/>
                </a:lnTo>
                <a:lnTo>
                  <a:pt x="3907" y="1481"/>
                </a:lnTo>
                <a:lnTo>
                  <a:pt x="242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6" name="Google Shape;5903;p58">
            <a:extLst>
              <a:ext uri="{FF2B5EF4-FFF2-40B4-BE49-F238E27FC236}">
                <a16:creationId xmlns:a16="http://schemas.microsoft.com/office/drawing/2014/main" id="{6140738E-C006-CC65-0256-CDFE58B9B27D}"/>
              </a:ext>
            </a:extLst>
          </p:cNvPr>
          <p:cNvSpPr/>
          <p:nvPr/>
        </p:nvSpPr>
        <p:spPr>
          <a:xfrm>
            <a:off x="5598615" y="2603383"/>
            <a:ext cx="59702" cy="59702"/>
          </a:xfrm>
          <a:custGeom>
            <a:avLst/>
            <a:gdLst/>
            <a:ahLst/>
            <a:cxnLst/>
            <a:rect l="l" t="t" r="r" b="b"/>
            <a:pathLst>
              <a:path w="1891" h="1891" extrusionOk="0">
                <a:moveTo>
                  <a:pt x="1" y="0"/>
                </a:moveTo>
                <a:lnTo>
                  <a:pt x="1" y="1891"/>
                </a:lnTo>
                <a:lnTo>
                  <a:pt x="1891" y="1891"/>
                </a:lnTo>
                <a:lnTo>
                  <a:pt x="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7" name="Google Shape;5904;p58">
            <a:extLst>
              <a:ext uri="{FF2B5EF4-FFF2-40B4-BE49-F238E27FC236}">
                <a16:creationId xmlns:a16="http://schemas.microsoft.com/office/drawing/2014/main" id="{AB848A43-CFAC-ECC9-2E87-9CDBF66339C5}"/>
              </a:ext>
            </a:extLst>
          </p:cNvPr>
          <p:cNvSpPr/>
          <p:nvPr/>
        </p:nvSpPr>
        <p:spPr>
          <a:xfrm>
            <a:off x="5378781" y="2926645"/>
            <a:ext cx="209920" cy="42812"/>
          </a:xfrm>
          <a:custGeom>
            <a:avLst/>
            <a:gdLst/>
            <a:ahLst/>
            <a:cxnLst/>
            <a:rect l="l" t="t" r="r" b="b"/>
            <a:pathLst>
              <a:path w="6649" h="1356" extrusionOk="0">
                <a:moveTo>
                  <a:pt x="348" y="0"/>
                </a:moveTo>
                <a:cubicBezTo>
                  <a:pt x="158" y="0"/>
                  <a:pt x="1" y="190"/>
                  <a:pt x="1" y="347"/>
                </a:cubicBezTo>
                <a:lnTo>
                  <a:pt x="1" y="694"/>
                </a:lnTo>
                <a:cubicBezTo>
                  <a:pt x="1" y="1040"/>
                  <a:pt x="316" y="1355"/>
                  <a:pt x="694" y="1355"/>
                </a:cubicBezTo>
                <a:lnTo>
                  <a:pt x="6649" y="1355"/>
                </a:lnTo>
                <a:cubicBezTo>
                  <a:pt x="6428" y="1103"/>
                  <a:pt x="6302" y="725"/>
                  <a:pt x="6302" y="347"/>
                </a:cubicBezTo>
                <a:lnTo>
                  <a:pt x="630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89" name="Google Shape;5906;p58">
            <a:extLst>
              <a:ext uri="{FF2B5EF4-FFF2-40B4-BE49-F238E27FC236}">
                <a16:creationId xmlns:a16="http://schemas.microsoft.com/office/drawing/2014/main" id="{A39E2200-F1DA-200F-1155-BB0A13F70A32}"/>
              </a:ext>
            </a:extLst>
          </p:cNvPr>
          <p:cNvSpPr/>
          <p:nvPr/>
        </p:nvSpPr>
        <p:spPr>
          <a:xfrm>
            <a:off x="5378291" y="3073450"/>
            <a:ext cx="376019" cy="375009"/>
          </a:xfrm>
          <a:custGeom>
            <a:avLst/>
            <a:gdLst/>
            <a:ahLst/>
            <a:cxnLst/>
            <a:rect l="l" t="t" r="r" b="b"/>
            <a:pathLst>
              <a:path w="11910" h="11878" extrusionOk="0">
                <a:moveTo>
                  <a:pt x="6333" y="1418"/>
                </a:moveTo>
                <a:cubicBezTo>
                  <a:pt x="8539" y="1575"/>
                  <a:pt x="10303" y="3340"/>
                  <a:pt x="10461" y="5545"/>
                </a:cubicBezTo>
                <a:lnTo>
                  <a:pt x="10146" y="5545"/>
                </a:lnTo>
                <a:cubicBezTo>
                  <a:pt x="9957" y="5545"/>
                  <a:pt x="9799" y="5702"/>
                  <a:pt x="9799" y="5892"/>
                </a:cubicBezTo>
                <a:cubicBezTo>
                  <a:pt x="9799" y="6081"/>
                  <a:pt x="9957" y="6238"/>
                  <a:pt x="10146" y="6238"/>
                </a:cubicBezTo>
                <a:lnTo>
                  <a:pt x="10461" y="6238"/>
                </a:lnTo>
                <a:cubicBezTo>
                  <a:pt x="10303" y="8443"/>
                  <a:pt x="8539" y="10239"/>
                  <a:pt x="6333" y="10397"/>
                </a:cubicBezTo>
                <a:lnTo>
                  <a:pt x="6333" y="10082"/>
                </a:lnTo>
                <a:cubicBezTo>
                  <a:pt x="6333" y="9861"/>
                  <a:pt x="6176" y="9704"/>
                  <a:pt x="5955" y="9704"/>
                </a:cubicBezTo>
                <a:cubicBezTo>
                  <a:pt x="5766" y="9704"/>
                  <a:pt x="5609" y="9861"/>
                  <a:pt x="5609" y="10082"/>
                </a:cubicBezTo>
                <a:lnTo>
                  <a:pt x="5609" y="10397"/>
                </a:lnTo>
                <a:cubicBezTo>
                  <a:pt x="3403" y="10239"/>
                  <a:pt x="1639" y="8443"/>
                  <a:pt x="1482" y="6238"/>
                </a:cubicBezTo>
                <a:lnTo>
                  <a:pt x="1797" y="6238"/>
                </a:lnTo>
                <a:cubicBezTo>
                  <a:pt x="1986" y="6238"/>
                  <a:pt x="2143" y="6081"/>
                  <a:pt x="2143" y="5892"/>
                </a:cubicBezTo>
                <a:cubicBezTo>
                  <a:pt x="2143" y="5702"/>
                  <a:pt x="1986" y="5545"/>
                  <a:pt x="1797" y="5545"/>
                </a:cubicBezTo>
                <a:lnTo>
                  <a:pt x="1482" y="5545"/>
                </a:lnTo>
                <a:cubicBezTo>
                  <a:pt x="1639" y="3340"/>
                  <a:pt x="3403" y="1575"/>
                  <a:pt x="5609" y="1418"/>
                </a:cubicBezTo>
                <a:lnTo>
                  <a:pt x="5609" y="1733"/>
                </a:lnTo>
                <a:cubicBezTo>
                  <a:pt x="5609" y="1922"/>
                  <a:pt x="5766" y="2079"/>
                  <a:pt x="5955" y="2079"/>
                </a:cubicBezTo>
                <a:cubicBezTo>
                  <a:pt x="6176" y="2079"/>
                  <a:pt x="6333" y="1922"/>
                  <a:pt x="6333" y="1733"/>
                </a:cubicBezTo>
                <a:lnTo>
                  <a:pt x="6333" y="1418"/>
                </a:lnTo>
                <a:close/>
                <a:moveTo>
                  <a:pt x="5955" y="0"/>
                </a:moveTo>
                <a:cubicBezTo>
                  <a:pt x="5766" y="0"/>
                  <a:pt x="5609" y="126"/>
                  <a:pt x="5609" y="347"/>
                </a:cubicBezTo>
                <a:lnTo>
                  <a:pt x="5609" y="725"/>
                </a:lnTo>
                <a:cubicBezTo>
                  <a:pt x="2994" y="882"/>
                  <a:pt x="946" y="2962"/>
                  <a:pt x="757" y="5576"/>
                </a:cubicBezTo>
                <a:lnTo>
                  <a:pt x="379" y="5576"/>
                </a:lnTo>
                <a:cubicBezTo>
                  <a:pt x="158" y="5576"/>
                  <a:pt x="1" y="5734"/>
                  <a:pt x="1" y="5923"/>
                </a:cubicBezTo>
                <a:cubicBezTo>
                  <a:pt x="1" y="6112"/>
                  <a:pt x="158" y="6270"/>
                  <a:pt x="379" y="6270"/>
                </a:cubicBezTo>
                <a:lnTo>
                  <a:pt x="757" y="6270"/>
                </a:lnTo>
                <a:cubicBezTo>
                  <a:pt x="915" y="8884"/>
                  <a:pt x="2994" y="10932"/>
                  <a:pt x="5609" y="11121"/>
                </a:cubicBezTo>
                <a:lnTo>
                  <a:pt x="5609" y="11531"/>
                </a:lnTo>
                <a:cubicBezTo>
                  <a:pt x="5609" y="11720"/>
                  <a:pt x="5766" y="11877"/>
                  <a:pt x="5955" y="11877"/>
                </a:cubicBezTo>
                <a:cubicBezTo>
                  <a:pt x="6176" y="11877"/>
                  <a:pt x="6333" y="11720"/>
                  <a:pt x="6333" y="11531"/>
                </a:cubicBezTo>
                <a:lnTo>
                  <a:pt x="6333" y="11121"/>
                </a:lnTo>
                <a:cubicBezTo>
                  <a:pt x="8917" y="10964"/>
                  <a:pt x="10965" y="8884"/>
                  <a:pt x="11154" y="6270"/>
                </a:cubicBezTo>
                <a:lnTo>
                  <a:pt x="11563" y="6270"/>
                </a:lnTo>
                <a:cubicBezTo>
                  <a:pt x="11752" y="6270"/>
                  <a:pt x="11910" y="6112"/>
                  <a:pt x="11910" y="5923"/>
                </a:cubicBezTo>
                <a:cubicBezTo>
                  <a:pt x="11910" y="5734"/>
                  <a:pt x="11752" y="5576"/>
                  <a:pt x="11563" y="5576"/>
                </a:cubicBezTo>
                <a:lnTo>
                  <a:pt x="11154" y="5576"/>
                </a:lnTo>
                <a:cubicBezTo>
                  <a:pt x="10996" y="2962"/>
                  <a:pt x="8917" y="914"/>
                  <a:pt x="6333" y="725"/>
                </a:cubicBezTo>
                <a:lnTo>
                  <a:pt x="6333" y="347"/>
                </a:lnTo>
                <a:cubicBezTo>
                  <a:pt x="6333" y="126"/>
                  <a:pt x="6176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0" name="Google Shape;5907;p58">
            <a:extLst>
              <a:ext uri="{FF2B5EF4-FFF2-40B4-BE49-F238E27FC236}">
                <a16:creationId xmlns:a16="http://schemas.microsoft.com/office/drawing/2014/main" id="{3EB293ED-3F8E-A73C-34B9-0EC3972552F7}"/>
              </a:ext>
            </a:extLst>
          </p:cNvPr>
          <p:cNvSpPr/>
          <p:nvPr/>
        </p:nvSpPr>
        <p:spPr>
          <a:xfrm>
            <a:off x="5521533" y="3293253"/>
            <a:ext cx="91558" cy="65669"/>
          </a:xfrm>
          <a:custGeom>
            <a:avLst/>
            <a:gdLst/>
            <a:ahLst/>
            <a:cxnLst/>
            <a:rect l="l" t="t" r="r" b="b"/>
            <a:pathLst>
              <a:path w="2900" h="2080" extrusionOk="0">
                <a:moveTo>
                  <a:pt x="1418" y="1"/>
                </a:moveTo>
                <a:cubicBezTo>
                  <a:pt x="851" y="1"/>
                  <a:pt x="316" y="347"/>
                  <a:pt x="127" y="914"/>
                </a:cubicBezTo>
                <a:cubicBezTo>
                  <a:pt x="1" y="1166"/>
                  <a:pt x="1" y="1450"/>
                  <a:pt x="95" y="1765"/>
                </a:cubicBezTo>
                <a:cubicBezTo>
                  <a:pt x="473" y="1954"/>
                  <a:pt x="946" y="2080"/>
                  <a:pt x="1418" y="2080"/>
                </a:cubicBezTo>
                <a:cubicBezTo>
                  <a:pt x="1891" y="2080"/>
                  <a:pt x="2332" y="1954"/>
                  <a:pt x="2773" y="1765"/>
                </a:cubicBezTo>
                <a:cubicBezTo>
                  <a:pt x="2899" y="1387"/>
                  <a:pt x="2805" y="946"/>
                  <a:pt x="2616" y="599"/>
                </a:cubicBezTo>
                <a:cubicBezTo>
                  <a:pt x="2332" y="221"/>
                  <a:pt x="1891" y="1"/>
                  <a:pt x="141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1" name="Google Shape;5908;p58">
            <a:extLst>
              <a:ext uri="{FF2B5EF4-FFF2-40B4-BE49-F238E27FC236}">
                <a16:creationId xmlns:a16="http://schemas.microsoft.com/office/drawing/2014/main" id="{4582B3A3-41AF-8168-5D9D-DE9ACA18E5B4}"/>
              </a:ext>
            </a:extLst>
          </p:cNvPr>
          <p:cNvSpPr/>
          <p:nvPr/>
        </p:nvSpPr>
        <p:spPr>
          <a:xfrm>
            <a:off x="5544422" y="3227615"/>
            <a:ext cx="44801" cy="4480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3" y="0"/>
                </a:moveTo>
                <a:cubicBezTo>
                  <a:pt x="315" y="0"/>
                  <a:pt x="0" y="315"/>
                  <a:pt x="0" y="693"/>
                </a:cubicBezTo>
                <a:cubicBezTo>
                  <a:pt x="0" y="1103"/>
                  <a:pt x="315" y="1418"/>
                  <a:pt x="693" y="1418"/>
                </a:cubicBezTo>
                <a:cubicBezTo>
                  <a:pt x="1103" y="1355"/>
                  <a:pt x="1418" y="1040"/>
                  <a:pt x="1418" y="693"/>
                </a:cubicBezTo>
                <a:cubicBezTo>
                  <a:pt x="1418" y="315"/>
                  <a:pt x="1103" y="0"/>
                  <a:pt x="69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2" name="Google Shape;5909;p58">
            <a:extLst>
              <a:ext uri="{FF2B5EF4-FFF2-40B4-BE49-F238E27FC236}">
                <a16:creationId xmlns:a16="http://schemas.microsoft.com/office/drawing/2014/main" id="{8D4EE292-9738-DAA3-FB0C-8D30CC441473}"/>
              </a:ext>
            </a:extLst>
          </p:cNvPr>
          <p:cNvSpPr/>
          <p:nvPr/>
        </p:nvSpPr>
        <p:spPr>
          <a:xfrm>
            <a:off x="5468806" y="3160966"/>
            <a:ext cx="196976" cy="173108"/>
          </a:xfrm>
          <a:custGeom>
            <a:avLst/>
            <a:gdLst/>
            <a:ahLst/>
            <a:cxnLst/>
            <a:rect l="l" t="t" r="r" b="b"/>
            <a:pathLst>
              <a:path w="6239" h="5483" extrusionOk="0">
                <a:moveTo>
                  <a:pt x="3088" y="1"/>
                </a:moveTo>
                <a:cubicBezTo>
                  <a:pt x="1356" y="1"/>
                  <a:pt x="1" y="1387"/>
                  <a:pt x="1" y="3120"/>
                </a:cubicBezTo>
                <a:cubicBezTo>
                  <a:pt x="1" y="4033"/>
                  <a:pt x="379" y="4852"/>
                  <a:pt x="1041" y="5451"/>
                </a:cubicBezTo>
                <a:cubicBezTo>
                  <a:pt x="1041" y="5262"/>
                  <a:pt x="1104" y="5041"/>
                  <a:pt x="1167" y="4852"/>
                </a:cubicBezTo>
                <a:cubicBezTo>
                  <a:pt x="1324" y="4380"/>
                  <a:pt x="1671" y="4002"/>
                  <a:pt x="2112" y="3750"/>
                </a:cubicBezTo>
                <a:cubicBezTo>
                  <a:pt x="1891" y="3498"/>
                  <a:pt x="1734" y="3151"/>
                  <a:pt x="1734" y="2804"/>
                </a:cubicBezTo>
                <a:cubicBezTo>
                  <a:pt x="1734" y="2048"/>
                  <a:pt x="2364" y="1418"/>
                  <a:pt x="3088" y="1418"/>
                </a:cubicBezTo>
                <a:cubicBezTo>
                  <a:pt x="3845" y="1418"/>
                  <a:pt x="4475" y="2048"/>
                  <a:pt x="4475" y="2804"/>
                </a:cubicBezTo>
                <a:cubicBezTo>
                  <a:pt x="4475" y="3151"/>
                  <a:pt x="4317" y="3529"/>
                  <a:pt x="4097" y="3750"/>
                </a:cubicBezTo>
                <a:cubicBezTo>
                  <a:pt x="4349" y="3907"/>
                  <a:pt x="4632" y="4128"/>
                  <a:pt x="4790" y="4411"/>
                </a:cubicBezTo>
                <a:cubicBezTo>
                  <a:pt x="4979" y="4726"/>
                  <a:pt x="5105" y="5073"/>
                  <a:pt x="5136" y="5482"/>
                </a:cubicBezTo>
                <a:cubicBezTo>
                  <a:pt x="5766" y="4884"/>
                  <a:pt x="6207" y="4096"/>
                  <a:pt x="6207" y="3151"/>
                </a:cubicBezTo>
                <a:cubicBezTo>
                  <a:pt x="6239" y="1418"/>
                  <a:pt x="4821" y="1"/>
                  <a:pt x="308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4" name="Google Shape;5911;p58">
            <a:extLst>
              <a:ext uri="{FF2B5EF4-FFF2-40B4-BE49-F238E27FC236}">
                <a16:creationId xmlns:a16="http://schemas.microsoft.com/office/drawing/2014/main" id="{05282F68-46EA-A95B-2F64-D7D55771B017}"/>
              </a:ext>
            </a:extLst>
          </p:cNvPr>
          <p:cNvSpPr/>
          <p:nvPr/>
        </p:nvSpPr>
        <p:spPr>
          <a:xfrm>
            <a:off x="7891120" y="2126683"/>
            <a:ext cx="86570" cy="87548"/>
          </a:xfrm>
          <a:custGeom>
            <a:avLst/>
            <a:gdLst/>
            <a:ahLst/>
            <a:cxnLst/>
            <a:rect l="l" t="t" r="r" b="b"/>
            <a:pathLst>
              <a:path w="2742" h="2773" extrusionOk="0">
                <a:moveTo>
                  <a:pt x="1355" y="1"/>
                </a:moveTo>
                <a:cubicBezTo>
                  <a:pt x="631" y="1"/>
                  <a:pt x="1" y="631"/>
                  <a:pt x="1" y="1387"/>
                </a:cubicBezTo>
                <a:cubicBezTo>
                  <a:pt x="1" y="2143"/>
                  <a:pt x="631" y="2773"/>
                  <a:pt x="1355" y="2773"/>
                </a:cubicBezTo>
                <a:cubicBezTo>
                  <a:pt x="2111" y="2773"/>
                  <a:pt x="2742" y="2174"/>
                  <a:pt x="2742" y="1387"/>
                </a:cubicBezTo>
                <a:cubicBezTo>
                  <a:pt x="2742" y="631"/>
                  <a:pt x="2111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5" name="Google Shape;5912;p58">
            <a:extLst>
              <a:ext uri="{FF2B5EF4-FFF2-40B4-BE49-F238E27FC236}">
                <a16:creationId xmlns:a16="http://schemas.microsoft.com/office/drawing/2014/main" id="{F93F9137-202F-BAFE-7264-078845B75B06}"/>
              </a:ext>
            </a:extLst>
          </p:cNvPr>
          <p:cNvSpPr/>
          <p:nvPr/>
        </p:nvSpPr>
        <p:spPr>
          <a:xfrm>
            <a:off x="7857307" y="2390275"/>
            <a:ext cx="21911" cy="43790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4" y="1386"/>
                </a:ln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6" name="Google Shape;5913;p58">
            <a:extLst>
              <a:ext uri="{FF2B5EF4-FFF2-40B4-BE49-F238E27FC236}">
                <a16:creationId xmlns:a16="http://schemas.microsoft.com/office/drawing/2014/main" id="{6E2B6AE2-C85E-3149-D654-D50AF50B9163}"/>
              </a:ext>
            </a:extLst>
          </p:cNvPr>
          <p:cNvSpPr/>
          <p:nvPr/>
        </p:nvSpPr>
        <p:spPr>
          <a:xfrm>
            <a:off x="7900088" y="2390275"/>
            <a:ext cx="22889" cy="43790"/>
          </a:xfrm>
          <a:custGeom>
            <a:avLst/>
            <a:gdLst/>
            <a:ahLst/>
            <a:cxnLst/>
            <a:rect l="l" t="t" r="r" b="b"/>
            <a:pathLst>
              <a:path w="725" h="1387" extrusionOk="0">
                <a:moveTo>
                  <a:pt x="0" y="0"/>
                </a:moveTo>
                <a:lnTo>
                  <a:pt x="0" y="1386"/>
                </a:lnTo>
                <a:lnTo>
                  <a:pt x="725" y="1386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7" name="Google Shape;5914;p58">
            <a:extLst>
              <a:ext uri="{FF2B5EF4-FFF2-40B4-BE49-F238E27FC236}">
                <a16:creationId xmlns:a16="http://schemas.microsoft.com/office/drawing/2014/main" id="{E886B86B-8F24-882F-23B9-A6FBDDEEC197}"/>
              </a:ext>
            </a:extLst>
          </p:cNvPr>
          <p:cNvSpPr/>
          <p:nvPr/>
        </p:nvSpPr>
        <p:spPr>
          <a:xfrm>
            <a:off x="7813549" y="2390275"/>
            <a:ext cx="21911" cy="43790"/>
          </a:xfrm>
          <a:custGeom>
            <a:avLst/>
            <a:gdLst/>
            <a:ahLst/>
            <a:cxnLst/>
            <a:rect l="l" t="t" r="r" b="b"/>
            <a:pathLst>
              <a:path w="694" h="1387" extrusionOk="0">
                <a:moveTo>
                  <a:pt x="0" y="0"/>
                </a:moveTo>
                <a:lnTo>
                  <a:pt x="0" y="1386"/>
                </a:lnTo>
                <a:lnTo>
                  <a:pt x="693" y="1386"/>
                </a:lnTo>
                <a:lnTo>
                  <a:pt x="6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8" name="Google Shape;5915;p58">
            <a:extLst>
              <a:ext uri="{FF2B5EF4-FFF2-40B4-BE49-F238E27FC236}">
                <a16:creationId xmlns:a16="http://schemas.microsoft.com/office/drawing/2014/main" id="{A433BF46-75C9-4B0C-8B22-BFDF22A523B4}"/>
              </a:ext>
            </a:extLst>
          </p:cNvPr>
          <p:cNvSpPr/>
          <p:nvPr/>
        </p:nvSpPr>
        <p:spPr>
          <a:xfrm>
            <a:off x="7943845" y="2390275"/>
            <a:ext cx="43790" cy="43790"/>
          </a:xfrm>
          <a:custGeom>
            <a:avLst/>
            <a:gdLst/>
            <a:ahLst/>
            <a:cxnLst/>
            <a:rect l="l" t="t" r="r" b="b"/>
            <a:pathLst>
              <a:path w="1387" h="1387" extrusionOk="0">
                <a:moveTo>
                  <a:pt x="0" y="0"/>
                </a:moveTo>
                <a:lnTo>
                  <a:pt x="0" y="1386"/>
                </a:lnTo>
                <a:lnTo>
                  <a:pt x="1387" y="1386"/>
                </a:lnTo>
                <a:lnTo>
                  <a:pt x="1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699" name="Google Shape;5916;p58">
            <a:extLst>
              <a:ext uri="{FF2B5EF4-FFF2-40B4-BE49-F238E27FC236}">
                <a16:creationId xmlns:a16="http://schemas.microsoft.com/office/drawing/2014/main" id="{39D6F449-0C88-3978-DD95-17250C04C32C}"/>
              </a:ext>
            </a:extLst>
          </p:cNvPr>
          <p:cNvSpPr/>
          <p:nvPr/>
        </p:nvSpPr>
        <p:spPr>
          <a:xfrm>
            <a:off x="7746901" y="2325616"/>
            <a:ext cx="308361" cy="174086"/>
          </a:xfrm>
          <a:custGeom>
            <a:avLst/>
            <a:gdLst/>
            <a:ahLst/>
            <a:cxnLst/>
            <a:rect l="l" t="t" r="r" b="b"/>
            <a:pathLst>
              <a:path w="9767" h="5514" extrusionOk="0">
                <a:moveTo>
                  <a:pt x="7971" y="1387"/>
                </a:moveTo>
                <a:cubicBezTo>
                  <a:pt x="8192" y="1387"/>
                  <a:pt x="8349" y="1544"/>
                  <a:pt x="8349" y="1733"/>
                </a:cubicBezTo>
                <a:lnTo>
                  <a:pt x="8349" y="3813"/>
                </a:lnTo>
                <a:cubicBezTo>
                  <a:pt x="8349" y="4033"/>
                  <a:pt x="8192" y="4191"/>
                  <a:pt x="7971" y="4191"/>
                </a:cubicBezTo>
                <a:lnTo>
                  <a:pt x="1765" y="4191"/>
                </a:lnTo>
                <a:cubicBezTo>
                  <a:pt x="1576" y="4191"/>
                  <a:pt x="1418" y="4033"/>
                  <a:pt x="1418" y="3813"/>
                </a:cubicBezTo>
                <a:lnTo>
                  <a:pt x="1418" y="1733"/>
                </a:lnTo>
                <a:cubicBezTo>
                  <a:pt x="1418" y="1544"/>
                  <a:pt x="1576" y="1387"/>
                  <a:pt x="1765" y="1387"/>
                </a:cubicBezTo>
                <a:close/>
                <a:moveTo>
                  <a:pt x="1040" y="0"/>
                </a:moveTo>
                <a:cubicBezTo>
                  <a:pt x="473" y="0"/>
                  <a:pt x="32" y="473"/>
                  <a:pt x="32" y="1040"/>
                </a:cubicBezTo>
                <a:lnTo>
                  <a:pt x="32" y="4506"/>
                </a:lnTo>
                <a:cubicBezTo>
                  <a:pt x="0" y="5073"/>
                  <a:pt x="473" y="5514"/>
                  <a:pt x="1040" y="5514"/>
                </a:cubicBezTo>
                <a:lnTo>
                  <a:pt x="8727" y="5514"/>
                </a:lnTo>
                <a:cubicBezTo>
                  <a:pt x="9326" y="5514"/>
                  <a:pt x="9767" y="5041"/>
                  <a:pt x="9767" y="4506"/>
                </a:cubicBezTo>
                <a:lnTo>
                  <a:pt x="9767" y="1040"/>
                </a:lnTo>
                <a:cubicBezTo>
                  <a:pt x="9767" y="442"/>
                  <a:pt x="9294" y="0"/>
                  <a:pt x="87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0" name="Google Shape;5917;p58">
            <a:extLst>
              <a:ext uri="{FF2B5EF4-FFF2-40B4-BE49-F238E27FC236}">
                <a16:creationId xmlns:a16="http://schemas.microsoft.com/office/drawing/2014/main" id="{E3D6A149-8229-F092-D3FF-79FF720AB3D2}"/>
              </a:ext>
            </a:extLst>
          </p:cNvPr>
          <p:cNvSpPr/>
          <p:nvPr/>
        </p:nvSpPr>
        <p:spPr>
          <a:xfrm>
            <a:off x="8077141" y="2369374"/>
            <a:ext cx="43790" cy="86570"/>
          </a:xfrm>
          <a:custGeom>
            <a:avLst/>
            <a:gdLst/>
            <a:ahLst/>
            <a:cxnLst/>
            <a:rect l="l" t="t" r="r" b="b"/>
            <a:pathLst>
              <a:path w="1387" h="2742" extrusionOk="0">
                <a:moveTo>
                  <a:pt x="0" y="1"/>
                </a:moveTo>
                <a:lnTo>
                  <a:pt x="0" y="2742"/>
                </a:lnTo>
                <a:lnTo>
                  <a:pt x="1040" y="2742"/>
                </a:lnTo>
                <a:cubicBezTo>
                  <a:pt x="1229" y="2742"/>
                  <a:pt x="1386" y="2584"/>
                  <a:pt x="1386" y="2395"/>
                </a:cubicBezTo>
                <a:lnTo>
                  <a:pt x="1386" y="347"/>
                </a:lnTo>
                <a:cubicBezTo>
                  <a:pt x="1386" y="158"/>
                  <a:pt x="1229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1" name="Google Shape;5918;p58">
            <a:extLst>
              <a:ext uri="{FF2B5EF4-FFF2-40B4-BE49-F238E27FC236}">
                <a16:creationId xmlns:a16="http://schemas.microsoft.com/office/drawing/2014/main" id="{6F75D9F7-0C04-61FA-8CAA-0FFC2D5FE09A}"/>
              </a:ext>
            </a:extLst>
          </p:cNvPr>
          <p:cNvSpPr/>
          <p:nvPr/>
        </p:nvSpPr>
        <p:spPr>
          <a:xfrm>
            <a:off x="7857307" y="2211233"/>
            <a:ext cx="154196" cy="92537"/>
          </a:xfrm>
          <a:custGeom>
            <a:avLst/>
            <a:gdLst/>
            <a:ahLst/>
            <a:cxnLst/>
            <a:rect l="l" t="t" r="r" b="b"/>
            <a:pathLst>
              <a:path w="4884" h="2931" extrusionOk="0">
                <a:moveTo>
                  <a:pt x="820" y="0"/>
                </a:moveTo>
                <a:cubicBezTo>
                  <a:pt x="316" y="473"/>
                  <a:pt x="0" y="1103"/>
                  <a:pt x="0" y="1828"/>
                </a:cubicBezTo>
                <a:lnTo>
                  <a:pt x="0" y="2552"/>
                </a:lnTo>
                <a:cubicBezTo>
                  <a:pt x="0" y="2773"/>
                  <a:pt x="158" y="2930"/>
                  <a:pt x="347" y="2930"/>
                </a:cubicBezTo>
                <a:lnTo>
                  <a:pt x="4506" y="2930"/>
                </a:lnTo>
                <a:cubicBezTo>
                  <a:pt x="4726" y="2930"/>
                  <a:pt x="4884" y="2773"/>
                  <a:pt x="4884" y="2552"/>
                </a:cubicBezTo>
                <a:lnTo>
                  <a:pt x="4884" y="1828"/>
                </a:lnTo>
                <a:cubicBezTo>
                  <a:pt x="4884" y="1103"/>
                  <a:pt x="4569" y="441"/>
                  <a:pt x="4033" y="0"/>
                </a:cubicBezTo>
                <a:cubicBezTo>
                  <a:pt x="3655" y="473"/>
                  <a:pt x="3088" y="788"/>
                  <a:pt x="2426" y="788"/>
                </a:cubicBezTo>
                <a:cubicBezTo>
                  <a:pt x="1765" y="788"/>
                  <a:pt x="1198" y="473"/>
                  <a:pt x="8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3" name="Google Shape;5920;p58">
            <a:extLst>
              <a:ext uri="{FF2B5EF4-FFF2-40B4-BE49-F238E27FC236}">
                <a16:creationId xmlns:a16="http://schemas.microsoft.com/office/drawing/2014/main" id="{39695CBA-6027-D959-9595-6F1DA10196CA}"/>
              </a:ext>
            </a:extLst>
          </p:cNvPr>
          <p:cNvSpPr/>
          <p:nvPr/>
        </p:nvSpPr>
        <p:spPr>
          <a:xfrm>
            <a:off x="7911516" y="2705315"/>
            <a:ext cx="44801" cy="4480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694" y="1"/>
                </a:moveTo>
                <a:cubicBezTo>
                  <a:pt x="316" y="1"/>
                  <a:pt x="1" y="316"/>
                  <a:pt x="1" y="725"/>
                </a:cubicBezTo>
                <a:cubicBezTo>
                  <a:pt x="1" y="1103"/>
                  <a:pt x="316" y="1418"/>
                  <a:pt x="694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69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4" name="Google Shape;5921;p58">
            <a:extLst>
              <a:ext uri="{FF2B5EF4-FFF2-40B4-BE49-F238E27FC236}">
                <a16:creationId xmlns:a16="http://schemas.microsoft.com/office/drawing/2014/main" id="{F9C8EE82-385A-B6DA-F6FA-7F0E9047ECC3}"/>
              </a:ext>
            </a:extLst>
          </p:cNvPr>
          <p:cNvSpPr/>
          <p:nvPr/>
        </p:nvSpPr>
        <p:spPr>
          <a:xfrm>
            <a:off x="7892636" y="2771962"/>
            <a:ext cx="84581" cy="42812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1323" y="1"/>
                </a:moveTo>
                <a:cubicBezTo>
                  <a:pt x="693" y="1"/>
                  <a:pt x="189" y="379"/>
                  <a:pt x="0" y="977"/>
                </a:cubicBezTo>
                <a:cubicBezTo>
                  <a:pt x="378" y="1198"/>
                  <a:pt x="819" y="1355"/>
                  <a:pt x="1323" y="1355"/>
                </a:cubicBezTo>
                <a:cubicBezTo>
                  <a:pt x="1796" y="1355"/>
                  <a:pt x="2269" y="1198"/>
                  <a:pt x="2678" y="977"/>
                </a:cubicBezTo>
                <a:cubicBezTo>
                  <a:pt x="2489" y="410"/>
                  <a:pt x="1922" y="1"/>
                  <a:pt x="132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5" name="Google Shape;5922;p58">
            <a:extLst>
              <a:ext uri="{FF2B5EF4-FFF2-40B4-BE49-F238E27FC236}">
                <a16:creationId xmlns:a16="http://schemas.microsoft.com/office/drawing/2014/main" id="{4F7BC843-4A9A-4708-CEC5-9B9EC6762C04}"/>
              </a:ext>
            </a:extLst>
          </p:cNvPr>
          <p:cNvSpPr/>
          <p:nvPr/>
        </p:nvSpPr>
        <p:spPr>
          <a:xfrm>
            <a:off x="7856802" y="2662567"/>
            <a:ext cx="154228" cy="124361"/>
          </a:xfrm>
          <a:custGeom>
            <a:avLst/>
            <a:gdLst/>
            <a:ahLst/>
            <a:cxnLst/>
            <a:rect l="l" t="t" r="r" b="b"/>
            <a:pathLst>
              <a:path w="4885" h="3939" extrusionOk="0">
                <a:moveTo>
                  <a:pt x="2458" y="0"/>
                </a:moveTo>
                <a:cubicBezTo>
                  <a:pt x="1198" y="0"/>
                  <a:pt x="222" y="977"/>
                  <a:pt x="64" y="2079"/>
                </a:cubicBezTo>
                <a:cubicBezTo>
                  <a:pt x="1" y="2741"/>
                  <a:pt x="159" y="3371"/>
                  <a:pt x="600" y="3938"/>
                </a:cubicBezTo>
                <a:cubicBezTo>
                  <a:pt x="820" y="3529"/>
                  <a:pt x="1135" y="3214"/>
                  <a:pt x="1482" y="3025"/>
                </a:cubicBezTo>
                <a:cubicBezTo>
                  <a:pt x="1230" y="2772"/>
                  <a:pt x="1072" y="2426"/>
                  <a:pt x="1072" y="2079"/>
                </a:cubicBezTo>
                <a:cubicBezTo>
                  <a:pt x="1072" y="1323"/>
                  <a:pt x="1734" y="693"/>
                  <a:pt x="2458" y="693"/>
                </a:cubicBezTo>
                <a:cubicBezTo>
                  <a:pt x="3214" y="693"/>
                  <a:pt x="3845" y="1323"/>
                  <a:pt x="3845" y="2079"/>
                </a:cubicBezTo>
                <a:cubicBezTo>
                  <a:pt x="3845" y="2426"/>
                  <a:pt x="3687" y="2772"/>
                  <a:pt x="3435" y="3025"/>
                </a:cubicBezTo>
                <a:cubicBezTo>
                  <a:pt x="3845" y="3214"/>
                  <a:pt x="4128" y="3529"/>
                  <a:pt x="4317" y="3938"/>
                </a:cubicBezTo>
                <a:cubicBezTo>
                  <a:pt x="4695" y="3466"/>
                  <a:pt x="4853" y="2930"/>
                  <a:pt x="4853" y="2394"/>
                </a:cubicBezTo>
                <a:cubicBezTo>
                  <a:pt x="4884" y="1103"/>
                  <a:pt x="3813" y="0"/>
                  <a:pt x="24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6" name="Google Shape;5923;p58">
            <a:extLst>
              <a:ext uri="{FF2B5EF4-FFF2-40B4-BE49-F238E27FC236}">
                <a16:creationId xmlns:a16="http://schemas.microsoft.com/office/drawing/2014/main" id="{0CA58F4B-9B95-8DEC-B5B7-ED015CA7D5FF}"/>
              </a:ext>
            </a:extLst>
          </p:cNvPr>
          <p:cNvSpPr/>
          <p:nvPr/>
        </p:nvSpPr>
        <p:spPr>
          <a:xfrm>
            <a:off x="7788197" y="2597718"/>
            <a:ext cx="289481" cy="326452"/>
          </a:xfrm>
          <a:custGeom>
            <a:avLst/>
            <a:gdLst/>
            <a:ahLst/>
            <a:cxnLst/>
            <a:rect l="l" t="t" r="r" b="b"/>
            <a:pathLst>
              <a:path w="9169" h="10340" extrusionOk="0">
                <a:moveTo>
                  <a:pt x="4679" y="1327"/>
                </a:moveTo>
                <a:cubicBezTo>
                  <a:pt x="6369" y="1327"/>
                  <a:pt x="7750" y="2741"/>
                  <a:pt x="7750" y="4448"/>
                </a:cubicBezTo>
                <a:cubicBezTo>
                  <a:pt x="7750" y="6244"/>
                  <a:pt x="6301" y="7599"/>
                  <a:pt x="4631" y="7599"/>
                </a:cubicBezTo>
                <a:cubicBezTo>
                  <a:pt x="2836" y="7599"/>
                  <a:pt x="1292" y="5961"/>
                  <a:pt x="1575" y="4039"/>
                </a:cubicBezTo>
                <a:cubicBezTo>
                  <a:pt x="1764" y="2716"/>
                  <a:pt x="2867" y="1550"/>
                  <a:pt x="4222" y="1361"/>
                </a:cubicBezTo>
                <a:cubicBezTo>
                  <a:pt x="4376" y="1338"/>
                  <a:pt x="4529" y="1327"/>
                  <a:pt x="4679" y="1327"/>
                </a:cubicBezTo>
                <a:close/>
                <a:moveTo>
                  <a:pt x="4597" y="0"/>
                </a:moveTo>
                <a:cubicBezTo>
                  <a:pt x="4401" y="0"/>
                  <a:pt x="4202" y="13"/>
                  <a:pt x="4001" y="38"/>
                </a:cubicBezTo>
                <a:cubicBezTo>
                  <a:pt x="1985" y="290"/>
                  <a:pt x="378" y="1928"/>
                  <a:pt x="158" y="3913"/>
                </a:cubicBezTo>
                <a:cubicBezTo>
                  <a:pt x="0" y="5110"/>
                  <a:pt x="315" y="6244"/>
                  <a:pt x="1008" y="7189"/>
                </a:cubicBezTo>
                <a:cubicBezTo>
                  <a:pt x="1197" y="7473"/>
                  <a:pt x="1449" y="7756"/>
                  <a:pt x="1670" y="7945"/>
                </a:cubicBezTo>
                <a:lnTo>
                  <a:pt x="4411" y="10277"/>
                </a:lnTo>
                <a:cubicBezTo>
                  <a:pt x="4474" y="10308"/>
                  <a:pt x="4568" y="10340"/>
                  <a:pt x="4631" y="10340"/>
                </a:cubicBezTo>
                <a:cubicBezTo>
                  <a:pt x="4726" y="10340"/>
                  <a:pt x="4789" y="10308"/>
                  <a:pt x="4883" y="10277"/>
                </a:cubicBezTo>
                <a:lnTo>
                  <a:pt x="7593" y="7945"/>
                </a:lnTo>
                <a:cubicBezTo>
                  <a:pt x="7845" y="7756"/>
                  <a:pt x="8065" y="7473"/>
                  <a:pt x="8254" y="7189"/>
                </a:cubicBezTo>
                <a:cubicBezTo>
                  <a:pt x="8853" y="6402"/>
                  <a:pt x="9168" y="5457"/>
                  <a:pt x="9168" y="4480"/>
                </a:cubicBezTo>
                <a:cubicBezTo>
                  <a:pt x="9139" y="1996"/>
                  <a:pt x="7104" y="0"/>
                  <a:pt x="45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7" name="Google Shape;5924;p58">
            <a:extLst>
              <a:ext uri="{FF2B5EF4-FFF2-40B4-BE49-F238E27FC236}">
                <a16:creationId xmlns:a16="http://schemas.microsoft.com/office/drawing/2014/main" id="{9D0BEA97-13CE-42D0-9509-62FE52954E4B}"/>
              </a:ext>
            </a:extLst>
          </p:cNvPr>
          <p:cNvSpPr/>
          <p:nvPr/>
        </p:nvSpPr>
        <p:spPr>
          <a:xfrm>
            <a:off x="7769286" y="2861500"/>
            <a:ext cx="329261" cy="108638"/>
          </a:xfrm>
          <a:custGeom>
            <a:avLst/>
            <a:gdLst/>
            <a:ahLst/>
            <a:cxnLst/>
            <a:rect l="l" t="t" r="r" b="b"/>
            <a:pathLst>
              <a:path w="10429" h="3441" extrusionOk="0">
                <a:moveTo>
                  <a:pt x="1702" y="0"/>
                </a:moveTo>
                <a:cubicBezTo>
                  <a:pt x="1576" y="0"/>
                  <a:pt x="1513" y="63"/>
                  <a:pt x="1418" y="189"/>
                </a:cubicBezTo>
                <a:lnTo>
                  <a:pt x="32" y="2930"/>
                </a:lnTo>
                <a:cubicBezTo>
                  <a:pt x="1" y="3056"/>
                  <a:pt x="1" y="3213"/>
                  <a:pt x="32" y="3308"/>
                </a:cubicBezTo>
                <a:cubicBezTo>
                  <a:pt x="95" y="3371"/>
                  <a:pt x="190" y="3434"/>
                  <a:pt x="316" y="3434"/>
                </a:cubicBezTo>
                <a:lnTo>
                  <a:pt x="10019" y="3434"/>
                </a:lnTo>
                <a:cubicBezTo>
                  <a:pt x="10045" y="3438"/>
                  <a:pt x="10070" y="3440"/>
                  <a:pt x="10093" y="3440"/>
                </a:cubicBezTo>
                <a:cubicBezTo>
                  <a:pt x="10241" y="3440"/>
                  <a:pt x="10338" y="3362"/>
                  <a:pt x="10366" y="3308"/>
                </a:cubicBezTo>
                <a:cubicBezTo>
                  <a:pt x="10429" y="3182"/>
                  <a:pt x="10429" y="3056"/>
                  <a:pt x="10366" y="2930"/>
                </a:cubicBezTo>
                <a:lnTo>
                  <a:pt x="8979" y="189"/>
                </a:lnTo>
                <a:cubicBezTo>
                  <a:pt x="8948" y="63"/>
                  <a:pt x="8822" y="32"/>
                  <a:pt x="8696" y="0"/>
                </a:cubicBezTo>
                <a:lnTo>
                  <a:pt x="8601" y="95"/>
                </a:lnTo>
                <a:lnTo>
                  <a:pt x="5860" y="2426"/>
                </a:lnTo>
                <a:cubicBezTo>
                  <a:pt x="5671" y="2583"/>
                  <a:pt x="5451" y="2678"/>
                  <a:pt x="5199" y="2678"/>
                </a:cubicBezTo>
                <a:cubicBezTo>
                  <a:pt x="4978" y="2678"/>
                  <a:pt x="4726" y="2583"/>
                  <a:pt x="4537" y="2426"/>
                </a:cubicBezTo>
                <a:lnTo>
                  <a:pt x="1828" y="95"/>
                </a:lnTo>
                <a:lnTo>
                  <a:pt x="170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09" name="Google Shape;5926;p58">
            <a:extLst>
              <a:ext uri="{FF2B5EF4-FFF2-40B4-BE49-F238E27FC236}">
                <a16:creationId xmlns:a16="http://schemas.microsoft.com/office/drawing/2014/main" id="{E7153D09-CCDC-C699-6DD0-5CC3A14A522F}"/>
              </a:ext>
            </a:extLst>
          </p:cNvPr>
          <p:cNvSpPr/>
          <p:nvPr/>
        </p:nvSpPr>
        <p:spPr>
          <a:xfrm>
            <a:off x="7859311" y="3139610"/>
            <a:ext cx="154196" cy="88559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1324" y="0"/>
                </a:moveTo>
                <a:cubicBezTo>
                  <a:pt x="631" y="0"/>
                  <a:pt x="127" y="725"/>
                  <a:pt x="347" y="1386"/>
                </a:cubicBezTo>
                <a:lnTo>
                  <a:pt x="599" y="2080"/>
                </a:lnTo>
                <a:lnTo>
                  <a:pt x="379" y="2080"/>
                </a:lnTo>
                <a:cubicBezTo>
                  <a:pt x="158" y="2080"/>
                  <a:pt x="0" y="2237"/>
                  <a:pt x="0" y="2458"/>
                </a:cubicBezTo>
                <a:cubicBezTo>
                  <a:pt x="0" y="2647"/>
                  <a:pt x="158" y="2804"/>
                  <a:pt x="347" y="2804"/>
                </a:cubicBezTo>
                <a:lnTo>
                  <a:pt x="4506" y="2804"/>
                </a:lnTo>
                <a:cubicBezTo>
                  <a:pt x="4726" y="2804"/>
                  <a:pt x="4884" y="2647"/>
                  <a:pt x="4884" y="2458"/>
                </a:cubicBezTo>
                <a:cubicBezTo>
                  <a:pt x="4884" y="2237"/>
                  <a:pt x="4726" y="2080"/>
                  <a:pt x="4506" y="2080"/>
                </a:cubicBezTo>
                <a:lnTo>
                  <a:pt x="4317" y="2080"/>
                </a:lnTo>
                <a:lnTo>
                  <a:pt x="4569" y="1386"/>
                </a:lnTo>
                <a:cubicBezTo>
                  <a:pt x="4789" y="725"/>
                  <a:pt x="4285" y="0"/>
                  <a:pt x="35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0" name="Google Shape;5927;p58">
            <a:extLst>
              <a:ext uri="{FF2B5EF4-FFF2-40B4-BE49-F238E27FC236}">
                <a16:creationId xmlns:a16="http://schemas.microsoft.com/office/drawing/2014/main" id="{AF306507-BFF5-8C16-D487-AFC0B2186E38}"/>
              </a:ext>
            </a:extLst>
          </p:cNvPr>
          <p:cNvSpPr/>
          <p:nvPr/>
        </p:nvSpPr>
        <p:spPr>
          <a:xfrm>
            <a:off x="7812555" y="3358434"/>
            <a:ext cx="242723" cy="89537"/>
          </a:xfrm>
          <a:custGeom>
            <a:avLst/>
            <a:gdLst/>
            <a:ahLst/>
            <a:cxnLst/>
            <a:rect l="l" t="t" r="r" b="b"/>
            <a:pathLst>
              <a:path w="7688" h="2836" extrusionOk="0">
                <a:moveTo>
                  <a:pt x="1418" y="0"/>
                </a:moveTo>
                <a:cubicBezTo>
                  <a:pt x="1040" y="0"/>
                  <a:pt x="725" y="315"/>
                  <a:pt x="725" y="725"/>
                </a:cubicBezTo>
                <a:lnTo>
                  <a:pt x="725" y="1418"/>
                </a:lnTo>
                <a:cubicBezTo>
                  <a:pt x="316" y="1418"/>
                  <a:pt x="1" y="1733"/>
                  <a:pt x="1" y="2143"/>
                </a:cubicBezTo>
                <a:lnTo>
                  <a:pt x="1" y="2489"/>
                </a:lnTo>
                <a:cubicBezTo>
                  <a:pt x="1" y="2678"/>
                  <a:pt x="158" y="2836"/>
                  <a:pt x="379" y="2836"/>
                </a:cubicBezTo>
                <a:lnTo>
                  <a:pt x="7310" y="2836"/>
                </a:lnTo>
                <a:cubicBezTo>
                  <a:pt x="7530" y="2804"/>
                  <a:pt x="7688" y="2678"/>
                  <a:pt x="7688" y="2489"/>
                </a:cubicBezTo>
                <a:lnTo>
                  <a:pt x="7688" y="2143"/>
                </a:lnTo>
                <a:cubicBezTo>
                  <a:pt x="7688" y="1733"/>
                  <a:pt x="7373" y="1418"/>
                  <a:pt x="6995" y="1418"/>
                </a:cubicBezTo>
                <a:lnTo>
                  <a:pt x="6995" y="725"/>
                </a:lnTo>
                <a:cubicBezTo>
                  <a:pt x="6995" y="315"/>
                  <a:pt x="6680" y="0"/>
                  <a:pt x="62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1" name="Google Shape;5928;p58">
            <a:extLst>
              <a:ext uri="{FF2B5EF4-FFF2-40B4-BE49-F238E27FC236}">
                <a16:creationId xmlns:a16="http://schemas.microsoft.com/office/drawing/2014/main" id="{5CF3603A-4DF9-DBF0-CF4B-B589FBA3D378}"/>
              </a:ext>
            </a:extLst>
          </p:cNvPr>
          <p:cNvSpPr/>
          <p:nvPr/>
        </p:nvSpPr>
        <p:spPr>
          <a:xfrm>
            <a:off x="7893126" y="3073940"/>
            <a:ext cx="86570" cy="44801"/>
          </a:xfrm>
          <a:custGeom>
            <a:avLst/>
            <a:gdLst/>
            <a:ahLst/>
            <a:cxnLst/>
            <a:rect l="l" t="t" r="r" b="b"/>
            <a:pathLst>
              <a:path w="2742" h="1419" extrusionOk="0">
                <a:moveTo>
                  <a:pt x="1355" y="1"/>
                </a:moveTo>
                <a:cubicBezTo>
                  <a:pt x="1166" y="1"/>
                  <a:pt x="1009" y="158"/>
                  <a:pt x="1009" y="348"/>
                </a:cubicBezTo>
                <a:lnTo>
                  <a:pt x="1009" y="726"/>
                </a:lnTo>
                <a:cubicBezTo>
                  <a:pt x="568" y="820"/>
                  <a:pt x="221" y="1072"/>
                  <a:pt x="1" y="1419"/>
                </a:cubicBezTo>
                <a:lnTo>
                  <a:pt x="2742" y="1419"/>
                </a:lnTo>
                <a:cubicBezTo>
                  <a:pt x="2521" y="1104"/>
                  <a:pt x="2111" y="852"/>
                  <a:pt x="1733" y="726"/>
                </a:cubicBezTo>
                <a:lnTo>
                  <a:pt x="1733" y="348"/>
                </a:lnTo>
                <a:cubicBezTo>
                  <a:pt x="1670" y="158"/>
                  <a:pt x="1513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2" name="Google Shape;5929;p58">
            <a:extLst>
              <a:ext uri="{FF2B5EF4-FFF2-40B4-BE49-F238E27FC236}">
                <a16:creationId xmlns:a16="http://schemas.microsoft.com/office/drawing/2014/main" id="{29B606D9-FA68-DBE0-2664-68785A268D98}"/>
              </a:ext>
            </a:extLst>
          </p:cNvPr>
          <p:cNvSpPr/>
          <p:nvPr/>
        </p:nvSpPr>
        <p:spPr>
          <a:xfrm>
            <a:off x="7860322" y="3249005"/>
            <a:ext cx="150218" cy="88559"/>
          </a:xfrm>
          <a:custGeom>
            <a:avLst/>
            <a:gdLst/>
            <a:ahLst/>
            <a:cxnLst/>
            <a:rect l="l" t="t" r="r" b="b"/>
            <a:pathLst>
              <a:path w="4758" h="2805" extrusionOk="0">
                <a:moveTo>
                  <a:pt x="473" y="1"/>
                </a:moveTo>
                <a:lnTo>
                  <a:pt x="0" y="2805"/>
                </a:lnTo>
                <a:lnTo>
                  <a:pt x="4757" y="2805"/>
                </a:lnTo>
                <a:lnTo>
                  <a:pt x="428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4" name="Google Shape;5931;p58">
            <a:extLst>
              <a:ext uri="{FF2B5EF4-FFF2-40B4-BE49-F238E27FC236}">
                <a16:creationId xmlns:a16="http://schemas.microsoft.com/office/drawing/2014/main" id="{63DAF2F6-8DA9-AF42-78A8-73495F3BD845}"/>
              </a:ext>
            </a:extLst>
          </p:cNvPr>
          <p:cNvSpPr/>
          <p:nvPr/>
        </p:nvSpPr>
        <p:spPr>
          <a:xfrm>
            <a:off x="6427700" y="3768336"/>
            <a:ext cx="44801" cy="4480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64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5" name="Google Shape;5932;p58">
            <a:extLst>
              <a:ext uri="{FF2B5EF4-FFF2-40B4-BE49-F238E27FC236}">
                <a16:creationId xmlns:a16="http://schemas.microsoft.com/office/drawing/2014/main" id="{059F5E57-A34D-DA46-F905-E23372671B44}"/>
              </a:ext>
            </a:extLst>
          </p:cNvPr>
          <p:cNvSpPr/>
          <p:nvPr/>
        </p:nvSpPr>
        <p:spPr>
          <a:xfrm>
            <a:off x="6406800" y="3834985"/>
            <a:ext cx="87580" cy="43790"/>
          </a:xfrm>
          <a:custGeom>
            <a:avLst/>
            <a:gdLst/>
            <a:ahLst/>
            <a:cxnLst/>
            <a:rect l="l" t="t" r="r" b="b"/>
            <a:pathLst>
              <a:path w="2774" h="1387" extrusionOk="0">
                <a:moveTo>
                  <a:pt x="1387" y="0"/>
                </a:moveTo>
                <a:cubicBezTo>
                  <a:pt x="631" y="0"/>
                  <a:pt x="1" y="630"/>
                  <a:pt x="1" y="1387"/>
                </a:cubicBezTo>
                <a:lnTo>
                  <a:pt x="2773" y="1387"/>
                </a:lnTo>
                <a:cubicBezTo>
                  <a:pt x="2773" y="630"/>
                  <a:pt x="2175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6" name="Google Shape;5933;p58">
            <a:extLst>
              <a:ext uri="{FF2B5EF4-FFF2-40B4-BE49-F238E27FC236}">
                <a16:creationId xmlns:a16="http://schemas.microsoft.com/office/drawing/2014/main" id="{31630BC2-33A3-5939-8366-7CFA86B55204}"/>
              </a:ext>
            </a:extLst>
          </p:cNvPr>
          <p:cNvSpPr/>
          <p:nvPr/>
        </p:nvSpPr>
        <p:spPr>
          <a:xfrm>
            <a:off x="6342173" y="3703677"/>
            <a:ext cx="373019" cy="239756"/>
          </a:xfrm>
          <a:custGeom>
            <a:avLst/>
            <a:gdLst/>
            <a:ahLst/>
            <a:cxnLst/>
            <a:rect l="l" t="t" r="r" b="b"/>
            <a:pathLst>
              <a:path w="11815" h="7594" extrusionOk="0">
                <a:moveTo>
                  <a:pt x="10050" y="2080"/>
                </a:moveTo>
                <a:cubicBezTo>
                  <a:pt x="10239" y="2080"/>
                  <a:pt x="10397" y="2238"/>
                  <a:pt x="10397" y="2427"/>
                </a:cubicBezTo>
                <a:cubicBezTo>
                  <a:pt x="10397" y="2616"/>
                  <a:pt x="10239" y="2773"/>
                  <a:pt x="10050" y="2773"/>
                </a:cubicBezTo>
                <a:lnTo>
                  <a:pt x="6553" y="2773"/>
                </a:lnTo>
                <a:cubicBezTo>
                  <a:pt x="6333" y="2773"/>
                  <a:pt x="6175" y="2616"/>
                  <a:pt x="6175" y="2427"/>
                </a:cubicBezTo>
                <a:cubicBezTo>
                  <a:pt x="6175" y="2238"/>
                  <a:pt x="6333" y="2080"/>
                  <a:pt x="6553" y="2080"/>
                </a:cubicBezTo>
                <a:close/>
                <a:moveTo>
                  <a:pt x="10050" y="3466"/>
                </a:moveTo>
                <a:cubicBezTo>
                  <a:pt x="10239" y="3466"/>
                  <a:pt x="10397" y="3624"/>
                  <a:pt x="10397" y="3813"/>
                </a:cubicBezTo>
                <a:cubicBezTo>
                  <a:pt x="10397" y="4002"/>
                  <a:pt x="10239" y="4159"/>
                  <a:pt x="10050" y="4159"/>
                </a:cubicBezTo>
                <a:lnTo>
                  <a:pt x="6553" y="4159"/>
                </a:lnTo>
                <a:cubicBezTo>
                  <a:pt x="6333" y="4159"/>
                  <a:pt x="6175" y="4002"/>
                  <a:pt x="6175" y="3813"/>
                </a:cubicBezTo>
                <a:cubicBezTo>
                  <a:pt x="6175" y="3624"/>
                  <a:pt x="6333" y="3466"/>
                  <a:pt x="6553" y="3466"/>
                </a:cubicBezTo>
                <a:close/>
                <a:moveTo>
                  <a:pt x="10050" y="4821"/>
                </a:moveTo>
                <a:cubicBezTo>
                  <a:pt x="10239" y="4821"/>
                  <a:pt x="10397" y="4978"/>
                  <a:pt x="10397" y="5199"/>
                </a:cubicBezTo>
                <a:cubicBezTo>
                  <a:pt x="10397" y="5388"/>
                  <a:pt x="10239" y="5546"/>
                  <a:pt x="10050" y="5546"/>
                </a:cubicBezTo>
                <a:lnTo>
                  <a:pt x="6553" y="5546"/>
                </a:lnTo>
                <a:cubicBezTo>
                  <a:pt x="6333" y="5546"/>
                  <a:pt x="6175" y="5388"/>
                  <a:pt x="6175" y="5199"/>
                </a:cubicBezTo>
                <a:cubicBezTo>
                  <a:pt x="6175" y="4978"/>
                  <a:pt x="6333" y="4821"/>
                  <a:pt x="6553" y="4821"/>
                </a:cubicBezTo>
                <a:close/>
                <a:moveTo>
                  <a:pt x="3403" y="1418"/>
                </a:moveTo>
                <a:cubicBezTo>
                  <a:pt x="4127" y="1418"/>
                  <a:pt x="4757" y="2049"/>
                  <a:pt x="4757" y="2773"/>
                </a:cubicBezTo>
                <a:cubicBezTo>
                  <a:pt x="4757" y="3151"/>
                  <a:pt x="4600" y="3498"/>
                  <a:pt x="4379" y="3718"/>
                </a:cubicBezTo>
                <a:cubicBezTo>
                  <a:pt x="5009" y="4065"/>
                  <a:pt x="5451" y="4758"/>
                  <a:pt x="5451" y="5546"/>
                </a:cubicBezTo>
                <a:lnTo>
                  <a:pt x="5451" y="5892"/>
                </a:lnTo>
                <a:lnTo>
                  <a:pt x="5514" y="5892"/>
                </a:lnTo>
                <a:cubicBezTo>
                  <a:pt x="5514" y="6081"/>
                  <a:pt x="5356" y="6239"/>
                  <a:pt x="5167" y="6239"/>
                </a:cubicBezTo>
                <a:lnTo>
                  <a:pt x="1701" y="6239"/>
                </a:lnTo>
                <a:cubicBezTo>
                  <a:pt x="1512" y="6239"/>
                  <a:pt x="1355" y="6081"/>
                  <a:pt x="1355" y="5892"/>
                </a:cubicBezTo>
                <a:lnTo>
                  <a:pt x="1355" y="5546"/>
                </a:lnTo>
                <a:cubicBezTo>
                  <a:pt x="1355" y="4758"/>
                  <a:pt x="1764" y="4096"/>
                  <a:pt x="2395" y="3718"/>
                </a:cubicBezTo>
                <a:cubicBezTo>
                  <a:pt x="2174" y="3498"/>
                  <a:pt x="2016" y="3151"/>
                  <a:pt x="2016" y="2773"/>
                </a:cubicBezTo>
                <a:cubicBezTo>
                  <a:pt x="2016" y="2049"/>
                  <a:pt x="2647" y="1418"/>
                  <a:pt x="3403" y="1418"/>
                </a:cubicBezTo>
                <a:close/>
                <a:moveTo>
                  <a:pt x="1040" y="1"/>
                </a:moveTo>
                <a:cubicBezTo>
                  <a:pt x="441" y="1"/>
                  <a:pt x="0" y="473"/>
                  <a:pt x="0" y="1009"/>
                </a:cubicBezTo>
                <a:lnTo>
                  <a:pt x="0" y="6554"/>
                </a:lnTo>
                <a:cubicBezTo>
                  <a:pt x="0" y="7152"/>
                  <a:pt x="473" y="7593"/>
                  <a:pt x="1040" y="7593"/>
                </a:cubicBezTo>
                <a:lnTo>
                  <a:pt x="10806" y="7593"/>
                </a:lnTo>
                <a:cubicBezTo>
                  <a:pt x="11373" y="7593"/>
                  <a:pt x="11815" y="7121"/>
                  <a:pt x="11815" y="6554"/>
                </a:cubicBezTo>
                <a:lnTo>
                  <a:pt x="11815" y="1009"/>
                </a:lnTo>
                <a:cubicBezTo>
                  <a:pt x="11783" y="473"/>
                  <a:pt x="11310" y="1"/>
                  <a:pt x="10743" y="1"/>
                </a:cubicBezTo>
                <a:lnTo>
                  <a:pt x="7593" y="1"/>
                </a:lnTo>
                <a:lnTo>
                  <a:pt x="7593" y="347"/>
                </a:lnTo>
                <a:cubicBezTo>
                  <a:pt x="7593" y="946"/>
                  <a:pt x="7120" y="1355"/>
                  <a:pt x="6585" y="1355"/>
                </a:cubicBezTo>
                <a:lnTo>
                  <a:pt x="5198" y="1355"/>
                </a:lnTo>
                <a:cubicBezTo>
                  <a:pt x="4600" y="1355"/>
                  <a:pt x="4190" y="883"/>
                  <a:pt x="4190" y="347"/>
                </a:cubicBezTo>
                <a:lnTo>
                  <a:pt x="419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7" name="Google Shape;5934;p58">
            <a:extLst>
              <a:ext uri="{FF2B5EF4-FFF2-40B4-BE49-F238E27FC236}">
                <a16:creationId xmlns:a16="http://schemas.microsoft.com/office/drawing/2014/main" id="{81997723-6CA7-BEF0-7F40-34DC0E060499}"/>
              </a:ext>
            </a:extLst>
          </p:cNvPr>
          <p:cNvSpPr/>
          <p:nvPr/>
        </p:nvSpPr>
        <p:spPr>
          <a:xfrm>
            <a:off x="6450589" y="3637030"/>
            <a:ext cx="154196" cy="88559"/>
          </a:xfrm>
          <a:custGeom>
            <a:avLst/>
            <a:gdLst/>
            <a:ahLst/>
            <a:cxnLst/>
            <a:rect l="l" t="t" r="r" b="b"/>
            <a:pathLst>
              <a:path w="4884" h="2805" extrusionOk="0">
                <a:moveTo>
                  <a:pt x="693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4"/>
                  <a:pt x="315" y="1419"/>
                  <a:pt x="693" y="1419"/>
                </a:cubicBezTo>
                <a:lnTo>
                  <a:pt x="1418" y="1419"/>
                </a:lnTo>
                <a:lnTo>
                  <a:pt x="1418" y="2458"/>
                </a:lnTo>
                <a:cubicBezTo>
                  <a:pt x="1386" y="2647"/>
                  <a:pt x="1544" y="2805"/>
                  <a:pt x="1733" y="2805"/>
                </a:cubicBezTo>
                <a:lnTo>
                  <a:pt x="3119" y="2805"/>
                </a:lnTo>
                <a:cubicBezTo>
                  <a:pt x="3308" y="2805"/>
                  <a:pt x="3466" y="2647"/>
                  <a:pt x="3466" y="2458"/>
                </a:cubicBezTo>
                <a:lnTo>
                  <a:pt x="3466" y="1419"/>
                </a:lnTo>
                <a:lnTo>
                  <a:pt x="4159" y="1419"/>
                </a:lnTo>
                <a:cubicBezTo>
                  <a:pt x="4568" y="1419"/>
                  <a:pt x="4883" y="1104"/>
                  <a:pt x="4883" y="725"/>
                </a:cubicBezTo>
                <a:cubicBezTo>
                  <a:pt x="4883" y="316"/>
                  <a:pt x="4568" y="1"/>
                  <a:pt x="415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18" name="Google Shape;5935;p58">
            <a:extLst>
              <a:ext uri="{FF2B5EF4-FFF2-40B4-BE49-F238E27FC236}">
                <a16:creationId xmlns:a16="http://schemas.microsoft.com/office/drawing/2014/main" id="{2A49AE88-3133-FB38-7800-52CFFB856EE5}"/>
              </a:ext>
            </a:extLst>
          </p:cNvPr>
          <p:cNvSpPr/>
          <p:nvPr/>
        </p:nvSpPr>
        <p:spPr>
          <a:xfrm>
            <a:off x="6472469" y="3571392"/>
            <a:ext cx="109427" cy="44801"/>
          </a:xfrm>
          <a:custGeom>
            <a:avLst/>
            <a:gdLst/>
            <a:ahLst/>
            <a:cxnLst/>
            <a:rect l="l" t="t" r="r" b="b"/>
            <a:pathLst>
              <a:path w="3466" h="1419" extrusionOk="0">
                <a:moveTo>
                  <a:pt x="378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lnTo>
                  <a:pt x="3466" y="1418"/>
                </a:lnTo>
                <a:lnTo>
                  <a:pt x="3466" y="347"/>
                </a:lnTo>
                <a:cubicBezTo>
                  <a:pt x="3466" y="158"/>
                  <a:pt x="3308" y="1"/>
                  <a:pt x="31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0" name="Google Shape;5937;p58">
            <a:extLst>
              <a:ext uri="{FF2B5EF4-FFF2-40B4-BE49-F238E27FC236}">
                <a16:creationId xmlns:a16="http://schemas.microsoft.com/office/drawing/2014/main" id="{EDE1755D-BE11-E4C7-360C-161E4326D341}"/>
              </a:ext>
            </a:extLst>
          </p:cNvPr>
          <p:cNvSpPr/>
          <p:nvPr/>
        </p:nvSpPr>
        <p:spPr>
          <a:xfrm>
            <a:off x="6406815" y="4158940"/>
            <a:ext cx="21911" cy="109459"/>
          </a:xfrm>
          <a:custGeom>
            <a:avLst/>
            <a:gdLst/>
            <a:ahLst/>
            <a:cxnLst/>
            <a:rect l="l" t="t" r="r" b="b"/>
            <a:pathLst>
              <a:path w="694" h="3467" extrusionOk="0">
                <a:moveTo>
                  <a:pt x="0" y="1"/>
                </a:moveTo>
                <a:lnTo>
                  <a:pt x="0" y="3466"/>
                </a:lnTo>
                <a:lnTo>
                  <a:pt x="694" y="3466"/>
                </a:lnTo>
                <a:lnTo>
                  <a:pt x="69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1" name="Google Shape;5938;p58">
            <a:extLst>
              <a:ext uri="{FF2B5EF4-FFF2-40B4-BE49-F238E27FC236}">
                <a16:creationId xmlns:a16="http://schemas.microsoft.com/office/drawing/2014/main" id="{8465FF4D-767E-E7FD-7429-31B505AC689B}"/>
              </a:ext>
            </a:extLst>
          </p:cNvPr>
          <p:cNvSpPr/>
          <p:nvPr/>
        </p:nvSpPr>
        <p:spPr>
          <a:xfrm>
            <a:off x="6627628" y="4158940"/>
            <a:ext cx="22921" cy="109459"/>
          </a:xfrm>
          <a:custGeom>
            <a:avLst/>
            <a:gdLst/>
            <a:ahLst/>
            <a:cxnLst/>
            <a:rect l="l" t="t" r="r" b="b"/>
            <a:pathLst>
              <a:path w="726" h="3467" extrusionOk="0">
                <a:moveTo>
                  <a:pt x="1" y="1"/>
                </a:moveTo>
                <a:lnTo>
                  <a:pt x="1" y="3466"/>
                </a:lnTo>
                <a:lnTo>
                  <a:pt x="725" y="3466"/>
                </a:lnTo>
                <a:lnTo>
                  <a:pt x="725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2" name="Google Shape;5939;p58">
            <a:extLst>
              <a:ext uri="{FF2B5EF4-FFF2-40B4-BE49-F238E27FC236}">
                <a16:creationId xmlns:a16="http://schemas.microsoft.com/office/drawing/2014/main" id="{A75C8304-0521-4EF1-DAAF-D440D083E462}"/>
              </a:ext>
            </a:extLst>
          </p:cNvPr>
          <p:cNvSpPr/>
          <p:nvPr/>
        </p:nvSpPr>
        <p:spPr>
          <a:xfrm>
            <a:off x="6406815" y="4290247"/>
            <a:ext cx="21911" cy="131339"/>
          </a:xfrm>
          <a:custGeom>
            <a:avLst/>
            <a:gdLst/>
            <a:ahLst/>
            <a:cxnLst/>
            <a:rect l="l" t="t" r="r" b="b"/>
            <a:pathLst>
              <a:path w="694" h="4160" extrusionOk="0">
                <a:moveTo>
                  <a:pt x="0" y="0"/>
                </a:moveTo>
                <a:lnTo>
                  <a:pt x="0" y="4159"/>
                </a:lnTo>
                <a:lnTo>
                  <a:pt x="694" y="4159"/>
                </a:ln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3" name="Google Shape;5940;p58">
            <a:extLst>
              <a:ext uri="{FF2B5EF4-FFF2-40B4-BE49-F238E27FC236}">
                <a16:creationId xmlns:a16="http://schemas.microsoft.com/office/drawing/2014/main" id="{2EF706AD-70D7-992F-9444-721B4E91BF83}"/>
              </a:ext>
            </a:extLst>
          </p:cNvPr>
          <p:cNvSpPr/>
          <p:nvPr/>
        </p:nvSpPr>
        <p:spPr>
          <a:xfrm>
            <a:off x="6627628" y="4290247"/>
            <a:ext cx="22921" cy="131339"/>
          </a:xfrm>
          <a:custGeom>
            <a:avLst/>
            <a:gdLst/>
            <a:ahLst/>
            <a:cxnLst/>
            <a:rect l="l" t="t" r="r" b="b"/>
            <a:pathLst>
              <a:path w="726" h="4160" extrusionOk="0">
                <a:moveTo>
                  <a:pt x="1" y="0"/>
                </a:moveTo>
                <a:lnTo>
                  <a:pt x="1" y="4159"/>
                </a:lnTo>
                <a:lnTo>
                  <a:pt x="725" y="4159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4" name="Google Shape;5941;p58">
            <a:extLst>
              <a:ext uri="{FF2B5EF4-FFF2-40B4-BE49-F238E27FC236}">
                <a16:creationId xmlns:a16="http://schemas.microsoft.com/office/drawing/2014/main" id="{44519AFC-BFDE-C2E4-B961-8370E109AEB3}"/>
              </a:ext>
            </a:extLst>
          </p:cNvPr>
          <p:cNvSpPr/>
          <p:nvPr/>
        </p:nvSpPr>
        <p:spPr>
          <a:xfrm>
            <a:off x="6342157" y="4158940"/>
            <a:ext cx="43790" cy="109459"/>
          </a:xfrm>
          <a:custGeom>
            <a:avLst/>
            <a:gdLst/>
            <a:ahLst/>
            <a:cxnLst/>
            <a:rect l="l" t="t" r="r" b="b"/>
            <a:pathLst>
              <a:path w="1387" h="3467" extrusionOk="0">
                <a:moveTo>
                  <a:pt x="1009" y="1"/>
                </a:moveTo>
                <a:cubicBezTo>
                  <a:pt x="442" y="1"/>
                  <a:pt x="1" y="442"/>
                  <a:pt x="1" y="1009"/>
                </a:cubicBezTo>
                <a:lnTo>
                  <a:pt x="1" y="2049"/>
                </a:lnTo>
                <a:cubicBezTo>
                  <a:pt x="1" y="2427"/>
                  <a:pt x="158" y="2773"/>
                  <a:pt x="442" y="3025"/>
                </a:cubicBezTo>
                <a:cubicBezTo>
                  <a:pt x="662" y="3340"/>
                  <a:pt x="1009" y="3466"/>
                  <a:pt x="1387" y="3466"/>
                </a:cubicBezTo>
                <a:lnTo>
                  <a:pt x="138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5" name="Google Shape;5942;p58">
            <a:extLst>
              <a:ext uri="{FF2B5EF4-FFF2-40B4-BE49-F238E27FC236}">
                <a16:creationId xmlns:a16="http://schemas.microsoft.com/office/drawing/2014/main" id="{A836B2D8-4C3D-0FF4-F3A8-29966FFF08A2}"/>
              </a:ext>
            </a:extLst>
          </p:cNvPr>
          <p:cNvSpPr/>
          <p:nvPr/>
        </p:nvSpPr>
        <p:spPr>
          <a:xfrm>
            <a:off x="6451584" y="4158940"/>
            <a:ext cx="154196" cy="109459"/>
          </a:xfrm>
          <a:custGeom>
            <a:avLst/>
            <a:gdLst/>
            <a:ahLst/>
            <a:cxnLst/>
            <a:rect l="l" t="t" r="r" b="b"/>
            <a:pathLst>
              <a:path w="4884" h="3467" extrusionOk="0">
                <a:moveTo>
                  <a:pt x="0" y="1"/>
                </a:moveTo>
                <a:lnTo>
                  <a:pt x="0" y="3466"/>
                </a:lnTo>
                <a:lnTo>
                  <a:pt x="4883" y="3466"/>
                </a:lnTo>
                <a:lnTo>
                  <a:pt x="488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6" name="Google Shape;5943;p58">
            <a:extLst>
              <a:ext uri="{FF2B5EF4-FFF2-40B4-BE49-F238E27FC236}">
                <a16:creationId xmlns:a16="http://schemas.microsoft.com/office/drawing/2014/main" id="{E11FBF7C-DE7D-6370-8876-D4482A9E6597}"/>
              </a:ext>
            </a:extLst>
          </p:cNvPr>
          <p:cNvSpPr/>
          <p:nvPr/>
        </p:nvSpPr>
        <p:spPr>
          <a:xfrm>
            <a:off x="6671385" y="4274335"/>
            <a:ext cx="43822" cy="148229"/>
          </a:xfrm>
          <a:custGeom>
            <a:avLst/>
            <a:gdLst/>
            <a:ahLst/>
            <a:cxnLst/>
            <a:rect l="l" t="t" r="r" b="b"/>
            <a:pathLst>
              <a:path w="1388" h="4695" extrusionOk="0">
                <a:moveTo>
                  <a:pt x="1387" y="0"/>
                </a:moveTo>
                <a:cubicBezTo>
                  <a:pt x="977" y="315"/>
                  <a:pt x="505" y="504"/>
                  <a:pt x="1" y="504"/>
                </a:cubicBezTo>
                <a:lnTo>
                  <a:pt x="1" y="4695"/>
                </a:lnTo>
                <a:lnTo>
                  <a:pt x="347" y="4695"/>
                </a:lnTo>
                <a:cubicBezTo>
                  <a:pt x="946" y="4695"/>
                  <a:pt x="1387" y="4222"/>
                  <a:pt x="1387" y="3655"/>
                </a:cubicBezTo>
                <a:lnTo>
                  <a:pt x="138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7" name="Google Shape;5944;p58">
            <a:extLst>
              <a:ext uri="{FF2B5EF4-FFF2-40B4-BE49-F238E27FC236}">
                <a16:creationId xmlns:a16="http://schemas.microsoft.com/office/drawing/2014/main" id="{634D3109-EF95-A081-0F95-387C913A2396}"/>
              </a:ext>
            </a:extLst>
          </p:cNvPr>
          <p:cNvSpPr/>
          <p:nvPr/>
        </p:nvSpPr>
        <p:spPr>
          <a:xfrm>
            <a:off x="6342157" y="4274334"/>
            <a:ext cx="43790" cy="147251"/>
          </a:xfrm>
          <a:custGeom>
            <a:avLst/>
            <a:gdLst/>
            <a:ahLst/>
            <a:cxnLst/>
            <a:rect l="l" t="t" r="r" b="b"/>
            <a:pathLst>
              <a:path w="1387" h="4664" extrusionOk="0">
                <a:moveTo>
                  <a:pt x="1" y="0"/>
                </a:moveTo>
                <a:lnTo>
                  <a:pt x="1" y="3655"/>
                </a:lnTo>
                <a:cubicBezTo>
                  <a:pt x="1" y="4222"/>
                  <a:pt x="442" y="4663"/>
                  <a:pt x="1009" y="4663"/>
                </a:cubicBezTo>
                <a:lnTo>
                  <a:pt x="1387" y="4663"/>
                </a:lnTo>
                <a:lnTo>
                  <a:pt x="1387" y="504"/>
                </a:lnTo>
                <a:cubicBezTo>
                  <a:pt x="851" y="504"/>
                  <a:pt x="379" y="315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8" name="Google Shape;5945;p58">
            <a:extLst>
              <a:ext uri="{FF2B5EF4-FFF2-40B4-BE49-F238E27FC236}">
                <a16:creationId xmlns:a16="http://schemas.microsoft.com/office/drawing/2014/main" id="{3733E1FD-A45F-3B1A-F11B-BB8A528A1CA5}"/>
              </a:ext>
            </a:extLst>
          </p:cNvPr>
          <p:cNvSpPr/>
          <p:nvPr/>
        </p:nvSpPr>
        <p:spPr>
          <a:xfrm>
            <a:off x="6517221" y="4290247"/>
            <a:ext cx="21911" cy="22921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1" y="0"/>
                </a:moveTo>
                <a:lnTo>
                  <a:pt x="1" y="347"/>
                </a:lnTo>
                <a:cubicBezTo>
                  <a:pt x="1" y="568"/>
                  <a:pt x="158" y="725"/>
                  <a:pt x="347" y="725"/>
                </a:cubicBezTo>
                <a:cubicBezTo>
                  <a:pt x="568" y="725"/>
                  <a:pt x="694" y="568"/>
                  <a:pt x="694" y="347"/>
                </a:cubicBez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29" name="Google Shape;5946;p58">
            <a:extLst>
              <a:ext uri="{FF2B5EF4-FFF2-40B4-BE49-F238E27FC236}">
                <a16:creationId xmlns:a16="http://schemas.microsoft.com/office/drawing/2014/main" id="{8EE9644A-154F-7785-93C7-422E8F94E9A0}"/>
              </a:ext>
            </a:extLst>
          </p:cNvPr>
          <p:cNvSpPr/>
          <p:nvPr/>
        </p:nvSpPr>
        <p:spPr>
          <a:xfrm>
            <a:off x="6671385" y="4158940"/>
            <a:ext cx="43822" cy="109459"/>
          </a:xfrm>
          <a:custGeom>
            <a:avLst/>
            <a:gdLst/>
            <a:ahLst/>
            <a:cxnLst/>
            <a:rect l="l" t="t" r="r" b="b"/>
            <a:pathLst>
              <a:path w="1388" h="3467" extrusionOk="0">
                <a:moveTo>
                  <a:pt x="1" y="1"/>
                </a:moveTo>
                <a:lnTo>
                  <a:pt x="1" y="3466"/>
                </a:lnTo>
                <a:cubicBezTo>
                  <a:pt x="347" y="3466"/>
                  <a:pt x="662" y="3340"/>
                  <a:pt x="946" y="3088"/>
                </a:cubicBezTo>
                <a:cubicBezTo>
                  <a:pt x="1229" y="2836"/>
                  <a:pt x="1387" y="2458"/>
                  <a:pt x="1387" y="2080"/>
                </a:cubicBezTo>
                <a:lnTo>
                  <a:pt x="1387" y="1040"/>
                </a:lnTo>
                <a:cubicBezTo>
                  <a:pt x="1387" y="442"/>
                  <a:pt x="914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0" name="Google Shape;5947;p58">
            <a:extLst>
              <a:ext uri="{FF2B5EF4-FFF2-40B4-BE49-F238E27FC236}">
                <a16:creationId xmlns:a16="http://schemas.microsoft.com/office/drawing/2014/main" id="{30E61F33-2C0E-B30B-65A1-64C99BB54785}"/>
              </a:ext>
            </a:extLst>
          </p:cNvPr>
          <p:cNvSpPr/>
          <p:nvPr/>
        </p:nvSpPr>
        <p:spPr>
          <a:xfrm>
            <a:off x="6451584" y="4290247"/>
            <a:ext cx="154196" cy="131339"/>
          </a:xfrm>
          <a:custGeom>
            <a:avLst/>
            <a:gdLst/>
            <a:ahLst/>
            <a:cxnLst/>
            <a:rect l="l" t="t" r="r" b="b"/>
            <a:pathLst>
              <a:path w="4884" h="4160" extrusionOk="0">
                <a:moveTo>
                  <a:pt x="0" y="0"/>
                </a:moveTo>
                <a:lnTo>
                  <a:pt x="0" y="4159"/>
                </a:lnTo>
                <a:lnTo>
                  <a:pt x="4883" y="4159"/>
                </a:lnTo>
                <a:lnTo>
                  <a:pt x="4883" y="0"/>
                </a:lnTo>
                <a:lnTo>
                  <a:pt x="3466" y="0"/>
                </a:lnTo>
                <a:lnTo>
                  <a:pt x="3466" y="347"/>
                </a:lnTo>
                <a:cubicBezTo>
                  <a:pt x="3466" y="946"/>
                  <a:pt x="2993" y="1387"/>
                  <a:pt x="2426" y="1387"/>
                </a:cubicBezTo>
                <a:cubicBezTo>
                  <a:pt x="1827" y="1387"/>
                  <a:pt x="1418" y="914"/>
                  <a:pt x="1418" y="347"/>
                </a:cubicBezTo>
                <a:lnTo>
                  <a:pt x="141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1" name="Google Shape;5948;p58">
            <a:extLst>
              <a:ext uri="{FF2B5EF4-FFF2-40B4-BE49-F238E27FC236}">
                <a16:creationId xmlns:a16="http://schemas.microsoft.com/office/drawing/2014/main" id="{2BA3520C-8E91-A5FC-03DC-EB5BA7AF1610}"/>
              </a:ext>
            </a:extLst>
          </p:cNvPr>
          <p:cNvSpPr/>
          <p:nvPr/>
        </p:nvSpPr>
        <p:spPr>
          <a:xfrm>
            <a:off x="6450574" y="4049545"/>
            <a:ext cx="154196" cy="87548"/>
          </a:xfrm>
          <a:custGeom>
            <a:avLst/>
            <a:gdLst/>
            <a:ahLst/>
            <a:cxnLst/>
            <a:rect l="l" t="t" r="r" b="b"/>
            <a:pathLst>
              <a:path w="4884" h="2773" extrusionOk="0">
                <a:moveTo>
                  <a:pt x="2427" y="0"/>
                </a:moveTo>
                <a:cubicBezTo>
                  <a:pt x="1103" y="0"/>
                  <a:pt x="1" y="1103"/>
                  <a:pt x="1" y="2426"/>
                </a:cubicBezTo>
                <a:lnTo>
                  <a:pt x="1" y="2773"/>
                </a:lnTo>
                <a:lnTo>
                  <a:pt x="1355" y="2773"/>
                </a:lnTo>
                <a:lnTo>
                  <a:pt x="1355" y="2426"/>
                </a:lnTo>
                <a:cubicBezTo>
                  <a:pt x="1355" y="1828"/>
                  <a:pt x="1828" y="1418"/>
                  <a:pt x="2395" y="1418"/>
                </a:cubicBezTo>
                <a:cubicBezTo>
                  <a:pt x="2994" y="1418"/>
                  <a:pt x="3403" y="1891"/>
                  <a:pt x="3403" y="2426"/>
                </a:cubicBezTo>
                <a:lnTo>
                  <a:pt x="3403" y="2773"/>
                </a:lnTo>
                <a:lnTo>
                  <a:pt x="4884" y="2773"/>
                </a:lnTo>
                <a:lnTo>
                  <a:pt x="4884" y="2426"/>
                </a:lnTo>
                <a:cubicBezTo>
                  <a:pt x="4884" y="1103"/>
                  <a:pt x="3781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3" name="Google Shape;5950;p58">
            <a:extLst>
              <a:ext uri="{FF2B5EF4-FFF2-40B4-BE49-F238E27FC236}">
                <a16:creationId xmlns:a16="http://schemas.microsoft.com/office/drawing/2014/main" id="{B6D88484-1AEE-5F23-7C2C-02B361893712}"/>
              </a:ext>
            </a:extLst>
          </p:cNvPr>
          <p:cNvSpPr/>
          <p:nvPr/>
        </p:nvSpPr>
        <p:spPr>
          <a:xfrm>
            <a:off x="6627155" y="4800418"/>
            <a:ext cx="65669" cy="131307"/>
          </a:xfrm>
          <a:custGeom>
            <a:avLst/>
            <a:gdLst/>
            <a:ahLst/>
            <a:cxnLst/>
            <a:rect l="l" t="t" r="r" b="b"/>
            <a:pathLst>
              <a:path w="2080" h="4159" extrusionOk="0">
                <a:moveTo>
                  <a:pt x="0" y="0"/>
                </a:moveTo>
                <a:lnTo>
                  <a:pt x="0" y="4159"/>
                </a:lnTo>
                <a:lnTo>
                  <a:pt x="1733" y="4159"/>
                </a:lnTo>
                <a:cubicBezTo>
                  <a:pt x="1922" y="4159"/>
                  <a:pt x="2079" y="4001"/>
                  <a:pt x="2079" y="3812"/>
                </a:cubicBezTo>
                <a:lnTo>
                  <a:pt x="2079" y="1733"/>
                </a:lnTo>
                <a:cubicBezTo>
                  <a:pt x="2079" y="788"/>
                  <a:pt x="1292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4" name="Google Shape;5951;p58">
            <a:extLst>
              <a:ext uri="{FF2B5EF4-FFF2-40B4-BE49-F238E27FC236}">
                <a16:creationId xmlns:a16="http://schemas.microsoft.com/office/drawing/2014/main" id="{38EACF8A-BDB2-F814-B6FF-68D1568C5572}"/>
              </a:ext>
            </a:extLst>
          </p:cNvPr>
          <p:cNvSpPr/>
          <p:nvPr/>
        </p:nvSpPr>
        <p:spPr>
          <a:xfrm>
            <a:off x="6452088" y="4800418"/>
            <a:ext cx="153186" cy="63933"/>
          </a:xfrm>
          <a:custGeom>
            <a:avLst/>
            <a:gdLst/>
            <a:ahLst/>
            <a:cxnLst/>
            <a:rect l="l" t="t" r="r" b="b"/>
            <a:pathLst>
              <a:path w="4852" h="2025" extrusionOk="0">
                <a:moveTo>
                  <a:pt x="0" y="0"/>
                </a:moveTo>
                <a:lnTo>
                  <a:pt x="0" y="1481"/>
                </a:lnTo>
                <a:cubicBezTo>
                  <a:pt x="772" y="1843"/>
                  <a:pt x="1599" y="2024"/>
                  <a:pt x="2426" y="2024"/>
                </a:cubicBezTo>
                <a:cubicBezTo>
                  <a:pt x="3253" y="2024"/>
                  <a:pt x="4080" y="1843"/>
                  <a:pt x="4852" y="1481"/>
                </a:cubicBezTo>
                <a:lnTo>
                  <a:pt x="4852" y="0"/>
                </a:lnTo>
                <a:lnTo>
                  <a:pt x="4789" y="0"/>
                </a:lnTo>
                <a:cubicBezTo>
                  <a:pt x="4348" y="410"/>
                  <a:pt x="3781" y="693"/>
                  <a:pt x="3119" y="693"/>
                </a:cubicBezTo>
                <a:lnTo>
                  <a:pt x="1733" y="693"/>
                </a:lnTo>
                <a:cubicBezTo>
                  <a:pt x="1071" y="693"/>
                  <a:pt x="473" y="410"/>
                  <a:pt x="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5" name="Google Shape;5952;p58">
            <a:extLst>
              <a:ext uri="{FF2B5EF4-FFF2-40B4-BE49-F238E27FC236}">
                <a16:creationId xmlns:a16="http://schemas.microsoft.com/office/drawing/2014/main" id="{C2A98264-A119-1B22-14CC-86A6EBB0F6B5}"/>
              </a:ext>
            </a:extLst>
          </p:cNvPr>
          <p:cNvSpPr/>
          <p:nvPr/>
        </p:nvSpPr>
        <p:spPr>
          <a:xfrm>
            <a:off x="6452088" y="4871044"/>
            <a:ext cx="153186" cy="60681"/>
          </a:xfrm>
          <a:custGeom>
            <a:avLst/>
            <a:gdLst/>
            <a:ahLst/>
            <a:cxnLst/>
            <a:rect l="l" t="t" r="r" b="b"/>
            <a:pathLst>
              <a:path w="4852" h="1922" extrusionOk="0">
                <a:moveTo>
                  <a:pt x="0" y="0"/>
                </a:moveTo>
                <a:lnTo>
                  <a:pt x="0" y="1922"/>
                </a:lnTo>
                <a:lnTo>
                  <a:pt x="4852" y="1922"/>
                </a:lnTo>
                <a:lnTo>
                  <a:pt x="4852" y="0"/>
                </a:lnTo>
                <a:cubicBezTo>
                  <a:pt x="4080" y="315"/>
                  <a:pt x="3253" y="473"/>
                  <a:pt x="2426" y="473"/>
                </a:cubicBezTo>
                <a:cubicBezTo>
                  <a:pt x="1599" y="473"/>
                  <a:pt x="772" y="31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6" name="Google Shape;5953;p58">
            <a:extLst>
              <a:ext uri="{FF2B5EF4-FFF2-40B4-BE49-F238E27FC236}">
                <a16:creationId xmlns:a16="http://schemas.microsoft.com/office/drawing/2014/main" id="{57218A1E-480E-4983-6BAF-799D1307F2DD}"/>
              </a:ext>
            </a:extLst>
          </p:cNvPr>
          <p:cNvSpPr/>
          <p:nvPr/>
        </p:nvSpPr>
        <p:spPr>
          <a:xfrm>
            <a:off x="6364541" y="4799408"/>
            <a:ext cx="65701" cy="132317"/>
          </a:xfrm>
          <a:custGeom>
            <a:avLst/>
            <a:gdLst/>
            <a:ahLst/>
            <a:cxnLst/>
            <a:rect l="l" t="t" r="r" b="b"/>
            <a:pathLst>
              <a:path w="2081" h="4191" extrusionOk="0">
                <a:moveTo>
                  <a:pt x="1734" y="1"/>
                </a:moveTo>
                <a:cubicBezTo>
                  <a:pt x="757" y="32"/>
                  <a:pt x="1" y="757"/>
                  <a:pt x="1" y="1765"/>
                </a:cubicBezTo>
                <a:lnTo>
                  <a:pt x="1" y="3844"/>
                </a:lnTo>
                <a:cubicBezTo>
                  <a:pt x="1" y="4033"/>
                  <a:pt x="158" y="4191"/>
                  <a:pt x="379" y="4191"/>
                </a:cubicBezTo>
                <a:lnTo>
                  <a:pt x="2080" y="4191"/>
                </a:lnTo>
                <a:lnTo>
                  <a:pt x="208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7" name="Google Shape;5954;p58">
            <a:extLst>
              <a:ext uri="{FF2B5EF4-FFF2-40B4-BE49-F238E27FC236}">
                <a16:creationId xmlns:a16="http://schemas.microsoft.com/office/drawing/2014/main" id="{CDB18FB2-AF3C-4232-A3DD-3B0E3487335F}"/>
              </a:ext>
            </a:extLst>
          </p:cNvPr>
          <p:cNvSpPr/>
          <p:nvPr/>
        </p:nvSpPr>
        <p:spPr>
          <a:xfrm>
            <a:off x="6462034" y="4667122"/>
            <a:ext cx="131307" cy="133328"/>
          </a:xfrm>
          <a:custGeom>
            <a:avLst/>
            <a:gdLst/>
            <a:ahLst/>
            <a:cxnLst/>
            <a:rect l="l" t="t" r="r" b="b"/>
            <a:pathLst>
              <a:path w="4159" h="4223" extrusionOk="0">
                <a:moveTo>
                  <a:pt x="2080" y="1"/>
                </a:moveTo>
                <a:cubicBezTo>
                  <a:pt x="1765" y="442"/>
                  <a:pt x="1260" y="694"/>
                  <a:pt x="693" y="694"/>
                </a:cubicBezTo>
                <a:lnTo>
                  <a:pt x="0" y="694"/>
                </a:lnTo>
                <a:lnTo>
                  <a:pt x="0" y="3498"/>
                </a:lnTo>
                <a:cubicBezTo>
                  <a:pt x="347" y="3939"/>
                  <a:pt x="851" y="4222"/>
                  <a:pt x="1418" y="4222"/>
                </a:cubicBezTo>
                <a:lnTo>
                  <a:pt x="2804" y="4222"/>
                </a:lnTo>
                <a:cubicBezTo>
                  <a:pt x="3340" y="4222"/>
                  <a:pt x="3844" y="3939"/>
                  <a:pt x="4159" y="3498"/>
                </a:cubicBezTo>
                <a:lnTo>
                  <a:pt x="4159" y="694"/>
                </a:lnTo>
                <a:lnTo>
                  <a:pt x="3466" y="694"/>
                </a:lnTo>
                <a:cubicBezTo>
                  <a:pt x="2899" y="694"/>
                  <a:pt x="2395" y="442"/>
                  <a:pt x="208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38" name="Google Shape;5955;p58">
            <a:extLst>
              <a:ext uri="{FF2B5EF4-FFF2-40B4-BE49-F238E27FC236}">
                <a16:creationId xmlns:a16="http://schemas.microsoft.com/office/drawing/2014/main" id="{B8A6E73C-F7F3-BCB6-E7CB-AB646134105D}"/>
              </a:ext>
            </a:extLst>
          </p:cNvPr>
          <p:cNvSpPr/>
          <p:nvPr/>
        </p:nvSpPr>
        <p:spPr>
          <a:xfrm>
            <a:off x="6406310" y="4557694"/>
            <a:ext cx="240766" cy="219866"/>
          </a:xfrm>
          <a:custGeom>
            <a:avLst/>
            <a:gdLst/>
            <a:ahLst/>
            <a:cxnLst/>
            <a:rect l="l" t="t" r="r" b="b"/>
            <a:pathLst>
              <a:path w="7626" h="6964" extrusionOk="0">
                <a:moveTo>
                  <a:pt x="3813" y="1"/>
                </a:moveTo>
                <a:cubicBezTo>
                  <a:pt x="1734" y="1"/>
                  <a:pt x="1" y="1702"/>
                  <a:pt x="1" y="3813"/>
                </a:cubicBezTo>
                <a:lnTo>
                  <a:pt x="1" y="5955"/>
                </a:lnTo>
                <a:lnTo>
                  <a:pt x="64" y="5955"/>
                </a:lnTo>
                <a:cubicBezTo>
                  <a:pt x="64" y="6522"/>
                  <a:pt x="537" y="6964"/>
                  <a:pt x="1104" y="6964"/>
                </a:cubicBezTo>
                <a:lnTo>
                  <a:pt x="1104" y="3813"/>
                </a:lnTo>
                <a:cubicBezTo>
                  <a:pt x="1104" y="3624"/>
                  <a:pt x="1261" y="3467"/>
                  <a:pt x="1450" y="3467"/>
                </a:cubicBezTo>
                <a:lnTo>
                  <a:pt x="2458" y="3467"/>
                </a:lnTo>
                <a:cubicBezTo>
                  <a:pt x="3057" y="3467"/>
                  <a:pt x="3498" y="2994"/>
                  <a:pt x="3498" y="2427"/>
                </a:cubicBezTo>
                <a:lnTo>
                  <a:pt x="3498" y="1734"/>
                </a:lnTo>
                <a:cubicBezTo>
                  <a:pt x="3498" y="1545"/>
                  <a:pt x="3656" y="1387"/>
                  <a:pt x="3845" y="1387"/>
                </a:cubicBezTo>
                <a:cubicBezTo>
                  <a:pt x="4034" y="1387"/>
                  <a:pt x="4191" y="1545"/>
                  <a:pt x="4191" y="1734"/>
                </a:cubicBezTo>
                <a:lnTo>
                  <a:pt x="4191" y="2427"/>
                </a:lnTo>
                <a:cubicBezTo>
                  <a:pt x="4191" y="3025"/>
                  <a:pt x="4664" y="3467"/>
                  <a:pt x="5231" y="3467"/>
                </a:cubicBezTo>
                <a:lnTo>
                  <a:pt x="6239" y="3467"/>
                </a:lnTo>
                <a:cubicBezTo>
                  <a:pt x="6459" y="3467"/>
                  <a:pt x="6617" y="3624"/>
                  <a:pt x="6617" y="3813"/>
                </a:cubicBezTo>
                <a:lnTo>
                  <a:pt x="6617" y="6964"/>
                </a:lnTo>
                <a:cubicBezTo>
                  <a:pt x="7184" y="6964"/>
                  <a:pt x="7625" y="6491"/>
                  <a:pt x="7625" y="5955"/>
                </a:cubicBezTo>
                <a:lnTo>
                  <a:pt x="7625" y="3813"/>
                </a:lnTo>
                <a:cubicBezTo>
                  <a:pt x="7625" y="1734"/>
                  <a:pt x="5924" y="1"/>
                  <a:pt x="381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0" name="Google Shape;5957;p58">
            <a:extLst>
              <a:ext uri="{FF2B5EF4-FFF2-40B4-BE49-F238E27FC236}">
                <a16:creationId xmlns:a16="http://schemas.microsoft.com/office/drawing/2014/main" id="{66029F95-13A9-0164-688C-F50D45024A5D}"/>
              </a:ext>
            </a:extLst>
          </p:cNvPr>
          <p:cNvSpPr/>
          <p:nvPr/>
        </p:nvSpPr>
        <p:spPr>
          <a:xfrm>
            <a:off x="8237432" y="4224104"/>
            <a:ext cx="373019" cy="197955"/>
          </a:xfrm>
          <a:custGeom>
            <a:avLst/>
            <a:gdLst/>
            <a:ahLst/>
            <a:cxnLst/>
            <a:rect l="l" t="t" r="r" b="b"/>
            <a:pathLst>
              <a:path w="11815" h="6270" extrusionOk="0">
                <a:moveTo>
                  <a:pt x="7309" y="1418"/>
                </a:moveTo>
                <a:cubicBezTo>
                  <a:pt x="7908" y="1418"/>
                  <a:pt x="8349" y="1891"/>
                  <a:pt x="8349" y="2458"/>
                </a:cubicBezTo>
                <a:cubicBezTo>
                  <a:pt x="8349" y="2993"/>
                  <a:pt x="7845" y="3466"/>
                  <a:pt x="7309" y="3466"/>
                </a:cubicBezTo>
                <a:lnTo>
                  <a:pt x="4474" y="3466"/>
                </a:lnTo>
                <a:cubicBezTo>
                  <a:pt x="3875" y="3466"/>
                  <a:pt x="3434" y="2993"/>
                  <a:pt x="3434" y="2458"/>
                </a:cubicBezTo>
                <a:cubicBezTo>
                  <a:pt x="3434" y="1859"/>
                  <a:pt x="3907" y="1418"/>
                  <a:pt x="4474" y="1418"/>
                </a:cubicBezTo>
                <a:close/>
                <a:moveTo>
                  <a:pt x="1008" y="1"/>
                </a:moveTo>
                <a:cubicBezTo>
                  <a:pt x="410" y="1"/>
                  <a:pt x="0" y="473"/>
                  <a:pt x="0" y="1040"/>
                </a:cubicBezTo>
                <a:lnTo>
                  <a:pt x="0" y="5262"/>
                </a:lnTo>
                <a:cubicBezTo>
                  <a:pt x="0" y="5829"/>
                  <a:pt x="473" y="6270"/>
                  <a:pt x="1008" y="6270"/>
                </a:cubicBezTo>
                <a:lnTo>
                  <a:pt x="10775" y="6270"/>
                </a:lnTo>
                <a:cubicBezTo>
                  <a:pt x="11373" y="6270"/>
                  <a:pt x="11815" y="5797"/>
                  <a:pt x="11815" y="5262"/>
                </a:cubicBezTo>
                <a:lnTo>
                  <a:pt x="11815" y="1040"/>
                </a:lnTo>
                <a:cubicBezTo>
                  <a:pt x="11783" y="473"/>
                  <a:pt x="11342" y="1"/>
                  <a:pt x="1077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1" name="Google Shape;5958;p58">
            <a:extLst>
              <a:ext uri="{FF2B5EF4-FFF2-40B4-BE49-F238E27FC236}">
                <a16:creationId xmlns:a16="http://schemas.microsoft.com/office/drawing/2014/main" id="{847675A4-CF49-4A46-AAEA-0181AA892403}"/>
              </a:ext>
            </a:extLst>
          </p:cNvPr>
          <p:cNvSpPr/>
          <p:nvPr/>
        </p:nvSpPr>
        <p:spPr>
          <a:xfrm>
            <a:off x="8367727" y="4290752"/>
            <a:ext cx="111416" cy="21911"/>
          </a:xfrm>
          <a:custGeom>
            <a:avLst/>
            <a:gdLst/>
            <a:ahLst/>
            <a:cxnLst/>
            <a:rect l="l" t="t" r="r" b="b"/>
            <a:pathLst>
              <a:path w="3529" h="694" extrusionOk="0">
                <a:moveTo>
                  <a:pt x="347" y="0"/>
                </a:moveTo>
                <a:cubicBezTo>
                  <a:pt x="158" y="0"/>
                  <a:pt x="0" y="126"/>
                  <a:pt x="0" y="347"/>
                </a:cubicBezTo>
                <a:cubicBezTo>
                  <a:pt x="0" y="536"/>
                  <a:pt x="158" y="693"/>
                  <a:pt x="347" y="693"/>
                </a:cubicBezTo>
                <a:lnTo>
                  <a:pt x="3182" y="693"/>
                </a:lnTo>
                <a:cubicBezTo>
                  <a:pt x="3371" y="693"/>
                  <a:pt x="3529" y="536"/>
                  <a:pt x="3529" y="347"/>
                </a:cubicBezTo>
                <a:cubicBezTo>
                  <a:pt x="3529" y="126"/>
                  <a:pt x="3371" y="0"/>
                  <a:pt x="31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2" name="Google Shape;5959;p58">
            <a:extLst>
              <a:ext uri="{FF2B5EF4-FFF2-40B4-BE49-F238E27FC236}">
                <a16:creationId xmlns:a16="http://schemas.microsoft.com/office/drawing/2014/main" id="{224BC4A9-ADC2-DA1C-8E76-88C3AE5A0EBD}"/>
              </a:ext>
            </a:extLst>
          </p:cNvPr>
          <p:cNvSpPr/>
          <p:nvPr/>
        </p:nvSpPr>
        <p:spPr>
          <a:xfrm>
            <a:off x="8259311" y="4050049"/>
            <a:ext cx="109427" cy="43790"/>
          </a:xfrm>
          <a:custGeom>
            <a:avLst/>
            <a:gdLst/>
            <a:ahLst/>
            <a:cxnLst/>
            <a:rect l="l" t="t" r="r" b="b"/>
            <a:pathLst>
              <a:path w="3466" h="1387" extrusionOk="0">
                <a:moveTo>
                  <a:pt x="1008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3466" y="1386"/>
                </a:lnTo>
                <a:lnTo>
                  <a:pt x="3466" y="1040"/>
                </a:lnTo>
                <a:lnTo>
                  <a:pt x="3434" y="1040"/>
                </a:lnTo>
                <a:cubicBezTo>
                  <a:pt x="3434" y="441"/>
                  <a:pt x="2962" y="0"/>
                  <a:pt x="23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3" name="Google Shape;5960;p58">
            <a:extLst>
              <a:ext uri="{FF2B5EF4-FFF2-40B4-BE49-F238E27FC236}">
                <a16:creationId xmlns:a16="http://schemas.microsoft.com/office/drawing/2014/main" id="{7D77B5C9-DCD3-20B7-82E2-A5BEA493A699}"/>
              </a:ext>
            </a:extLst>
          </p:cNvPr>
          <p:cNvSpPr/>
          <p:nvPr/>
        </p:nvSpPr>
        <p:spPr>
          <a:xfrm>
            <a:off x="8258301" y="4114677"/>
            <a:ext cx="109459" cy="87580"/>
          </a:xfrm>
          <a:custGeom>
            <a:avLst/>
            <a:gdLst/>
            <a:ahLst/>
            <a:cxnLst/>
            <a:rect l="l" t="t" r="r" b="b"/>
            <a:pathLst>
              <a:path w="3467" h="2774" extrusionOk="0">
                <a:moveTo>
                  <a:pt x="2112" y="726"/>
                </a:moveTo>
                <a:cubicBezTo>
                  <a:pt x="2332" y="726"/>
                  <a:pt x="2458" y="883"/>
                  <a:pt x="2458" y="1072"/>
                </a:cubicBezTo>
                <a:cubicBezTo>
                  <a:pt x="2458" y="1261"/>
                  <a:pt x="2332" y="1419"/>
                  <a:pt x="2112" y="1419"/>
                </a:cubicBezTo>
                <a:lnTo>
                  <a:pt x="1419" y="1419"/>
                </a:lnTo>
                <a:cubicBezTo>
                  <a:pt x="1230" y="1419"/>
                  <a:pt x="1072" y="1261"/>
                  <a:pt x="1072" y="1072"/>
                </a:cubicBezTo>
                <a:cubicBezTo>
                  <a:pt x="1072" y="883"/>
                  <a:pt x="1230" y="726"/>
                  <a:pt x="1419" y="726"/>
                </a:cubicBezTo>
                <a:close/>
                <a:moveTo>
                  <a:pt x="1" y="1"/>
                </a:moveTo>
                <a:lnTo>
                  <a:pt x="1" y="2773"/>
                </a:lnTo>
                <a:lnTo>
                  <a:pt x="3466" y="2773"/>
                </a:lnTo>
                <a:lnTo>
                  <a:pt x="346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4" name="Google Shape;5961;p58">
            <a:extLst>
              <a:ext uri="{FF2B5EF4-FFF2-40B4-BE49-F238E27FC236}">
                <a16:creationId xmlns:a16="http://schemas.microsoft.com/office/drawing/2014/main" id="{D586019E-2C71-2BAE-108A-6B1E96C77345}"/>
              </a:ext>
            </a:extLst>
          </p:cNvPr>
          <p:cNvSpPr/>
          <p:nvPr/>
        </p:nvSpPr>
        <p:spPr>
          <a:xfrm>
            <a:off x="8481102" y="4070919"/>
            <a:ext cx="108449" cy="87580"/>
          </a:xfrm>
          <a:custGeom>
            <a:avLst/>
            <a:gdLst/>
            <a:ahLst/>
            <a:cxnLst/>
            <a:rect l="l" t="t" r="r" b="b"/>
            <a:pathLst>
              <a:path w="3435" h="2774" extrusionOk="0">
                <a:moveTo>
                  <a:pt x="1986" y="1387"/>
                </a:moveTo>
                <a:cubicBezTo>
                  <a:pt x="2206" y="1387"/>
                  <a:pt x="2364" y="1545"/>
                  <a:pt x="2364" y="1765"/>
                </a:cubicBezTo>
                <a:cubicBezTo>
                  <a:pt x="2364" y="1954"/>
                  <a:pt x="2206" y="2112"/>
                  <a:pt x="1986" y="2112"/>
                </a:cubicBezTo>
                <a:lnTo>
                  <a:pt x="1293" y="2112"/>
                </a:lnTo>
                <a:cubicBezTo>
                  <a:pt x="1104" y="2112"/>
                  <a:pt x="946" y="1954"/>
                  <a:pt x="946" y="1765"/>
                </a:cubicBezTo>
                <a:cubicBezTo>
                  <a:pt x="946" y="1545"/>
                  <a:pt x="1104" y="1387"/>
                  <a:pt x="1293" y="1387"/>
                </a:cubicBezTo>
                <a:close/>
                <a:moveTo>
                  <a:pt x="1009" y="1"/>
                </a:moveTo>
                <a:cubicBezTo>
                  <a:pt x="410" y="1"/>
                  <a:pt x="1" y="473"/>
                  <a:pt x="1" y="1040"/>
                </a:cubicBezTo>
                <a:lnTo>
                  <a:pt x="1" y="2773"/>
                </a:lnTo>
                <a:lnTo>
                  <a:pt x="3435" y="2773"/>
                </a:lnTo>
                <a:lnTo>
                  <a:pt x="3435" y="1040"/>
                </a:lnTo>
                <a:lnTo>
                  <a:pt x="3403" y="1040"/>
                </a:lnTo>
                <a:cubicBezTo>
                  <a:pt x="3403" y="442"/>
                  <a:pt x="2931" y="1"/>
                  <a:pt x="239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5" name="Google Shape;5962;p58">
            <a:extLst>
              <a:ext uri="{FF2B5EF4-FFF2-40B4-BE49-F238E27FC236}">
                <a16:creationId xmlns:a16="http://schemas.microsoft.com/office/drawing/2014/main" id="{DE6A2382-5B1E-9202-1537-EB1F0F7611CE}"/>
              </a:ext>
            </a:extLst>
          </p:cNvPr>
          <p:cNvSpPr/>
          <p:nvPr/>
        </p:nvSpPr>
        <p:spPr>
          <a:xfrm>
            <a:off x="8479113" y="4181325"/>
            <a:ext cx="109459" cy="21911"/>
          </a:xfrm>
          <a:custGeom>
            <a:avLst/>
            <a:gdLst/>
            <a:ahLst/>
            <a:cxnLst/>
            <a:rect l="l" t="t" r="r" b="b"/>
            <a:pathLst>
              <a:path w="3467" h="694" extrusionOk="0">
                <a:moveTo>
                  <a:pt x="1" y="1"/>
                </a:moveTo>
                <a:lnTo>
                  <a:pt x="1" y="694"/>
                </a:lnTo>
                <a:lnTo>
                  <a:pt x="3466" y="694"/>
                </a:lnTo>
                <a:lnTo>
                  <a:pt x="3466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6" name="Google Shape;5963;p58">
            <a:extLst>
              <a:ext uri="{FF2B5EF4-FFF2-40B4-BE49-F238E27FC236}">
                <a16:creationId xmlns:a16="http://schemas.microsoft.com/office/drawing/2014/main" id="{D11D6C59-3236-389F-934D-501DA2329F4B}"/>
              </a:ext>
            </a:extLst>
          </p:cNvPr>
          <p:cNvSpPr/>
          <p:nvPr/>
        </p:nvSpPr>
        <p:spPr>
          <a:xfrm>
            <a:off x="8389608" y="4093808"/>
            <a:ext cx="67658" cy="109428"/>
          </a:xfrm>
          <a:custGeom>
            <a:avLst/>
            <a:gdLst/>
            <a:ahLst/>
            <a:cxnLst/>
            <a:rect l="l" t="t" r="r" b="b"/>
            <a:pathLst>
              <a:path w="2143" h="3466" extrusionOk="0">
                <a:moveTo>
                  <a:pt x="1072" y="0"/>
                </a:moveTo>
                <a:cubicBezTo>
                  <a:pt x="473" y="0"/>
                  <a:pt x="0" y="441"/>
                  <a:pt x="0" y="1040"/>
                </a:cubicBezTo>
                <a:lnTo>
                  <a:pt x="0" y="3466"/>
                </a:lnTo>
                <a:lnTo>
                  <a:pt x="2143" y="3466"/>
                </a:lnTo>
                <a:lnTo>
                  <a:pt x="2143" y="1040"/>
                </a:lnTo>
                <a:cubicBezTo>
                  <a:pt x="2143" y="441"/>
                  <a:pt x="1670" y="0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8" name="Google Shape;5965;p58">
            <a:extLst>
              <a:ext uri="{FF2B5EF4-FFF2-40B4-BE49-F238E27FC236}">
                <a16:creationId xmlns:a16="http://schemas.microsoft.com/office/drawing/2014/main" id="{5D82B03B-C8D7-C794-C39B-0730E13A2FDC}"/>
              </a:ext>
            </a:extLst>
          </p:cNvPr>
          <p:cNvSpPr/>
          <p:nvPr/>
        </p:nvSpPr>
        <p:spPr>
          <a:xfrm>
            <a:off x="5996820" y="2260468"/>
            <a:ext cx="87580" cy="86570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0"/>
                </a:moveTo>
                <a:cubicBezTo>
                  <a:pt x="631" y="0"/>
                  <a:pt x="1" y="630"/>
                  <a:pt x="1" y="1355"/>
                </a:cubicBezTo>
                <a:cubicBezTo>
                  <a:pt x="1" y="2111"/>
                  <a:pt x="631" y="2741"/>
                  <a:pt x="1387" y="2741"/>
                </a:cubicBezTo>
                <a:cubicBezTo>
                  <a:pt x="2143" y="2741"/>
                  <a:pt x="2773" y="2111"/>
                  <a:pt x="2773" y="1355"/>
                </a:cubicBezTo>
                <a:cubicBezTo>
                  <a:pt x="2773" y="630"/>
                  <a:pt x="2143" y="0"/>
                  <a:pt x="13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49" name="Google Shape;5966;p58">
            <a:extLst>
              <a:ext uri="{FF2B5EF4-FFF2-40B4-BE49-F238E27FC236}">
                <a16:creationId xmlns:a16="http://schemas.microsoft.com/office/drawing/2014/main" id="{18902A3E-FBAB-3F26-9A3B-9DC949176BE0}"/>
              </a:ext>
            </a:extLst>
          </p:cNvPr>
          <p:cNvSpPr/>
          <p:nvPr/>
        </p:nvSpPr>
        <p:spPr>
          <a:xfrm>
            <a:off x="5853611" y="2126193"/>
            <a:ext cx="375009" cy="373998"/>
          </a:xfrm>
          <a:custGeom>
            <a:avLst/>
            <a:gdLst/>
            <a:ahLst/>
            <a:cxnLst/>
            <a:rect l="l" t="t" r="r" b="b"/>
            <a:pathLst>
              <a:path w="11878" h="11846" extrusionOk="0">
                <a:moveTo>
                  <a:pt x="5923" y="2111"/>
                </a:moveTo>
                <a:cubicBezTo>
                  <a:pt x="8003" y="2111"/>
                  <a:pt x="9735" y="3812"/>
                  <a:pt x="9735" y="5923"/>
                </a:cubicBezTo>
                <a:cubicBezTo>
                  <a:pt x="9735" y="8034"/>
                  <a:pt x="8034" y="9767"/>
                  <a:pt x="5923" y="9767"/>
                </a:cubicBezTo>
                <a:cubicBezTo>
                  <a:pt x="3844" y="9767"/>
                  <a:pt x="2080" y="8065"/>
                  <a:pt x="2080" y="5923"/>
                </a:cubicBezTo>
                <a:cubicBezTo>
                  <a:pt x="2111" y="3844"/>
                  <a:pt x="3844" y="2111"/>
                  <a:pt x="5923" y="2111"/>
                </a:cubicBezTo>
                <a:close/>
                <a:moveTo>
                  <a:pt x="5262" y="0"/>
                </a:moveTo>
                <a:cubicBezTo>
                  <a:pt x="5104" y="0"/>
                  <a:pt x="4947" y="95"/>
                  <a:pt x="4884" y="252"/>
                </a:cubicBezTo>
                <a:lnTo>
                  <a:pt x="4726" y="1166"/>
                </a:lnTo>
                <a:cubicBezTo>
                  <a:pt x="4253" y="1292"/>
                  <a:pt x="3844" y="1481"/>
                  <a:pt x="3434" y="1733"/>
                </a:cubicBezTo>
                <a:lnTo>
                  <a:pt x="2678" y="1197"/>
                </a:lnTo>
                <a:cubicBezTo>
                  <a:pt x="2641" y="1160"/>
                  <a:pt x="2584" y="1142"/>
                  <a:pt x="2523" y="1142"/>
                </a:cubicBezTo>
                <a:cubicBezTo>
                  <a:pt x="2429" y="1142"/>
                  <a:pt x="2326" y="1184"/>
                  <a:pt x="2269" y="1260"/>
                </a:cubicBezTo>
                <a:lnTo>
                  <a:pt x="1260" y="2237"/>
                </a:lnTo>
                <a:cubicBezTo>
                  <a:pt x="1166" y="2363"/>
                  <a:pt x="1166" y="2552"/>
                  <a:pt x="1229" y="2678"/>
                </a:cubicBezTo>
                <a:lnTo>
                  <a:pt x="1733" y="3403"/>
                </a:lnTo>
                <a:cubicBezTo>
                  <a:pt x="1512" y="3812"/>
                  <a:pt x="1323" y="4253"/>
                  <a:pt x="1197" y="4726"/>
                </a:cubicBezTo>
                <a:lnTo>
                  <a:pt x="284" y="4883"/>
                </a:lnTo>
                <a:cubicBezTo>
                  <a:pt x="126" y="4915"/>
                  <a:pt x="0" y="5041"/>
                  <a:pt x="0" y="5230"/>
                </a:cubicBezTo>
                <a:lnTo>
                  <a:pt x="0" y="6616"/>
                </a:lnTo>
                <a:cubicBezTo>
                  <a:pt x="0" y="6805"/>
                  <a:pt x="126" y="6963"/>
                  <a:pt x="284" y="6963"/>
                </a:cubicBezTo>
                <a:lnTo>
                  <a:pt x="1197" y="7120"/>
                </a:lnTo>
                <a:cubicBezTo>
                  <a:pt x="1292" y="7593"/>
                  <a:pt x="1512" y="8002"/>
                  <a:pt x="1733" y="8412"/>
                </a:cubicBezTo>
                <a:lnTo>
                  <a:pt x="1229" y="9168"/>
                </a:lnTo>
                <a:cubicBezTo>
                  <a:pt x="1103" y="9263"/>
                  <a:pt x="1166" y="9483"/>
                  <a:pt x="1260" y="9578"/>
                </a:cubicBezTo>
                <a:lnTo>
                  <a:pt x="2269" y="10586"/>
                </a:lnTo>
                <a:cubicBezTo>
                  <a:pt x="2321" y="10638"/>
                  <a:pt x="2411" y="10661"/>
                  <a:pt x="2497" y="10661"/>
                </a:cubicBezTo>
                <a:cubicBezTo>
                  <a:pt x="2568" y="10661"/>
                  <a:pt x="2636" y="10646"/>
                  <a:pt x="2678" y="10617"/>
                </a:cubicBezTo>
                <a:lnTo>
                  <a:pt x="3434" y="10113"/>
                </a:lnTo>
                <a:cubicBezTo>
                  <a:pt x="3844" y="10334"/>
                  <a:pt x="4253" y="10554"/>
                  <a:pt x="4726" y="10649"/>
                </a:cubicBezTo>
                <a:lnTo>
                  <a:pt x="4884" y="11562"/>
                </a:lnTo>
                <a:cubicBezTo>
                  <a:pt x="4947" y="11720"/>
                  <a:pt x="5041" y="11846"/>
                  <a:pt x="5262" y="11846"/>
                </a:cubicBezTo>
                <a:lnTo>
                  <a:pt x="6616" y="11846"/>
                </a:lnTo>
                <a:cubicBezTo>
                  <a:pt x="6774" y="11846"/>
                  <a:pt x="6931" y="11720"/>
                  <a:pt x="6994" y="11562"/>
                </a:cubicBezTo>
                <a:lnTo>
                  <a:pt x="7152" y="10649"/>
                </a:lnTo>
                <a:cubicBezTo>
                  <a:pt x="7624" y="10523"/>
                  <a:pt x="8034" y="10334"/>
                  <a:pt x="8444" y="10113"/>
                </a:cubicBezTo>
                <a:lnTo>
                  <a:pt x="9200" y="10617"/>
                </a:lnTo>
                <a:cubicBezTo>
                  <a:pt x="9242" y="10646"/>
                  <a:pt x="9310" y="10661"/>
                  <a:pt x="9381" y="10661"/>
                </a:cubicBezTo>
                <a:cubicBezTo>
                  <a:pt x="9467" y="10661"/>
                  <a:pt x="9557" y="10638"/>
                  <a:pt x="9609" y="10586"/>
                </a:cubicBezTo>
                <a:lnTo>
                  <a:pt x="10617" y="9578"/>
                </a:lnTo>
                <a:cubicBezTo>
                  <a:pt x="10712" y="9483"/>
                  <a:pt x="10712" y="9263"/>
                  <a:pt x="10649" y="9168"/>
                </a:cubicBezTo>
                <a:lnTo>
                  <a:pt x="10145" y="8412"/>
                </a:lnTo>
                <a:cubicBezTo>
                  <a:pt x="10365" y="8002"/>
                  <a:pt x="10554" y="7593"/>
                  <a:pt x="10680" y="7120"/>
                </a:cubicBezTo>
                <a:lnTo>
                  <a:pt x="11594" y="6963"/>
                </a:lnTo>
                <a:cubicBezTo>
                  <a:pt x="11752" y="6900"/>
                  <a:pt x="11878" y="6805"/>
                  <a:pt x="11878" y="6616"/>
                </a:cubicBezTo>
                <a:lnTo>
                  <a:pt x="11878" y="5230"/>
                </a:lnTo>
                <a:cubicBezTo>
                  <a:pt x="11878" y="5072"/>
                  <a:pt x="11752" y="4915"/>
                  <a:pt x="11594" y="4883"/>
                </a:cubicBezTo>
                <a:lnTo>
                  <a:pt x="10680" y="4726"/>
                </a:lnTo>
                <a:cubicBezTo>
                  <a:pt x="10554" y="4253"/>
                  <a:pt x="10365" y="3812"/>
                  <a:pt x="10145" y="3403"/>
                </a:cubicBezTo>
                <a:lnTo>
                  <a:pt x="10649" y="2678"/>
                </a:lnTo>
                <a:cubicBezTo>
                  <a:pt x="10775" y="2552"/>
                  <a:pt x="10712" y="2363"/>
                  <a:pt x="10617" y="2237"/>
                </a:cubicBezTo>
                <a:lnTo>
                  <a:pt x="9609" y="1260"/>
                </a:lnTo>
                <a:cubicBezTo>
                  <a:pt x="9554" y="1187"/>
                  <a:pt x="9455" y="1156"/>
                  <a:pt x="9364" y="1156"/>
                </a:cubicBezTo>
                <a:cubicBezTo>
                  <a:pt x="9300" y="1156"/>
                  <a:pt x="9239" y="1171"/>
                  <a:pt x="9200" y="1197"/>
                </a:cubicBezTo>
                <a:lnTo>
                  <a:pt x="8444" y="1733"/>
                </a:lnTo>
                <a:cubicBezTo>
                  <a:pt x="8034" y="1481"/>
                  <a:pt x="7624" y="1292"/>
                  <a:pt x="7152" y="1166"/>
                </a:cubicBezTo>
                <a:lnTo>
                  <a:pt x="6994" y="252"/>
                </a:lnTo>
                <a:cubicBezTo>
                  <a:pt x="6931" y="95"/>
                  <a:pt x="6837" y="0"/>
                  <a:pt x="66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0" name="Google Shape;5967;p58">
            <a:extLst>
              <a:ext uri="{FF2B5EF4-FFF2-40B4-BE49-F238E27FC236}">
                <a16:creationId xmlns:a16="http://schemas.microsoft.com/office/drawing/2014/main" id="{E2D1CD8B-8B8A-5B62-2F50-BD495A9097E3}"/>
              </a:ext>
            </a:extLst>
          </p:cNvPr>
          <p:cNvSpPr/>
          <p:nvPr/>
        </p:nvSpPr>
        <p:spPr>
          <a:xfrm>
            <a:off x="5966984" y="2345017"/>
            <a:ext cx="147251" cy="66680"/>
          </a:xfrm>
          <a:custGeom>
            <a:avLst/>
            <a:gdLst/>
            <a:ahLst/>
            <a:cxnLst/>
            <a:rect l="l" t="t" r="r" b="b"/>
            <a:pathLst>
              <a:path w="4664" h="2112" extrusionOk="0">
                <a:moveTo>
                  <a:pt x="725" y="0"/>
                </a:moveTo>
                <a:cubicBezTo>
                  <a:pt x="410" y="252"/>
                  <a:pt x="127" y="662"/>
                  <a:pt x="1" y="1103"/>
                </a:cubicBezTo>
                <a:cubicBezTo>
                  <a:pt x="599" y="1733"/>
                  <a:pt x="1387" y="2111"/>
                  <a:pt x="2332" y="2111"/>
                </a:cubicBezTo>
                <a:cubicBezTo>
                  <a:pt x="3246" y="2111"/>
                  <a:pt x="4065" y="1733"/>
                  <a:pt x="4664" y="1103"/>
                </a:cubicBezTo>
                <a:cubicBezTo>
                  <a:pt x="4538" y="662"/>
                  <a:pt x="4254" y="252"/>
                  <a:pt x="3939" y="0"/>
                </a:cubicBezTo>
                <a:cubicBezTo>
                  <a:pt x="3561" y="473"/>
                  <a:pt x="2994" y="788"/>
                  <a:pt x="2332" y="788"/>
                </a:cubicBezTo>
                <a:cubicBezTo>
                  <a:pt x="1702" y="788"/>
                  <a:pt x="1103" y="473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1" name="Google Shape;5968;p58">
            <a:extLst>
              <a:ext uri="{FF2B5EF4-FFF2-40B4-BE49-F238E27FC236}">
                <a16:creationId xmlns:a16="http://schemas.microsoft.com/office/drawing/2014/main" id="{45C11741-9E10-F7D4-E8D0-5F12C1A26529}"/>
              </a:ext>
            </a:extLst>
          </p:cNvPr>
          <p:cNvSpPr/>
          <p:nvPr/>
        </p:nvSpPr>
        <p:spPr>
          <a:xfrm>
            <a:off x="5855128" y="2598527"/>
            <a:ext cx="372041" cy="371031"/>
          </a:xfrm>
          <a:custGeom>
            <a:avLst/>
            <a:gdLst/>
            <a:ahLst/>
            <a:cxnLst/>
            <a:rect l="l" t="t" r="r" b="b"/>
            <a:pathLst>
              <a:path w="11784" h="11752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3" name="Google Shape;5970;p58">
            <a:extLst>
              <a:ext uri="{FF2B5EF4-FFF2-40B4-BE49-F238E27FC236}">
                <a16:creationId xmlns:a16="http://schemas.microsoft.com/office/drawing/2014/main" id="{95982B4A-CD9E-F05A-D5AE-6BFA799B6B10}"/>
              </a:ext>
            </a:extLst>
          </p:cNvPr>
          <p:cNvSpPr/>
          <p:nvPr/>
        </p:nvSpPr>
        <p:spPr>
          <a:xfrm>
            <a:off x="5853106" y="3073088"/>
            <a:ext cx="376019" cy="375735"/>
          </a:xfrm>
          <a:custGeom>
            <a:avLst/>
            <a:gdLst/>
            <a:ahLst/>
            <a:cxnLst/>
            <a:rect l="l" t="t" r="r" b="b"/>
            <a:pathLst>
              <a:path w="11910" h="11901" extrusionOk="0">
                <a:moveTo>
                  <a:pt x="3844" y="4946"/>
                </a:moveTo>
                <a:cubicBezTo>
                  <a:pt x="4033" y="4946"/>
                  <a:pt x="4190" y="5104"/>
                  <a:pt x="4190" y="5293"/>
                </a:cubicBezTo>
                <a:lnTo>
                  <a:pt x="4190" y="6679"/>
                </a:lnTo>
                <a:cubicBezTo>
                  <a:pt x="4190" y="6868"/>
                  <a:pt x="4033" y="7026"/>
                  <a:pt x="3844" y="7026"/>
                </a:cubicBezTo>
                <a:lnTo>
                  <a:pt x="2458" y="7026"/>
                </a:lnTo>
                <a:cubicBezTo>
                  <a:pt x="2269" y="7026"/>
                  <a:pt x="2111" y="6868"/>
                  <a:pt x="2111" y="6679"/>
                </a:cubicBezTo>
                <a:lnTo>
                  <a:pt x="2111" y="5293"/>
                </a:lnTo>
                <a:cubicBezTo>
                  <a:pt x="2111" y="5104"/>
                  <a:pt x="2269" y="4946"/>
                  <a:pt x="2458" y="4946"/>
                </a:cubicBezTo>
                <a:close/>
                <a:moveTo>
                  <a:pt x="6616" y="3560"/>
                </a:moveTo>
                <a:cubicBezTo>
                  <a:pt x="6837" y="3560"/>
                  <a:pt x="6994" y="3718"/>
                  <a:pt x="6994" y="3907"/>
                </a:cubicBezTo>
                <a:lnTo>
                  <a:pt x="6994" y="6679"/>
                </a:lnTo>
                <a:cubicBezTo>
                  <a:pt x="6994" y="6868"/>
                  <a:pt x="6837" y="7026"/>
                  <a:pt x="6616" y="7026"/>
                </a:cubicBezTo>
                <a:lnTo>
                  <a:pt x="5262" y="7026"/>
                </a:lnTo>
                <a:cubicBezTo>
                  <a:pt x="5041" y="7026"/>
                  <a:pt x="4884" y="6868"/>
                  <a:pt x="4884" y="6679"/>
                </a:cubicBezTo>
                <a:lnTo>
                  <a:pt x="4884" y="3907"/>
                </a:lnTo>
                <a:cubicBezTo>
                  <a:pt x="4884" y="3718"/>
                  <a:pt x="5041" y="3560"/>
                  <a:pt x="5262" y="3560"/>
                </a:cubicBezTo>
                <a:close/>
                <a:moveTo>
                  <a:pt x="9389" y="2174"/>
                </a:moveTo>
                <a:cubicBezTo>
                  <a:pt x="9578" y="2174"/>
                  <a:pt x="9735" y="2331"/>
                  <a:pt x="9735" y="2520"/>
                </a:cubicBezTo>
                <a:lnTo>
                  <a:pt x="9735" y="6679"/>
                </a:lnTo>
                <a:cubicBezTo>
                  <a:pt x="9735" y="6868"/>
                  <a:pt x="9578" y="7026"/>
                  <a:pt x="9389" y="7026"/>
                </a:cubicBezTo>
                <a:lnTo>
                  <a:pt x="8003" y="7026"/>
                </a:lnTo>
                <a:cubicBezTo>
                  <a:pt x="7813" y="7026"/>
                  <a:pt x="7656" y="6868"/>
                  <a:pt x="7656" y="6679"/>
                </a:cubicBezTo>
                <a:lnTo>
                  <a:pt x="7656" y="2520"/>
                </a:lnTo>
                <a:cubicBezTo>
                  <a:pt x="7656" y="2331"/>
                  <a:pt x="7813" y="2174"/>
                  <a:pt x="8003" y="2174"/>
                </a:cubicBezTo>
                <a:close/>
                <a:moveTo>
                  <a:pt x="5577" y="8412"/>
                </a:moveTo>
                <a:lnTo>
                  <a:pt x="5577" y="9105"/>
                </a:lnTo>
                <a:lnTo>
                  <a:pt x="5167" y="9105"/>
                </a:lnTo>
                <a:lnTo>
                  <a:pt x="5451" y="8412"/>
                </a:lnTo>
                <a:close/>
                <a:moveTo>
                  <a:pt x="6396" y="8412"/>
                </a:moveTo>
                <a:lnTo>
                  <a:pt x="6679" y="9105"/>
                </a:lnTo>
                <a:lnTo>
                  <a:pt x="6270" y="9105"/>
                </a:lnTo>
                <a:lnTo>
                  <a:pt x="6270" y="8412"/>
                </a:lnTo>
                <a:close/>
                <a:moveTo>
                  <a:pt x="5955" y="0"/>
                </a:moveTo>
                <a:cubicBezTo>
                  <a:pt x="5766" y="0"/>
                  <a:pt x="5608" y="158"/>
                  <a:pt x="5608" y="378"/>
                </a:cubicBezTo>
                <a:lnTo>
                  <a:pt x="5608" y="725"/>
                </a:lnTo>
                <a:lnTo>
                  <a:pt x="347" y="725"/>
                </a:lnTo>
                <a:cubicBezTo>
                  <a:pt x="158" y="725"/>
                  <a:pt x="0" y="882"/>
                  <a:pt x="0" y="1071"/>
                </a:cubicBezTo>
                <a:cubicBezTo>
                  <a:pt x="0" y="1260"/>
                  <a:pt x="158" y="1418"/>
                  <a:pt x="347" y="1418"/>
                </a:cubicBezTo>
                <a:lnTo>
                  <a:pt x="725" y="1418"/>
                </a:lnTo>
                <a:lnTo>
                  <a:pt x="725" y="7719"/>
                </a:lnTo>
                <a:lnTo>
                  <a:pt x="378" y="7719"/>
                </a:lnTo>
                <a:cubicBezTo>
                  <a:pt x="158" y="7719"/>
                  <a:pt x="0" y="7876"/>
                  <a:pt x="0" y="8097"/>
                </a:cubicBezTo>
                <a:cubicBezTo>
                  <a:pt x="0" y="8286"/>
                  <a:pt x="158" y="8443"/>
                  <a:pt x="378" y="8443"/>
                </a:cubicBezTo>
                <a:lnTo>
                  <a:pt x="4726" y="8443"/>
                </a:lnTo>
                <a:lnTo>
                  <a:pt x="3560" y="11436"/>
                </a:lnTo>
                <a:cubicBezTo>
                  <a:pt x="3466" y="11625"/>
                  <a:pt x="3560" y="11814"/>
                  <a:pt x="3749" y="11877"/>
                </a:cubicBezTo>
                <a:cubicBezTo>
                  <a:pt x="3788" y="11893"/>
                  <a:pt x="3831" y="11901"/>
                  <a:pt x="3876" y="11901"/>
                </a:cubicBezTo>
                <a:cubicBezTo>
                  <a:pt x="4016" y="11901"/>
                  <a:pt x="4167" y="11824"/>
                  <a:pt x="4190" y="11657"/>
                </a:cubicBezTo>
                <a:lnTo>
                  <a:pt x="4947" y="9830"/>
                </a:lnTo>
                <a:lnTo>
                  <a:pt x="5608" y="9830"/>
                </a:lnTo>
                <a:lnTo>
                  <a:pt x="5608" y="10838"/>
                </a:lnTo>
                <a:cubicBezTo>
                  <a:pt x="5608" y="11027"/>
                  <a:pt x="5766" y="11184"/>
                  <a:pt x="5955" y="11184"/>
                </a:cubicBezTo>
                <a:cubicBezTo>
                  <a:pt x="6144" y="11184"/>
                  <a:pt x="6301" y="11027"/>
                  <a:pt x="6301" y="10838"/>
                </a:cubicBezTo>
                <a:lnTo>
                  <a:pt x="6301" y="9830"/>
                </a:lnTo>
                <a:lnTo>
                  <a:pt x="6994" y="9830"/>
                </a:lnTo>
                <a:lnTo>
                  <a:pt x="7719" y="11657"/>
                </a:lnTo>
                <a:cubicBezTo>
                  <a:pt x="7791" y="11824"/>
                  <a:pt x="7916" y="11901"/>
                  <a:pt x="8042" y="11901"/>
                </a:cubicBezTo>
                <a:cubicBezTo>
                  <a:pt x="8082" y="11901"/>
                  <a:pt x="8122" y="11893"/>
                  <a:pt x="8160" y="11877"/>
                </a:cubicBezTo>
                <a:cubicBezTo>
                  <a:pt x="8349" y="11783"/>
                  <a:pt x="8444" y="11594"/>
                  <a:pt x="8349" y="11436"/>
                </a:cubicBezTo>
                <a:lnTo>
                  <a:pt x="7183" y="8443"/>
                </a:lnTo>
                <a:lnTo>
                  <a:pt x="11531" y="8443"/>
                </a:lnTo>
                <a:cubicBezTo>
                  <a:pt x="11752" y="8443"/>
                  <a:pt x="11909" y="8286"/>
                  <a:pt x="11909" y="8097"/>
                </a:cubicBezTo>
                <a:cubicBezTo>
                  <a:pt x="11909" y="7876"/>
                  <a:pt x="11752" y="7719"/>
                  <a:pt x="11531" y="7719"/>
                </a:cubicBezTo>
                <a:lnTo>
                  <a:pt x="11185" y="7719"/>
                </a:lnTo>
                <a:lnTo>
                  <a:pt x="11185" y="1418"/>
                </a:lnTo>
                <a:lnTo>
                  <a:pt x="11531" y="1418"/>
                </a:lnTo>
                <a:cubicBezTo>
                  <a:pt x="11752" y="1418"/>
                  <a:pt x="11909" y="1260"/>
                  <a:pt x="11909" y="1071"/>
                </a:cubicBezTo>
                <a:cubicBezTo>
                  <a:pt x="11909" y="882"/>
                  <a:pt x="11752" y="725"/>
                  <a:pt x="11531" y="725"/>
                </a:cubicBezTo>
                <a:lnTo>
                  <a:pt x="6301" y="725"/>
                </a:lnTo>
                <a:lnTo>
                  <a:pt x="6301" y="378"/>
                </a:lnTo>
                <a:cubicBezTo>
                  <a:pt x="6301" y="158"/>
                  <a:pt x="6144" y="0"/>
                  <a:pt x="59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4" name="Google Shape;5971;p58">
            <a:extLst>
              <a:ext uri="{FF2B5EF4-FFF2-40B4-BE49-F238E27FC236}">
                <a16:creationId xmlns:a16="http://schemas.microsoft.com/office/drawing/2014/main" id="{2F8C453D-2F5C-1EA4-78D3-3C09F0C67E22}"/>
              </a:ext>
            </a:extLst>
          </p:cNvPr>
          <p:cNvSpPr/>
          <p:nvPr/>
        </p:nvSpPr>
        <p:spPr>
          <a:xfrm>
            <a:off x="6029149" y="3207363"/>
            <a:ext cx="21911" cy="65669"/>
          </a:xfrm>
          <a:custGeom>
            <a:avLst/>
            <a:gdLst/>
            <a:ahLst/>
            <a:cxnLst/>
            <a:rect l="l" t="t" r="r" b="b"/>
            <a:pathLst>
              <a:path w="694" h="2080" extrusionOk="0">
                <a:moveTo>
                  <a:pt x="1" y="0"/>
                </a:moveTo>
                <a:lnTo>
                  <a:pt x="1" y="2080"/>
                </a:lnTo>
                <a:lnTo>
                  <a:pt x="694" y="2080"/>
                </a:lnTo>
                <a:lnTo>
                  <a:pt x="69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5" name="Google Shape;5972;p58">
            <a:extLst>
              <a:ext uri="{FF2B5EF4-FFF2-40B4-BE49-F238E27FC236}">
                <a16:creationId xmlns:a16="http://schemas.microsoft.com/office/drawing/2014/main" id="{BAAC7268-F268-EFFB-085A-36F707B152B3}"/>
              </a:ext>
            </a:extLst>
          </p:cNvPr>
          <p:cNvSpPr/>
          <p:nvPr/>
        </p:nvSpPr>
        <p:spPr>
          <a:xfrm>
            <a:off x="5941632" y="3251120"/>
            <a:ext cx="21911" cy="21911"/>
          </a:xfrm>
          <a:custGeom>
            <a:avLst/>
            <a:gdLst/>
            <a:ahLst/>
            <a:cxnLst/>
            <a:rect l="l" t="t" r="r" b="b"/>
            <a:pathLst>
              <a:path w="694" h="694" extrusionOk="0">
                <a:moveTo>
                  <a:pt x="0" y="0"/>
                </a:moveTo>
                <a:lnTo>
                  <a:pt x="0" y="694"/>
                </a:lnTo>
                <a:lnTo>
                  <a:pt x="693" y="694"/>
                </a:lnTo>
                <a:lnTo>
                  <a:pt x="6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6" name="Google Shape;5973;p58">
            <a:extLst>
              <a:ext uri="{FF2B5EF4-FFF2-40B4-BE49-F238E27FC236}">
                <a16:creationId xmlns:a16="http://schemas.microsoft.com/office/drawing/2014/main" id="{34B076B8-93F7-7110-DA6C-03CF4E08CEA6}"/>
              </a:ext>
            </a:extLst>
          </p:cNvPr>
          <p:cNvSpPr/>
          <p:nvPr/>
        </p:nvSpPr>
        <p:spPr>
          <a:xfrm>
            <a:off x="6116698" y="3163604"/>
            <a:ext cx="22889" cy="109427"/>
          </a:xfrm>
          <a:custGeom>
            <a:avLst/>
            <a:gdLst/>
            <a:ahLst/>
            <a:cxnLst/>
            <a:rect l="l" t="t" r="r" b="b"/>
            <a:pathLst>
              <a:path w="725" h="3466" extrusionOk="0">
                <a:moveTo>
                  <a:pt x="0" y="0"/>
                </a:moveTo>
                <a:lnTo>
                  <a:pt x="0" y="3466"/>
                </a:lnTo>
                <a:lnTo>
                  <a:pt x="725" y="3466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8" name="Google Shape;5975;p58">
            <a:extLst>
              <a:ext uri="{FF2B5EF4-FFF2-40B4-BE49-F238E27FC236}">
                <a16:creationId xmlns:a16="http://schemas.microsoft.com/office/drawing/2014/main" id="{8F1E2ACD-0805-CD0D-DC13-4D5F972A0C21}"/>
              </a:ext>
            </a:extLst>
          </p:cNvPr>
          <p:cNvSpPr/>
          <p:nvPr/>
        </p:nvSpPr>
        <p:spPr>
          <a:xfrm>
            <a:off x="8272841" y="2126684"/>
            <a:ext cx="284525" cy="262613"/>
          </a:xfrm>
          <a:custGeom>
            <a:avLst/>
            <a:gdLst/>
            <a:ahLst/>
            <a:cxnLst/>
            <a:rect l="l" t="t" r="r" b="b"/>
            <a:pathLst>
              <a:path w="9012" h="8318" extrusionOk="0">
                <a:moveTo>
                  <a:pt x="4538" y="1"/>
                </a:moveTo>
                <a:cubicBezTo>
                  <a:pt x="2112" y="1"/>
                  <a:pt x="1" y="1985"/>
                  <a:pt x="32" y="4537"/>
                </a:cubicBezTo>
                <a:cubicBezTo>
                  <a:pt x="32" y="5860"/>
                  <a:pt x="631" y="7184"/>
                  <a:pt x="1797" y="8066"/>
                </a:cubicBezTo>
                <a:cubicBezTo>
                  <a:pt x="1923" y="8192"/>
                  <a:pt x="2017" y="8223"/>
                  <a:pt x="2049" y="8318"/>
                </a:cubicBezTo>
                <a:lnTo>
                  <a:pt x="4160" y="8318"/>
                </a:lnTo>
                <a:lnTo>
                  <a:pt x="4160" y="6900"/>
                </a:lnTo>
                <a:lnTo>
                  <a:pt x="2427" y="6900"/>
                </a:lnTo>
                <a:cubicBezTo>
                  <a:pt x="2238" y="6900"/>
                  <a:pt x="2080" y="6743"/>
                  <a:pt x="2080" y="6554"/>
                </a:cubicBezTo>
                <a:lnTo>
                  <a:pt x="2080" y="5829"/>
                </a:lnTo>
                <a:cubicBezTo>
                  <a:pt x="2080" y="4852"/>
                  <a:pt x="2679" y="4033"/>
                  <a:pt x="3498" y="3624"/>
                </a:cubicBezTo>
                <a:cubicBezTo>
                  <a:pt x="3277" y="3403"/>
                  <a:pt x="3151" y="3088"/>
                  <a:pt x="3151" y="2678"/>
                </a:cubicBezTo>
                <a:cubicBezTo>
                  <a:pt x="3151" y="1922"/>
                  <a:pt x="3782" y="1292"/>
                  <a:pt x="4538" y="1292"/>
                </a:cubicBezTo>
                <a:cubicBezTo>
                  <a:pt x="5262" y="1292"/>
                  <a:pt x="5892" y="1922"/>
                  <a:pt x="5892" y="2678"/>
                </a:cubicBezTo>
                <a:cubicBezTo>
                  <a:pt x="5892" y="3025"/>
                  <a:pt x="5735" y="3340"/>
                  <a:pt x="5546" y="3624"/>
                </a:cubicBezTo>
                <a:cubicBezTo>
                  <a:pt x="6365" y="4033"/>
                  <a:pt x="6964" y="4852"/>
                  <a:pt x="6964" y="5829"/>
                </a:cubicBezTo>
                <a:lnTo>
                  <a:pt x="6964" y="6554"/>
                </a:lnTo>
                <a:cubicBezTo>
                  <a:pt x="6964" y="6743"/>
                  <a:pt x="6806" y="6900"/>
                  <a:pt x="6617" y="6900"/>
                </a:cubicBezTo>
                <a:lnTo>
                  <a:pt x="4884" y="6900"/>
                </a:lnTo>
                <a:lnTo>
                  <a:pt x="4884" y="8318"/>
                </a:lnTo>
                <a:lnTo>
                  <a:pt x="6995" y="8318"/>
                </a:lnTo>
                <a:cubicBezTo>
                  <a:pt x="7027" y="8286"/>
                  <a:pt x="7121" y="8192"/>
                  <a:pt x="7247" y="8129"/>
                </a:cubicBezTo>
                <a:cubicBezTo>
                  <a:pt x="8413" y="7184"/>
                  <a:pt x="9011" y="5829"/>
                  <a:pt x="9011" y="4506"/>
                </a:cubicBezTo>
                <a:cubicBezTo>
                  <a:pt x="9011" y="2017"/>
                  <a:pt x="6995" y="1"/>
                  <a:pt x="453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59" name="Google Shape;5976;p58">
            <a:extLst>
              <a:ext uri="{FF2B5EF4-FFF2-40B4-BE49-F238E27FC236}">
                <a16:creationId xmlns:a16="http://schemas.microsoft.com/office/drawing/2014/main" id="{87B255B4-ACB7-A7C2-DDC7-96F62FB49D05}"/>
              </a:ext>
            </a:extLst>
          </p:cNvPr>
          <p:cNvSpPr/>
          <p:nvPr/>
        </p:nvSpPr>
        <p:spPr>
          <a:xfrm>
            <a:off x="8393224" y="2191343"/>
            <a:ext cx="44769" cy="44801"/>
          </a:xfrm>
          <a:custGeom>
            <a:avLst/>
            <a:gdLst/>
            <a:ahLst/>
            <a:cxnLst/>
            <a:rect l="l" t="t" r="r" b="b"/>
            <a:pathLst>
              <a:path w="1418" h="1419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0" name="Google Shape;5977;p58">
            <a:extLst>
              <a:ext uri="{FF2B5EF4-FFF2-40B4-BE49-F238E27FC236}">
                <a16:creationId xmlns:a16="http://schemas.microsoft.com/office/drawing/2014/main" id="{1D678C75-8017-B0C1-F38D-8B7D6A93103E}"/>
              </a:ext>
            </a:extLst>
          </p:cNvPr>
          <p:cNvSpPr/>
          <p:nvPr/>
        </p:nvSpPr>
        <p:spPr>
          <a:xfrm>
            <a:off x="8339488" y="2411144"/>
            <a:ext cx="153218" cy="44801"/>
          </a:xfrm>
          <a:custGeom>
            <a:avLst/>
            <a:gdLst/>
            <a:ahLst/>
            <a:cxnLst/>
            <a:rect l="l" t="t" r="r" b="b"/>
            <a:pathLst>
              <a:path w="4853" h="1419" extrusionOk="0">
                <a:moveTo>
                  <a:pt x="1" y="1"/>
                </a:moveTo>
                <a:lnTo>
                  <a:pt x="1" y="347"/>
                </a:lnTo>
                <a:cubicBezTo>
                  <a:pt x="1" y="946"/>
                  <a:pt x="473" y="1419"/>
                  <a:pt x="1040" y="1419"/>
                </a:cubicBezTo>
                <a:lnTo>
                  <a:pt x="3781" y="1419"/>
                </a:lnTo>
                <a:cubicBezTo>
                  <a:pt x="4380" y="1419"/>
                  <a:pt x="4853" y="946"/>
                  <a:pt x="4853" y="347"/>
                </a:cubicBezTo>
                <a:lnTo>
                  <a:pt x="485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1" name="Google Shape;5978;p58">
            <a:extLst>
              <a:ext uri="{FF2B5EF4-FFF2-40B4-BE49-F238E27FC236}">
                <a16:creationId xmlns:a16="http://schemas.microsoft.com/office/drawing/2014/main" id="{BDF6068F-11E2-B4B7-9128-A496A4DC4014}"/>
              </a:ext>
            </a:extLst>
          </p:cNvPr>
          <p:cNvSpPr/>
          <p:nvPr/>
        </p:nvSpPr>
        <p:spPr>
          <a:xfrm>
            <a:off x="8361367" y="2258969"/>
            <a:ext cx="109460" cy="65669"/>
          </a:xfrm>
          <a:custGeom>
            <a:avLst/>
            <a:gdLst/>
            <a:ahLst/>
            <a:cxnLst/>
            <a:rect l="l" t="t" r="r" b="b"/>
            <a:pathLst>
              <a:path w="3467" h="2080" extrusionOk="0">
                <a:moveTo>
                  <a:pt x="1734" y="1"/>
                </a:moveTo>
                <a:cubicBezTo>
                  <a:pt x="789" y="1"/>
                  <a:pt x="1" y="725"/>
                  <a:pt x="1" y="1733"/>
                </a:cubicBezTo>
                <a:lnTo>
                  <a:pt x="1" y="2080"/>
                </a:lnTo>
                <a:lnTo>
                  <a:pt x="3466" y="2080"/>
                </a:lnTo>
                <a:lnTo>
                  <a:pt x="3466" y="1733"/>
                </a:lnTo>
                <a:cubicBezTo>
                  <a:pt x="3466" y="788"/>
                  <a:pt x="2679" y="1"/>
                  <a:pt x="173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2" name="Google Shape;5979;p58">
            <a:extLst>
              <a:ext uri="{FF2B5EF4-FFF2-40B4-BE49-F238E27FC236}">
                <a16:creationId xmlns:a16="http://schemas.microsoft.com/office/drawing/2014/main" id="{23CE8A29-F4BC-7F4F-2EA6-C4451399939A}"/>
              </a:ext>
            </a:extLst>
          </p:cNvPr>
          <p:cNvSpPr/>
          <p:nvPr/>
        </p:nvSpPr>
        <p:spPr>
          <a:xfrm>
            <a:off x="8361367" y="2477792"/>
            <a:ext cx="110438" cy="21911"/>
          </a:xfrm>
          <a:custGeom>
            <a:avLst/>
            <a:gdLst/>
            <a:ahLst/>
            <a:cxnLst/>
            <a:rect l="l" t="t" r="r" b="b"/>
            <a:pathLst>
              <a:path w="3498" h="694" extrusionOk="0">
                <a:moveTo>
                  <a:pt x="32" y="1"/>
                </a:moveTo>
                <a:cubicBezTo>
                  <a:pt x="1" y="379"/>
                  <a:pt x="284" y="694"/>
                  <a:pt x="694" y="694"/>
                </a:cubicBezTo>
                <a:lnTo>
                  <a:pt x="2773" y="694"/>
                </a:lnTo>
                <a:cubicBezTo>
                  <a:pt x="3183" y="694"/>
                  <a:pt x="3498" y="379"/>
                  <a:pt x="349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3" name="Google Shape;5980;p58">
            <a:extLst>
              <a:ext uri="{FF2B5EF4-FFF2-40B4-BE49-F238E27FC236}">
                <a16:creationId xmlns:a16="http://schemas.microsoft.com/office/drawing/2014/main" id="{69AF71FB-BF8B-825E-A673-A14FDFC244B6}"/>
              </a:ext>
            </a:extLst>
          </p:cNvPr>
          <p:cNvSpPr/>
          <p:nvPr/>
        </p:nvSpPr>
        <p:spPr>
          <a:xfrm>
            <a:off x="8218714" y="2596665"/>
            <a:ext cx="392941" cy="374756"/>
          </a:xfrm>
          <a:custGeom>
            <a:avLst/>
            <a:gdLst/>
            <a:ahLst/>
            <a:cxnLst/>
            <a:rect l="l" t="t" r="r" b="b"/>
            <a:pathLst>
              <a:path w="12446" h="11870" extrusionOk="0">
                <a:moveTo>
                  <a:pt x="9421" y="1410"/>
                </a:moveTo>
                <a:cubicBezTo>
                  <a:pt x="9775" y="1410"/>
                  <a:pt x="10130" y="1544"/>
                  <a:pt x="10397" y="1812"/>
                </a:cubicBezTo>
                <a:cubicBezTo>
                  <a:pt x="10901" y="2316"/>
                  <a:pt x="10901" y="3198"/>
                  <a:pt x="10366" y="3734"/>
                </a:cubicBezTo>
                <a:lnTo>
                  <a:pt x="9169" y="4931"/>
                </a:lnTo>
                <a:cubicBezTo>
                  <a:pt x="8948" y="5152"/>
                  <a:pt x="8633" y="5278"/>
                  <a:pt x="8318" y="5309"/>
                </a:cubicBezTo>
                <a:lnTo>
                  <a:pt x="8476" y="5152"/>
                </a:lnTo>
                <a:cubicBezTo>
                  <a:pt x="8854" y="4773"/>
                  <a:pt x="8854" y="4112"/>
                  <a:pt x="8476" y="3702"/>
                </a:cubicBezTo>
                <a:cubicBezTo>
                  <a:pt x="8271" y="3513"/>
                  <a:pt x="8003" y="3419"/>
                  <a:pt x="7739" y="3419"/>
                </a:cubicBezTo>
                <a:cubicBezTo>
                  <a:pt x="7475" y="3419"/>
                  <a:pt x="7215" y="3513"/>
                  <a:pt x="7026" y="3702"/>
                </a:cubicBezTo>
                <a:lnTo>
                  <a:pt x="6869" y="3860"/>
                </a:lnTo>
                <a:cubicBezTo>
                  <a:pt x="6900" y="3545"/>
                  <a:pt x="7026" y="3230"/>
                  <a:pt x="7247" y="3009"/>
                </a:cubicBezTo>
                <a:lnTo>
                  <a:pt x="8444" y="1812"/>
                </a:lnTo>
                <a:cubicBezTo>
                  <a:pt x="8712" y="1544"/>
                  <a:pt x="9066" y="1410"/>
                  <a:pt x="9421" y="1410"/>
                </a:cubicBezTo>
                <a:close/>
                <a:moveTo>
                  <a:pt x="4128" y="6475"/>
                </a:moveTo>
                <a:lnTo>
                  <a:pt x="3970" y="6601"/>
                </a:lnTo>
                <a:cubicBezTo>
                  <a:pt x="3592" y="7010"/>
                  <a:pt x="3592" y="7672"/>
                  <a:pt x="3970" y="8081"/>
                </a:cubicBezTo>
                <a:cubicBezTo>
                  <a:pt x="4175" y="8270"/>
                  <a:pt x="4443" y="8365"/>
                  <a:pt x="4711" y="8365"/>
                </a:cubicBezTo>
                <a:cubicBezTo>
                  <a:pt x="4978" y="8365"/>
                  <a:pt x="5246" y="8270"/>
                  <a:pt x="5451" y="8081"/>
                </a:cubicBezTo>
                <a:lnTo>
                  <a:pt x="5577" y="7924"/>
                </a:lnTo>
                <a:lnTo>
                  <a:pt x="5577" y="7924"/>
                </a:lnTo>
                <a:cubicBezTo>
                  <a:pt x="5640" y="8270"/>
                  <a:pt x="5483" y="8586"/>
                  <a:pt x="5231" y="8838"/>
                </a:cubicBezTo>
                <a:lnTo>
                  <a:pt x="4065" y="10003"/>
                </a:lnTo>
                <a:cubicBezTo>
                  <a:pt x="3781" y="10271"/>
                  <a:pt x="3427" y="10405"/>
                  <a:pt x="3072" y="10405"/>
                </a:cubicBezTo>
                <a:cubicBezTo>
                  <a:pt x="2718" y="10405"/>
                  <a:pt x="2364" y="10271"/>
                  <a:pt x="2080" y="10003"/>
                </a:cubicBezTo>
                <a:cubicBezTo>
                  <a:pt x="1544" y="9468"/>
                  <a:pt x="1544" y="8586"/>
                  <a:pt x="2080" y="8050"/>
                </a:cubicBezTo>
                <a:lnTo>
                  <a:pt x="3277" y="6853"/>
                </a:lnTo>
                <a:cubicBezTo>
                  <a:pt x="3498" y="6601"/>
                  <a:pt x="3813" y="6506"/>
                  <a:pt x="4128" y="6475"/>
                </a:cubicBezTo>
                <a:close/>
                <a:moveTo>
                  <a:pt x="9373" y="0"/>
                </a:moveTo>
                <a:cubicBezTo>
                  <a:pt x="8665" y="0"/>
                  <a:pt x="7956" y="268"/>
                  <a:pt x="7404" y="804"/>
                </a:cubicBezTo>
                <a:lnTo>
                  <a:pt x="6239" y="1970"/>
                </a:lnTo>
                <a:cubicBezTo>
                  <a:pt x="5451" y="2757"/>
                  <a:pt x="5199" y="3986"/>
                  <a:pt x="5640" y="4994"/>
                </a:cubicBezTo>
                <a:lnTo>
                  <a:pt x="5325" y="5309"/>
                </a:lnTo>
                <a:cubicBezTo>
                  <a:pt x="4994" y="5170"/>
                  <a:pt x="4634" y="5100"/>
                  <a:pt x="4270" y="5100"/>
                </a:cubicBezTo>
                <a:cubicBezTo>
                  <a:pt x="3562" y="5100"/>
                  <a:pt x="2842" y="5366"/>
                  <a:pt x="2301" y="5908"/>
                </a:cubicBezTo>
                <a:lnTo>
                  <a:pt x="1103" y="7105"/>
                </a:lnTo>
                <a:cubicBezTo>
                  <a:pt x="1" y="8144"/>
                  <a:pt x="1" y="9940"/>
                  <a:pt x="1103" y="11043"/>
                </a:cubicBezTo>
                <a:cubicBezTo>
                  <a:pt x="1655" y="11594"/>
                  <a:pt x="2364" y="11870"/>
                  <a:pt x="3072" y="11870"/>
                </a:cubicBezTo>
                <a:cubicBezTo>
                  <a:pt x="3781" y="11870"/>
                  <a:pt x="4490" y="11594"/>
                  <a:pt x="5041" y="11043"/>
                </a:cubicBezTo>
                <a:lnTo>
                  <a:pt x="6239" y="9846"/>
                </a:lnTo>
                <a:cubicBezTo>
                  <a:pt x="7026" y="9058"/>
                  <a:pt x="7247" y="7829"/>
                  <a:pt x="6806" y="6821"/>
                </a:cubicBezTo>
                <a:lnTo>
                  <a:pt x="7121" y="6506"/>
                </a:lnTo>
                <a:cubicBezTo>
                  <a:pt x="7473" y="6656"/>
                  <a:pt x="7840" y="6729"/>
                  <a:pt x="8204" y="6729"/>
                </a:cubicBezTo>
                <a:cubicBezTo>
                  <a:pt x="8914" y="6729"/>
                  <a:pt x="9614" y="6449"/>
                  <a:pt x="10177" y="5908"/>
                </a:cubicBezTo>
                <a:lnTo>
                  <a:pt x="11342" y="4742"/>
                </a:lnTo>
                <a:cubicBezTo>
                  <a:pt x="12445" y="3639"/>
                  <a:pt x="12445" y="1907"/>
                  <a:pt x="11342" y="804"/>
                </a:cubicBezTo>
                <a:cubicBezTo>
                  <a:pt x="10791" y="268"/>
                  <a:pt x="10082" y="0"/>
                  <a:pt x="93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5" name="Google Shape;5982;p58">
            <a:extLst>
              <a:ext uri="{FF2B5EF4-FFF2-40B4-BE49-F238E27FC236}">
                <a16:creationId xmlns:a16="http://schemas.microsoft.com/office/drawing/2014/main" id="{E932C3B6-6C19-274B-5709-D04ACEE3CF22}"/>
              </a:ext>
            </a:extLst>
          </p:cNvPr>
          <p:cNvSpPr/>
          <p:nvPr/>
        </p:nvSpPr>
        <p:spPr>
          <a:xfrm>
            <a:off x="8227094" y="3204758"/>
            <a:ext cx="376019" cy="242723"/>
          </a:xfrm>
          <a:custGeom>
            <a:avLst/>
            <a:gdLst/>
            <a:ahLst/>
            <a:cxnLst/>
            <a:rect l="l" t="t" r="r" b="b"/>
            <a:pathLst>
              <a:path w="11910" h="7688" extrusionOk="0">
                <a:moveTo>
                  <a:pt x="5923" y="0"/>
                </a:moveTo>
                <a:cubicBezTo>
                  <a:pt x="5325" y="0"/>
                  <a:pt x="4821" y="347"/>
                  <a:pt x="4631" y="914"/>
                </a:cubicBezTo>
                <a:cubicBezTo>
                  <a:pt x="4505" y="1166"/>
                  <a:pt x="4505" y="1449"/>
                  <a:pt x="4568" y="1764"/>
                </a:cubicBezTo>
                <a:cubicBezTo>
                  <a:pt x="4884" y="1922"/>
                  <a:pt x="5199" y="2016"/>
                  <a:pt x="5577" y="2048"/>
                </a:cubicBezTo>
                <a:lnTo>
                  <a:pt x="5577" y="2741"/>
                </a:lnTo>
                <a:lnTo>
                  <a:pt x="2458" y="2741"/>
                </a:lnTo>
                <a:cubicBezTo>
                  <a:pt x="1859" y="2741"/>
                  <a:pt x="1418" y="3214"/>
                  <a:pt x="1418" y="3781"/>
                </a:cubicBezTo>
                <a:lnTo>
                  <a:pt x="1418" y="4190"/>
                </a:lnTo>
                <a:cubicBezTo>
                  <a:pt x="630" y="4316"/>
                  <a:pt x="0" y="5041"/>
                  <a:pt x="0" y="5891"/>
                </a:cubicBezTo>
                <a:cubicBezTo>
                  <a:pt x="0" y="6837"/>
                  <a:pt x="788" y="7687"/>
                  <a:pt x="1765" y="7687"/>
                </a:cubicBezTo>
                <a:cubicBezTo>
                  <a:pt x="2710" y="7687"/>
                  <a:pt x="3497" y="6900"/>
                  <a:pt x="3497" y="5891"/>
                </a:cubicBezTo>
                <a:cubicBezTo>
                  <a:pt x="3497" y="5072"/>
                  <a:pt x="2930" y="4316"/>
                  <a:pt x="2143" y="4190"/>
                </a:cubicBezTo>
                <a:lnTo>
                  <a:pt x="2143" y="3781"/>
                </a:lnTo>
                <a:cubicBezTo>
                  <a:pt x="2143" y="3592"/>
                  <a:pt x="2300" y="3434"/>
                  <a:pt x="2489" y="3434"/>
                </a:cubicBezTo>
                <a:lnTo>
                  <a:pt x="5608" y="3434"/>
                </a:lnTo>
                <a:lnTo>
                  <a:pt x="5608" y="4127"/>
                </a:lnTo>
                <a:cubicBezTo>
                  <a:pt x="4821" y="4285"/>
                  <a:pt x="4222" y="5009"/>
                  <a:pt x="4222" y="5860"/>
                </a:cubicBezTo>
                <a:cubicBezTo>
                  <a:pt x="4222" y="6805"/>
                  <a:pt x="5010" y="7656"/>
                  <a:pt x="5955" y="7656"/>
                </a:cubicBezTo>
                <a:cubicBezTo>
                  <a:pt x="6900" y="7656"/>
                  <a:pt x="7687" y="6868"/>
                  <a:pt x="7687" y="5860"/>
                </a:cubicBezTo>
                <a:cubicBezTo>
                  <a:pt x="7687" y="5041"/>
                  <a:pt x="7089" y="4285"/>
                  <a:pt x="6301" y="4127"/>
                </a:cubicBezTo>
                <a:lnTo>
                  <a:pt x="6301" y="3434"/>
                </a:lnTo>
                <a:lnTo>
                  <a:pt x="9452" y="3434"/>
                </a:lnTo>
                <a:cubicBezTo>
                  <a:pt x="9641" y="3434"/>
                  <a:pt x="9798" y="3592"/>
                  <a:pt x="9798" y="3781"/>
                </a:cubicBezTo>
                <a:lnTo>
                  <a:pt x="9798" y="4190"/>
                </a:lnTo>
                <a:cubicBezTo>
                  <a:pt x="9011" y="4316"/>
                  <a:pt x="8444" y="5041"/>
                  <a:pt x="8444" y="5891"/>
                </a:cubicBezTo>
                <a:cubicBezTo>
                  <a:pt x="8444" y="6837"/>
                  <a:pt x="9231" y="7687"/>
                  <a:pt x="10176" y="7687"/>
                </a:cubicBezTo>
                <a:cubicBezTo>
                  <a:pt x="11121" y="7687"/>
                  <a:pt x="11909" y="6900"/>
                  <a:pt x="11909" y="5891"/>
                </a:cubicBezTo>
                <a:cubicBezTo>
                  <a:pt x="11783" y="5135"/>
                  <a:pt x="11185" y="4379"/>
                  <a:pt x="10397" y="4222"/>
                </a:cubicBezTo>
                <a:lnTo>
                  <a:pt x="10397" y="3812"/>
                </a:lnTo>
                <a:cubicBezTo>
                  <a:pt x="10397" y="3245"/>
                  <a:pt x="9924" y="2804"/>
                  <a:pt x="9389" y="2804"/>
                </a:cubicBezTo>
                <a:lnTo>
                  <a:pt x="6238" y="2804"/>
                </a:lnTo>
                <a:lnTo>
                  <a:pt x="6238" y="2079"/>
                </a:lnTo>
                <a:cubicBezTo>
                  <a:pt x="6585" y="2048"/>
                  <a:pt x="6900" y="1922"/>
                  <a:pt x="7215" y="1827"/>
                </a:cubicBezTo>
                <a:cubicBezTo>
                  <a:pt x="7341" y="1418"/>
                  <a:pt x="7246" y="977"/>
                  <a:pt x="7057" y="630"/>
                </a:cubicBezTo>
                <a:cubicBezTo>
                  <a:pt x="6774" y="221"/>
                  <a:pt x="6396" y="0"/>
                  <a:pt x="59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6" name="Google Shape;5983;p58">
            <a:extLst>
              <a:ext uri="{FF2B5EF4-FFF2-40B4-BE49-F238E27FC236}">
                <a16:creationId xmlns:a16="http://schemas.microsoft.com/office/drawing/2014/main" id="{6EE1787E-397D-C46B-67C7-B9C7DF614F7F}"/>
              </a:ext>
            </a:extLst>
          </p:cNvPr>
          <p:cNvSpPr/>
          <p:nvPr/>
        </p:nvSpPr>
        <p:spPr>
          <a:xfrm>
            <a:off x="8391203" y="3140099"/>
            <a:ext cx="44801" cy="44769"/>
          </a:xfrm>
          <a:custGeom>
            <a:avLst/>
            <a:gdLst/>
            <a:ahLst/>
            <a:cxnLst/>
            <a:rect l="l" t="t" r="r" b="b"/>
            <a:pathLst>
              <a:path w="1419" h="1418" extrusionOk="0">
                <a:moveTo>
                  <a:pt x="725" y="0"/>
                </a:moveTo>
                <a:cubicBezTo>
                  <a:pt x="284" y="0"/>
                  <a:pt x="1" y="315"/>
                  <a:pt x="1" y="725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5"/>
                  <a:pt x="1103" y="0"/>
                  <a:pt x="72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7" name="Google Shape;5984;p58">
            <a:extLst>
              <a:ext uri="{FF2B5EF4-FFF2-40B4-BE49-F238E27FC236}">
                <a16:creationId xmlns:a16="http://schemas.microsoft.com/office/drawing/2014/main" id="{FA21B432-8AC8-C47F-CD6C-236FAA582974}"/>
              </a:ext>
            </a:extLst>
          </p:cNvPr>
          <p:cNvSpPr/>
          <p:nvPr/>
        </p:nvSpPr>
        <p:spPr>
          <a:xfrm>
            <a:off x="8315621" y="3074429"/>
            <a:ext cx="195965" cy="171119"/>
          </a:xfrm>
          <a:custGeom>
            <a:avLst/>
            <a:gdLst/>
            <a:ahLst/>
            <a:cxnLst/>
            <a:rect l="l" t="t" r="r" b="b"/>
            <a:pathLst>
              <a:path w="6207" h="5420" extrusionOk="0">
                <a:moveTo>
                  <a:pt x="3119" y="1"/>
                </a:moveTo>
                <a:cubicBezTo>
                  <a:pt x="1386" y="1"/>
                  <a:pt x="0" y="1387"/>
                  <a:pt x="0" y="3120"/>
                </a:cubicBezTo>
                <a:cubicBezTo>
                  <a:pt x="0" y="4002"/>
                  <a:pt x="410" y="4853"/>
                  <a:pt x="1071" y="5420"/>
                </a:cubicBezTo>
                <a:cubicBezTo>
                  <a:pt x="1071" y="5231"/>
                  <a:pt x="1103" y="5042"/>
                  <a:pt x="1197" y="4853"/>
                </a:cubicBezTo>
                <a:cubicBezTo>
                  <a:pt x="1323" y="4380"/>
                  <a:pt x="1701" y="3971"/>
                  <a:pt x="2111" y="3750"/>
                </a:cubicBezTo>
                <a:cubicBezTo>
                  <a:pt x="1890" y="3498"/>
                  <a:pt x="1733" y="3151"/>
                  <a:pt x="1733" y="2805"/>
                </a:cubicBezTo>
                <a:cubicBezTo>
                  <a:pt x="1733" y="2049"/>
                  <a:pt x="2363" y="1419"/>
                  <a:pt x="3119" y="1419"/>
                </a:cubicBezTo>
                <a:cubicBezTo>
                  <a:pt x="3844" y="1419"/>
                  <a:pt x="4474" y="2049"/>
                  <a:pt x="4474" y="2805"/>
                </a:cubicBezTo>
                <a:cubicBezTo>
                  <a:pt x="4474" y="3151"/>
                  <a:pt x="4348" y="3498"/>
                  <a:pt x="4096" y="3750"/>
                </a:cubicBezTo>
                <a:cubicBezTo>
                  <a:pt x="4379" y="3876"/>
                  <a:pt x="4600" y="4097"/>
                  <a:pt x="4789" y="4380"/>
                </a:cubicBezTo>
                <a:cubicBezTo>
                  <a:pt x="5009" y="4695"/>
                  <a:pt x="5135" y="5042"/>
                  <a:pt x="5167" y="5420"/>
                </a:cubicBezTo>
                <a:cubicBezTo>
                  <a:pt x="5797" y="4853"/>
                  <a:pt x="6207" y="4065"/>
                  <a:pt x="6207" y="3120"/>
                </a:cubicBezTo>
                <a:cubicBezTo>
                  <a:pt x="6207" y="1387"/>
                  <a:pt x="4852" y="1"/>
                  <a:pt x="31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69" name="Google Shape;5986;p58">
            <a:extLst>
              <a:ext uri="{FF2B5EF4-FFF2-40B4-BE49-F238E27FC236}">
                <a16:creationId xmlns:a16="http://schemas.microsoft.com/office/drawing/2014/main" id="{B616D637-4C0D-6433-5AAB-EC0D3243A2FA}"/>
              </a:ext>
            </a:extLst>
          </p:cNvPr>
          <p:cNvSpPr/>
          <p:nvPr/>
        </p:nvSpPr>
        <p:spPr>
          <a:xfrm>
            <a:off x="6925387" y="3657757"/>
            <a:ext cx="154196" cy="125372"/>
          </a:xfrm>
          <a:custGeom>
            <a:avLst/>
            <a:gdLst/>
            <a:ahLst/>
            <a:cxnLst/>
            <a:rect l="l" t="t" r="r" b="b"/>
            <a:pathLst>
              <a:path w="4884" h="3971" extrusionOk="0">
                <a:moveTo>
                  <a:pt x="2426" y="1"/>
                </a:moveTo>
                <a:cubicBezTo>
                  <a:pt x="1103" y="1"/>
                  <a:pt x="0" y="1104"/>
                  <a:pt x="0" y="2427"/>
                </a:cubicBezTo>
                <a:cubicBezTo>
                  <a:pt x="0" y="3025"/>
                  <a:pt x="190" y="3530"/>
                  <a:pt x="536" y="3971"/>
                </a:cubicBezTo>
                <a:cubicBezTo>
                  <a:pt x="820" y="3624"/>
                  <a:pt x="1103" y="3309"/>
                  <a:pt x="1481" y="3057"/>
                </a:cubicBezTo>
                <a:cubicBezTo>
                  <a:pt x="1261" y="2805"/>
                  <a:pt x="1103" y="2458"/>
                  <a:pt x="1103" y="2112"/>
                </a:cubicBezTo>
                <a:cubicBezTo>
                  <a:pt x="1103" y="1356"/>
                  <a:pt x="1733" y="726"/>
                  <a:pt x="2489" y="726"/>
                </a:cubicBezTo>
                <a:cubicBezTo>
                  <a:pt x="3214" y="726"/>
                  <a:pt x="3844" y="1356"/>
                  <a:pt x="3844" y="2112"/>
                </a:cubicBezTo>
                <a:cubicBezTo>
                  <a:pt x="3844" y="2458"/>
                  <a:pt x="3687" y="2805"/>
                  <a:pt x="3466" y="3057"/>
                </a:cubicBezTo>
                <a:cubicBezTo>
                  <a:pt x="3844" y="3246"/>
                  <a:pt x="4128" y="3561"/>
                  <a:pt x="4317" y="3971"/>
                </a:cubicBezTo>
                <a:cubicBezTo>
                  <a:pt x="4695" y="3530"/>
                  <a:pt x="4884" y="3025"/>
                  <a:pt x="4884" y="2427"/>
                </a:cubicBezTo>
                <a:cubicBezTo>
                  <a:pt x="4884" y="1104"/>
                  <a:pt x="3781" y="1"/>
                  <a:pt x="242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0" name="Google Shape;5987;p58">
            <a:extLst>
              <a:ext uri="{FF2B5EF4-FFF2-40B4-BE49-F238E27FC236}">
                <a16:creationId xmlns:a16="http://schemas.microsoft.com/office/drawing/2014/main" id="{7D09AA63-733A-0E8C-1AB5-2BB0E63A02DD}"/>
              </a:ext>
            </a:extLst>
          </p:cNvPr>
          <p:cNvSpPr/>
          <p:nvPr/>
        </p:nvSpPr>
        <p:spPr>
          <a:xfrm>
            <a:off x="6981080" y="3702525"/>
            <a:ext cx="44801" cy="4480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725" y="1418"/>
                </a:cubicBezTo>
                <a:cubicBezTo>
                  <a:pt x="1103" y="1418"/>
                  <a:pt x="1418" y="1103"/>
                  <a:pt x="1418" y="694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1" name="Google Shape;5988;p58">
            <a:extLst>
              <a:ext uri="{FF2B5EF4-FFF2-40B4-BE49-F238E27FC236}">
                <a16:creationId xmlns:a16="http://schemas.microsoft.com/office/drawing/2014/main" id="{D2E4E22E-6770-6130-0E33-607601282AF8}"/>
              </a:ext>
            </a:extLst>
          </p:cNvPr>
          <p:cNvSpPr/>
          <p:nvPr/>
        </p:nvSpPr>
        <p:spPr>
          <a:xfrm>
            <a:off x="6839860" y="3569735"/>
            <a:ext cx="327272" cy="329767"/>
          </a:xfrm>
          <a:custGeom>
            <a:avLst/>
            <a:gdLst/>
            <a:ahLst/>
            <a:cxnLst/>
            <a:rect l="l" t="t" r="r" b="b"/>
            <a:pathLst>
              <a:path w="10366" h="10445" extrusionOk="0">
                <a:moveTo>
                  <a:pt x="5198" y="2159"/>
                </a:moveTo>
                <a:cubicBezTo>
                  <a:pt x="6931" y="2159"/>
                  <a:pt x="8286" y="3514"/>
                  <a:pt x="8286" y="5246"/>
                </a:cubicBezTo>
                <a:cubicBezTo>
                  <a:pt x="8286" y="6916"/>
                  <a:pt x="6931" y="8365"/>
                  <a:pt x="5198" y="8365"/>
                </a:cubicBezTo>
                <a:cubicBezTo>
                  <a:pt x="3340" y="8365"/>
                  <a:pt x="2079" y="6822"/>
                  <a:pt x="2079" y="5246"/>
                </a:cubicBezTo>
                <a:cubicBezTo>
                  <a:pt x="2079" y="3514"/>
                  <a:pt x="3497" y="2159"/>
                  <a:pt x="5198" y="2159"/>
                </a:cubicBezTo>
                <a:close/>
                <a:moveTo>
                  <a:pt x="5167" y="1"/>
                </a:moveTo>
                <a:cubicBezTo>
                  <a:pt x="5088" y="1"/>
                  <a:pt x="5009" y="17"/>
                  <a:pt x="4946" y="48"/>
                </a:cubicBezTo>
                <a:lnTo>
                  <a:pt x="4001" y="836"/>
                </a:lnTo>
                <a:lnTo>
                  <a:pt x="2773" y="678"/>
                </a:lnTo>
                <a:cubicBezTo>
                  <a:pt x="2756" y="675"/>
                  <a:pt x="2739" y="673"/>
                  <a:pt x="2723" y="673"/>
                </a:cubicBezTo>
                <a:cubicBezTo>
                  <a:pt x="2583" y="673"/>
                  <a:pt x="2454" y="786"/>
                  <a:pt x="2426" y="899"/>
                </a:cubicBezTo>
                <a:lnTo>
                  <a:pt x="1953" y="2033"/>
                </a:lnTo>
                <a:lnTo>
                  <a:pt x="819" y="2505"/>
                </a:lnTo>
                <a:cubicBezTo>
                  <a:pt x="662" y="2568"/>
                  <a:pt x="567" y="2694"/>
                  <a:pt x="630" y="2852"/>
                </a:cubicBezTo>
                <a:lnTo>
                  <a:pt x="788" y="4081"/>
                </a:lnTo>
                <a:lnTo>
                  <a:pt x="32" y="5026"/>
                </a:lnTo>
                <a:cubicBezTo>
                  <a:pt x="0" y="5183"/>
                  <a:pt x="0" y="5341"/>
                  <a:pt x="63" y="5467"/>
                </a:cubicBezTo>
                <a:lnTo>
                  <a:pt x="819" y="6381"/>
                </a:lnTo>
                <a:lnTo>
                  <a:pt x="662" y="7609"/>
                </a:lnTo>
                <a:cubicBezTo>
                  <a:pt x="630" y="7767"/>
                  <a:pt x="725" y="7924"/>
                  <a:pt x="851" y="7956"/>
                </a:cubicBezTo>
                <a:lnTo>
                  <a:pt x="1985" y="8428"/>
                </a:lnTo>
                <a:lnTo>
                  <a:pt x="2457" y="9594"/>
                </a:lnTo>
                <a:cubicBezTo>
                  <a:pt x="2536" y="9725"/>
                  <a:pt x="2637" y="9791"/>
                  <a:pt x="2741" y="9791"/>
                </a:cubicBezTo>
                <a:cubicBezTo>
                  <a:pt x="2762" y="9791"/>
                  <a:pt x="2783" y="9788"/>
                  <a:pt x="2804" y="9783"/>
                </a:cubicBezTo>
                <a:lnTo>
                  <a:pt x="4033" y="9626"/>
                </a:lnTo>
                <a:lnTo>
                  <a:pt x="4978" y="10382"/>
                </a:lnTo>
                <a:cubicBezTo>
                  <a:pt x="5072" y="10413"/>
                  <a:pt x="5104" y="10445"/>
                  <a:pt x="5167" y="10445"/>
                </a:cubicBezTo>
                <a:cubicBezTo>
                  <a:pt x="5261" y="10445"/>
                  <a:pt x="5324" y="10413"/>
                  <a:pt x="5387" y="10382"/>
                </a:cubicBezTo>
                <a:lnTo>
                  <a:pt x="6333" y="9626"/>
                </a:lnTo>
                <a:lnTo>
                  <a:pt x="7530" y="9783"/>
                </a:lnTo>
                <a:cubicBezTo>
                  <a:pt x="7687" y="9783"/>
                  <a:pt x="7876" y="9689"/>
                  <a:pt x="7908" y="9594"/>
                </a:cubicBezTo>
                <a:lnTo>
                  <a:pt x="8380" y="8428"/>
                </a:lnTo>
                <a:lnTo>
                  <a:pt x="9515" y="7956"/>
                </a:lnTo>
                <a:cubicBezTo>
                  <a:pt x="9672" y="7893"/>
                  <a:pt x="9735" y="7767"/>
                  <a:pt x="9704" y="7609"/>
                </a:cubicBezTo>
                <a:lnTo>
                  <a:pt x="9546" y="6381"/>
                </a:lnTo>
                <a:lnTo>
                  <a:pt x="10302" y="5467"/>
                </a:lnTo>
                <a:cubicBezTo>
                  <a:pt x="10365" y="5341"/>
                  <a:pt x="10365" y="5120"/>
                  <a:pt x="10302" y="5026"/>
                </a:cubicBezTo>
                <a:lnTo>
                  <a:pt x="9546" y="4081"/>
                </a:lnTo>
                <a:lnTo>
                  <a:pt x="9704" y="2852"/>
                </a:lnTo>
                <a:cubicBezTo>
                  <a:pt x="9735" y="2694"/>
                  <a:pt x="9641" y="2537"/>
                  <a:pt x="9515" y="2505"/>
                </a:cubicBezTo>
                <a:lnTo>
                  <a:pt x="8380" y="2033"/>
                </a:lnTo>
                <a:lnTo>
                  <a:pt x="7908" y="899"/>
                </a:lnTo>
                <a:cubicBezTo>
                  <a:pt x="7826" y="762"/>
                  <a:pt x="7719" y="672"/>
                  <a:pt x="7589" y="672"/>
                </a:cubicBezTo>
                <a:cubicBezTo>
                  <a:pt x="7570" y="672"/>
                  <a:pt x="7550" y="674"/>
                  <a:pt x="7530" y="678"/>
                </a:cubicBezTo>
                <a:lnTo>
                  <a:pt x="6333" y="836"/>
                </a:lnTo>
                <a:lnTo>
                  <a:pt x="5387" y="48"/>
                </a:lnTo>
                <a:cubicBezTo>
                  <a:pt x="5324" y="17"/>
                  <a:pt x="5246" y="1"/>
                  <a:pt x="516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2" name="Google Shape;5989;p58">
            <a:extLst>
              <a:ext uri="{FF2B5EF4-FFF2-40B4-BE49-F238E27FC236}">
                <a16:creationId xmlns:a16="http://schemas.microsoft.com/office/drawing/2014/main" id="{B3F09AA3-9415-3519-C9AC-A59B897FE24C}"/>
              </a:ext>
            </a:extLst>
          </p:cNvPr>
          <p:cNvSpPr/>
          <p:nvPr/>
        </p:nvSpPr>
        <p:spPr>
          <a:xfrm>
            <a:off x="6961190" y="3768195"/>
            <a:ext cx="84581" cy="43790"/>
          </a:xfrm>
          <a:custGeom>
            <a:avLst/>
            <a:gdLst/>
            <a:ahLst/>
            <a:cxnLst/>
            <a:rect l="l" t="t" r="r" b="b"/>
            <a:pathLst>
              <a:path w="2679" h="1387" extrusionOk="0">
                <a:moveTo>
                  <a:pt x="1355" y="0"/>
                </a:moveTo>
                <a:cubicBezTo>
                  <a:pt x="725" y="0"/>
                  <a:pt x="190" y="441"/>
                  <a:pt x="1" y="977"/>
                </a:cubicBezTo>
                <a:cubicBezTo>
                  <a:pt x="410" y="1229"/>
                  <a:pt x="820" y="1386"/>
                  <a:pt x="1355" y="1386"/>
                </a:cubicBezTo>
                <a:cubicBezTo>
                  <a:pt x="1859" y="1386"/>
                  <a:pt x="2301" y="1229"/>
                  <a:pt x="2679" y="977"/>
                </a:cubicBezTo>
                <a:cubicBezTo>
                  <a:pt x="2521" y="410"/>
                  <a:pt x="1985" y="0"/>
                  <a:pt x="13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3" name="Google Shape;5990;p58">
            <a:extLst>
              <a:ext uri="{FF2B5EF4-FFF2-40B4-BE49-F238E27FC236}">
                <a16:creationId xmlns:a16="http://schemas.microsoft.com/office/drawing/2014/main" id="{E923140C-32E6-6CBC-69DF-1AF1EC45D2B8}"/>
              </a:ext>
            </a:extLst>
          </p:cNvPr>
          <p:cNvSpPr/>
          <p:nvPr/>
        </p:nvSpPr>
        <p:spPr>
          <a:xfrm>
            <a:off x="7070618" y="3832822"/>
            <a:ext cx="120383" cy="109838"/>
          </a:xfrm>
          <a:custGeom>
            <a:avLst/>
            <a:gdLst/>
            <a:ahLst/>
            <a:cxnLst/>
            <a:rect l="l" t="t" r="r" b="b"/>
            <a:pathLst>
              <a:path w="3813" h="3479" extrusionOk="0">
                <a:moveTo>
                  <a:pt x="2867" y="1"/>
                </a:moveTo>
                <a:cubicBezTo>
                  <a:pt x="2741" y="127"/>
                  <a:pt x="2647" y="221"/>
                  <a:pt x="2489" y="284"/>
                </a:cubicBezTo>
                <a:lnTo>
                  <a:pt x="1607" y="631"/>
                </a:lnTo>
                <a:lnTo>
                  <a:pt x="1260" y="1482"/>
                </a:lnTo>
                <a:cubicBezTo>
                  <a:pt x="1103" y="1891"/>
                  <a:pt x="693" y="2112"/>
                  <a:pt x="284" y="2112"/>
                </a:cubicBezTo>
                <a:lnTo>
                  <a:pt x="158" y="2112"/>
                </a:lnTo>
                <a:lnTo>
                  <a:pt x="0" y="2080"/>
                </a:lnTo>
                <a:lnTo>
                  <a:pt x="1166" y="3372"/>
                </a:lnTo>
                <a:cubicBezTo>
                  <a:pt x="1237" y="3443"/>
                  <a:pt x="1343" y="3478"/>
                  <a:pt x="1445" y="3478"/>
                </a:cubicBezTo>
                <a:cubicBezTo>
                  <a:pt x="1479" y="3478"/>
                  <a:pt x="1512" y="3474"/>
                  <a:pt x="1544" y="3466"/>
                </a:cubicBezTo>
                <a:cubicBezTo>
                  <a:pt x="1638" y="3403"/>
                  <a:pt x="1764" y="3340"/>
                  <a:pt x="1764" y="3183"/>
                </a:cubicBezTo>
                <a:lnTo>
                  <a:pt x="2080" y="1639"/>
                </a:lnTo>
                <a:lnTo>
                  <a:pt x="3497" y="1324"/>
                </a:lnTo>
                <a:cubicBezTo>
                  <a:pt x="3532" y="1338"/>
                  <a:pt x="3563" y="1344"/>
                  <a:pt x="3592" y="1344"/>
                </a:cubicBezTo>
                <a:cubicBezTo>
                  <a:pt x="3693" y="1344"/>
                  <a:pt x="3756" y="1265"/>
                  <a:pt x="3781" y="1167"/>
                </a:cubicBezTo>
                <a:cubicBezTo>
                  <a:pt x="3812" y="1072"/>
                  <a:pt x="3781" y="946"/>
                  <a:pt x="3686" y="820"/>
                </a:cubicBezTo>
                <a:lnTo>
                  <a:pt x="286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4" name="Google Shape;5991;p58">
            <a:extLst>
              <a:ext uri="{FF2B5EF4-FFF2-40B4-BE49-F238E27FC236}">
                <a16:creationId xmlns:a16="http://schemas.microsoft.com/office/drawing/2014/main" id="{2CA04240-0BDE-CFA3-B84B-7E6D5D987BF7}"/>
              </a:ext>
            </a:extLst>
          </p:cNvPr>
          <p:cNvSpPr/>
          <p:nvPr/>
        </p:nvSpPr>
        <p:spPr>
          <a:xfrm>
            <a:off x="6816971" y="3834810"/>
            <a:ext cx="120383" cy="110280"/>
          </a:xfrm>
          <a:custGeom>
            <a:avLst/>
            <a:gdLst/>
            <a:ahLst/>
            <a:cxnLst/>
            <a:rect l="l" t="t" r="r" b="b"/>
            <a:pathLst>
              <a:path w="3813" h="3493" extrusionOk="0">
                <a:moveTo>
                  <a:pt x="946" y="1"/>
                </a:moveTo>
                <a:lnTo>
                  <a:pt x="126" y="851"/>
                </a:lnTo>
                <a:cubicBezTo>
                  <a:pt x="0" y="851"/>
                  <a:pt x="0" y="1009"/>
                  <a:pt x="32" y="1104"/>
                </a:cubicBezTo>
                <a:cubicBezTo>
                  <a:pt x="95" y="1230"/>
                  <a:pt x="158" y="1324"/>
                  <a:pt x="315" y="1356"/>
                </a:cubicBezTo>
                <a:lnTo>
                  <a:pt x="1733" y="1671"/>
                </a:lnTo>
                <a:lnTo>
                  <a:pt x="2048" y="3214"/>
                </a:lnTo>
                <a:cubicBezTo>
                  <a:pt x="2080" y="3309"/>
                  <a:pt x="2174" y="3435"/>
                  <a:pt x="2300" y="3466"/>
                </a:cubicBezTo>
                <a:cubicBezTo>
                  <a:pt x="2328" y="3485"/>
                  <a:pt x="2361" y="3492"/>
                  <a:pt x="2396" y="3492"/>
                </a:cubicBezTo>
                <a:cubicBezTo>
                  <a:pt x="2482" y="3492"/>
                  <a:pt x="2580" y="3448"/>
                  <a:pt x="2647" y="3403"/>
                </a:cubicBezTo>
                <a:lnTo>
                  <a:pt x="3813" y="2112"/>
                </a:lnTo>
                <a:lnTo>
                  <a:pt x="3813" y="2112"/>
                </a:lnTo>
                <a:lnTo>
                  <a:pt x="3624" y="2143"/>
                </a:lnTo>
                <a:lnTo>
                  <a:pt x="3561" y="2143"/>
                </a:lnTo>
                <a:cubicBezTo>
                  <a:pt x="3119" y="2143"/>
                  <a:pt x="2773" y="1891"/>
                  <a:pt x="2552" y="1513"/>
                </a:cubicBezTo>
                <a:lnTo>
                  <a:pt x="2206" y="631"/>
                </a:lnTo>
                <a:lnTo>
                  <a:pt x="1355" y="284"/>
                </a:lnTo>
                <a:cubicBezTo>
                  <a:pt x="1198" y="221"/>
                  <a:pt x="1072" y="127"/>
                  <a:pt x="94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6" name="Google Shape;5993;p58">
            <a:extLst>
              <a:ext uri="{FF2B5EF4-FFF2-40B4-BE49-F238E27FC236}">
                <a16:creationId xmlns:a16="http://schemas.microsoft.com/office/drawing/2014/main" id="{E4D28C01-60B3-0F08-B407-C9BA1E746D79}"/>
              </a:ext>
            </a:extLst>
          </p:cNvPr>
          <p:cNvSpPr/>
          <p:nvPr/>
        </p:nvSpPr>
        <p:spPr>
          <a:xfrm>
            <a:off x="6915443" y="4224610"/>
            <a:ext cx="176075" cy="176075"/>
          </a:xfrm>
          <a:custGeom>
            <a:avLst/>
            <a:gdLst/>
            <a:ahLst/>
            <a:cxnLst/>
            <a:rect l="l" t="t" r="r" b="b"/>
            <a:pathLst>
              <a:path w="5577" h="5577" extrusionOk="0">
                <a:moveTo>
                  <a:pt x="2804" y="0"/>
                </a:moveTo>
                <a:cubicBezTo>
                  <a:pt x="1607" y="0"/>
                  <a:pt x="1450" y="725"/>
                  <a:pt x="1009" y="3308"/>
                </a:cubicBezTo>
                <a:cubicBezTo>
                  <a:pt x="946" y="3749"/>
                  <a:pt x="851" y="4285"/>
                  <a:pt x="757" y="4883"/>
                </a:cubicBezTo>
                <a:lnTo>
                  <a:pt x="347" y="4883"/>
                </a:lnTo>
                <a:cubicBezTo>
                  <a:pt x="158" y="4883"/>
                  <a:pt x="0" y="5041"/>
                  <a:pt x="0" y="5230"/>
                </a:cubicBezTo>
                <a:cubicBezTo>
                  <a:pt x="0" y="5419"/>
                  <a:pt x="158" y="5576"/>
                  <a:pt x="347" y="5576"/>
                </a:cubicBezTo>
                <a:lnTo>
                  <a:pt x="5230" y="5576"/>
                </a:lnTo>
                <a:cubicBezTo>
                  <a:pt x="5419" y="5545"/>
                  <a:pt x="5577" y="5387"/>
                  <a:pt x="5577" y="5198"/>
                </a:cubicBezTo>
                <a:cubicBezTo>
                  <a:pt x="5577" y="5009"/>
                  <a:pt x="5419" y="4852"/>
                  <a:pt x="5230" y="4852"/>
                </a:cubicBezTo>
                <a:lnTo>
                  <a:pt x="4852" y="4852"/>
                </a:lnTo>
                <a:cubicBezTo>
                  <a:pt x="4726" y="4253"/>
                  <a:pt x="4632" y="3749"/>
                  <a:pt x="4569" y="3277"/>
                </a:cubicBezTo>
                <a:cubicBezTo>
                  <a:pt x="4128" y="756"/>
                  <a:pt x="3970" y="0"/>
                  <a:pt x="28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7" name="Google Shape;5994;p58">
            <a:extLst>
              <a:ext uri="{FF2B5EF4-FFF2-40B4-BE49-F238E27FC236}">
                <a16:creationId xmlns:a16="http://schemas.microsoft.com/office/drawing/2014/main" id="{4D30E7A8-93B2-C35D-1AAE-F730B078ED12}"/>
              </a:ext>
            </a:extLst>
          </p:cNvPr>
          <p:cNvSpPr/>
          <p:nvPr/>
        </p:nvSpPr>
        <p:spPr>
          <a:xfrm>
            <a:off x="7080562" y="4071424"/>
            <a:ext cx="87548" cy="87548"/>
          </a:xfrm>
          <a:custGeom>
            <a:avLst/>
            <a:gdLst/>
            <a:ahLst/>
            <a:cxnLst/>
            <a:rect l="l" t="t" r="r" b="b"/>
            <a:pathLst>
              <a:path w="2773" h="2773" extrusionOk="0">
                <a:moveTo>
                  <a:pt x="1386" y="0"/>
                </a:moveTo>
                <a:cubicBezTo>
                  <a:pt x="630" y="0"/>
                  <a:pt x="0" y="630"/>
                  <a:pt x="0" y="1387"/>
                </a:cubicBezTo>
                <a:cubicBezTo>
                  <a:pt x="0" y="2111"/>
                  <a:pt x="630" y="2773"/>
                  <a:pt x="1386" y="2773"/>
                </a:cubicBezTo>
                <a:cubicBezTo>
                  <a:pt x="2143" y="2773"/>
                  <a:pt x="2773" y="2111"/>
                  <a:pt x="2773" y="1387"/>
                </a:cubicBezTo>
                <a:cubicBezTo>
                  <a:pt x="2773" y="630"/>
                  <a:pt x="2143" y="0"/>
                  <a:pt x="138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8" name="Google Shape;5995;p58">
            <a:extLst>
              <a:ext uri="{FF2B5EF4-FFF2-40B4-BE49-F238E27FC236}">
                <a16:creationId xmlns:a16="http://schemas.microsoft.com/office/drawing/2014/main" id="{0538AB0C-E1A7-CC96-C9BD-5BC136C84F31}"/>
              </a:ext>
            </a:extLst>
          </p:cNvPr>
          <p:cNvSpPr/>
          <p:nvPr/>
        </p:nvSpPr>
        <p:spPr>
          <a:xfrm>
            <a:off x="6839858" y="4071424"/>
            <a:ext cx="86538" cy="87548"/>
          </a:xfrm>
          <a:custGeom>
            <a:avLst/>
            <a:gdLst/>
            <a:ahLst/>
            <a:cxnLst/>
            <a:rect l="l" t="t" r="r" b="b"/>
            <a:pathLst>
              <a:path w="2741" h="2773" extrusionOk="0">
                <a:moveTo>
                  <a:pt x="1355" y="0"/>
                </a:moveTo>
                <a:cubicBezTo>
                  <a:pt x="599" y="0"/>
                  <a:pt x="0" y="630"/>
                  <a:pt x="0" y="1387"/>
                </a:cubicBezTo>
                <a:cubicBezTo>
                  <a:pt x="0" y="2143"/>
                  <a:pt x="599" y="2773"/>
                  <a:pt x="1355" y="2773"/>
                </a:cubicBezTo>
                <a:cubicBezTo>
                  <a:pt x="2111" y="2773"/>
                  <a:pt x="2741" y="2143"/>
                  <a:pt x="2741" y="1387"/>
                </a:cubicBezTo>
                <a:cubicBezTo>
                  <a:pt x="2741" y="630"/>
                  <a:pt x="2111" y="0"/>
                  <a:pt x="13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79" name="Google Shape;5996;p58">
            <a:extLst>
              <a:ext uri="{FF2B5EF4-FFF2-40B4-BE49-F238E27FC236}">
                <a16:creationId xmlns:a16="http://schemas.microsoft.com/office/drawing/2014/main" id="{3BC6926B-60EB-D26A-45B3-6A8339821851}"/>
              </a:ext>
            </a:extLst>
          </p:cNvPr>
          <p:cNvSpPr/>
          <p:nvPr/>
        </p:nvSpPr>
        <p:spPr>
          <a:xfrm>
            <a:off x="6816971" y="4158940"/>
            <a:ext cx="132317" cy="65701"/>
          </a:xfrm>
          <a:custGeom>
            <a:avLst/>
            <a:gdLst/>
            <a:ahLst/>
            <a:cxnLst/>
            <a:rect l="l" t="t" r="r" b="b"/>
            <a:pathLst>
              <a:path w="4191" h="2081" extrusionOk="0">
                <a:moveTo>
                  <a:pt x="568" y="1"/>
                </a:moveTo>
                <a:cubicBezTo>
                  <a:pt x="252" y="347"/>
                  <a:pt x="0" y="851"/>
                  <a:pt x="0" y="1356"/>
                </a:cubicBezTo>
                <a:lnTo>
                  <a:pt x="0" y="1734"/>
                </a:lnTo>
                <a:cubicBezTo>
                  <a:pt x="0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33" y="2080"/>
                  <a:pt x="4191" y="1923"/>
                  <a:pt x="4191" y="1734"/>
                </a:cubicBezTo>
                <a:lnTo>
                  <a:pt x="4191" y="1356"/>
                </a:lnTo>
                <a:cubicBezTo>
                  <a:pt x="4191" y="820"/>
                  <a:pt x="3970" y="347"/>
                  <a:pt x="3624" y="1"/>
                </a:cubicBezTo>
                <a:cubicBezTo>
                  <a:pt x="3245" y="410"/>
                  <a:pt x="2678" y="694"/>
                  <a:pt x="2080" y="694"/>
                </a:cubicBezTo>
                <a:cubicBezTo>
                  <a:pt x="1513" y="694"/>
                  <a:pt x="946" y="410"/>
                  <a:pt x="56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0" name="Google Shape;5997;p58">
            <a:extLst>
              <a:ext uri="{FF2B5EF4-FFF2-40B4-BE49-F238E27FC236}">
                <a16:creationId xmlns:a16="http://schemas.microsoft.com/office/drawing/2014/main" id="{AC4616BF-FD1D-1098-A4D8-73ECDC278A34}"/>
              </a:ext>
            </a:extLst>
          </p:cNvPr>
          <p:cNvSpPr/>
          <p:nvPr/>
        </p:nvSpPr>
        <p:spPr>
          <a:xfrm>
            <a:off x="7059662" y="4158940"/>
            <a:ext cx="131339" cy="65701"/>
          </a:xfrm>
          <a:custGeom>
            <a:avLst/>
            <a:gdLst/>
            <a:ahLst/>
            <a:cxnLst/>
            <a:rect l="l" t="t" r="r" b="b"/>
            <a:pathLst>
              <a:path w="4160" h="2081" extrusionOk="0">
                <a:moveTo>
                  <a:pt x="536" y="1"/>
                </a:moveTo>
                <a:cubicBezTo>
                  <a:pt x="221" y="347"/>
                  <a:pt x="1" y="851"/>
                  <a:pt x="1" y="1356"/>
                </a:cubicBezTo>
                <a:lnTo>
                  <a:pt x="1" y="1702"/>
                </a:lnTo>
                <a:cubicBezTo>
                  <a:pt x="1" y="1923"/>
                  <a:pt x="158" y="2080"/>
                  <a:pt x="347" y="2080"/>
                </a:cubicBezTo>
                <a:lnTo>
                  <a:pt x="3813" y="2080"/>
                </a:lnTo>
                <a:cubicBezTo>
                  <a:pt x="4002" y="2080"/>
                  <a:pt x="4159" y="1923"/>
                  <a:pt x="4159" y="1702"/>
                </a:cubicBezTo>
                <a:lnTo>
                  <a:pt x="4159" y="1356"/>
                </a:lnTo>
                <a:cubicBezTo>
                  <a:pt x="4159" y="820"/>
                  <a:pt x="3970" y="347"/>
                  <a:pt x="3624" y="1"/>
                </a:cubicBezTo>
                <a:cubicBezTo>
                  <a:pt x="3214" y="410"/>
                  <a:pt x="2679" y="694"/>
                  <a:pt x="2080" y="694"/>
                </a:cubicBezTo>
                <a:cubicBezTo>
                  <a:pt x="1450" y="694"/>
                  <a:pt x="946" y="410"/>
                  <a:pt x="53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1" name="Google Shape;5998;p58">
            <a:extLst>
              <a:ext uri="{FF2B5EF4-FFF2-40B4-BE49-F238E27FC236}">
                <a16:creationId xmlns:a16="http://schemas.microsoft.com/office/drawing/2014/main" id="{58CAACA0-E498-CE74-E637-95740EA36798}"/>
              </a:ext>
            </a:extLst>
          </p:cNvPr>
          <p:cNvSpPr/>
          <p:nvPr/>
        </p:nvSpPr>
        <p:spPr>
          <a:xfrm>
            <a:off x="7064650" y="4246488"/>
            <a:ext cx="126350" cy="66680"/>
          </a:xfrm>
          <a:custGeom>
            <a:avLst/>
            <a:gdLst/>
            <a:ahLst/>
            <a:cxnLst/>
            <a:rect l="l" t="t" r="r" b="b"/>
            <a:pathLst>
              <a:path w="4002" h="2112" extrusionOk="0">
                <a:moveTo>
                  <a:pt x="0" y="0"/>
                </a:moveTo>
                <a:cubicBezTo>
                  <a:pt x="189" y="567"/>
                  <a:pt x="315" y="1229"/>
                  <a:pt x="473" y="2111"/>
                </a:cubicBezTo>
                <a:lnTo>
                  <a:pt x="3655" y="2111"/>
                </a:lnTo>
                <a:cubicBezTo>
                  <a:pt x="3844" y="2111"/>
                  <a:pt x="4001" y="1954"/>
                  <a:pt x="4001" y="1733"/>
                </a:cubicBezTo>
                <a:lnTo>
                  <a:pt x="4001" y="378"/>
                </a:lnTo>
                <a:cubicBezTo>
                  <a:pt x="3970" y="158"/>
                  <a:pt x="3844" y="0"/>
                  <a:pt x="365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2" name="Google Shape;5999;p58">
            <a:extLst>
              <a:ext uri="{FF2B5EF4-FFF2-40B4-BE49-F238E27FC236}">
                <a16:creationId xmlns:a16="http://schemas.microsoft.com/office/drawing/2014/main" id="{ACC8F6D0-8D28-667B-CB21-CFB31B030345}"/>
              </a:ext>
            </a:extLst>
          </p:cNvPr>
          <p:cNvSpPr/>
          <p:nvPr/>
        </p:nvSpPr>
        <p:spPr>
          <a:xfrm>
            <a:off x="6816970" y="4246489"/>
            <a:ext cx="127361" cy="65669"/>
          </a:xfrm>
          <a:custGeom>
            <a:avLst/>
            <a:gdLst/>
            <a:ahLst/>
            <a:cxnLst/>
            <a:rect l="l" t="t" r="r" b="b"/>
            <a:pathLst>
              <a:path w="4034" h="2080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54"/>
                  <a:pt x="158" y="2080"/>
                  <a:pt x="347" y="2080"/>
                </a:cubicBezTo>
                <a:lnTo>
                  <a:pt x="3561" y="2080"/>
                </a:lnTo>
                <a:cubicBezTo>
                  <a:pt x="3718" y="1229"/>
                  <a:pt x="3813" y="567"/>
                  <a:pt x="40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4" name="Google Shape;6001;p58">
            <a:extLst>
              <a:ext uri="{FF2B5EF4-FFF2-40B4-BE49-F238E27FC236}">
                <a16:creationId xmlns:a16="http://schemas.microsoft.com/office/drawing/2014/main" id="{46A6E259-83F0-AB9F-26D1-46DDC627404D}"/>
              </a:ext>
            </a:extLst>
          </p:cNvPr>
          <p:cNvSpPr/>
          <p:nvPr/>
        </p:nvSpPr>
        <p:spPr>
          <a:xfrm>
            <a:off x="7023859" y="4658645"/>
            <a:ext cx="84581" cy="132349"/>
          </a:xfrm>
          <a:custGeom>
            <a:avLst/>
            <a:gdLst/>
            <a:ahLst/>
            <a:cxnLst/>
            <a:rect l="l" t="t" r="r" b="b"/>
            <a:pathLst>
              <a:path w="2679" h="4192" extrusionOk="0">
                <a:moveTo>
                  <a:pt x="0" y="1"/>
                </a:moveTo>
                <a:lnTo>
                  <a:pt x="505" y="3467"/>
                </a:lnTo>
                <a:lnTo>
                  <a:pt x="1103" y="4065"/>
                </a:lnTo>
                <a:cubicBezTo>
                  <a:pt x="1166" y="4128"/>
                  <a:pt x="1261" y="4191"/>
                  <a:pt x="1324" y="4191"/>
                </a:cubicBezTo>
                <a:lnTo>
                  <a:pt x="2300" y="4191"/>
                </a:lnTo>
                <a:cubicBezTo>
                  <a:pt x="2521" y="4191"/>
                  <a:pt x="2678" y="4034"/>
                  <a:pt x="2678" y="3813"/>
                </a:cubicBezTo>
                <a:lnTo>
                  <a:pt x="2678" y="2805"/>
                </a:lnTo>
                <a:cubicBezTo>
                  <a:pt x="2678" y="2710"/>
                  <a:pt x="2615" y="2616"/>
                  <a:pt x="2552" y="2553"/>
                </a:cubicBezTo>
                <a:lnTo>
                  <a:pt x="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5" name="Google Shape;6002;p58">
            <a:extLst>
              <a:ext uri="{FF2B5EF4-FFF2-40B4-BE49-F238E27FC236}">
                <a16:creationId xmlns:a16="http://schemas.microsoft.com/office/drawing/2014/main" id="{AACF1888-6979-8223-D9E5-58E77BD369E7}"/>
              </a:ext>
            </a:extLst>
          </p:cNvPr>
          <p:cNvSpPr/>
          <p:nvPr/>
        </p:nvSpPr>
        <p:spPr>
          <a:xfrm>
            <a:off x="6910454" y="4558184"/>
            <a:ext cx="111448" cy="65701"/>
          </a:xfrm>
          <a:custGeom>
            <a:avLst/>
            <a:gdLst/>
            <a:ahLst/>
            <a:cxnLst/>
            <a:rect l="l" t="t" r="r" b="b"/>
            <a:pathLst>
              <a:path w="3530" h="2081" extrusionOk="0">
                <a:moveTo>
                  <a:pt x="347" y="1"/>
                </a:moveTo>
                <a:cubicBezTo>
                  <a:pt x="221" y="1"/>
                  <a:pt x="158" y="33"/>
                  <a:pt x="64" y="159"/>
                </a:cubicBezTo>
                <a:cubicBezTo>
                  <a:pt x="1" y="222"/>
                  <a:pt x="1" y="348"/>
                  <a:pt x="32" y="474"/>
                </a:cubicBezTo>
                <a:lnTo>
                  <a:pt x="568" y="2080"/>
                </a:lnTo>
                <a:lnTo>
                  <a:pt x="2931" y="2080"/>
                </a:lnTo>
                <a:lnTo>
                  <a:pt x="3498" y="474"/>
                </a:lnTo>
                <a:cubicBezTo>
                  <a:pt x="3529" y="348"/>
                  <a:pt x="3498" y="222"/>
                  <a:pt x="3466" y="159"/>
                </a:cubicBezTo>
                <a:cubicBezTo>
                  <a:pt x="3340" y="64"/>
                  <a:pt x="3214" y="1"/>
                  <a:pt x="312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6" name="Google Shape;6003;p58">
            <a:extLst>
              <a:ext uri="{FF2B5EF4-FFF2-40B4-BE49-F238E27FC236}">
                <a16:creationId xmlns:a16="http://schemas.microsoft.com/office/drawing/2014/main" id="{7169EF23-F537-28F5-369B-5F4372DA06A7}"/>
              </a:ext>
            </a:extLst>
          </p:cNvPr>
          <p:cNvSpPr/>
          <p:nvPr/>
        </p:nvSpPr>
        <p:spPr>
          <a:xfrm>
            <a:off x="6899529" y="4645733"/>
            <a:ext cx="131338" cy="285503"/>
          </a:xfrm>
          <a:custGeom>
            <a:avLst/>
            <a:gdLst/>
            <a:ahLst/>
            <a:cxnLst/>
            <a:rect l="l" t="t" r="r" b="b"/>
            <a:pathLst>
              <a:path w="4160" h="9043" extrusionOk="0">
                <a:moveTo>
                  <a:pt x="977" y="0"/>
                </a:moveTo>
                <a:lnTo>
                  <a:pt x="0" y="6553"/>
                </a:lnTo>
                <a:cubicBezTo>
                  <a:pt x="0" y="6648"/>
                  <a:pt x="0" y="6742"/>
                  <a:pt x="63" y="6837"/>
                </a:cubicBezTo>
                <a:lnTo>
                  <a:pt x="1796" y="8916"/>
                </a:lnTo>
                <a:cubicBezTo>
                  <a:pt x="1859" y="9011"/>
                  <a:pt x="1954" y="9042"/>
                  <a:pt x="2080" y="9042"/>
                </a:cubicBezTo>
                <a:cubicBezTo>
                  <a:pt x="2174" y="9042"/>
                  <a:pt x="2269" y="9011"/>
                  <a:pt x="2332" y="8916"/>
                </a:cubicBezTo>
                <a:lnTo>
                  <a:pt x="4065" y="6837"/>
                </a:lnTo>
                <a:cubicBezTo>
                  <a:pt x="4159" y="6742"/>
                  <a:pt x="4159" y="6679"/>
                  <a:pt x="4159" y="6553"/>
                </a:cubicBezTo>
                <a:lnTo>
                  <a:pt x="318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8" name="Google Shape;6005;p58">
            <a:extLst>
              <a:ext uri="{FF2B5EF4-FFF2-40B4-BE49-F238E27FC236}">
                <a16:creationId xmlns:a16="http://schemas.microsoft.com/office/drawing/2014/main" id="{DEFAF0D6-0D8B-B0CF-CC66-4F1C99D33C82}"/>
              </a:ext>
            </a:extLst>
          </p:cNvPr>
          <p:cNvSpPr/>
          <p:nvPr/>
        </p:nvSpPr>
        <p:spPr>
          <a:xfrm>
            <a:off x="8302075" y="4845662"/>
            <a:ext cx="22921" cy="22889"/>
          </a:xfrm>
          <a:custGeom>
            <a:avLst/>
            <a:gdLst/>
            <a:ahLst/>
            <a:cxnLst/>
            <a:rect l="l" t="t" r="r" b="b"/>
            <a:pathLst>
              <a:path w="726" h="725" extrusionOk="0">
                <a:moveTo>
                  <a:pt x="379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67"/>
                  <a:pt x="158" y="725"/>
                  <a:pt x="379" y="725"/>
                </a:cubicBezTo>
                <a:cubicBezTo>
                  <a:pt x="568" y="725"/>
                  <a:pt x="725" y="567"/>
                  <a:pt x="725" y="347"/>
                </a:cubicBez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89" name="Google Shape;6006;p58">
            <a:extLst>
              <a:ext uri="{FF2B5EF4-FFF2-40B4-BE49-F238E27FC236}">
                <a16:creationId xmlns:a16="http://schemas.microsoft.com/office/drawing/2014/main" id="{3E50B846-C84D-76A6-B72F-9BB9F559B15F}"/>
              </a:ext>
            </a:extLst>
          </p:cNvPr>
          <p:cNvSpPr/>
          <p:nvPr/>
        </p:nvSpPr>
        <p:spPr>
          <a:xfrm>
            <a:off x="8236437" y="4602968"/>
            <a:ext cx="287492" cy="328251"/>
          </a:xfrm>
          <a:custGeom>
            <a:avLst/>
            <a:gdLst/>
            <a:ahLst/>
            <a:cxnLst/>
            <a:rect l="l" t="t" r="r" b="b"/>
            <a:pathLst>
              <a:path w="9106" h="10397" extrusionOk="0">
                <a:moveTo>
                  <a:pt x="3115" y="2135"/>
                </a:moveTo>
                <a:cubicBezTo>
                  <a:pt x="3206" y="2135"/>
                  <a:pt x="3293" y="2158"/>
                  <a:pt x="3340" y="2205"/>
                </a:cubicBezTo>
                <a:cubicBezTo>
                  <a:pt x="3466" y="2331"/>
                  <a:pt x="3466" y="2583"/>
                  <a:pt x="3340" y="2678"/>
                </a:cubicBezTo>
                <a:lnTo>
                  <a:pt x="2930" y="3119"/>
                </a:lnTo>
                <a:lnTo>
                  <a:pt x="3340" y="3560"/>
                </a:lnTo>
                <a:cubicBezTo>
                  <a:pt x="3466" y="3686"/>
                  <a:pt x="3466" y="3907"/>
                  <a:pt x="3340" y="4033"/>
                </a:cubicBezTo>
                <a:cubicBezTo>
                  <a:pt x="3293" y="4096"/>
                  <a:pt x="3206" y="4127"/>
                  <a:pt x="3115" y="4127"/>
                </a:cubicBezTo>
                <a:cubicBezTo>
                  <a:pt x="3025" y="4127"/>
                  <a:pt x="2930" y="4096"/>
                  <a:pt x="2867" y="4033"/>
                </a:cubicBezTo>
                <a:lnTo>
                  <a:pt x="2458" y="3592"/>
                </a:lnTo>
                <a:lnTo>
                  <a:pt x="2017" y="4033"/>
                </a:lnTo>
                <a:cubicBezTo>
                  <a:pt x="1954" y="4096"/>
                  <a:pt x="1867" y="4127"/>
                  <a:pt x="1780" y="4127"/>
                </a:cubicBezTo>
                <a:cubicBezTo>
                  <a:pt x="1694" y="4127"/>
                  <a:pt x="1607" y="4096"/>
                  <a:pt x="1544" y="4033"/>
                </a:cubicBezTo>
                <a:cubicBezTo>
                  <a:pt x="1418" y="3907"/>
                  <a:pt x="1418" y="3686"/>
                  <a:pt x="1544" y="3560"/>
                </a:cubicBezTo>
                <a:lnTo>
                  <a:pt x="1985" y="3119"/>
                </a:lnTo>
                <a:lnTo>
                  <a:pt x="1544" y="2678"/>
                </a:lnTo>
                <a:cubicBezTo>
                  <a:pt x="1418" y="2583"/>
                  <a:pt x="1418" y="2331"/>
                  <a:pt x="1544" y="2205"/>
                </a:cubicBezTo>
                <a:cubicBezTo>
                  <a:pt x="1591" y="2158"/>
                  <a:pt x="1678" y="2135"/>
                  <a:pt x="1769" y="2135"/>
                </a:cubicBezTo>
                <a:cubicBezTo>
                  <a:pt x="1859" y="2135"/>
                  <a:pt x="1954" y="2158"/>
                  <a:pt x="2017" y="2205"/>
                </a:cubicBezTo>
                <a:lnTo>
                  <a:pt x="2458" y="2646"/>
                </a:lnTo>
                <a:lnTo>
                  <a:pt x="2867" y="2205"/>
                </a:lnTo>
                <a:cubicBezTo>
                  <a:pt x="2930" y="2158"/>
                  <a:pt x="3025" y="2135"/>
                  <a:pt x="3115" y="2135"/>
                </a:cubicBezTo>
                <a:close/>
                <a:moveTo>
                  <a:pt x="6727" y="2079"/>
                </a:moveTo>
                <a:cubicBezTo>
                  <a:pt x="6813" y="2079"/>
                  <a:pt x="6900" y="2111"/>
                  <a:pt x="6963" y="2174"/>
                </a:cubicBezTo>
                <a:lnTo>
                  <a:pt x="7688" y="2898"/>
                </a:lnTo>
                <a:cubicBezTo>
                  <a:pt x="7719" y="2993"/>
                  <a:pt x="7719" y="3245"/>
                  <a:pt x="7593" y="3371"/>
                </a:cubicBezTo>
                <a:cubicBezTo>
                  <a:pt x="7546" y="3418"/>
                  <a:pt x="7459" y="3442"/>
                  <a:pt x="7369" y="3442"/>
                </a:cubicBezTo>
                <a:cubicBezTo>
                  <a:pt x="7278" y="3442"/>
                  <a:pt x="7183" y="3418"/>
                  <a:pt x="7120" y="3371"/>
                </a:cubicBezTo>
                <a:lnTo>
                  <a:pt x="7026" y="3245"/>
                </a:lnTo>
                <a:lnTo>
                  <a:pt x="7026" y="4505"/>
                </a:lnTo>
                <a:cubicBezTo>
                  <a:pt x="7026" y="5104"/>
                  <a:pt x="6553" y="5513"/>
                  <a:pt x="5986" y="5513"/>
                </a:cubicBezTo>
                <a:lnTo>
                  <a:pt x="3151" y="5513"/>
                </a:lnTo>
                <a:cubicBezTo>
                  <a:pt x="2962" y="5513"/>
                  <a:pt x="2804" y="5671"/>
                  <a:pt x="2804" y="5891"/>
                </a:cubicBezTo>
                <a:lnTo>
                  <a:pt x="2804" y="7026"/>
                </a:lnTo>
                <a:cubicBezTo>
                  <a:pt x="3182" y="7183"/>
                  <a:pt x="3497" y="7530"/>
                  <a:pt x="3497" y="8002"/>
                </a:cubicBezTo>
                <a:cubicBezTo>
                  <a:pt x="3497" y="8601"/>
                  <a:pt x="3025" y="9042"/>
                  <a:pt x="2489" y="9042"/>
                </a:cubicBezTo>
                <a:cubicBezTo>
                  <a:pt x="1922" y="9042"/>
                  <a:pt x="1450" y="8569"/>
                  <a:pt x="1450" y="8002"/>
                </a:cubicBezTo>
                <a:cubicBezTo>
                  <a:pt x="1450" y="7561"/>
                  <a:pt x="1733" y="7183"/>
                  <a:pt x="2174" y="7026"/>
                </a:cubicBezTo>
                <a:lnTo>
                  <a:pt x="2174" y="5891"/>
                </a:lnTo>
                <a:cubicBezTo>
                  <a:pt x="2174" y="5293"/>
                  <a:pt x="2647" y="4852"/>
                  <a:pt x="3182" y="4852"/>
                </a:cubicBezTo>
                <a:lnTo>
                  <a:pt x="6018" y="4852"/>
                </a:lnTo>
                <a:cubicBezTo>
                  <a:pt x="6207" y="4852"/>
                  <a:pt x="6364" y="4694"/>
                  <a:pt x="6364" y="4505"/>
                </a:cubicBezTo>
                <a:lnTo>
                  <a:pt x="6364" y="3245"/>
                </a:lnTo>
                <a:lnTo>
                  <a:pt x="6270" y="3371"/>
                </a:lnTo>
                <a:cubicBezTo>
                  <a:pt x="6207" y="3418"/>
                  <a:pt x="6120" y="3442"/>
                  <a:pt x="6034" y="3442"/>
                </a:cubicBezTo>
                <a:cubicBezTo>
                  <a:pt x="5947" y="3442"/>
                  <a:pt x="5860" y="3418"/>
                  <a:pt x="5797" y="3371"/>
                </a:cubicBezTo>
                <a:cubicBezTo>
                  <a:pt x="5671" y="3245"/>
                  <a:pt x="5671" y="2993"/>
                  <a:pt x="5797" y="2898"/>
                </a:cubicBezTo>
                <a:lnTo>
                  <a:pt x="6490" y="2174"/>
                </a:lnTo>
                <a:cubicBezTo>
                  <a:pt x="6553" y="2111"/>
                  <a:pt x="6640" y="2079"/>
                  <a:pt x="6727" y="2079"/>
                </a:cubicBezTo>
                <a:close/>
                <a:moveTo>
                  <a:pt x="7369" y="7057"/>
                </a:moveTo>
                <a:cubicBezTo>
                  <a:pt x="7459" y="7057"/>
                  <a:pt x="7546" y="7089"/>
                  <a:pt x="7593" y="7152"/>
                </a:cubicBezTo>
                <a:cubicBezTo>
                  <a:pt x="7719" y="7246"/>
                  <a:pt x="7719" y="7498"/>
                  <a:pt x="7593" y="7624"/>
                </a:cubicBezTo>
                <a:lnTo>
                  <a:pt x="7183" y="8034"/>
                </a:lnTo>
                <a:lnTo>
                  <a:pt x="7593" y="8475"/>
                </a:lnTo>
                <a:cubicBezTo>
                  <a:pt x="7719" y="8601"/>
                  <a:pt x="7719" y="8821"/>
                  <a:pt x="7593" y="8947"/>
                </a:cubicBezTo>
                <a:cubicBezTo>
                  <a:pt x="7546" y="9010"/>
                  <a:pt x="7459" y="9042"/>
                  <a:pt x="7369" y="9042"/>
                </a:cubicBezTo>
                <a:cubicBezTo>
                  <a:pt x="7278" y="9042"/>
                  <a:pt x="7183" y="9010"/>
                  <a:pt x="7120" y="8947"/>
                </a:cubicBezTo>
                <a:lnTo>
                  <a:pt x="6711" y="8506"/>
                </a:lnTo>
                <a:lnTo>
                  <a:pt x="6270" y="8947"/>
                </a:lnTo>
                <a:cubicBezTo>
                  <a:pt x="6207" y="9010"/>
                  <a:pt x="6120" y="9042"/>
                  <a:pt x="6034" y="9042"/>
                </a:cubicBezTo>
                <a:cubicBezTo>
                  <a:pt x="5947" y="9042"/>
                  <a:pt x="5860" y="9010"/>
                  <a:pt x="5797" y="8947"/>
                </a:cubicBezTo>
                <a:cubicBezTo>
                  <a:pt x="5671" y="8821"/>
                  <a:pt x="5671" y="8601"/>
                  <a:pt x="5797" y="8475"/>
                </a:cubicBezTo>
                <a:lnTo>
                  <a:pt x="6207" y="8034"/>
                </a:lnTo>
                <a:lnTo>
                  <a:pt x="5797" y="7624"/>
                </a:lnTo>
                <a:cubicBezTo>
                  <a:pt x="5671" y="7498"/>
                  <a:pt x="5671" y="7246"/>
                  <a:pt x="5797" y="7152"/>
                </a:cubicBezTo>
                <a:cubicBezTo>
                  <a:pt x="5845" y="7089"/>
                  <a:pt x="5931" y="7057"/>
                  <a:pt x="6022" y="7057"/>
                </a:cubicBezTo>
                <a:cubicBezTo>
                  <a:pt x="6112" y="7057"/>
                  <a:pt x="6207" y="7089"/>
                  <a:pt x="6270" y="7152"/>
                </a:cubicBezTo>
                <a:lnTo>
                  <a:pt x="6711" y="7561"/>
                </a:lnTo>
                <a:lnTo>
                  <a:pt x="7120" y="7152"/>
                </a:lnTo>
                <a:cubicBezTo>
                  <a:pt x="7183" y="7089"/>
                  <a:pt x="7278" y="7057"/>
                  <a:pt x="7369" y="7057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9388"/>
                </a:lnTo>
                <a:cubicBezTo>
                  <a:pt x="0" y="9987"/>
                  <a:pt x="473" y="10397"/>
                  <a:pt x="1040" y="10397"/>
                </a:cubicBezTo>
                <a:lnTo>
                  <a:pt x="8003" y="10397"/>
                </a:lnTo>
                <a:cubicBezTo>
                  <a:pt x="8601" y="10397"/>
                  <a:pt x="9011" y="9924"/>
                  <a:pt x="9011" y="9388"/>
                </a:cubicBezTo>
                <a:lnTo>
                  <a:pt x="9011" y="1040"/>
                </a:lnTo>
                <a:cubicBezTo>
                  <a:pt x="9105" y="473"/>
                  <a:pt x="8633" y="0"/>
                  <a:pt x="8034" y="0"/>
                </a:cubicBezTo>
                <a:lnTo>
                  <a:pt x="7341" y="0"/>
                </a:lnTo>
                <a:cubicBezTo>
                  <a:pt x="7341" y="756"/>
                  <a:pt x="6711" y="1386"/>
                  <a:pt x="5955" y="1386"/>
                </a:cubicBezTo>
                <a:lnTo>
                  <a:pt x="3119" y="1386"/>
                </a:lnTo>
                <a:cubicBezTo>
                  <a:pt x="2363" y="1386"/>
                  <a:pt x="1733" y="756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0" name="Google Shape;6007;p58">
            <a:extLst>
              <a:ext uri="{FF2B5EF4-FFF2-40B4-BE49-F238E27FC236}">
                <a16:creationId xmlns:a16="http://schemas.microsoft.com/office/drawing/2014/main" id="{451D06D8-4D18-A825-6578-B673B2829219}"/>
              </a:ext>
            </a:extLst>
          </p:cNvPr>
          <p:cNvSpPr/>
          <p:nvPr/>
        </p:nvSpPr>
        <p:spPr>
          <a:xfrm>
            <a:off x="8312020" y="4558201"/>
            <a:ext cx="134306" cy="67658"/>
          </a:xfrm>
          <a:custGeom>
            <a:avLst/>
            <a:gdLst/>
            <a:ahLst/>
            <a:cxnLst/>
            <a:rect l="l" t="t" r="r" b="b"/>
            <a:pathLst>
              <a:path w="4254" h="2143" extrusionOk="0">
                <a:moveTo>
                  <a:pt x="2143" y="0"/>
                </a:moveTo>
                <a:cubicBezTo>
                  <a:pt x="1860" y="0"/>
                  <a:pt x="1576" y="221"/>
                  <a:pt x="1450" y="473"/>
                </a:cubicBezTo>
                <a:lnTo>
                  <a:pt x="1387" y="725"/>
                </a:lnTo>
                <a:lnTo>
                  <a:pt x="725" y="725"/>
                </a:lnTo>
                <a:cubicBezTo>
                  <a:pt x="316" y="725"/>
                  <a:pt x="1" y="1040"/>
                  <a:pt x="1" y="1418"/>
                </a:cubicBezTo>
                <a:cubicBezTo>
                  <a:pt x="1" y="1828"/>
                  <a:pt x="316" y="2143"/>
                  <a:pt x="725" y="2143"/>
                </a:cubicBezTo>
                <a:lnTo>
                  <a:pt x="3561" y="2143"/>
                </a:lnTo>
                <a:cubicBezTo>
                  <a:pt x="3939" y="2143"/>
                  <a:pt x="4254" y="1828"/>
                  <a:pt x="4254" y="1418"/>
                </a:cubicBezTo>
                <a:cubicBezTo>
                  <a:pt x="4254" y="1040"/>
                  <a:pt x="3939" y="725"/>
                  <a:pt x="3561" y="725"/>
                </a:cubicBezTo>
                <a:lnTo>
                  <a:pt x="2868" y="725"/>
                </a:lnTo>
                <a:lnTo>
                  <a:pt x="2805" y="473"/>
                </a:lnTo>
                <a:cubicBezTo>
                  <a:pt x="2710" y="221"/>
                  <a:pt x="2458" y="0"/>
                  <a:pt x="21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1" name="Google Shape;6008;p58">
            <a:extLst>
              <a:ext uri="{FF2B5EF4-FFF2-40B4-BE49-F238E27FC236}">
                <a16:creationId xmlns:a16="http://schemas.microsoft.com/office/drawing/2014/main" id="{D37B8F1B-C124-4F9C-B3B9-59795E1A767D}"/>
              </a:ext>
            </a:extLst>
          </p:cNvPr>
          <p:cNvSpPr/>
          <p:nvPr/>
        </p:nvSpPr>
        <p:spPr>
          <a:xfrm>
            <a:off x="8543788" y="4712365"/>
            <a:ext cx="65669" cy="133328"/>
          </a:xfrm>
          <a:custGeom>
            <a:avLst/>
            <a:gdLst/>
            <a:ahLst/>
            <a:cxnLst/>
            <a:rect l="l" t="t" r="r" b="b"/>
            <a:pathLst>
              <a:path w="2080" h="4223" extrusionOk="0">
                <a:moveTo>
                  <a:pt x="0" y="1"/>
                </a:moveTo>
                <a:lnTo>
                  <a:pt x="0" y="4222"/>
                </a:lnTo>
                <a:lnTo>
                  <a:pt x="32" y="4222"/>
                </a:lnTo>
                <a:cubicBezTo>
                  <a:pt x="315" y="4002"/>
                  <a:pt x="662" y="3876"/>
                  <a:pt x="1072" y="3876"/>
                </a:cubicBezTo>
                <a:cubicBezTo>
                  <a:pt x="1450" y="3876"/>
                  <a:pt x="1796" y="4002"/>
                  <a:pt x="2080" y="4222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2" name="Google Shape;6009;p58">
            <a:extLst>
              <a:ext uri="{FF2B5EF4-FFF2-40B4-BE49-F238E27FC236}">
                <a16:creationId xmlns:a16="http://schemas.microsoft.com/office/drawing/2014/main" id="{3D051377-9247-1A1A-D204-40B8C14A4B87}"/>
              </a:ext>
            </a:extLst>
          </p:cNvPr>
          <p:cNvSpPr/>
          <p:nvPr/>
        </p:nvSpPr>
        <p:spPr>
          <a:xfrm>
            <a:off x="8545777" y="4646728"/>
            <a:ext cx="65669" cy="43790"/>
          </a:xfrm>
          <a:custGeom>
            <a:avLst/>
            <a:gdLst/>
            <a:ahLst/>
            <a:cxnLst/>
            <a:rect l="l" t="t" r="r" b="b"/>
            <a:pathLst>
              <a:path w="2080" h="1387" extrusionOk="0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386"/>
                </a:lnTo>
                <a:lnTo>
                  <a:pt x="2080" y="1386"/>
                </a:lnTo>
                <a:lnTo>
                  <a:pt x="2080" y="1040"/>
                </a:lnTo>
                <a:cubicBezTo>
                  <a:pt x="2048" y="473"/>
                  <a:pt x="1576" y="0"/>
                  <a:pt x="104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3" name="Google Shape;6010;p58">
            <a:extLst>
              <a:ext uri="{FF2B5EF4-FFF2-40B4-BE49-F238E27FC236}">
                <a16:creationId xmlns:a16="http://schemas.microsoft.com/office/drawing/2014/main" id="{E4450072-9A9B-9824-1286-289B469AC21F}"/>
              </a:ext>
            </a:extLst>
          </p:cNvPr>
          <p:cNvSpPr/>
          <p:nvPr/>
        </p:nvSpPr>
        <p:spPr>
          <a:xfrm>
            <a:off x="8550733" y="4856584"/>
            <a:ext cx="54746" cy="54746"/>
          </a:xfrm>
          <a:custGeom>
            <a:avLst/>
            <a:gdLst/>
            <a:ahLst/>
            <a:cxnLst/>
            <a:rect l="l" t="t" r="r" b="b"/>
            <a:pathLst>
              <a:path w="1734" h="1734" extrusionOk="0">
                <a:moveTo>
                  <a:pt x="883" y="1"/>
                </a:moveTo>
                <a:cubicBezTo>
                  <a:pt x="537" y="1"/>
                  <a:pt x="190" y="221"/>
                  <a:pt x="1" y="442"/>
                </a:cubicBezTo>
                <a:lnTo>
                  <a:pt x="568" y="1545"/>
                </a:lnTo>
                <a:cubicBezTo>
                  <a:pt x="600" y="1671"/>
                  <a:pt x="757" y="1734"/>
                  <a:pt x="883" y="1734"/>
                </a:cubicBezTo>
                <a:cubicBezTo>
                  <a:pt x="978" y="1734"/>
                  <a:pt x="1104" y="1671"/>
                  <a:pt x="1198" y="1545"/>
                </a:cubicBezTo>
                <a:lnTo>
                  <a:pt x="1734" y="442"/>
                </a:lnTo>
                <a:cubicBezTo>
                  <a:pt x="1545" y="158"/>
                  <a:pt x="1230" y="1"/>
                  <a:pt x="88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5" name="Google Shape;6012;p58">
            <a:extLst>
              <a:ext uri="{FF2B5EF4-FFF2-40B4-BE49-F238E27FC236}">
                <a16:creationId xmlns:a16="http://schemas.microsoft.com/office/drawing/2014/main" id="{15A73F50-AEF1-5BB5-10DD-D415E4B031A8}"/>
              </a:ext>
            </a:extLst>
          </p:cNvPr>
          <p:cNvSpPr/>
          <p:nvPr/>
        </p:nvSpPr>
        <p:spPr>
          <a:xfrm>
            <a:off x="6348814" y="2242403"/>
            <a:ext cx="351141" cy="249701"/>
          </a:xfrm>
          <a:custGeom>
            <a:avLst/>
            <a:gdLst/>
            <a:ahLst/>
            <a:cxnLst/>
            <a:rect l="l" t="t" r="r" b="b"/>
            <a:pathLst>
              <a:path w="11122" h="7909" extrusionOk="0">
                <a:moveTo>
                  <a:pt x="10535" y="0"/>
                </a:moveTo>
                <a:cubicBezTo>
                  <a:pt x="10489" y="0"/>
                  <a:pt x="10442" y="10"/>
                  <a:pt x="10397" y="33"/>
                </a:cubicBezTo>
                <a:cubicBezTo>
                  <a:pt x="10208" y="64"/>
                  <a:pt x="10114" y="253"/>
                  <a:pt x="10177" y="474"/>
                </a:cubicBezTo>
                <a:cubicBezTo>
                  <a:pt x="10334" y="978"/>
                  <a:pt x="10429" y="1482"/>
                  <a:pt x="10429" y="1986"/>
                </a:cubicBezTo>
                <a:cubicBezTo>
                  <a:pt x="10429" y="4885"/>
                  <a:pt x="8066" y="7247"/>
                  <a:pt x="5199" y="7247"/>
                </a:cubicBezTo>
                <a:cubicBezTo>
                  <a:pt x="3561" y="7247"/>
                  <a:pt x="2017" y="6397"/>
                  <a:pt x="1072" y="5137"/>
                </a:cubicBezTo>
                <a:lnTo>
                  <a:pt x="1733" y="5137"/>
                </a:lnTo>
                <a:cubicBezTo>
                  <a:pt x="1922" y="5137"/>
                  <a:pt x="2080" y="4979"/>
                  <a:pt x="2080" y="4790"/>
                </a:cubicBezTo>
                <a:cubicBezTo>
                  <a:pt x="2080" y="4601"/>
                  <a:pt x="1922" y="4443"/>
                  <a:pt x="1733" y="4443"/>
                </a:cubicBezTo>
                <a:lnTo>
                  <a:pt x="347" y="4443"/>
                </a:lnTo>
                <a:cubicBezTo>
                  <a:pt x="158" y="4443"/>
                  <a:pt x="1" y="4601"/>
                  <a:pt x="1" y="4790"/>
                </a:cubicBezTo>
                <a:lnTo>
                  <a:pt x="1" y="6176"/>
                </a:lnTo>
                <a:cubicBezTo>
                  <a:pt x="1" y="6365"/>
                  <a:pt x="158" y="6523"/>
                  <a:pt x="347" y="6523"/>
                </a:cubicBezTo>
                <a:cubicBezTo>
                  <a:pt x="536" y="6523"/>
                  <a:pt x="694" y="6365"/>
                  <a:pt x="694" y="6176"/>
                </a:cubicBezTo>
                <a:lnTo>
                  <a:pt x="694" y="5767"/>
                </a:lnTo>
                <a:cubicBezTo>
                  <a:pt x="1796" y="7090"/>
                  <a:pt x="3466" y="7909"/>
                  <a:pt x="5199" y="7909"/>
                </a:cubicBezTo>
                <a:cubicBezTo>
                  <a:pt x="8412" y="7909"/>
                  <a:pt x="11122" y="5231"/>
                  <a:pt x="11122" y="1986"/>
                </a:cubicBezTo>
                <a:cubicBezTo>
                  <a:pt x="11122" y="1419"/>
                  <a:pt x="10996" y="820"/>
                  <a:pt x="10838" y="222"/>
                </a:cubicBezTo>
                <a:cubicBezTo>
                  <a:pt x="10814" y="102"/>
                  <a:pt x="10681" y="0"/>
                  <a:pt x="1053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6" name="Google Shape;6013;p58">
            <a:extLst>
              <a:ext uri="{FF2B5EF4-FFF2-40B4-BE49-F238E27FC236}">
                <a16:creationId xmlns:a16="http://schemas.microsoft.com/office/drawing/2014/main" id="{CF38AEBC-EE0B-7F82-F3BB-9732F6F7BC1F}"/>
              </a:ext>
            </a:extLst>
          </p:cNvPr>
          <p:cNvSpPr/>
          <p:nvPr/>
        </p:nvSpPr>
        <p:spPr>
          <a:xfrm>
            <a:off x="6327946" y="2119084"/>
            <a:ext cx="350131" cy="249921"/>
          </a:xfrm>
          <a:custGeom>
            <a:avLst/>
            <a:gdLst/>
            <a:ahLst/>
            <a:cxnLst/>
            <a:rect l="l" t="t" r="r" b="b"/>
            <a:pathLst>
              <a:path w="11090" h="7916" extrusionOk="0">
                <a:moveTo>
                  <a:pt x="5891" y="1"/>
                </a:moveTo>
                <a:cubicBezTo>
                  <a:pt x="2678" y="1"/>
                  <a:pt x="0" y="2679"/>
                  <a:pt x="0" y="5892"/>
                </a:cubicBezTo>
                <a:cubicBezTo>
                  <a:pt x="0" y="6491"/>
                  <a:pt x="126" y="7089"/>
                  <a:pt x="284" y="7656"/>
                </a:cubicBezTo>
                <a:cubicBezTo>
                  <a:pt x="310" y="7842"/>
                  <a:pt x="448" y="7916"/>
                  <a:pt x="604" y="7916"/>
                </a:cubicBezTo>
                <a:cubicBezTo>
                  <a:pt x="633" y="7916"/>
                  <a:pt x="663" y="7913"/>
                  <a:pt x="693" y="7908"/>
                </a:cubicBezTo>
                <a:cubicBezTo>
                  <a:pt x="882" y="7877"/>
                  <a:pt x="977" y="7656"/>
                  <a:pt x="945" y="7467"/>
                </a:cubicBezTo>
                <a:cubicBezTo>
                  <a:pt x="788" y="6963"/>
                  <a:pt x="662" y="6459"/>
                  <a:pt x="662" y="5892"/>
                </a:cubicBezTo>
                <a:cubicBezTo>
                  <a:pt x="662" y="3025"/>
                  <a:pt x="3025" y="662"/>
                  <a:pt x="5891" y="662"/>
                </a:cubicBezTo>
                <a:cubicBezTo>
                  <a:pt x="7561" y="662"/>
                  <a:pt x="9105" y="1481"/>
                  <a:pt x="10050" y="2742"/>
                </a:cubicBezTo>
                <a:lnTo>
                  <a:pt x="9357" y="2742"/>
                </a:lnTo>
                <a:cubicBezTo>
                  <a:pt x="9168" y="2742"/>
                  <a:pt x="9010" y="2899"/>
                  <a:pt x="9010" y="3088"/>
                </a:cubicBezTo>
                <a:cubicBezTo>
                  <a:pt x="9010" y="3309"/>
                  <a:pt x="9168" y="3466"/>
                  <a:pt x="9357" y="3466"/>
                </a:cubicBezTo>
                <a:lnTo>
                  <a:pt x="10743" y="3466"/>
                </a:lnTo>
                <a:cubicBezTo>
                  <a:pt x="10932" y="3466"/>
                  <a:pt x="11090" y="3309"/>
                  <a:pt x="11090" y="3088"/>
                </a:cubicBezTo>
                <a:lnTo>
                  <a:pt x="11090" y="1733"/>
                </a:lnTo>
                <a:cubicBezTo>
                  <a:pt x="11090" y="1513"/>
                  <a:pt x="10932" y="1355"/>
                  <a:pt x="10743" y="1355"/>
                </a:cubicBezTo>
                <a:cubicBezTo>
                  <a:pt x="10554" y="1355"/>
                  <a:pt x="10397" y="1513"/>
                  <a:pt x="10397" y="1733"/>
                </a:cubicBezTo>
                <a:lnTo>
                  <a:pt x="10397" y="2111"/>
                </a:lnTo>
                <a:cubicBezTo>
                  <a:pt x="9294" y="820"/>
                  <a:pt x="7624" y="1"/>
                  <a:pt x="58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7" name="Google Shape;6014;p58">
            <a:extLst>
              <a:ext uri="{FF2B5EF4-FFF2-40B4-BE49-F238E27FC236}">
                <a16:creationId xmlns:a16="http://schemas.microsoft.com/office/drawing/2014/main" id="{2CC31E2A-290A-D3B7-5ECD-35B76416961C}"/>
              </a:ext>
            </a:extLst>
          </p:cNvPr>
          <p:cNvSpPr/>
          <p:nvPr/>
        </p:nvSpPr>
        <p:spPr>
          <a:xfrm>
            <a:off x="6394562" y="2185733"/>
            <a:ext cx="238777" cy="238745"/>
          </a:xfrm>
          <a:custGeom>
            <a:avLst/>
            <a:gdLst/>
            <a:ahLst/>
            <a:cxnLst/>
            <a:rect l="l" t="t" r="r" b="b"/>
            <a:pathLst>
              <a:path w="7563" h="7562" extrusionOk="0">
                <a:moveTo>
                  <a:pt x="3750" y="2048"/>
                </a:moveTo>
                <a:cubicBezTo>
                  <a:pt x="3939" y="2048"/>
                  <a:pt x="4097" y="2206"/>
                  <a:pt x="4097" y="2426"/>
                </a:cubicBezTo>
                <a:lnTo>
                  <a:pt x="4097" y="3435"/>
                </a:lnTo>
                <a:lnTo>
                  <a:pt x="4475" y="3435"/>
                </a:lnTo>
                <a:cubicBezTo>
                  <a:pt x="4664" y="3435"/>
                  <a:pt x="4821" y="3592"/>
                  <a:pt x="4821" y="3781"/>
                </a:cubicBezTo>
                <a:cubicBezTo>
                  <a:pt x="4821" y="4002"/>
                  <a:pt x="4664" y="4159"/>
                  <a:pt x="4475" y="4159"/>
                </a:cubicBezTo>
                <a:lnTo>
                  <a:pt x="3750" y="4159"/>
                </a:lnTo>
                <a:cubicBezTo>
                  <a:pt x="3561" y="4159"/>
                  <a:pt x="3403" y="4002"/>
                  <a:pt x="3403" y="3781"/>
                </a:cubicBezTo>
                <a:lnTo>
                  <a:pt x="3403" y="2426"/>
                </a:lnTo>
                <a:cubicBezTo>
                  <a:pt x="3403" y="2206"/>
                  <a:pt x="3561" y="2048"/>
                  <a:pt x="3750" y="2048"/>
                </a:cubicBezTo>
                <a:close/>
                <a:moveTo>
                  <a:pt x="3435" y="0"/>
                </a:moveTo>
                <a:cubicBezTo>
                  <a:pt x="2647" y="95"/>
                  <a:pt x="1923" y="410"/>
                  <a:pt x="1356" y="883"/>
                </a:cubicBezTo>
                <a:lnTo>
                  <a:pt x="2049" y="1576"/>
                </a:lnTo>
                <a:cubicBezTo>
                  <a:pt x="2175" y="1702"/>
                  <a:pt x="2175" y="1954"/>
                  <a:pt x="2049" y="2048"/>
                </a:cubicBezTo>
                <a:cubicBezTo>
                  <a:pt x="1986" y="2111"/>
                  <a:pt x="1899" y="2143"/>
                  <a:pt x="1812" y="2143"/>
                </a:cubicBezTo>
                <a:cubicBezTo>
                  <a:pt x="1726" y="2143"/>
                  <a:pt x="1639" y="2111"/>
                  <a:pt x="1576" y="2048"/>
                </a:cubicBezTo>
                <a:lnTo>
                  <a:pt x="883" y="1355"/>
                </a:lnTo>
                <a:cubicBezTo>
                  <a:pt x="410" y="1922"/>
                  <a:pt x="95" y="2647"/>
                  <a:pt x="1" y="3435"/>
                </a:cubicBezTo>
                <a:lnTo>
                  <a:pt x="1041" y="3435"/>
                </a:lnTo>
                <a:cubicBezTo>
                  <a:pt x="1230" y="3435"/>
                  <a:pt x="1387" y="3592"/>
                  <a:pt x="1387" y="3781"/>
                </a:cubicBezTo>
                <a:cubicBezTo>
                  <a:pt x="1387" y="3970"/>
                  <a:pt x="1230" y="4128"/>
                  <a:pt x="1041" y="4128"/>
                </a:cubicBezTo>
                <a:lnTo>
                  <a:pt x="1" y="4128"/>
                </a:lnTo>
                <a:cubicBezTo>
                  <a:pt x="95" y="4915"/>
                  <a:pt x="410" y="5640"/>
                  <a:pt x="883" y="6238"/>
                </a:cubicBezTo>
                <a:lnTo>
                  <a:pt x="1576" y="5514"/>
                </a:lnTo>
                <a:cubicBezTo>
                  <a:pt x="1639" y="5451"/>
                  <a:pt x="1734" y="5419"/>
                  <a:pt x="1824" y="5419"/>
                </a:cubicBezTo>
                <a:cubicBezTo>
                  <a:pt x="1915" y="5419"/>
                  <a:pt x="2001" y="5451"/>
                  <a:pt x="2049" y="5514"/>
                </a:cubicBezTo>
                <a:cubicBezTo>
                  <a:pt x="2175" y="5640"/>
                  <a:pt x="2175" y="5860"/>
                  <a:pt x="2049" y="5986"/>
                </a:cubicBezTo>
                <a:lnTo>
                  <a:pt x="1356" y="6711"/>
                </a:lnTo>
                <a:cubicBezTo>
                  <a:pt x="1923" y="7184"/>
                  <a:pt x="2647" y="7499"/>
                  <a:pt x="3435" y="7562"/>
                </a:cubicBezTo>
                <a:lnTo>
                  <a:pt x="3435" y="6553"/>
                </a:lnTo>
                <a:cubicBezTo>
                  <a:pt x="3435" y="6333"/>
                  <a:pt x="3592" y="6175"/>
                  <a:pt x="3781" y="6175"/>
                </a:cubicBezTo>
                <a:cubicBezTo>
                  <a:pt x="4002" y="6175"/>
                  <a:pt x="4160" y="6333"/>
                  <a:pt x="4160" y="6553"/>
                </a:cubicBezTo>
                <a:lnTo>
                  <a:pt x="4160" y="7562"/>
                </a:lnTo>
                <a:cubicBezTo>
                  <a:pt x="4947" y="7499"/>
                  <a:pt x="5640" y="7184"/>
                  <a:pt x="6239" y="6711"/>
                </a:cubicBezTo>
                <a:lnTo>
                  <a:pt x="5514" y="5986"/>
                </a:lnTo>
                <a:cubicBezTo>
                  <a:pt x="5420" y="5860"/>
                  <a:pt x="5420" y="5640"/>
                  <a:pt x="5514" y="5514"/>
                </a:cubicBezTo>
                <a:cubicBezTo>
                  <a:pt x="5577" y="5451"/>
                  <a:pt x="5672" y="5419"/>
                  <a:pt x="5762" y="5419"/>
                </a:cubicBezTo>
                <a:cubicBezTo>
                  <a:pt x="5853" y="5419"/>
                  <a:pt x="5940" y="5451"/>
                  <a:pt x="5987" y="5514"/>
                </a:cubicBezTo>
                <a:lnTo>
                  <a:pt x="6711" y="6238"/>
                </a:lnTo>
                <a:cubicBezTo>
                  <a:pt x="7184" y="5640"/>
                  <a:pt x="7499" y="4915"/>
                  <a:pt x="7562" y="4128"/>
                </a:cubicBezTo>
                <a:lnTo>
                  <a:pt x="6554" y="4128"/>
                </a:lnTo>
                <a:cubicBezTo>
                  <a:pt x="6365" y="4128"/>
                  <a:pt x="6207" y="3970"/>
                  <a:pt x="6207" y="3781"/>
                </a:cubicBezTo>
                <a:cubicBezTo>
                  <a:pt x="6207" y="3592"/>
                  <a:pt x="6365" y="3435"/>
                  <a:pt x="6554" y="3435"/>
                </a:cubicBezTo>
                <a:lnTo>
                  <a:pt x="7562" y="3435"/>
                </a:lnTo>
                <a:cubicBezTo>
                  <a:pt x="7499" y="2647"/>
                  <a:pt x="7184" y="1922"/>
                  <a:pt x="6711" y="1355"/>
                </a:cubicBezTo>
                <a:lnTo>
                  <a:pt x="5987" y="2048"/>
                </a:lnTo>
                <a:cubicBezTo>
                  <a:pt x="5940" y="2111"/>
                  <a:pt x="5853" y="2143"/>
                  <a:pt x="5762" y="2143"/>
                </a:cubicBezTo>
                <a:cubicBezTo>
                  <a:pt x="5672" y="2143"/>
                  <a:pt x="5577" y="2111"/>
                  <a:pt x="5514" y="2048"/>
                </a:cubicBezTo>
                <a:cubicBezTo>
                  <a:pt x="5420" y="1922"/>
                  <a:pt x="5420" y="1702"/>
                  <a:pt x="5514" y="1576"/>
                </a:cubicBezTo>
                <a:lnTo>
                  <a:pt x="6239" y="883"/>
                </a:lnTo>
                <a:cubicBezTo>
                  <a:pt x="5640" y="410"/>
                  <a:pt x="4947" y="95"/>
                  <a:pt x="4160" y="0"/>
                </a:cubicBezTo>
                <a:lnTo>
                  <a:pt x="4160" y="1040"/>
                </a:lnTo>
                <a:cubicBezTo>
                  <a:pt x="4160" y="1229"/>
                  <a:pt x="4002" y="1387"/>
                  <a:pt x="3781" y="1387"/>
                </a:cubicBezTo>
                <a:cubicBezTo>
                  <a:pt x="3592" y="1387"/>
                  <a:pt x="3435" y="1229"/>
                  <a:pt x="3435" y="1040"/>
                </a:cubicBezTo>
                <a:lnTo>
                  <a:pt x="343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99" name="Google Shape;6016;p58">
            <a:extLst>
              <a:ext uri="{FF2B5EF4-FFF2-40B4-BE49-F238E27FC236}">
                <a16:creationId xmlns:a16="http://schemas.microsoft.com/office/drawing/2014/main" id="{F0142535-9D29-2730-85CD-F6BAD0B4BE3B}"/>
              </a:ext>
            </a:extLst>
          </p:cNvPr>
          <p:cNvSpPr/>
          <p:nvPr/>
        </p:nvSpPr>
        <p:spPr>
          <a:xfrm>
            <a:off x="6523348" y="2837140"/>
            <a:ext cx="22921" cy="44768"/>
          </a:xfrm>
          <a:custGeom>
            <a:avLst/>
            <a:gdLst/>
            <a:ahLst/>
            <a:cxnLst/>
            <a:rect l="l" t="t" r="r" b="b"/>
            <a:pathLst>
              <a:path w="726" h="1418" extrusionOk="0">
                <a:moveTo>
                  <a:pt x="1" y="0"/>
                </a:moveTo>
                <a:lnTo>
                  <a:pt x="1" y="1418"/>
                </a:lnTo>
                <a:lnTo>
                  <a:pt x="379" y="1418"/>
                </a:lnTo>
                <a:cubicBezTo>
                  <a:pt x="568" y="1418"/>
                  <a:pt x="725" y="1260"/>
                  <a:pt x="725" y="1040"/>
                </a:cubicBezTo>
                <a:lnTo>
                  <a:pt x="725" y="347"/>
                </a:lnTo>
                <a:cubicBezTo>
                  <a:pt x="725" y="158"/>
                  <a:pt x="568" y="0"/>
                  <a:pt x="3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0" name="Google Shape;6017;p58">
            <a:extLst>
              <a:ext uri="{FF2B5EF4-FFF2-40B4-BE49-F238E27FC236}">
                <a16:creationId xmlns:a16="http://schemas.microsoft.com/office/drawing/2014/main" id="{7AD07D64-2FE9-E97D-58E9-00E4F12F0699}"/>
              </a:ext>
            </a:extLst>
          </p:cNvPr>
          <p:cNvSpPr/>
          <p:nvPr/>
        </p:nvSpPr>
        <p:spPr>
          <a:xfrm>
            <a:off x="6479590" y="2770492"/>
            <a:ext cx="22889" cy="44768"/>
          </a:xfrm>
          <a:custGeom>
            <a:avLst/>
            <a:gdLst/>
            <a:ahLst/>
            <a:cxnLst/>
            <a:rect l="l" t="t" r="r" b="b"/>
            <a:pathLst>
              <a:path w="725" h="1418" extrusionOk="0">
                <a:moveTo>
                  <a:pt x="378" y="0"/>
                </a:moveTo>
                <a:cubicBezTo>
                  <a:pt x="189" y="0"/>
                  <a:pt x="0" y="158"/>
                  <a:pt x="0" y="378"/>
                </a:cubicBezTo>
                <a:lnTo>
                  <a:pt x="0" y="1071"/>
                </a:lnTo>
                <a:cubicBezTo>
                  <a:pt x="0" y="1260"/>
                  <a:pt x="189" y="1418"/>
                  <a:pt x="378" y="1418"/>
                </a:cubicBezTo>
                <a:lnTo>
                  <a:pt x="725" y="1418"/>
                </a:lnTo>
                <a:lnTo>
                  <a:pt x="72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1" name="Google Shape;6018;p58">
            <a:extLst>
              <a:ext uri="{FF2B5EF4-FFF2-40B4-BE49-F238E27FC236}">
                <a16:creationId xmlns:a16="http://schemas.microsoft.com/office/drawing/2014/main" id="{2253154E-43CD-F44E-12C1-015C0328DB83}"/>
              </a:ext>
            </a:extLst>
          </p:cNvPr>
          <p:cNvSpPr/>
          <p:nvPr/>
        </p:nvSpPr>
        <p:spPr>
          <a:xfrm>
            <a:off x="6343326" y="2597417"/>
            <a:ext cx="341195" cy="373019"/>
          </a:xfrm>
          <a:custGeom>
            <a:avLst/>
            <a:gdLst/>
            <a:ahLst/>
            <a:cxnLst/>
            <a:rect l="l" t="t" r="r" b="b"/>
            <a:pathLst>
              <a:path w="10807" h="11815" extrusionOk="0">
                <a:moveTo>
                  <a:pt x="6459" y="662"/>
                </a:moveTo>
                <a:cubicBezTo>
                  <a:pt x="6868" y="662"/>
                  <a:pt x="7183" y="977"/>
                  <a:pt x="7183" y="1355"/>
                </a:cubicBezTo>
                <a:cubicBezTo>
                  <a:pt x="7183" y="1765"/>
                  <a:pt x="6868" y="2080"/>
                  <a:pt x="6459" y="2080"/>
                </a:cubicBezTo>
                <a:lnTo>
                  <a:pt x="6459" y="1702"/>
                </a:lnTo>
                <a:cubicBezTo>
                  <a:pt x="6459" y="1513"/>
                  <a:pt x="6301" y="1355"/>
                  <a:pt x="6112" y="1355"/>
                </a:cubicBezTo>
                <a:lnTo>
                  <a:pt x="4726" y="1355"/>
                </a:lnTo>
                <a:cubicBezTo>
                  <a:pt x="4537" y="1355"/>
                  <a:pt x="4379" y="1513"/>
                  <a:pt x="4379" y="1702"/>
                </a:cubicBezTo>
                <a:lnTo>
                  <a:pt x="4379" y="2080"/>
                </a:lnTo>
                <a:cubicBezTo>
                  <a:pt x="3970" y="2017"/>
                  <a:pt x="3655" y="1702"/>
                  <a:pt x="3655" y="1355"/>
                </a:cubicBezTo>
                <a:cubicBezTo>
                  <a:pt x="3655" y="977"/>
                  <a:pt x="3970" y="662"/>
                  <a:pt x="4379" y="662"/>
                </a:cubicBezTo>
                <a:close/>
                <a:moveTo>
                  <a:pt x="5387" y="4128"/>
                </a:moveTo>
                <a:cubicBezTo>
                  <a:pt x="5608" y="4128"/>
                  <a:pt x="5766" y="4285"/>
                  <a:pt x="5766" y="4474"/>
                </a:cubicBezTo>
                <a:lnTo>
                  <a:pt x="5766" y="4821"/>
                </a:lnTo>
                <a:lnTo>
                  <a:pt x="6112" y="4821"/>
                </a:lnTo>
                <a:cubicBezTo>
                  <a:pt x="6711" y="4821"/>
                  <a:pt x="7120" y="5293"/>
                  <a:pt x="7120" y="5860"/>
                </a:cubicBezTo>
                <a:cubicBezTo>
                  <a:pt x="7120" y="6049"/>
                  <a:pt x="6963" y="6207"/>
                  <a:pt x="6774" y="6207"/>
                </a:cubicBezTo>
                <a:cubicBezTo>
                  <a:pt x="6585" y="6207"/>
                  <a:pt x="6427" y="6049"/>
                  <a:pt x="6427" y="5860"/>
                </a:cubicBezTo>
                <a:cubicBezTo>
                  <a:pt x="6427" y="5640"/>
                  <a:pt x="6270" y="5482"/>
                  <a:pt x="6081" y="5482"/>
                </a:cubicBezTo>
                <a:lnTo>
                  <a:pt x="5703" y="5482"/>
                </a:lnTo>
                <a:lnTo>
                  <a:pt x="5703" y="6868"/>
                </a:lnTo>
                <a:lnTo>
                  <a:pt x="6081" y="6868"/>
                </a:lnTo>
                <a:cubicBezTo>
                  <a:pt x="6648" y="6868"/>
                  <a:pt x="7089" y="7341"/>
                  <a:pt x="7089" y="7908"/>
                </a:cubicBezTo>
                <a:lnTo>
                  <a:pt x="7089" y="8601"/>
                </a:lnTo>
                <a:cubicBezTo>
                  <a:pt x="7089" y="9200"/>
                  <a:pt x="6616" y="9641"/>
                  <a:pt x="6081" y="9641"/>
                </a:cubicBezTo>
                <a:lnTo>
                  <a:pt x="5703" y="9641"/>
                </a:lnTo>
                <a:lnTo>
                  <a:pt x="5703" y="9987"/>
                </a:lnTo>
                <a:cubicBezTo>
                  <a:pt x="5703" y="10176"/>
                  <a:pt x="5545" y="10334"/>
                  <a:pt x="5356" y="10334"/>
                </a:cubicBezTo>
                <a:cubicBezTo>
                  <a:pt x="5167" y="10334"/>
                  <a:pt x="5009" y="10176"/>
                  <a:pt x="5009" y="9987"/>
                </a:cubicBezTo>
                <a:lnTo>
                  <a:pt x="5009" y="9704"/>
                </a:lnTo>
                <a:lnTo>
                  <a:pt x="4631" y="9704"/>
                </a:lnTo>
                <a:cubicBezTo>
                  <a:pt x="4064" y="9704"/>
                  <a:pt x="3623" y="9231"/>
                  <a:pt x="3623" y="8664"/>
                </a:cubicBezTo>
                <a:cubicBezTo>
                  <a:pt x="3623" y="8475"/>
                  <a:pt x="3781" y="8318"/>
                  <a:pt x="3970" y="8318"/>
                </a:cubicBezTo>
                <a:cubicBezTo>
                  <a:pt x="4159" y="8318"/>
                  <a:pt x="4316" y="8475"/>
                  <a:pt x="4316" y="8664"/>
                </a:cubicBezTo>
                <a:cubicBezTo>
                  <a:pt x="4316" y="8885"/>
                  <a:pt x="4505" y="9042"/>
                  <a:pt x="4694" y="9042"/>
                </a:cubicBezTo>
                <a:lnTo>
                  <a:pt x="5041" y="9042"/>
                </a:lnTo>
                <a:lnTo>
                  <a:pt x="5041" y="7625"/>
                </a:lnTo>
                <a:lnTo>
                  <a:pt x="4694" y="7625"/>
                </a:lnTo>
                <a:lnTo>
                  <a:pt x="4694" y="7593"/>
                </a:lnTo>
                <a:cubicBezTo>
                  <a:pt x="4096" y="7593"/>
                  <a:pt x="3655" y="7120"/>
                  <a:pt x="3655" y="6553"/>
                </a:cubicBezTo>
                <a:lnTo>
                  <a:pt x="3655" y="5860"/>
                </a:lnTo>
                <a:cubicBezTo>
                  <a:pt x="3655" y="5262"/>
                  <a:pt x="4127" y="4821"/>
                  <a:pt x="4694" y="4821"/>
                </a:cubicBezTo>
                <a:lnTo>
                  <a:pt x="5041" y="4821"/>
                </a:lnTo>
                <a:lnTo>
                  <a:pt x="5041" y="4474"/>
                </a:lnTo>
                <a:cubicBezTo>
                  <a:pt x="5041" y="4285"/>
                  <a:pt x="5198" y="4128"/>
                  <a:pt x="5387" y="4128"/>
                </a:cubicBezTo>
                <a:close/>
                <a:moveTo>
                  <a:pt x="4379" y="0"/>
                </a:moveTo>
                <a:cubicBezTo>
                  <a:pt x="3623" y="0"/>
                  <a:pt x="2993" y="662"/>
                  <a:pt x="2993" y="1387"/>
                </a:cubicBezTo>
                <a:cubicBezTo>
                  <a:pt x="2993" y="2143"/>
                  <a:pt x="3623" y="2773"/>
                  <a:pt x="4379" y="2773"/>
                </a:cubicBezTo>
                <a:lnTo>
                  <a:pt x="4379" y="2899"/>
                </a:lnTo>
                <a:cubicBezTo>
                  <a:pt x="3781" y="3025"/>
                  <a:pt x="3277" y="3277"/>
                  <a:pt x="2804" y="3592"/>
                </a:cubicBezTo>
                <a:lnTo>
                  <a:pt x="2332" y="3056"/>
                </a:lnTo>
                <a:lnTo>
                  <a:pt x="2584" y="2804"/>
                </a:lnTo>
                <a:cubicBezTo>
                  <a:pt x="2710" y="2710"/>
                  <a:pt x="2710" y="2458"/>
                  <a:pt x="2615" y="2332"/>
                </a:cubicBezTo>
                <a:lnTo>
                  <a:pt x="1701" y="1292"/>
                </a:lnTo>
                <a:cubicBezTo>
                  <a:pt x="1630" y="1203"/>
                  <a:pt x="1529" y="1165"/>
                  <a:pt x="1432" y="1165"/>
                </a:cubicBezTo>
                <a:cubicBezTo>
                  <a:pt x="1357" y="1165"/>
                  <a:pt x="1284" y="1188"/>
                  <a:pt x="1229" y="1229"/>
                </a:cubicBezTo>
                <a:lnTo>
                  <a:pt x="158" y="2143"/>
                </a:lnTo>
                <a:cubicBezTo>
                  <a:pt x="0" y="2269"/>
                  <a:pt x="0" y="2489"/>
                  <a:pt x="126" y="2615"/>
                </a:cubicBezTo>
                <a:lnTo>
                  <a:pt x="1040" y="3686"/>
                </a:lnTo>
                <a:cubicBezTo>
                  <a:pt x="1090" y="3770"/>
                  <a:pt x="1183" y="3809"/>
                  <a:pt x="1279" y="3809"/>
                </a:cubicBezTo>
                <a:cubicBezTo>
                  <a:pt x="1365" y="3809"/>
                  <a:pt x="1453" y="3777"/>
                  <a:pt x="1512" y="3718"/>
                </a:cubicBezTo>
                <a:lnTo>
                  <a:pt x="1764" y="3497"/>
                </a:lnTo>
                <a:lnTo>
                  <a:pt x="2237" y="4033"/>
                </a:lnTo>
                <a:cubicBezTo>
                  <a:pt x="1418" y="4852"/>
                  <a:pt x="914" y="5986"/>
                  <a:pt x="914" y="7247"/>
                </a:cubicBezTo>
                <a:cubicBezTo>
                  <a:pt x="914" y="9735"/>
                  <a:pt x="2930" y="11815"/>
                  <a:pt x="5387" y="11815"/>
                </a:cubicBezTo>
                <a:cubicBezTo>
                  <a:pt x="7876" y="11815"/>
                  <a:pt x="9893" y="9798"/>
                  <a:pt x="9893" y="7247"/>
                </a:cubicBezTo>
                <a:cubicBezTo>
                  <a:pt x="9893" y="5986"/>
                  <a:pt x="9389" y="4852"/>
                  <a:pt x="8538" y="4033"/>
                </a:cubicBezTo>
                <a:lnTo>
                  <a:pt x="9011" y="3497"/>
                </a:lnTo>
                <a:lnTo>
                  <a:pt x="9294" y="3718"/>
                </a:lnTo>
                <a:cubicBezTo>
                  <a:pt x="9368" y="3777"/>
                  <a:pt x="9450" y="3809"/>
                  <a:pt x="9528" y="3809"/>
                </a:cubicBezTo>
                <a:cubicBezTo>
                  <a:pt x="9616" y="3809"/>
                  <a:pt x="9700" y="3770"/>
                  <a:pt x="9767" y="3686"/>
                </a:cubicBezTo>
                <a:lnTo>
                  <a:pt x="10680" y="2615"/>
                </a:lnTo>
                <a:cubicBezTo>
                  <a:pt x="10806" y="2458"/>
                  <a:pt x="10806" y="2269"/>
                  <a:pt x="10649" y="2143"/>
                </a:cubicBezTo>
                <a:lnTo>
                  <a:pt x="9578" y="1229"/>
                </a:lnTo>
                <a:cubicBezTo>
                  <a:pt x="9509" y="1188"/>
                  <a:pt x="9434" y="1165"/>
                  <a:pt x="9361" y="1165"/>
                </a:cubicBezTo>
                <a:cubicBezTo>
                  <a:pt x="9267" y="1165"/>
                  <a:pt x="9176" y="1203"/>
                  <a:pt x="9105" y="1292"/>
                </a:cubicBezTo>
                <a:lnTo>
                  <a:pt x="8191" y="2332"/>
                </a:lnTo>
                <a:cubicBezTo>
                  <a:pt x="8065" y="2489"/>
                  <a:pt x="8065" y="2710"/>
                  <a:pt x="8223" y="2804"/>
                </a:cubicBezTo>
                <a:lnTo>
                  <a:pt x="8506" y="3056"/>
                </a:lnTo>
                <a:lnTo>
                  <a:pt x="8034" y="3592"/>
                </a:lnTo>
                <a:cubicBezTo>
                  <a:pt x="7561" y="3245"/>
                  <a:pt x="7057" y="3025"/>
                  <a:pt x="6459" y="2899"/>
                </a:cubicBezTo>
                <a:lnTo>
                  <a:pt x="6459" y="2773"/>
                </a:lnTo>
                <a:cubicBezTo>
                  <a:pt x="7215" y="2773"/>
                  <a:pt x="7845" y="2143"/>
                  <a:pt x="7845" y="1387"/>
                </a:cubicBezTo>
                <a:cubicBezTo>
                  <a:pt x="7845" y="662"/>
                  <a:pt x="7215" y="0"/>
                  <a:pt x="64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3" name="Google Shape;6020;p58">
            <a:extLst>
              <a:ext uri="{FF2B5EF4-FFF2-40B4-BE49-F238E27FC236}">
                <a16:creationId xmlns:a16="http://schemas.microsoft.com/office/drawing/2014/main" id="{C910F8E5-845C-1AF1-7309-42E372EDFDA3}"/>
              </a:ext>
            </a:extLst>
          </p:cNvPr>
          <p:cNvSpPr/>
          <p:nvPr/>
        </p:nvSpPr>
        <p:spPr>
          <a:xfrm>
            <a:off x="6483077" y="3074444"/>
            <a:ext cx="64691" cy="64691"/>
          </a:xfrm>
          <a:custGeom>
            <a:avLst/>
            <a:gdLst/>
            <a:ahLst/>
            <a:cxnLst/>
            <a:rect l="l" t="t" r="r" b="b"/>
            <a:pathLst>
              <a:path w="2049" h="2049" extrusionOk="0">
                <a:moveTo>
                  <a:pt x="1008" y="1"/>
                </a:moveTo>
                <a:cubicBezTo>
                  <a:pt x="441" y="1"/>
                  <a:pt x="0" y="442"/>
                  <a:pt x="0" y="1009"/>
                </a:cubicBezTo>
                <a:cubicBezTo>
                  <a:pt x="0" y="1576"/>
                  <a:pt x="441" y="2048"/>
                  <a:pt x="1008" y="2048"/>
                </a:cubicBezTo>
                <a:cubicBezTo>
                  <a:pt x="1576" y="2048"/>
                  <a:pt x="2048" y="1576"/>
                  <a:pt x="2048" y="1009"/>
                </a:cubicBezTo>
                <a:cubicBezTo>
                  <a:pt x="2048" y="442"/>
                  <a:pt x="1576" y="1"/>
                  <a:pt x="100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4" name="Google Shape;6021;p58">
            <a:extLst>
              <a:ext uri="{FF2B5EF4-FFF2-40B4-BE49-F238E27FC236}">
                <a16:creationId xmlns:a16="http://schemas.microsoft.com/office/drawing/2014/main" id="{F4FFAD25-2C80-31EB-9CE4-EEE48E44BA4C}"/>
              </a:ext>
            </a:extLst>
          </p:cNvPr>
          <p:cNvSpPr/>
          <p:nvPr/>
        </p:nvSpPr>
        <p:spPr>
          <a:xfrm>
            <a:off x="6325913" y="3212697"/>
            <a:ext cx="376019" cy="234767"/>
          </a:xfrm>
          <a:custGeom>
            <a:avLst/>
            <a:gdLst/>
            <a:ahLst/>
            <a:cxnLst/>
            <a:rect l="l" t="t" r="r" b="b"/>
            <a:pathLst>
              <a:path w="11910" h="7436" extrusionOk="0">
                <a:moveTo>
                  <a:pt x="3498" y="1"/>
                </a:moveTo>
                <a:cubicBezTo>
                  <a:pt x="2174" y="316"/>
                  <a:pt x="1418" y="820"/>
                  <a:pt x="1418" y="1482"/>
                </a:cubicBezTo>
                <a:cubicBezTo>
                  <a:pt x="1418" y="2112"/>
                  <a:pt x="2080" y="2553"/>
                  <a:pt x="3088" y="2868"/>
                </a:cubicBezTo>
                <a:lnTo>
                  <a:pt x="1891" y="5357"/>
                </a:lnTo>
                <a:lnTo>
                  <a:pt x="1765" y="5357"/>
                </a:lnTo>
                <a:cubicBezTo>
                  <a:pt x="788" y="5357"/>
                  <a:pt x="1" y="5766"/>
                  <a:pt x="1" y="6365"/>
                </a:cubicBezTo>
                <a:cubicBezTo>
                  <a:pt x="1" y="6963"/>
                  <a:pt x="757" y="7404"/>
                  <a:pt x="1765" y="7404"/>
                </a:cubicBezTo>
                <a:cubicBezTo>
                  <a:pt x="2804" y="7404"/>
                  <a:pt x="3498" y="6963"/>
                  <a:pt x="3498" y="6365"/>
                </a:cubicBezTo>
                <a:cubicBezTo>
                  <a:pt x="3498" y="5987"/>
                  <a:pt x="3151" y="5609"/>
                  <a:pt x="2615" y="5451"/>
                </a:cubicBezTo>
                <a:lnTo>
                  <a:pt x="3781" y="3025"/>
                </a:lnTo>
                <a:cubicBezTo>
                  <a:pt x="4348" y="3151"/>
                  <a:pt x="4978" y="3183"/>
                  <a:pt x="5608" y="3214"/>
                </a:cubicBezTo>
                <a:lnTo>
                  <a:pt x="5608" y="5388"/>
                </a:lnTo>
                <a:cubicBezTo>
                  <a:pt x="4758" y="5451"/>
                  <a:pt x="4222" y="5892"/>
                  <a:pt x="4222" y="6396"/>
                </a:cubicBezTo>
                <a:cubicBezTo>
                  <a:pt x="4222" y="6995"/>
                  <a:pt x="4978" y="7436"/>
                  <a:pt x="5955" y="7436"/>
                </a:cubicBezTo>
                <a:cubicBezTo>
                  <a:pt x="6932" y="7436"/>
                  <a:pt x="7688" y="6995"/>
                  <a:pt x="7688" y="6396"/>
                </a:cubicBezTo>
                <a:cubicBezTo>
                  <a:pt x="7688" y="5892"/>
                  <a:pt x="7089" y="5451"/>
                  <a:pt x="6302" y="5388"/>
                </a:cubicBezTo>
                <a:lnTo>
                  <a:pt x="6302" y="3214"/>
                </a:lnTo>
                <a:cubicBezTo>
                  <a:pt x="6932" y="3214"/>
                  <a:pt x="7562" y="3151"/>
                  <a:pt x="8129" y="3025"/>
                </a:cubicBezTo>
                <a:lnTo>
                  <a:pt x="9295" y="5451"/>
                </a:lnTo>
                <a:cubicBezTo>
                  <a:pt x="8759" y="5609"/>
                  <a:pt x="8381" y="5987"/>
                  <a:pt x="8381" y="6365"/>
                </a:cubicBezTo>
                <a:cubicBezTo>
                  <a:pt x="8381" y="6963"/>
                  <a:pt x="9137" y="7404"/>
                  <a:pt x="10114" y="7404"/>
                </a:cubicBezTo>
                <a:cubicBezTo>
                  <a:pt x="11122" y="7404"/>
                  <a:pt x="11909" y="6963"/>
                  <a:pt x="11909" y="6365"/>
                </a:cubicBezTo>
                <a:cubicBezTo>
                  <a:pt x="11909" y="5766"/>
                  <a:pt x="11122" y="5357"/>
                  <a:pt x="10145" y="5357"/>
                </a:cubicBezTo>
                <a:lnTo>
                  <a:pt x="10019" y="5357"/>
                </a:lnTo>
                <a:lnTo>
                  <a:pt x="8822" y="2868"/>
                </a:lnTo>
                <a:cubicBezTo>
                  <a:pt x="9830" y="2584"/>
                  <a:pt x="10492" y="2112"/>
                  <a:pt x="10492" y="1482"/>
                </a:cubicBezTo>
                <a:cubicBezTo>
                  <a:pt x="10492" y="820"/>
                  <a:pt x="9736" y="316"/>
                  <a:pt x="8381" y="1"/>
                </a:cubicBezTo>
                <a:lnTo>
                  <a:pt x="8381" y="64"/>
                </a:lnTo>
                <a:lnTo>
                  <a:pt x="8381" y="1450"/>
                </a:lnTo>
                <a:cubicBezTo>
                  <a:pt x="8381" y="1639"/>
                  <a:pt x="8223" y="1797"/>
                  <a:pt x="8034" y="1797"/>
                </a:cubicBezTo>
                <a:lnTo>
                  <a:pt x="3876" y="1797"/>
                </a:lnTo>
                <a:cubicBezTo>
                  <a:pt x="3655" y="1797"/>
                  <a:pt x="3498" y="1639"/>
                  <a:pt x="3498" y="1450"/>
                </a:cubicBezTo>
                <a:lnTo>
                  <a:pt x="3498" y="64"/>
                </a:lnTo>
                <a:lnTo>
                  <a:pt x="349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5" name="Google Shape;6022;p58">
            <a:extLst>
              <a:ext uri="{FF2B5EF4-FFF2-40B4-BE49-F238E27FC236}">
                <a16:creationId xmlns:a16="http://schemas.microsoft.com/office/drawing/2014/main" id="{CC7CBFE3-2077-DB5C-EF74-773FE3DD67A1}"/>
              </a:ext>
            </a:extLst>
          </p:cNvPr>
          <p:cNvSpPr/>
          <p:nvPr/>
        </p:nvSpPr>
        <p:spPr>
          <a:xfrm>
            <a:off x="6460188" y="3160983"/>
            <a:ext cx="109459" cy="87548"/>
          </a:xfrm>
          <a:custGeom>
            <a:avLst/>
            <a:gdLst/>
            <a:ahLst/>
            <a:cxnLst/>
            <a:rect l="l" t="t" r="r" b="b"/>
            <a:pathLst>
              <a:path w="3467" h="2773" extrusionOk="0">
                <a:moveTo>
                  <a:pt x="1733" y="1"/>
                </a:moveTo>
                <a:cubicBezTo>
                  <a:pt x="788" y="1"/>
                  <a:pt x="1" y="757"/>
                  <a:pt x="1" y="1733"/>
                </a:cubicBezTo>
                <a:lnTo>
                  <a:pt x="1" y="2773"/>
                </a:lnTo>
                <a:lnTo>
                  <a:pt x="3466" y="2773"/>
                </a:lnTo>
                <a:lnTo>
                  <a:pt x="3466" y="1733"/>
                </a:ln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7" name="Google Shape;6024;p58">
            <a:extLst>
              <a:ext uri="{FF2B5EF4-FFF2-40B4-BE49-F238E27FC236}">
                <a16:creationId xmlns:a16="http://schemas.microsoft.com/office/drawing/2014/main" id="{3B2D6693-1325-CE68-BD83-FAB58B374A9C}"/>
              </a:ext>
            </a:extLst>
          </p:cNvPr>
          <p:cNvSpPr/>
          <p:nvPr/>
        </p:nvSpPr>
        <p:spPr>
          <a:xfrm>
            <a:off x="5070648" y="3712627"/>
            <a:ext cx="87580" cy="86570"/>
          </a:xfrm>
          <a:custGeom>
            <a:avLst/>
            <a:gdLst/>
            <a:ahLst/>
            <a:cxnLst/>
            <a:rect l="l" t="t" r="r" b="b"/>
            <a:pathLst>
              <a:path w="2774" h="2742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cubicBezTo>
                  <a:pt x="1" y="2112"/>
                  <a:pt x="631" y="2742"/>
                  <a:pt x="1387" y="2742"/>
                </a:cubicBezTo>
                <a:cubicBezTo>
                  <a:pt x="2143" y="2742"/>
                  <a:pt x="2773" y="2112"/>
                  <a:pt x="2773" y="1355"/>
                </a:cubicBezTo>
                <a:cubicBezTo>
                  <a:pt x="2773" y="631"/>
                  <a:pt x="2143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8" name="Google Shape;6025;p58">
            <a:extLst>
              <a:ext uri="{FF2B5EF4-FFF2-40B4-BE49-F238E27FC236}">
                <a16:creationId xmlns:a16="http://schemas.microsoft.com/office/drawing/2014/main" id="{8EFB354D-F1FE-4217-2360-0887D6836B49}"/>
              </a:ext>
            </a:extLst>
          </p:cNvPr>
          <p:cNvSpPr/>
          <p:nvPr/>
        </p:nvSpPr>
        <p:spPr>
          <a:xfrm>
            <a:off x="4971197" y="3570397"/>
            <a:ext cx="109427" cy="109460"/>
          </a:xfrm>
          <a:custGeom>
            <a:avLst/>
            <a:gdLst/>
            <a:ahLst/>
            <a:cxnLst/>
            <a:rect l="l" t="t" r="r" b="b"/>
            <a:pathLst>
              <a:path w="3466" h="3467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741" y="3466"/>
                  <a:pt x="3466" y="2678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09" name="Google Shape;6026;p58">
            <a:extLst>
              <a:ext uri="{FF2B5EF4-FFF2-40B4-BE49-F238E27FC236}">
                <a16:creationId xmlns:a16="http://schemas.microsoft.com/office/drawing/2014/main" id="{270269B4-2E55-0434-9259-A82B95B4B9F0}"/>
              </a:ext>
            </a:extLst>
          </p:cNvPr>
          <p:cNvSpPr/>
          <p:nvPr/>
        </p:nvSpPr>
        <p:spPr>
          <a:xfrm>
            <a:off x="5147239" y="3570397"/>
            <a:ext cx="109460" cy="109460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8"/>
                  <a:pt x="788" y="3466"/>
                  <a:pt x="1733" y="3466"/>
                </a:cubicBezTo>
                <a:cubicBezTo>
                  <a:pt x="2679" y="3466"/>
                  <a:pt x="3466" y="2678"/>
                  <a:pt x="3466" y="1733"/>
                </a:cubicBezTo>
                <a:cubicBezTo>
                  <a:pt x="3466" y="788"/>
                  <a:pt x="2679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0" name="Google Shape;6027;p58">
            <a:extLst>
              <a:ext uri="{FF2B5EF4-FFF2-40B4-BE49-F238E27FC236}">
                <a16:creationId xmlns:a16="http://schemas.microsoft.com/office/drawing/2014/main" id="{F8778E70-0E2F-323E-4D37-5DAC1608E798}"/>
              </a:ext>
            </a:extLst>
          </p:cNvPr>
          <p:cNvSpPr/>
          <p:nvPr/>
        </p:nvSpPr>
        <p:spPr>
          <a:xfrm>
            <a:off x="5086559" y="3816088"/>
            <a:ext cx="52757" cy="31856"/>
          </a:xfrm>
          <a:custGeom>
            <a:avLst/>
            <a:gdLst/>
            <a:ahLst/>
            <a:cxnLst/>
            <a:rect l="l" t="t" r="r" b="b"/>
            <a:pathLst>
              <a:path w="1671" h="1009" extrusionOk="0">
                <a:moveTo>
                  <a:pt x="1" y="0"/>
                </a:moveTo>
                <a:lnTo>
                  <a:pt x="851" y="1008"/>
                </a:lnTo>
                <a:lnTo>
                  <a:pt x="1671" y="0"/>
                </a:lnTo>
                <a:lnTo>
                  <a:pt x="1671" y="0"/>
                </a:lnTo>
                <a:cubicBezTo>
                  <a:pt x="1450" y="126"/>
                  <a:pt x="1167" y="158"/>
                  <a:pt x="851" y="158"/>
                </a:cubicBezTo>
                <a:cubicBezTo>
                  <a:pt x="568" y="158"/>
                  <a:pt x="284" y="95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1" name="Google Shape;6028;p58">
            <a:extLst>
              <a:ext uri="{FF2B5EF4-FFF2-40B4-BE49-F238E27FC236}">
                <a16:creationId xmlns:a16="http://schemas.microsoft.com/office/drawing/2014/main" id="{5B4CC901-A12A-CB20-65A2-8A95ADC46875}"/>
              </a:ext>
            </a:extLst>
          </p:cNvPr>
          <p:cNvSpPr/>
          <p:nvPr/>
        </p:nvSpPr>
        <p:spPr>
          <a:xfrm>
            <a:off x="5015933" y="3809112"/>
            <a:ext cx="88559" cy="134306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261" y="1"/>
                </a:moveTo>
                <a:cubicBezTo>
                  <a:pt x="474" y="599"/>
                  <a:pt x="1" y="1513"/>
                  <a:pt x="1" y="2490"/>
                </a:cubicBezTo>
                <a:lnTo>
                  <a:pt x="1" y="3907"/>
                </a:lnTo>
                <a:cubicBezTo>
                  <a:pt x="1" y="4096"/>
                  <a:pt x="158" y="4254"/>
                  <a:pt x="379" y="4254"/>
                </a:cubicBezTo>
                <a:lnTo>
                  <a:pt x="2805" y="4254"/>
                </a:lnTo>
                <a:lnTo>
                  <a:pt x="2805" y="1891"/>
                </a:lnTo>
                <a:lnTo>
                  <a:pt x="1261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2" name="Google Shape;6029;p58">
            <a:extLst>
              <a:ext uri="{FF2B5EF4-FFF2-40B4-BE49-F238E27FC236}">
                <a16:creationId xmlns:a16="http://schemas.microsoft.com/office/drawing/2014/main" id="{C743F9CB-A9D7-F0C3-312D-C07699A2FADA}"/>
              </a:ext>
            </a:extLst>
          </p:cNvPr>
          <p:cNvSpPr/>
          <p:nvPr/>
        </p:nvSpPr>
        <p:spPr>
          <a:xfrm>
            <a:off x="5125361" y="3810121"/>
            <a:ext cx="88559" cy="134306"/>
          </a:xfrm>
          <a:custGeom>
            <a:avLst/>
            <a:gdLst/>
            <a:ahLst/>
            <a:cxnLst/>
            <a:rect l="l" t="t" r="r" b="b"/>
            <a:pathLst>
              <a:path w="2805" h="4254" extrusionOk="0">
                <a:moveTo>
                  <a:pt x="1544" y="0"/>
                </a:moveTo>
                <a:lnTo>
                  <a:pt x="1" y="1890"/>
                </a:lnTo>
                <a:lnTo>
                  <a:pt x="1" y="4253"/>
                </a:lnTo>
                <a:lnTo>
                  <a:pt x="2458" y="4253"/>
                </a:lnTo>
                <a:cubicBezTo>
                  <a:pt x="2647" y="4253"/>
                  <a:pt x="2804" y="4096"/>
                  <a:pt x="2804" y="3907"/>
                </a:cubicBezTo>
                <a:lnTo>
                  <a:pt x="2804" y="2489"/>
                </a:lnTo>
                <a:cubicBezTo>
                  <a:pt x="2773" y="1481"/>
                  <a:pt x="2300" y="567"/>
                  <a:pt x="154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3" name="Google Shape;6030;p58">
            <a:extLst>
              <a:ext uri="{FF2B5EF4-FFF2-40B4-BE49-F238E27FC236}">
                <a16:creationId xmlns:a16="http://schemas.microsoft.com/office/drawing/2014/main" id="{909C9C84-D0F3-D79D-60A4-A27BFC7CF8DB}"/>
              </a:ext>
            </a:extLst>
          </p:cNvPr>
          <p:cNvSpPr/>
          <p:nvPr/>
        </p:nvSpPr>
        <p:spPr>
          <a:xfrm>
            <a:off x="5128360" y="3675846"/>
            <a:ext cx="174086" cy="137274"/>
          </a:xfrm>
          <a:custGeom>
            <a:avLst/>
            <a:gdLst/>
            <a:ahLst/>
            <a:cxnLst/>
            <a:rect l="l" t="t" r="r" b="b"/>
            <a:pathLst>
              <a:path w="5514" h="4348" extrusionOk="0">
                <a:moveTo>
                  <a:pt x="3686" y="1512"/>
                </a:moveTo>
                <a:cubicBezTo>
                  <a:pt x="3907" y="1512"/>
                  <a:pt x="4064" y="1670"/>
                  <a:pt x="4064" y="1859"/>
                </a:cubicBezTo>
                <a:cubicBezTo>
                  <a:pt x="4064" y="2048"/>
                  <a:pt x="3907" y="2205"/>
                  <a:pt x="3686" y="2205"/>
                </a:cubicBezTo>
                <a:lnTo>
                  <a:pt x="2993" y="2205"/>
                </a:lnTo>
                <a:cubicBezTo>
                  <a:pt x="2804" y="2205"/>
                  <a:pt x="2646" y="2048"/>
                  <a:pt x="2646" y="1859"/>
                </a:cubicBezTo>
                <a:cubicBezTo>
                  <a:pt x="2646" y="1670"/>
                  <a:pt x="2804" y="1512"/>
                  <a:pt x="2993" y="1512"/>
                </a:cubicBezTo>
                <a:close/>
                <a:moveTo>
                  <a:pt x="4127" y="0"/>
                </a:moveTo>
                <a:cubicBezTo>
                  <a:pt x="3686" y="536"/>
                  <a:pt x="3056" y="851"/>
                  <a:pt x="2331" y="851"/>
                </a:cubicBezTo>
                <a:cubicBezTo>
                  <a:pt x="1607" y="851"/>
                  <a:pt x="977" y="504"/>
                  <a:pt x="536" y="63"/>
                </a:cubicBezTo>
                <a:cubicBezTo>
                  <a:pt x="347" y="221"/>
                  <a:pt x="158" y="378"/>
                  <a:pt x="0" y="567"/>
                </a:cubicBezTo>
                <a:cubicBezTo>
                  <a:pt x="945" y="756"/>
                  <a:pt x="1638" y="1575"/>
                  <a:pt x="1638" y="2615"/>
                </a:cubicBezTo>
                <a:cubicBezTo>
                  <a:pt x="1638" y="2930"/>
                  <a:pt x="1575" y="3214"/>
                  <a:pt x="1449" y="3466"/>
                </a:cubicBezTo>
                <a:cubicBezTo>
                  <a:pt x="1859" y="3718"/>
                  <a:pt x="2205" y="4001"/>
                  <a:pt x="2520" y="4348"/>
                </a:cubicBezTo>
                <a:lnTo>
                  <a:pt x="5167" y="4348"/>
                </a:lnTo>
                <a:cubicBezTo>
                  <a:pt x="5356" y="4348"/>
                  <a:pt x="5513" y="4190"/>
                  <a:pt x="5513" y="4001"/>
                </a:cubicBezTo>
                <a:lnTo>
                  <a:pt x="5513" y="2615"/>
                </a:lnTo>
                <a:cubicBezTo>
                  <a:pt x="5482" y="1512"/>
                  <a:pt x="4915" y="567"/>
                  <a:pt x="41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4" name="Google Shape;6031;p58">
            <a:extLst>
              <a:ext uri="{FF2B5EF4-FFF2-40B4-BE49-F238E27FC236}">
                <a16:creationId xmlns:a16="http://schemas.microsoft.com/office/drawing/2014/main" id="{77B236BC-4CEC-F97F-2563-1D11E653E457}"/>
              </a:ext>
            </a:extLst>
          </p:cNvPr>
          <p:cNvSpPr/>
          <p:nvPr/>
        </p:nvSpPr>
        <p:spPr>
          <a:xfrm>
            <a:off x="4928417" y="3674836"/>
            <a:ext cx="172097" cy="137306"/>
          </a:xfrm>
          <a:custGeom>
            <a:avLst/>
            <a:gdLst/>
            <a:ahLst/>
            <a:cxnLst/>
            <a:rect l="l" t="t" r="r" b="b"/>
            <a:pathLst>
              <a:path w="5451" h="4349" extrusionOk="0">
                <a:moveTo>
                  <a:pt x="2426" y="1544"/>
                </a:moveTo>
                <a:cubicBezTo>
                  <a:pt x="2615" y="1544"/>
                  <a:pt x="2773" y="1702"/>
                  <a:pt x="2773" y="1891"/>
                </a:cubicBezTo>
                <a:cubicBezTo>
                  <a:pt x="2773" y="2080"/>
                  <a:pt x="2615" y="2237"/>
                  <a:pt x="2426" y="2237"/>
                </a:cubicBezTo>
                <a:lnTo>
                  <a:pt x="1733" y="2237"/>
                </a:lnTo>
                <a:cubicBezTo>
                  <a:pt x="1513" y="2237"/>
                  <a:pt x="1355" y="2080"/>
                  <a:pt x="1355" y="1891"/>
                </a:cubicBezTo>
                <a:cubicBezTo>
                  <a:pt x="1355" y="1702"/>
                  <a:pt x="1513" y="1544"/>
                  <a:pt x="1733" y="1544"/>
                </a:cubicBezTo>
                <a:close/>
                <a:moveTo>
                  <a:pt x="1324" y="1"/>
                </a:moveTo>
                <a:cubicBezTo>
                  <a:pt x="536" y="568"/>
                  <a:pt x="1" y="1513"/>
                  <a:pt x="1" y="2552"/>
                </a:cubicBezTo>
                <a:lnTo>
                  <a:pt x="1" y="3939"/>
                </a:lnTo>
                <a:cubicBezTo>
                  <a:pt x="1" y="4191"/>
                  <a:pt x="95" y="4348"/>
                  <a:pt x="316" y="4348"/>
                </a:cubicBezTo>
                <a:lnTo>
                  <a:pt x="2930" y="4348"/>
                </a:lnTo>
                <a:cubicBezTo>
                  <a:pt x="3214" y="3970"/>
                  <a:pt x="3561" y="3655"/>
                  <a:pt x="4002" y="3466"/>
                </a:cubicBezTo>
                <a:cubicBezTo>
                  <a:pt x="3876" y="3183"/>
                  <a:pt x="3813" y="2930"/>
                  <a:pt x="3813" y="2615"/>
                </a:cubicBezTo>
                <a:cubicBezTo>
                  <a:pt x="3813" y="1607"/>
                  <a:pt x="4506" y="757"/>
                  <a:pt x="5451" y="568"/>
                </a:cubicBezTo>
                <a:cubicBezTo>
                  <a:pt x="5293" y="347"/>
                  <a:pt x="5104" y="190"/>
                  <a:pt x="4915" y="32"/>
                </a:cubicBezTo>
                <a:cubicBezTo>
                  <a:pt x="4474" y="505"/>
                  <a:pt x="3844" y="820"/>
                  <a:pt x="3151" y="820"/>
                </a:cubicBezTo>
                <a:cubicBezTo>
                  <a:pt x="2426" y="820"/>
                  <a:pt x="1796" y="505"/>
                  <a:pt x="132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6" name="Google Shape;6033;p58">
            <a:extLst>
              <a:ext uri="{FF2B5EF4-FFF2-40B4-BE49-F238E27FC236}">
                <a16:creationId xmlns:a16="http://schemas.microsoft.com/office/drawing/2014/main" id="{E7A9C1CE-68DB-545D-32AF-D0215E60D1B4}"/>
              </a:ext>
            </a:extLst>
          </p:cNvPr>
          <p:cNvSpPr/>
          <p:nvPr/>
        </p:nvSpPr>
        <p:spPr>
          <a:xfrm>
            <a:off x="5095021" y="4217647"/>
            <a:ext cx="22921" cy="20900"/>
          </a:xfrm>
          <a:custGeom>
            <a:avLst/>
            <a:gdLst/>
            <a:ahLst/>
            <a:cxnLst/>
            <a:rect l="l" t="t" r="r" b="b"/>
            <a:pathLst>
              <a:path w="726" h="662" extrusionOk="0">
                <a:moveTo>
                  <a:pt x="375" y="0"/>
                </a:moveTo>
                <a:cubicBezTo>
                  <a:pt x="292" y="0"/>
                  <a:pt x="206" y="32"/>
                  <a:pt x="127" y="95"/>
                </a:cubicBezTo>
                <a:cubicBezTo>
                  <a:pt x="1" y="221"/>
                  <a:pt x="1" y="441"/>
                  <a:pt x="127" y="567"/>
                </a:cubicBezTo>
                <a:cubicBezTo>
                  <a:pt x="190" y="630"/>
                  <a:pt x="277" y="662"/>
                  <a:pt x="363" y="662"/>
                </a:cubicBezTo>
                <a:cubicBezTo>
                  <a:pt x="450" y="662"/>
                  <a:pt x="536" y="630"/>
                  <a:pt x="599" y="567"/>
                </a:cubicBezTo>
                <a:cubicBezTo>
                  <a:pt x="725" y="441"/>
                  <a:pt x="725" y="221"/>
                  <a:pt x="599" y="95"/>
                </a:cubicBezTo>
                <a:cubicBezTo>
                  <a:pt x="536" y="32"/>
                  <a:pt x="458" y="0"/>
                  <a:pt x="3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7" name="Google Shape;6034;p58">
            <a:extLst>
              <a:ext uri="{FF2B5EF4-FFF2-40B4-BE49-F238E27FC236}">
                <a16:creationId xmlns:a16="http://schemas.microsoft.com/office/drawing/2014/main" id="{CD10C48F-6E0D-12AD-5BB1-0364116525FB}"/>
              </a:ext>
            </a:extLst>
          </p:cNvPr>
          <p:cNvSpPr/>
          <p:nvPr/>
        </p:nvSpPr>
        <p:spPr>
          <a:xfrm>
            <a:off x="5046306" y="4173604"/>
            <a:ext cx="119372" cy="109460"/>
          </a:xfrm>
          <a:custGeom>
            <a:avLst/>
            <a:gdLst/>
            <a:ahLst/>
            <a:cxnLst/>
            <a:rect l="l" t="t" r="r" b="b"/>
            <a:pathLst>
              <a:path w="3781" h="3467" extrusionOk="0">
                <a:moveTo>
                  <a:pt x="1922" y="710"/>
                </a:moveTo>
                <a:cubicBezTo>
                  <a:pt x="2190" y="710"/>
                  <a:pt x="2458" y="812"/>
                  <a:pt x="2647" y="1017"/>
                </a:cubicBezTo>
                <a:cubicBezTo>
                  <a:pt x="3088" y="1395"/>
                  <a:pt x="3088" y="2088"/>
                  <a:pt x="2647" y="2466"/>
                </a:cubicBezTo>
                <a:cubicBezTo>
                  <a:pt x="2458" y="2671"/>
                  <a:pt x="2190" y="2773"/>
                  <a:pt x="1922" y="2773"/>
                </a:cubicBezTo>
                <a:cubicBezTo>
                  <a:pt x="1654" y="2773"/>
                  <a:pt x="1386" y="2671"/>
                  <a:pt x="1197" y="2466"/>
                </a:cubicBezTo>
                <a:cubicBezTo>
                  <a:pt x="788" y="2088"/>
                  <a:pt x="788" y="1395"/>
                  <a:pt x="1197" y="1017"/>
                </a:cubicBezTo>
                <a:cubicBezTo>
                  <a:pt x="1386" y="812"/>
                  <a:pt x="1654" y="710"/>
                  <a:pt x="1922" y="710"/>
                </a:cubicBezTo>
                <a:close/>
                <a:moveTo>
                  <a:pt x="1930" y="1"/>
                </a:moveTo>
                <a:cubicBezTo>
                  <a:pt x="1489" y="1"/>
                  <a:pt x="1040" y="182"/>
                  <a:pt x="693" y="544"/>
                </a:cubicBezTo>
                <a:cubicBezTo>
                  <a:pt x="0" y="1206"/>
                  <a:pt x="0" y="2309"/>
                  <a:pt x="693" y="2970"/>
                </a:cubicBezTo>
                <a:cubicBezTo>
                  <a:pt x="1024" y="3301"/>
                  <a:pt x="1473" y="3466"/>
                  <a:pt x="1918" y="3466"/>
                </a:cubicBezTo>
                <a:cubicBezTo>
                  <a:pt x="2363" y="3466"/>
                  <a:pt x="2804" y="3301"/>
                  <a:pt x="3119" y="2970"/>
                </a:cubicBezTo>
                <a:cubicBezTo>
                  <a:pt x="3781" y="2309"/>
                  <a:pt x="3781" y="1206"/>
                  <a:pt x="3119" y="544"/>
                </a:cubicBezTo>
                <a:cubicBezTo>
                  <a:pt x="2804" y="182"/>
                  <a:pt x="2371" y="1"/>
                  <a:pt x="193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8" name="Google Shape;6035;p58">
            <a:extLst>
              <a:ext uri="{FF2B5EF4-FFF2-40B4-BE49-F238E27FC236}">
                <a16:creationId xmlns:a16="http://schemas.microsoft.com/office/drawing/2014/main" id="{F6F1EB68-97C6-8C81-35B8-355EB6A8EB99}"/>
              </a:ext>
            </a:extLst>
          </p:cNvPr>
          <p:cNvSpPr/>
          <p:nvPr/>
        </p:nvSpPr>
        <p:spPr>
          <a:xfrm>
            <a:off x="5152733" y="4062472"/>
            <a:ext cx="149208" cy="150218"/>
          </a:xfrm>
          <a:custGeom>
            <a:avLst/>
            <a:gdLst/>
            <a:ahLst/>
            <a:cxnLst/>
            <a:rect l="l" t="t" r="r" b="b"/>
            <a:pathLst>
              <a:path w="4726" h="4758" extrusionOk="0">
                <a:moveTo>
                  <a:pt x="3533" y="0"/>
                </a:moveTo>
                <a:cubicBezTo>
                  <a:pt x="3442" y="0"/>
                  <a:pt x="3355" y="32"/>
                  <a:pt x="3308" y="95"/>
                </a:cubicBezTo>
                <a:lnTo>
                  <a:pt x="0" y="3308"/>
                </a:lnTo>
                <a:cubicBezTo>
                  <a:pt x="410" y="3623"/>
                  <a:pt x="788" y="4127"/>
                  <a:pt x="1953" y="4758"/>
                </a:cubicBezTo>
                <a:lnTo>
                  <a:pt x="4600" y="2678"/>
                </a:lnTo>
                <a:cubicBezTo>
                  <a:pt x="4663" y="2615"/>
                  <a:pt x="4726" y="2521"/>
                  <a:pt x="4726" y="2395"/>
                </a:cubicBezTo>
                <a:cubicBezTo>
                  <a:pt x="4726" y="1544"/>
                  <a:pt x="4348" y="693"/>
                  <a:pt x="3781" y="95"/>
                </a:cubicBezTo>
                <a:cubicBezTo>
                  <a:pt x="3718" y="32"/>
                  <a:pt x="3623" y="0"/>
                  <a:pt x="35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19" name="Google Shape;6036;p58">
            <a:extLst>
              <a:ext uri="{FF2B5EF4-FFF2-40B4-BE49-F238E27FC236}">
                <a16:creationId xmlns:a16="http://schemas.microsoft.com/office/drawing/2014/main" id="{5EB9AC14-9F86-B913-C488-9B7126D7E584}"/>
              </a:ext>
            </a:extLst>
          </p:cNvPr>
          <p:cNvSpPr/>
          <p:nvPr/>
        </p:nvSpPr>
        <p:spPr>
          <a:xfrm>
            <a:off x="5098020" y="4281296"/>
            <a:ext cx="130328" cy="129318"/>
          </a:xfrm>
          <a:custGeom>
            <a:avLst/>
            <a:gdLst/>
            <a:ahLst/>
            <a:cxnLst/>
            <a:rect l="l" t="t" r="r" b="b"/>
            <a:pathLst>
              <a:path w="4128" h="4096" extrusionOk="0">
                <a:moveTo>
                  <a:pt x="2048" y="0"/>
                </a:moveTo>
                <a:cubicBezTo>
                  <a:pt x="1985" y="32"/>
                  <a:pt x="1985" y="63"/>
                  <a:pt x="1954" y="126"/>
                </a:cubicBezTo>
                <a:cubicBezTo>
                  <a:pt x="1506" y="546"/>
                  <a:pt x="859" y="767"/>
                  <a:pt x="235" y="767"/>
                </a:cubicBezTo>
                <a:cubicBezTo>
                  <a:pt x="156" y="767"/>
                  <a:pt x="78" y="764"/>
                  <a:pt x="0" y="756"/>
                </a:cubicBezTo>
                <a:lnTo>
                  <a:pt x="0" y="756"/>
                </a:lnTo>
                <a:cubicBezTo>
                  <a:pt x="567" y="1670"/>
                  <a:pt x="1355" y="3749"/>
                  <a:pt x="1418" y="3875"/>
                </a:cubicBezTo>
                <a:cubicBezTo>
                  <a:pt x="1450" y="4001"/>
                  <a:pt x="1607" y="4096"/>
                  <a:pt x="1733" y="4096"/>
                </a:cubicBezTo>
                <a:cubicBezTo>
                  <a:pt x="1891" y="4096"/>
                  <a:pt x="1985" y="4033"/>
                  <a:pt x="2048" y="3875"/>
                </a:cubicBezTo>
                <a:lnTo>
                  <a:pt x="2426" y="2647"/>
                </a:lnTo>
                <a:lnTo>
                  <a:pt x="3182" y="2647"/>
                </a:lnTo>
                <a:cubicBezTo>
                  <a:pt x="4128" y="2647"/>
                  <a:pt x="2710" y="630"/>
                  <a:pt x="204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0" name="Google Shape;6037;p58">
            <a:extLst>
              <a:ext uri="{FF2B5EF4-FFF2-40B4-BE49-F238E27FC236}">
                <a16:creationId xmlns:a16="http://schemas.microsoft.com/office/drawing/2014/main" id="{E0B86E18-B7A0-E52A-2EC2-F9E75331CA68}"/>
              </a:ext>
            </a:extLst>
          </p:cNvPr>
          <p:cNvSpPr/>
          <p:nvPr/>
        </p:nvSpPr>
        <p:spPr>
          <a:xfrm>
            <a:off x="5174614" y="4220616"/>
            <a:ext cx="113405" cy="112459"/>
          </a:xfrm>
          <a:custGeom>
            <a:avLst/>
            <a:gdLst/>
            <a:ahLst/>
            <a:cxnLst/>
            <a:rect l="l" t="t" r="r" b="b"/>
            <a:pathLst>
              <a:path w="3592" h="3562" extrusionOk="0">
                <a:moveTo>
                  <a:pt x="252" y="1"/>
                </a:moveTo>
                <a:cubicBezTo>
                  <a:pt x="284" y="410"/>
                  <a:pt x="189" y="883"/>
                  <a:pt x="0" y="1292"/>
                </a:cubicBezTo>
                <a:cubicBezTo>
                  <a:pt x="630" y="1922"/>
                  <a:pt x="1134" y="2615"/>
                  <a:pt x="1544" y="3466"/>
                </a:cubicBezTo>
                <a:cubicBezTo>
                  <a:pt x="1565" y="3530"/>
                  <a:pt x="1634" y="3562"/>
                  <a:pt x="1715" y="3562"/>
                </a:cubicBezTo>
                <a:cubicBezTo>
                  <a:pt x="1874" y="3562"/>
                  <a:pt x="2080" y="3443"/>
                  <a:pt x="2080" y="3214"/>
                </a:cubicBezTo>
                <a:lnTo>
                  <a:pt x="2080" y="2458"/>
                </a:lnTo>
                <a:lnTo>
                  <a:pt x="3308" y="2080"/>
                </a:lnTo>
                <a:cubicBezTo>
                  <a:pt x="3497" y="1985"/>
                  <a:pt x="3592" y="1891"/>
                  <a:pt x="3592" y="1733"/>
                </a:cubicBezTo>
                <a:cubicBezTo>
                  <a:pt x="3592" y="1576"/>
                  <a:pt x="3497" y="1450"/>
                  <a:pt x="3340" y="1418"/>
                </a:cubicBezTo>
                <a:cubicBezTo>
                  <a:pt x="3182" y="1355"/>
                  <a:pt x="1134" y="568"/>
                  <a:pt x="25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1" name="Google Shape;6038;p58">
            <a:extLst>
              <a:ext uri="{FF2B5EF4-FFF2-40B4-BE49-F238E27FC236}">
                <a16:creationId xmlns:a16="http://schemas.microsoft.com/office/drawing/2014/main" id="{0DD1792F-3844-9529-A244-168AF0F6130C}"/>
              </a:ext>
            </a:extLst>
          </p:cNvPr>
          <p:cNvSpPr/>
          <p:nvPr/>
        </p:nvSpPr>
        <p:spPr>
          <a:xfrm>
            <a:off x="4938868" y="4272330"/>
            <a:ext cx="152207" cy="149240"/>
          </a:xfrm>
          <a:custGeom>
            <a:avLst/>
            <a:gdLst/>
            <a:ahLst/>
            <a:cxnLst/>
            <a:rect l="l" t="t" r="r" b="b"/>
            <a:pathLst>
              <a:path w="4821" h="4727" extrusionOk="0">
                <a:moveTo>
                  <a:pt x="3372" y="1"/>
                </a:moveTo>
                <a:lnTo>
                  <a:pt x="95" y="3277"/>
                </a:lnTo>
                <a:cubicBezTo>
                  <a:pt x="1" y="3435"/>
                  <a:pt x="1" y="3687"/>
                  <a:pt x="158" y="3781"/>
                </a:cubicBezTo>
                <a:cubicBezTo>
                  <a:pt x="788" y="4411"/>
                  <a:pt x="1607" y="4727"/>
                  <a:pt x="2458" y="4727"/>
                </a:cubicBezTo>
                <a:cubicBezTo>
                  <a:pt x="2584" y="4727"/>
                  <a:pt x="2679" y="4695"/>
                  <a:pt x="2742" y="4632"/>
                </a:cubicBezTo>
                <a:lnTo>
                  <a:pt x="4821" y="1986"/>
                </a:lnTo>
                <a:cubicBezTo>
                  <a:pt x="4254" y="851"/>
                  <a:pt x="3718" y="442"/>
                  <a:pt x="33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2" name="Google Shape;6039;p58">
            <a:extLst>
              <a:ext uri="{FF2B5EF4-FFF2-40B4-BE49-F238E27FC236}">
                <a16:creationId xmlns:a16="http://schemas.microsoft.com/office/drawing/2014/main" id="{52B90629-96CD-E7BD-7414-F58699AB2F47}"/>
              </a:ext>
            </a:extLst>
          </p:cNvPr>
          <p:cNvSpPr/>
          <p:nvPr/>
        </p:nvSpPr>
        <p:spPr>
          <a:xfrm>
            <a:off x="5098020" y="4050538"/>
            <a:ext cx="131339" cy="106460"/>
          </a:xfrm>
          <a:custGeom>
            <a:avLst/>
            <a:gdLst/>
            <a:ahLst/>
            <a:cxnLst/>
            <a:rect l="l" t="t" r="r" b="b"/>
            <a:pathLst>
              <a:path w="4160" h="3372" extrusionOk="0">
                <a:moveTo>
                  <a:pt x="2836" y="0"/>
                </a:moveTo>
                <a:cubicBezTo>
                  <a:pt x="2678" y="0"/>
                  <a:pt x="2584" y="32"/>
                  <a:pt x="2521" y="95"/>
                </a:cubicBezTo>
                <a:lnTo>
                  <a:pt x="0" y="3245"/>
                </a:lnTo>
                <a:cubicBezTo>
                  <a:pt x="90" y="3238"/>
                  <a:pt x="181" y="3234"/>
                  <a:pt x="272" y="3234"/>
                </a:cubicBezTo>
                <a:cubicBezTo>
                  <a:pt x="568" y="3234"/>
                  <a:pt x="870" y="3275"/>
                  <a:pt x="1135" y="3371"/>
                </a:cubicBezTo>
                <a:cubicBezTo>
                  <a:pt x="1324" y="3119"/>
                  <a:pt x="3939" y="567"/>
                  <a:pt x="4159" y="347"/>
                </a:cubicBezTo>
                <a:cubicBezTo>
                  <a:pt x="3718" y="158"/>
                  <a:pt x="3308" y="0"/>
                  <a:pt x="283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3" name="Google Shape;6040;p58">
            <a:extLst>
              <a:ext uri="{FF2B5EF4-FFF2-40B4-BE49-F238E27FC236}">
                <a16:creationId xmlns:a16="http://schemas.microsoft.com/office/drawing/2014/main" id="{303C4E99-429C-A0C4-4750-A4313CF79A8A}"/>
              </a:ext>
            </a:extLst>
          </p:cNvPr>
          <p:cNvSpPr/>
          <p:nvPr/>
        </p:nvSpPr>
        <p:spPr>
          <a:xfrm>
            <a:off x="4928922" y="4214648"/>
            <a:ext cx="106460" cy="135317"/>
          </a:xfrm>
          <a:custGeom>
            <a:avLst/>
            <a:gdLst/>
            <a:ahLst/>
            <a:cxnLst/>
            <a:rect l="l" t="t" r="r" b="b"/>
            <a:pathLst>
              <a:path w="3372" h="4286" extrusionOk="0">
                <a:moveTo>
                  <a:pt x="3246" y="1"/>
                </a:moveTo>
                <a:lnTo>
                  <a:pt x="95" y="2552"/>
                </a:lnTo>
                <a:cubicBezTo>
                  <a:pt x="32" y="2615"/>
                  <a:pt x="1" y="2710"/>
                  <a:pt x="1" y="2836"/>
                </a:cubicBezTo>
                <a:cubicBezTo>
                  <a:pt x="1" y="3340"/>
                  <a:pt x="95" y="3844"/>
                  <a:pt x="347" y="4285"/>
                </a:cubicBezTo>
                <a:lnTo>
                  <a:pt x="3372" y="1261"/>
                </a:lnTo>
                <a:cubicBezTo>
                  <a:pt x="3214" y="851"/>
                  <a:pt x="3183" y="410"/>
                  <a:pt x="324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5" name="Google Shape;6042;p58">
            <a:extLst>
              <a:ext uri="{FF2B5EF4-FFF2-40B4-BE49-F238E27FC236}">
                <a16:creationId xmlns:a16="http://schemas.microsoft.com/office/drawing/2014/main" id="{F43EB5A9-98A4-F5D0-0557-BBD293B672BD}"/>
              </a:ext>
            </a:extLst>
          </p:cNvPr>
          <p:cNvSpPr/>
          <p:nvPr/>
        </p:nvSpPr>
        <p:spPr>
          <a:xfrm>
            <a:off x="5134832" y="4659654"/>
            <a:ext cx="167109" cy="195966"/>
          </a:xfrm>
          <a:custGeom>
            <a:avLst/>
            <a:gdLst/>
            <a:ahLst/>
            <a:cxnLst/>
            <a:rect l="l" t="t" r="r" b="b"/>
            <a:pathLst>
              <a:path w="5293" h="6207" extrusionOk="0">
                <a:moveTo>
                  <a:pt x="4663" y="0"/>
                </a:moveTo>
                <a:lnTo>
                  <a:pt x="0" y="2773"/>
                </a:lnTo>
                <a:lnTo>
                  <a:pt x="4127" y="6207"/>
                </a:lnTo>
                <a:cubicBezTo>
                  <a:pt x="4852" y="5199"/>
                  <a:pt x="5293" y="4033"/>
                  <a:pt x="5293" y="2678"/>
                </a:cubicBezTo>
                <a:cubicBezTo>
                  <a:pt x="5293" y="1733"/>
                  <a:pt x="5041" y="851"/>
                  <a:pt x="466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6" name="Google Shape;6043;p58">
            <a:extLst>
              <a:ext uri="{FF2B5EF4-FFF2-40B4-BE49-F238E27FC236}">
                <a16:creationId xmlns:a16="http://schemas.microsoft.com/office/drawing/2014/main" id="{3FD8BC48-C943-E5D3-54F9-684D2D2BDC6D}"/>
              </a:ext>
            </a:extLst>
          </p:cNvPr>
          <p:cNvSpPr/>
          <p:nvPr/>
        </p:nvSpPr>
        <p:spPr>
          <a:xfrm>
            <a:off x="5125867" y="4558184"/>
            <a:ext cx="144251" cy="168151"/>
          </a:xfrm>
          <a:custGeom>
            <a:avLst/>
            <a:gdLst/>
            <a:ahLst/>
            <a:cxnLst/>
            <a:rect l="l" t="t" r="r" b="b"/>
            <a:pathLst>
              <a:path w="4569" h="5326" extrusionOk="0">
                <a:moveTo>
                  <a:pt x="1" y="1"/>
                </a:moveTo>
                <a:lnTo>
                  <a:pt x="1" y="5325"/>
                </a:lnTo>
                <a:lnTo>
                  <a:pt x="4569" y="2679"/>
                </a:lnTo>
                <a:cubicBezTo>
                  <a:pt x="3561" y="1167"/>
                  <a:pt x="1891" y="127"/>
                  <a:pt x="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7" name="Google Shape;6044;p58">
            <a:extLst>
              <a:ext uri="{FF2B5EF4-FFF2-40B4-BE49-F238E27FC236}">
                <a16:creationId xmlns:a16="http://schemas.microsoft.com/office/drawing/2014/main" id="{975FB48C-AC71-1A4B-8F14-512818473893}"/>
              </a:ext>
            </a:extLst>
          </p:cNvPr>
          <p:cNvSpPr/>
          <p:nvPr/>
        </p:nvSpPr>
        <p:spPr>
          <a:xfrm>
            <a:off x="4928922" y="4558183"/>
            <a:ext cx="323294" cy="373052"/>
          </a:xfrm>
          <a:custGeom>
            <a:avLst/>
            <a:gdLst/>
            <a:ahLst/>
            <a:cxnLst/>
            <a:rect l="l" t="t" r="r" b="b"/>
            <a:pathLst>
              <a:path w="10240" h="11816" extrusionOk="0">
                <a:moveTo>
                  <a:pt x="5577" y="1"/>
                </a:moveTo>
                <a:cubicBezTo>
                  <a:pt x="2521" y="190"/>
                  <a:pt x="1" y="2805"/>
                  <a:pt x="1" y="5892"/>
                </a:cubicBezTo>
                <a:cubicBezTo>
                  <a:pt x="1" y="9137"/>
                  <a:pt x="2678" y="11815"/>
                  <a:pt x="5923" y="11815"/>
                </a:cubicBezTo>
                <a:cubicBezTo>
                  <a:pt x="7625" y="11815"/>
                  <a:pt x="9168" y="11059"/>
                  <a:pt x="10240" y="9925"/>
                </a:cubicBezTo>
                <a:lnTo>
                  <a:pt x="5703" y="6176"/>
                </a:lnTo>
                <a:cubicBezTo>
                  <a:pt x="5608" y="6144"/>
                  <a:pt x="5577" y="5987"/>
                  <a:pt x="5577" y="5892"/>
                </a:cubicBezTo>
                <a:lnTo>
                  <a:pt x="5577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29" name="Google Shape;6046;p58">
            <a:extLst>
              <a:ext uri="{FF2B5EF4-FFF2-40B4-BE49-F238E27FC236}">
                <a16:creationId xmlns:a16="http://schemas.microsoft.com/office/drawing/2014/main" id="{389A562D-B26F-1053-C7F1-54E747DAACFF}"/>
              </a:ext>
            </a:extLst>
          </p:cNvPr>
          <p:cNvSpPr/>
          <p:nvPr/>
        </p:nvSpPr>
        <p:spPr>
          <a:xfrm>
            <a:off x="7479776" y="3571171"/>
            <a:ext cx="21911" cy="55724"/>
          </a:xfrm>
          <a:custGeom>
            <a:avLst/>
            <a:gdLst/>
            <a:ahLst/>
            <a:cxnLst/>
            <a:rect l="l" t="t" r="r" b="b"/>
            <a:pathLst>
              <a:path w="694" h="1765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lnTo>
                  <a:pt x="0" y="1418"/>
                </a:lnTo>
                <a:cubicBezTo>
                  <a:pt x="0" y="1607"/>
                  <a:pt x="158" y="1765"/>
                  <a:pt x="347" y="1765"/>
                </a:cubicBezTo>
                <a:cubicBezTo>
                  <a:pt x="536" y="1765"/>
                  <a:pt x="693" y="1607"/>
                  <a:pt x="693" y="1418"/>
                </a:cubicBezTo>
                <a:lnTo>
                  <a:pt x="693" y="347"/>
                </a:ln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0" name="Google Shape;6047;p58">
            <a:extLst>
              <a:ext uri="{FF2B5EF4-FFF2-40B4-BE49-F238E27FC236}">
                <a16:creationId xmlns:a16="http://schemas.microsoft.com/office/drawing/2014/main" id="{FDD6107C-E5FB-4ABE-5F7C-BAFCEA47C294}"/>
              </a:ext>
            </a:extLst>
          </p:cNvPr>
          <p:cNvSpPr/>
          <p:nvPr/>
        </p:nvSpPr>
        <p:spPr>
          <a:xfrm>
            <a:off x="7546424" y="3594787"/>
            <a:ext cx="44769" cy="43064"/>
          </a:xfrm>
          <a:custGeom>
            <a:avLst/>
            <a:gdLst/>
            <a:ahLst/>
            <a:cxnLst/>
            <a:rect l="l" t="t" r="r" b="b"/>
            <a:pathLst>
              <a:path w="1418" h="1364" extrusionOk="0">
                <a:moveTo>
                  <a:pt x="1071" y="1"/>
                </a:moveTo>
                <a:cubicBezTo>
                  <a:pt x="977" y="1"/>
                  <a:pt x="882" y="24"/>
                  <a:pt x="819" y="72"/>
                </a:cubicBezTo>
                <a:lnTo>
                  <a:pt x="126" y="796"/>
                </a:lnTo>
                <a:cubicBezTo>
                  <a:pt x="0" y="922"/>
                  <a:pt x="0" y="1143"/>
                  <a:pt x="126" y="1269"/>
                </a:cubicBezTo>
                <a:cubicBezTo>
                  <a:pt x="189" y="1332"/>
                  <a:pt x="268" y="1363"/>
                  <a:pt x="350" y="1363"/>
                </a:cubicBezTo>
                <a:cubicBezTo>
                  <a:pt x="433" y="1363"/>
                  <a:pt x="520" y="1332"/>
                  <a:pt x="599" y="1269"/>
                </a:cubicBezTo>
                <a:lnTo>
                  <a:pt x="1323" y="544"/>
                </a:lnTo>
                <a:cubicBezTo>
                  <a:pt x="1418" y="418"/>
                  <a:pt x="1418" y="198"/>
                  <a:pt x="1323" y="72"/>
                </a:cubicBezTo>
                <a:cubicBezTo>
                  <a:pt x="1260" y="24"/>
                  <a:pt x="1166" y="1"/>
                  <a:pt x="107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1" name="Google Shape;6048;p58">
            <a:extLst>
              <a:ext uri="{FF2B5EF4-FFF2-40B4-BE49-F238E27FC236}">
                <a16:creationId xmlns:a16="http://schemas.microsoft.com/office/drawing/2014/main" id="{81102F42-302F-C302-2C54-ACE80C5E4B53}"/>
              </a:ext>
            </a:extLst>
          </p:cNvPr>
          <p:cNvSpPr/>
          <p:nvPr/>
        </p:nvSpPr>
        <p:spPr>
          <a:xfrm>
            <a:off x="7611051" y="3725337"/>
            <a:ext cx="44801" cy="22921"/>
          </a:xfrm>
          <a:custGeom>
            <a:avLst/>
            <a:gdLst/>
            <a:ahLst/>
            <a:cxnLst/>
            <a:rect l="l" t="t" r="r" b="b"/>
            <a:pathLst>
              <a:path w="1419" h="726" extrusionOk="0">
                <a:moveTo>
                  <a:pt x="379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725"/>
                  <a:pt x="379" y="725"/>
                </a:cubicBezTo>
                <a:lnTo>
                  <a:pt x="1072" y="725"/>
                </a:lnTo>
                <a:cubicBezTo>
                  <a:pt x="1261" y="725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2" name="Google Shape;6049;p58">
            <a:extLst>
              <a:ext uri="{FF2B5EF4-FFF2-40B4-BE49-F238E27FC236}">
                <a16:creationId xmlns:a16="http://schemas.microsoft.com/office/drawing/2014/main" id="{05D06DFF-2D5E-6671-69DE-CA07E1FD780F}"/>
              </a:ext>
            </a:extLst>
          </p:cNvPr>
          <p:cNvSpPr/>
          <p:nvPr/>
        </p:nvSpPr>
        <p:spPr>
          <a:xfrm>
            <a:off x="7305690" y="3725336"/>
            <a:ext cx="44801" cy="21911"/>
          </a:xfrm>
          <a:custGeom>
            <a:avLst/>
            <a:gdLst/>
            <a:ahLst/>
            <a:cxnLst/>
            <a:rect l="l" t="t" r="r" b="b"/>
            <a:pathLst>
              <a:path w="1419" h="694" extrusionOk="0">
                <a:moveTo>
                  <a:pt x="347" y="1"/>
                </a:moveTo>
                <a:cubicBezTo>
                  <a:pt x="158" y="1"/>
                  <a:pt x="1" y="158"/>
                  <a:pt x="1" y="347"/>
                </a:cubicBezTo>
                <a:cubicBezTo>
                  <a:pt x="1" y="568"/>
                  <a:pt x="158" y="694"/>
                  <a:pt x="347" y="694"/>
                </a:cubicBezTo>
                <a:lnTo>
                  <a:pt x="1072" y="694"/>
                </a:lnTo>
                <a:cubicBezTo>
                  <a:pt x="1261" y="694"/>
                  <a:pt x="1419" y="568"/>
                  <a:pt x="1419" y="347"/>
                </a:cubicBezTo>
                <a:cubicBezTo>
                  <a:pt x="1419" y="158"/>
                  <a:pt x="1261" y="1"/>
                  <a:pt x="107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3" name="Google Shape;6050;p58">
            <a:extLst>
              <a:ext uri="{FF2B5EF4-FFF2-40B4-BE49-F238E27FC236}">
                <a16:creationId xmlns:a16="http://schemas.microsoft.com/office/drawing/2014/main" id="{F9711486-06F7-4C53-7A0A-B3E476E4ECC2}"/>
              </a:ext>
            </a:extLst>
          </p:cNvPr>
          <p:cNvSpPr/>
          <p:nvPr/>
        </p:nvSpPr>
        <p:spPr>
          <a:xfrm>
            <a:off x="7392228" y="3594787"/>
            <a:ext cx="44801" cy="43064"/>
          </a:xfrm>
          <a:custGeom>
            <a:avLst/>
            <a:gdLst/>
            <a:ahLst/>
            <a:cxnLst/>
            <a:rect l="l" t="t" r="r" b="b"/>
            <a:pathLst>
              <a:path w="1419" h="1364" extrusionOk="0">
                <a:moveTo>
                  <a:pt x="363" y="1"/>
                </a:moveTo>
                <a:cubicBezTo>
                  <a:pt x="276" y="1"/>
                  <a:pt x="190" y="24"/>
                  <a:pt x="127" y="72"/>
                </a:cubicBezTo>
                <a:cubicBezTo>
                  <a:pt x="1" y="198"/>
                  <a:pt x="1" y="450"/>
                  <a:pt x="127" y="544"/>
                </a:cubicBezTo>
                <a:lnTo>
                  <a:pt x="820" y="1269"/>
                </a:lnTo>
                <a:cubicBezTo>
                  <a:pt x="883" y="1332"/>
                  <a:pt x="977" y="1363"/>
                  <a:pt x="1072" y="1363"/>
                </a:cubicBezTo>
                <a:cubicBezTo>
                  <a:pt x="1166" y="1363"/>
                  <a:pt x="1261" y="1332"/>
                  <a:pt x="1324" y="1269"/>
                </a:cubicBezTo>
                <a:cubicBezTo>
                  <a:pt x="1418" y="1143"/>
                  <a:pt x="1418" y="922"/>
                  <a:pt x="1324" y="796"/>
                </a:cubicBezTo>
                <a:lnTo>
                  <a:pt x="599" y="72"/>
                </a:lnTo>
                <a:cubicBezTo>
                  <a:pt x="536" y="24"/>
                  <a:pt x="450" y="1"/>
                  <a:pt x="3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4" name="Google Shape;6051;p58">
            <a:extLst>
              <a:ext uri="{FF2B5EF4-FFF2-40B4-BE49-F238E27FC236}">
                <a16:creationId xmlns:a16="http://schemas.microsoft.com/office/drawing/2014/main" id="{32A70A1C-6612-1ECF-BBE8-773E89EA1048}"/>
              </a:ext>
            </a:extLst>
          </p:cNvPr>
          <p:cNvSpPr/>
          <p:nvPr/>
        </p:nvSpPr>
        <p:spPr>
          <a:xfrm>
            <a:off x="7325580" y="3637630"/>
            <a:ext cx="46790" cy="32803"/>
          </a:xfrm>
          <a:custGeom>
            <a:avLst/>
            <a:gdLst/>
            <a:ahLst/>
            <a:cxnLst/>
            <a:rect l="l" t="t" r="r" b="b"/>
            <a:pathLst>
              <a:path w="1482" h="1039" extrusionOk="0">
                <a:moveTo>
                  <a:pt x="396" y="0"/>
                </a:moveTo>
                <a:cubicBezTo>
                  <a:pt x="267" y="0"/>
                  <a:pt x="132" y="81"/>
                  <a:pt x="64" y="195"/>
                </a:cubicBezTo>
                <a:cubicBezTo>
                  <a:pt x="1" y="353"/>
                  <a:pt x="64" y="573"/>
                  <a:pt x="221" y="668"/>
                </a:cubicBezTo>
                <a:lnTo>
                  <a:pt x="946" y="1015"/>
                </a:lnTo>
                <a:cubicBezTo>
                  <a:pt x="987" y="1031"/>
                  <a:pt x="1032" y="1039"/>
                  <a:pt x="1077" y="1039"/>
                </a:cubicBezTo>
                <a:cubicBezTo>
                  <a:pt x="1209" y="1039"/>
                  <a:pt x="1349" y="974"/>
                  <a:pt x="1419" y="857"/>
                </a:cubicBezTo>
                <a:cubicBezTo>
                  <a:pt x="1482" y="699"/>
                  <a:pt x="1419" y="447"/>
                  <a:pt x="1261" y="384"/>
                </a:cubicBezTo>
                <a:lnTo>
                  <a:pt x="536" y="38"/>
                </a:lnTo>
                <a:cubicBezTo>
                  <a:pt x="493" y="12"/>
                  <a:pt x="445" y="0"/>
                  <a:pt x="3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5" name="Google Shape;6052;p58">
            <a:extLst>
              <a:ext uri="{FF2B5EF4-FFF2-40B4-BE49-F238E27FC236}">
                <a16:creationId xmlns:a16="http://schemas.microsoft.com/office/drawing/2014/main" id="{09D795D4-ECD0-4248-A7EE-4CF1287D15DF}"/>
              </a:ext>
            </a:extLst>
          </p:cNvPr>
          <p:cNvSpPr/>
          <p:nvPr/>
        </p:nvSpPr>
        <p:spPr>
          <a:xfrm>
            <a:off x="7588193" y="3638009"/>
            <a:ext cx="46758" cy="33845"/>
          </a:xfrm>
          <a:custGeom>
            <a:avLst/>
            <a:gdLst/>
            <a:ahLst/>
            <a:cxnLst/>
            <a:rect l="l" t="t" r="r" b="b"/>
            <a:pathLst>
              <a:path w="1481" h="1072" extrusionOk="0">
                <a:moveTo>
                  <a:pt x="1110" y="0"/>
                </a:moveTo>
                <a:cubicBezTo>
                  <a:pt x="1049" y="0"/>
                  <a:pt x="983" y="18"/>
                  <a:pt x="914" y="57"/>
                </a:cubicBezTo>
                <a:lnTo>
                  <a:pt x="221" y="404"/>
                </a:lnTo>
                <a:cubicBezTo>
                  <a:pt x="63" y="498"/>
                  <a:pt x="0" y="687"/>
                  <a:pt x="63" y="877"/>
                </a:cubicBezTo>
                <a:cubicBezTo>
                  <a:pt x="132" y="991"/>
                  <a:pt x="250" y="1072"/>
                  <a:pt x="382" y="1072"/>
                </a:cubicBezTo>
                <a:cubicBezTo>
                  <a:pt x="432" y="1072"/>
                  <a:pt x="484" y="1060"/>
                  <a:pt x="536" y="1034"/>
                </a:cubicBezTo>
                <a:lnTo>
                  <a:pt x="1260" y="687"/>
                </a:lnTo>
                <a:cubicBezTo>
                  <a:pt x="1418" y="593"/>
                  <a:pt x="1481" y="404"/>
                  <a:pt x="1418" y="215"/>
                </a:cubicBezTo>
                <a:cubicBezTo>
                  <a:pt x="1353" y="85"/>
                  <a:pt x="1244" y="0"/>
                  <a:pt x="1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6" name="Google Shape;6053;p58">
            <a:extLst>
              <a:ext uri="{FF2B5EF4-FFF2-40B4-BE49-F238E27FC236}">
                <a16:creationId xmlns:a16="http://schemas.microsoft.com/office/drawing/2014/main" id="{5A79E3B4-0B7D-A793-0333-4CB42F0E891B}"/>
              </a:ext>
            </a:extLst>
          </p:cNvPr>
          <p:cNvSpPr/>
          <p:nvPr/>
        </p:nvSpPr>
        <p:spPr>
          <a:xfrm>
            <a:off x="7365392" y="3635830"/>
            <a:ext cx="223812" cy="307824"/>
          </a:xfrm>
          <a:custGeom>
            <a:avLst/>
            <a:gdLst/>
            <a:ahLst/>
            <a:cxnLst/>
            <a:rect l="l" t="t" r="r" b="b"/>
            <a:pathLst>
              <a:path w="7089" h="9750" extrusionOk="0">
                <a:moveTo>
                  <a:pt x="3529" y="0"/>
                </a:moveTo>
                <a:cubicBezTo>
                  <a:pt x="3151" y="0"/>
                  <a:pt x="2836" y="315"/>
                  <a:pt x="2836" y="725"/>
                </a:cubicBezTo>
                <a:lnTo>
                  <a:pt x="2836" y="1418"/>
                </a:lnTo>
                <a:cubicBezTo>
                  <a:pt x="2836" y="1040"/>
                  <a:pt x="2520" y="725"/>
                  <a:pt x="2111" y="725"/>
                </a:cubicBezTo>
                <a:cubicBezTo>
                  <a:pt x="1733" y="725"/>
                  <a:pt x="1418" y="1040"/>
                  <a:pt x="1418" y="1418"/>
                </a:cubicBezTo>
                <a:lnTo>
                  <a:pt x="1418" y="2143"/>
                </a:lnTo>
                <a:cubicBezTo>
                  <a:pt x="1544" y="2143"/>
                  <a:pt x="1638" y="2080"/>
                  <a:pt x="1764" y="2080"/>
                </a:cubicBezTo>
                <a:lnTo>
                  <a:pt x="3497" y="2080"/>
                </a:lnTo>
                <a:cubicBezTo>
                  <a:pt x="4253" y="2080"/>
                  <a:pt x="4883" y="2710"/>
                  <a:pt x="4883" y="3466"/>
                </a:cubicBezTo>
                <a:cubicBezTo>
                  <a:pt x="4883" y="4096"/>
                  <a:pt x="4474" y="4600"/>
                  <a:pt x="3907" y="4758"/>
                </a:cubicBezTo>
                <a:cubicBezTo>
                  <a:pt x="4064" y="5073"/>
                  <a:pt x="4159" y="5482"/>
                  <a:pt x="4159" y="5860"/>
                </a:cubicBezTo>
                <a:cubicBezTo>
                  <a:pt x="4159" y="6081"/>
                  <a:pt x="4001" y="6238"/>
                  <a:pt x="3812" y="6238"/>
                </a:cubicBezTo>
                <a:cubicBezTo>
                  <a:pt x="3623" y="6238"/>
                  <a:pt x="3466" y="6081"/>
                  <a:pt x="3466" y="5860"/>
                </a:cubicBezTo>
                <a:cubicBezTo>
                  <a:pt x="3466" y="4915"/>
                  <a:pt x="2678" y="4128"/>
                  <a:pt x="1733" y="4128"/>
                </a:cubicBezTo>
                <a:lnTo>
                  <a:pt x="3466" y="4128"/>
                </a:lnTo>
                <a:cubicBezTo>
                  <a:pt x="3844" y="4128"/>
                  <a:pt x="4159" y="3812"/>
                  <a:pt x="4159" y="3434"/>
                </a:cubicBezTo>
                <a:cubicBezTo>
                  <a:pt x="4159" y="3025"/>
                  <a:pt x="3844" y="2710"/>
                  <a:pt x="3466" y="2710"/>
                </a:cubicBezTo>
                <a:lnTo>
                  <a:pt x="1733" y="2710"/>
                </a:lnTo>
                <a:cubicBezTo>
                  <a:pt x="788" y="2710"/>
                  <a:pt x="0" y="3497"/>
                  <a:pt x="0" y="4443"/>
                </a:cubicBezTo>
                <a:lnTo>
                  <a:pt x="0" y="5167"/>
                </a:lnTo>
                <a:cubicBezTo>
                  <a:pt x="0" y="6112"/>
                  <a:pt x="536" y="6963"/>
                  <a:pt x="1386" y="7372"/>
                </a:cubicBezTo>
                <a:lnTo>
                  <a:pt x="1386" y="8318"/>
                </a:lnTo>
                <a:cubicBezTo>
                  <a:pt x="977" y="8318"/>
                  <a:pt x="662" y="8633"/>
                  <a:pt x="662" y="9011"/>
                </a:cubicBezTo>
                <a:lnTo>
                  <a:pt x="662" y="9389"/>
                </a:lnTo>
                <a:cubicBezTo>
                  <a:pt x="662" y="9578"/>
                  <a:pt x="819" y="9735"/>
                  <a:pt x="1008" y="9735"/>
                </a:cubicBezTo>
                <a:lnTo>
                  <a:pt x="5860" y="9735"/>
                </a:lnTo>
                <a:cubicBezTo>
                  <a:pt x="5923" y="9745"/>
                  <a:pt x="5979" y="9749"/>
                  <a:pt x="6029" y="9749"/>
                </a:cubicBezTo>
                <a:cubicBezTo>
                  <a:pt x="6305" y="9749"/>
                  <a:pt x="6396" y="9612"/>
                  <a:pt x="6396" y="9452"/>
                </a:cubicBezTo>
                <a:lnTo>
                  <a:pt x="6396" y="9105"/>
                </a:lnTo>
                <a:cubicBezTo>
                  <a:pt x="6396" y="8696"/>
                  <a:pt x="6112" y="8381"/>
                  <a:pt x="5702" y="8381"/>
                </a:cubicBezTo>
                <a:lnTo>
                  <a:pt x="5702" y="7436"/>
                </a:lnTo>
                <a:cubicBezTo>
                  <a:pt x="6522" y="7057"/>
                  <a:pt x="7089" y="6175"/>
                  <a:pt x="7089" y="5230"/>
                </a:cubicBezTo>
                <a:lnTo>
                  <a:pt x="7089" y="2143"/>
                </a:lnTo>
                <a:cubicBezTo>
                  <a:pt x="7089" y="1733"/>
                  <a:pt x="6774" y="1418"/>
                  <a:pt x="6364" y="1418"/>
                </a:cubicBezTo>
                <a:cubicBezTo>
                  <a:pt x="5986" y="1418"/>
                  <a:pt x="5671" y="1733"/>
                  <a:pt x="5671" y="2143"/>
                </a:cubicBezTo>
                <a:lnTo>
                  <a:pt x="5671" y="1418"/>
                </a:lnTo>
                <a:cubicBezTo>
                  <a:pt x="5671" y="1040"/>
                  <a:pt x="5356" y="725"/>
                  <a:pt x="4946" y="725"/>
                </a:cubicBezTo>
                <a:cubicBezTo>
                  <a:pt x="4568" y="725"/>
                  <a:pt x="4253" y="1040"/>
                  <a:pt x="4253" y="1418"/>
                </a:cubicBezTo>
                <a:lnTo>
                  <a:pt x="4253" y="725"/>
                </a:lnTo>
                <a:cubicBezTo>
                  <a:pt x="4253" y="315"/>
                  <a:pt x="3938" y="0"/>
                  <a:pt x="35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8" name="Google Shape;6055;p58">
            <a:extLst>
              <a:ext uri="{FF2B5EF4-FFF2-40B4-BE49-F238E27FC236}">
                <a16:creationId xmlns:a16="http://schemas.microsoft.com/office/drawing/2014/main" id="{33EC4667-B355-58F3-0DC7-B08E9C1BF763}"/>
              </a:ext>
            </a:extLst>
          </p:cNvPr>
          <p:cNvSpPr/>
          <p:nvPr/>
        </p:nvSpPr>
        <p:spPr>
          <a:xfrm>
            <a:off x="7293252" y="4180330"/>
            <a:ext cx="44801" cy="241745"/>
          </a:xfrm>
          <a:custGeom>
            <a:avLst/>
            <a:gdLst/>
            <a:ahLst/>
            <a:cxnLst/>
            <a:rect l="l" t="t" r="r" b="b"/>
            <a:pathLst>
              <a:path w="1419" h="7657" extrusionOk="0">
                <a:moveTo>
                  <a:pt x="410" y="0"/>
                </a:moveTo>
                <a:cubicBezTo>
                  <a:pt x="221" y="0"/>
                  <a:pt x="64" y="158"/>
                  <a:pt x="64" y="347"/>
                </a:cubicBezTo>
                <a:cubicBezTo>
                  <a:pt x="1" y="2867"/>
                  <a:pt x="1" y="4789"/>
                  <a:pt x="1" y="7310"/>
                </a:cubicBezTo>
                <a:cubicBezTo>
                  <a:pt x="1" y="7530"/>
                  <a:pt x="158" y="7656"/>
                  <a:pt x="379" y="7656"/>
                </a:cubicBezTo>
                <a:cubicBezTo>
                  <a:pt x="568" y="7656"/>
                  <a:pt x="725" y="7530"/>
                  <a:pt x="725" y="7310"/>
                </a:cubicBezTo>
                <a:lnTo>
                  <a:pt x="725" y="1355"/>
                </a:lnTo>
                <a:lnTo>
                  <a:pt x="1418" y="1355"/>
                </a:lnTo>
                <a:lnTo>
                  <a:pt x="141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39" name="Google Shape;6056;p58">
            <a:extLst>
              <a:ext uri="{FF2B5EF4-FFF2-40B4-BE49-F238E27FC236}">
                <a16:creationId xmlns:a16="http://schemas.microsoft.com/office/drawing/2014/main" id="{2D5580BA-20E8-FC4B-A8AF-3784B243D8C8}"/>
              </a:ext>
            </a:extLst>
          </p:cNvPr>
          <p:cNvSpPr/>
          <p:nvPr/>
        </p:nvSpPr>
        <p:spPr>
          <a:xfrm>
            <a:off x="7336031" y="4268857"/>
            <a:ext cx="155207" cy="155207"/>
          </a:xfrm>
          <a:custGeom>
            <a:avLst/>
            <a:gdLst/>
            <a:ahLst/>
            <a:cxnLst/>
            <a:rect l="l" t="t" r="r" b="b"/>
            <a:pathLst>
              <a:path w="4916" h="4916" extrusionOk="0">
                <a:moveTo>
                  <a:pt x="2080" y="0"/>
                </a:moveTo>
                <a:lnTo>
                  <a:pt x="2080" y="693"/>
                </a:lnTo>
                <a:lnTo>
                  <a:pt x="1733" y="693"/>
                </a:lnTo>
                <a:cubicBezTo>
                  <a:pt x="788" y="693"/>
                  <a:pt x="0" y="1481"/>
                  <a:pt x="0" y="2458"/>
                </a:cubicBezTo>
                <a:cubicBezTo>
                  <a:pt x="0" y="2678"/>
                  <a:pt x="158" y="2836"/>
                  <a:pt x="347" y="2836"/>
                </a:cubicBezTo>
                <a:lnTo>
                  <a:pt x="2080" y="2836"/>
                </a:lnTo>
                <a:lnTo>
                  <a:pt x="2080" y="3529"/>
                </a:lnTo>
                <a:lnTo>
                  <a:pt x="1072" y="3529"/>
                </a:lnTo>
                <a:cubicBezTo>
                  <a:pt x="473" y="3529"/>
                  <a:pt x="32" y="4001"/>
                  <a:pt x="32" y="4569"/>
                </a:cubicBezTo>
                <a:cubicBezTo>
                  <a:pt x="32" y="4758"/>
                  <a:pt x="189" y="4915"/>
                  <a:pt x="410" y="4915"/>
                </a:cubicBezTo>
                <a:cubicBezTo>
                  <a:pt x="599" y="4915"/>
                  <a:pt x="757" y="4758"/>
                  <a:pt x="757" y="4569"/>
                </a:cubicBezTo>
                <a:cubicBezTo>
                  <a:pt x="757" y="4348"/>
                  <a:pt x="914" y="4190"/>
                  <a:pt x="1103" y="4190"/>
                </a:cubicBezTo>
                <a:lnTo>
                  <a:pt x="2143" y="4190"/>
                </a:lnTo>
                <a:lnTo>
                  <a:pt x="2143" y="4569"/>
                </a:lnTo>
                <a:cubicBezTo>
                  <a:pt x="2143" y="4758"/>
                  <a:pt x="2300" y="4915"/>
                  <a:pt x="2489" y="4915"/>
                </a:cubicBezTo>
                <a:cubicBezTo>
                  <a:pt x="2678" y="4915"/>
                  <a:pt x="2836" y="4758"/>
                  <a:pt x="2836" y="4569"/>
                </a:cubicBezTo>
                <a:lnTo>
                  <a:pt x="2836" y="4190"/>
                </a:lnTo>
                <a:lnTo>
                  <a:pt x="3876" y="4190"/>
                </a:lnTo>
                <a:cubicBezTo>
                  <a:pt x="4065" y="4190"/>
                  <a:pt x="4222" y="4348"/>
                  <a:pt x="4222" y="4569"/>
                </a:cubicBezTo>
                <a:cubicBezTo>
                  <a:pt x="4222" y="4758"/>
                  <a:pt x="4380" y="4915"/>
                  <a:pt x="4569" y="4915"/>
                </a:cubicBezTo>
                <a:cubicBezTo>
                  <a:pt x="4758" y="4915"/>
                  <a:pt x="4915" y="4758"/>
                  <a:pt x="4915" y="4569"/>
                </a:cubicBezTo>
                <a:cubicBezTo>
                  <a:pt x="4915" y="3970"/>
                  <a:pt x="4443" y="3529"/>
                  <a:pt x="3907" y="3529"/>
                </a:cubicBezTo>
                <a:lnTo>
                  <a:pt x="2867" y="3529"/>
                </a:lnTo>
                <a:lnTo>
                  <a:pt x="2867" y="2836"/>
                </a:lnTo>
                <a:lnTo>
                  <a:pt x="4537" y="2836"/>
                </a:lnTo>
                <a:lnTo>
                  <a:pt x="4537" y="2773"/>
                </a:lnTo>
                <a:cubicBezTo>
                  <a:pt x="4726" y="2773"/>
                  <a:pt x="4884" y="2615"/>
                  <a:pt x="4884" y="2426"/>
                </a:cubicBezTo>
                <a:cubicBezTo>
                  <a:pt x="4884" y="1481"/>
                  <a:pt x="4096" y="662"/>
                  <a:pt x="3151" y="662"/>
                </a:cubicBezTo>
                <a:lnTo>
                  <a:pt x="2804" y="662"/>
                </a:lnTo>
                <a:lnTo>
                  <a:pt x="280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0" name="Google Shape;6057;p58">
            <a:extLst>
              <a:ext uri="{FF2B5EF4-FFF2-40B4-BE49-F238E27FC236}">
                <a16:creationId xmlns:a16="http://schemas.microsoft.com/office/drawing/2014/main" id="{AD305457-4FF9-658E-3C31-5DD55C16C107}"/>
              </a:ext>
            </a:extLst>
          </p:cNvPr>
          <p:cNvSpPr/>
          <p:nvPr/>
        </p:nvSpPr>
        <p:spPr>
          <a:xfrm>
            <a:off x="7511097" y="4048043"/>
            <a:ext cx="133295" cy="44769"/>
          </a:xfrm>
          <a:custGeom>
            <a:avLst/>
            <a:gdLst/>
            <a:ahLst/>
            <a:cxnLst/>
            <a:rect l="l" t="t" r="r" b="b"/>
            <a:pathLst>
              <a:path w="4222" h="1418" extrusionOk="0">
                <a:moveTo>
                  <a:pt x="725" y="0"/>
                </a:moveTo>
                <a:cubicBezTo>
                  <a:pt x="315" y="0"/>
                  <a:pt x="0" y="315"/>
                  <a:pt x="0" y="725"/>
                </a:cubicBezTo>
                <a:cubicBezTo>
                  <a:pt x="63" y="1103"/>
                  <a:pt x="378" y="1418"/>
                  <a:pt x="725" y="1418"/>
                </a:cubicBezTo>
                <a:lnTo>
                  <a:pt x="3875" y="1418"/>
                </a:lnTo>
                <a:cubicBezTo>
                  <a:pt x="4064" y="1418"/>
                  <a:pt x="4222" y="1260"/>
                  <a:pt x="4222" y="1071"/>
                </a:cubicBezTo>
                <a:lnTo>
                  <a:pt x="4222" y="378"/>
                </a:lnTo>
                <a:cubicBezTo>
                  <a:pt x="4222" y="158"/>
                  <a:pt x="4064" y="0"/>
                  <a:pt x="38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1" name="Google Shape;6058;p58">
            <a:extLst>
              <a:ext uri="{FF2B5EF4-FFF2-40B4-BE49-F238E27FC236}">
                <a16:creationId xmlns:a16="http://schemas.microsoft.com/office/drawing/2014/main" id="{034FBB06-1C97-88A7-75BA-ACD4E063E255}"/>
              </a:ext>
            </a:extLst>
          </p:cNvPr>
          <p:cNvSpPr/>
          <p:nvPr/>
        </p:nvSpPr>
        <p:spPr>
          <a:xfrm>
            <a:off x="7533955" y="4115671"/>
            <a:ext cx="132349" cy="44801"/>
          </a:xfrm>
          <a:custGeom>
            <a:avLst/>
            <a:gdLst/>
            <a:ahLst/>
            <a:cxnLst/>
            <a:rect l="l" t="t" r="r" b="b"/>
            <a:pathLst>
              <a:path w="4192" h="1419" extrusionOk="0">
                <a:moveTo>
                  <a:pt x="694" y="1"/>
                </a:moveTo>
                <a:cubicBezTo>
                  <a:pt x="316" y="1"/>
                  <a:pt x="1" y="316"/>
                  <a:pt x="1" y="694"/>
                </a:cubicBezTo>
                <a:cubicBezTo>
                  <a:pt x="1" y="1103"/>
                  <a:pt x="316" y="1418"/>
                  <a:pt x="694" y="1418"/>
                </a:cubicBezTo>
                <a:lnTo>
                  <a:pt x="3845" y="1418"/>
                </a:lnTo>
                <a:cubicBezTo>
                  <a:pt x="4065" y="1418"/>
                  <a:pt x="4191" y="1261"/>
                  <a:pt x="4191" y="1072"/>
                </a:cubicBezTo>
                <a:lnTo>
                  <a:pt x="4191" y="347"/>
                </a:lnTo>
                <a:cubicBezTo>
                  <a:pt x="4191" y="158"/>
                  <a:pt x="4065" y="1"/>
                  <a:pt x="384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2" name="Google Shape;6059;p58">
            <a:extLst>
              <a:ext uri="{FF2B5EF4-FFF2-40B4-BE49-F238E27FC236}">
                <a16:creationId xmlns:a16="http://schemas.microsoft.com/office/drawing/2014/main" id="{61C1297D-E7AA-376F-5A3A-1A7DAC288DD0}"/>
              </a:ext>
            </a:extLst>
          </p:cNvPr>
          <p:cNvSpPr/>
          <p:nvPr/>
        </p:nvSpPr>
        <p:spPr>
          <a:xfrm>
            <a:off x="7513086" y="4245968"/>
            <a:ext cx="154196" cy="44801"/>
          </a:xfrm>
          <a:custGeom>
            <a:avLst/>
            <a:gdLst/>
            <a:ahLst/>
            <a:cxnLst/>
            <a:rect l="l" t="t" r="r" b="b"/>
            <a:pathLst>
              <a:path w="4884" h="1419" extrusionOk="0">
                <a:moveTo>
                  <a:pt x="0" y="1"/>
                </a:moveTo>
                <a:lnTo>
                  <a:pt x="0" y="1418"/>
                </a:lnTo>
                <a:lnTo>
                  <a:pt x="4884" y="1418"/>
                </a:lnTo>
                <a:lnTo>
                  <a:pt x="4884" y="1"/>
                </a:lnTo>
                <a:lnTo>
                  <a:pt x="2773" y="1"/>
                </a:lnTo>
                <a:lnTo>
                  <a:pt x="2773" y="347"/>
                </a:lnTo>
                <a:cubicBezTo>
                  <a:pt x="2773" y="568"/>
                  <a:pt x="2615" y="725"/>
                  <a:pt x="2426" y="725"/>
                </a:cubicBezTo>
                <a:cubicBezTo>
                  <a:pt x="2237" y="725"/>
                  <a:pt x="2080" y="568"/>
                  <a:pt x="2080" y="347"/>
                </a:cubicBezTo>
                <a:lnTo>
                  <a:pt x="2080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3" name="Google Shape;6060;p58">
            <a:extLst>
              <a:ext uri="{FF2B5EF4-FFF2-40B4-BE49-F238E27FC236}">
                <a16:creationId xmlns:a16="http://schemas.microsoft.com/office/drawing/2014/main" id="{EFF11ED1-C66C-2F85-8C79-8A115C49F4F0}"/>
              </a:ext>
            </a:extLst>
          </p:cNvPr>
          <p:cNvSpPr/>
          <p:nvPr/>
        </p:nvSpPr>
        <p:spPr>
          <a:xfrm>
            <a:off x="7490196" y="4180330"/>
            <a:ext cx="177086" cy="42812"/>
          </a:xfrm>
          <a:custGeom>
            <a:avLst/>
            <a:gdLst/>
            <a:ahLst/>
            <a:cxnLst/>
            <a:rect l="l" t="t" r="r" b="b"/>
            <a:pathLst>
              <a:path w="5609" h="1356" extrusionOk="0">
                <a:moveTo>
                  <a:pt x="1" y="0"/>
                </a:moveTo>
                <a:lnTo>
                  <a:pt x="1" y="1355"/>
                </a:lnTo>
                <a:lnTo>
                  <a:pt x="5609" y="1355"/>
                </a:lnTo>
                <a:lnTo>
                  <a:pt x="5609" y="347"/>
                </a:lnTo>
                <a:cubicBezTo>
                  <a:pt x="5577" y="158"/>
                  <a:pt x="5451" y="0"/>
                  <a:pt x="523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4" name="Google Shape;6061;p58">
            <a:extLst>
              <a:ext uri="{FF2B5EF4-FFF2-40B4-BE49-F238E27FC236}">
                <a16:creationId xmlns:a16="http://schemas.microsoft.com/office/drawing/2014/main" id="{09FE5286-6BAC-8C4D-F93C-13E6FA12A224}"/>
              </a:ext>
            </a:extLst>
          </p:cNvPr>
          <p:cNvSpPr/>
          <p:nvPr/>
        </p:nvSpPr>
        <p:spPr>
          <a:xfrm>
            <a:off x="7513085" y="4313626"/>
            <a:ext cx="155207" cy="110438"/>
          </a:xfrm>
          <a:custGeom>
            <a:avLst/>
            <a:gdLst/>
            <a:ahLst/>
            <a:cxnLst/>
            <a:rect l="l" t="t" r="r" b="b"/>
            <a:pathLst>
              <a:path w="4916" h="3498" extrusionOk="0">
                <a:moveTo>
                  <a:pt x="0" y="0"/>
                </a:moveTo>
                <a:lnTo>
                  <a:pt x="0" y="3151"/>
                </a:lnTo>
                <a:cubicBezTo>
                  <a:pt x="0" y="3340"/>
                  <a:pt x="158" y="3497"/>
                  <a:pt x="347" y="3497"/>
                </a:cubicBezTo>
                <a:cubicBezTo>
                  <a:pt x="536" y="3497"/>
                  <a:pt x="693" y="3340"/>
                  <a:pt x="693" y="3151"/>
                </a:cubicBezTo>
                <a:lnTo>
                  <a:pt x="693" y="1418"/>
                </a:lnTo>
                <a:lnTo>
                  <a:pt x="4190" y="1418"/>
                </a:lnTo>
                <a:lnTo>
                  <a:pt x="4190" y="3151"/>
                </a:lnTo>
                <a:cubicBezTo>
                  <a:pt x="4190" y="3340"/>
                  <a:pt x="4348" y="3497"/>
                  <a:pt x="4569" y="3497"/>
                </a:cubicBezTo>
                <a:cubicBezTo>
                  <a:pt x="4758" y="3497"/>
                  <a:pt x="4915" y="3340"/>
                  <a:pt x="4915" y="3151"/>
                </a:cubicBezTo>
                <a:lnTo>
                  <a:pt x="4915" y="0"/>
                </a:lnTo>
                <a:lnTo>
                  <a:pt x="2773" y="0"/>
                </a:lnTo>
                <a:lnTo>
                  <a:pt x="2773" y="347"/>
                </a:lnTo>
                <a:cubicBezTo>
                  <a:pt x="2773" y="536"/>
                  <a:pt x="2615" y="693"/>
                  <a:pt x="2426" y="693"/>
                </a:cubicBezTo>
                <a:cubicBezTo>
                  <a:pt x="2237" y="693"/>
                  <a:pt x="2080" y="536"/>
                  <a:pt x="2080" y="347"/>
                </a:cubicBezTo>
                <a:lnTo>
                  <a:pt x="208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5" name="Google Shape;6062;p58">
            <a:extLst>
              <a:ext uri="{FF2B5EF4-FFF2-40B4-BE49-F238E27FC236}">
                <a16:creationId xmlns:a16="http://schemas.microsoft.com/office/drawing/2014/main" id="{3552E552-5EC1-D899-BAE3-EAAA04839A7E}"/>
              </a:ext>
            </a:extLst>
          </p:cNvPr>
          <p:cNvSpPr/>
          <p:nvPr/>
        </p:nvSpPr>
        <p:spPr>
          <a:xfrm>
            <a:off x="7359901" y="4114691"/>
            <a:ext cx="109459" cy="131307"/>
          </a:xfrm>
          <a:custGeom>
            <a:avLst/>
            <a:gdLst/>
            <a:ahLst/>
            <a:cxnLst/>
            <a:rect l="l" t="t" r="r" b="b"/>
            <a:pathLst>
              <a:path w="3467" h="4159" extrusionOk="0">
                <a:moveTo>
                  <a:pt x="1733" y="0"/>
                </a:moveTo>
                <a:cubicBezTo>
                  <a:pt x="788" y="0"/>
                  <a:pt x="1" y="788"/>
                  <a:pt x="1" y="1733"/>
                </a:cubicBezTo>
                <a:lnTo>
                  <a:pt x="1" y="3812"/>
                </a:lnTo>
                <a:cubicBezTo>
                  <a:pt x="1" y="4001"/>
                  <a:pt x="158" y="4159"/>
                  <a:pt x="347" y="4159"/>
                </a:cubicBezTo>
                <a:lnTo>
                  <a:pt x="3120" y="4159"/>
                </a:lnTo>
                <a:cubicBezTo>
                  <a:pt x="3309" y="4159"/>
                  <a:pt x="3466" y="4001"/>
                  <a:pt x="3466" y="3812"/>
                </a:cubicBezTo>
                <a:lnTo>
                  <a:pt x="3466" y="1733"/>
                </a:ln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7" name="Google Shape;6064;p58">
            <a:extLst>
              <a:ext uri="{FF2B5EF4-FFF2-40B4-BE49-F238E27FC236}">
                <a16:creationId xmlns:a16="http://schemas.microsoft.com/office/drawing/2014/main" id="{5D0B1378-DB3A-39BA-4AB7-001C80BDA2B7}"/>
              </a:ext>
            </a:extLst>
          </p:cNvPr>
          <p:cNvSpPr/>
          <p:nvPr/>
        </p:nvSpPr>
        <p:spPr>
          <a:xfrm>
            <a:off x="7297735" y="4623837"/>
            <a:ext cx="366074" cy="112427"/>
          </a:xfrm>
          <a:custGeom>
            <a:avLst/>
            <a:gdLst/>
            <a:ahLst/>
            <a:cxnLst/>
            <a:rect l="l" t="t" r="r" b="b"/>
            <a:pathLst>
              <a:path w="11595" h="3561" extrusionOk="0">
                <a:moveTo>
                  <a:pt x="5798" y="1"/>
                </a:moveTo>
                <a:cubicBezTo>
                  <a:pt x="2773" y="1"/>
                  <a:pt x="316" y="3120"/>
                  <a:pt x="1" y="3561"/>
                </a:cubicBezTo>
                <a:cubicBezTo>
                  <a:pt x="1229" y="2679"/>
                  <a:pt x="3561" y="1734"/>
                  <a:pt x="5798" y="1734"/>
                </a:cubicBezTo>
                <a:cubicBezTo>
                  <a:pt x="7751" y="1734"/>
                  <a:pt x="10051" y="2490"/>
                  <a:pt x="11595" y="3561"/>
                </a:cubicBezTo>
                <a:cubicBezTo>
                  <a:pt x="11280" y="3120"/>
                  <a:pt x="8822" y="1"/>
                  <a:pt x="579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8" name="Google Shape;6065;p58">
            <a:extLst>
              <a:ext uri="{FF2B5EF4-FFF2-40B4-BE49-F238E27FC236}">
                <a16:creationId xmlns:a16="http://schemas.microsoft.com/office/drawing/2014/main" id="{A009CC0F-A53A-4A1B-574A-86BEB3AE6D5D}"/>
              </a:ext>
            </a:extLst>
          </p:cNvPr>
          <p:cNvSpPr/>
          <p:nvPr/>
        </p:nvSpPr>
        <p:spPr>
          <a:xfrm>
            <a:off x="7469832" y="4732255"/>
            <a:ext cx="21911" cy="22921"/>
          </a:xfrm>
          <a:custGeom>
            <a:avLst/>
            <a:gdLst/>
            <a:ahLst/>
            <a:cxnLst/>
            <a:rect l="l" t="t" r="r" b="b"/>
            <a:pathLst>
              <a:path w="694" h="726" extrusionOk="0">
                <a:moveTo>
                  <a:pt x="347" y="1"/>
                </a:moveTo>
                <a:cubicBezTo>
                  <a:pt x="158" y="1"/>
                  <a:pt x="0" y="158"/>
                  <a:pt x="0" y="347"/>
                </a:cubicBezTo>
                <a:cubicBezTo>
                  <a:pt x="0" y="568"/>
                  <a:pt x="158" y="725"/>
                  <a:pt x="347" y="725"/>
                </a:cubicBezTo>
                <a:cubicBezTo>
                  <a:pt x="536" y="725"/>
                  <a:pt x="693" y="568"/>
                  <a:pt x="693" y="347"/>
                </a:cubicBezTo>
                <a:cubicBezTo>
                  <a:pt x="693" y="158"/>
                  <a:pt x="536" y="1"/>
                  <a:pt x="3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49" name="Google Shape;6066;p58">
            <a:extLst>
              <a:ext uri="{FF2B5EF4-FFF2-40B4-BE49-F238E27FC236}">
                <a16:creationId xmlns:a16="http://schemas.microsoft.com/office/drawing/2014/main" id="{E0481775-A9F2-7B10-327B-DD33B0EF5A57}"/>
              </a:ext>
            </a:extLst>
          </p:cNvPr>
          <p:cNvSpPr/>
          <p:nvPr/>
        </p:nvSpPr>
        <p:spPr>
          <a:xfrm>
            <a:off x="7426042" y="4701439"/>
            <a:ext cx="109459" cy="98504"/>
          </a:xfrm>
          <a:custGeom>
            <a:avLst/>
            <a:gdLst/>
            <a:ahLst/>
            <a:cxnLst/>
            <a:rect l="l" t="t" r="r" b="b"/>
            <a:pathLst>
              <a:path w="3467" h="3120" extrusionOk="0">
                <a:moveTo>
                  <a:pt x="1734" y="315"/>
                </a:moveTo>
                <a:cubicBezTo>
                  <a:pt x="2332" y="315"/>
                  <a:pt x="2773" y="788"/>
                  <a:pt x="2773" y="1323"/>
                </a:cubicBezTo>
                <a:cubicBezTo>
                  <a:pt x="2773" y="1922"/>
                  <a:pt x="2269" y="2363"/>
                  <a:pt x="1734" y="2363"/>
                </a:cubicBezTo>
                <a:cubicBezTo>
                  <a:pt x="1135" y="2363"/>
                  <a:pt x="694" y="1890"/>
                  <a:pt x="694" y="1323"/>
                </a:cubicBezTo>
                <a:cubicBezTo>
                  <a:pt x="663" y="788"/>
                  <a:pt x="1135" y="315"/>
                  <a:pt x="1734" y="315"/>
                </a:cubicBezTo>
                <a:close/>
                <a:moveTo>
                  <a:pt x="1734" y="0"/>
                </a:moveTo>
                <a:cubicBezTo>
                  <a:pt x="1324" y="0"/>
                  <a:pt x="978" y="32"/>
                  <a:pt x="599" y="63"/>
                </a:cubicBezTo>
                <a:cubicBezTo>
                  <a:pt x="190" y="378"/>
                  <a:pt x="1" y="851"/>
                  <a:pt x="1" y="1386"/>
                </a:cubicBezTo>
                <a:cubicBezTo>
                  <a:pt x="1" y="2332"/>
                  <a:pt x="789" y="3119"/>
                  <a:pt x="1734" y="3119"/>
                </a:cubicBezTo>
                <a:cubicBezTo>
                  <a:pt x="2679" y="3119"/>
                  <a:pt x="3466" y="2332"/>
                  <a:pt x="3466" y="1386"/>
                </a:cubicBezTo>
                <a:cubicBezTo>
                  <a:pt x="3466" y="851"/>
                  <a:pt x="3214" y="378"/>
                  <a:pt x="2868" y="63"/>
                </a:cubicBezTo>
                <a:cubicBezTo>
                  <a:pt x="2521" y="32"/>
                  <a:pt x="2112" y="0"/>
                  <a:pt x="17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0" name="Google Shape;6067;p58">
            <a:extLst>
              <a:ext uri="{FF2B5EF4-FFF2-40B4-BE49-F238E27FC236}">
                <a16:creationId xmlns:a16="http://schemas.microsoft.com/office/drawing/2014/main" id="{0F3A4BCD-8A68-DB78-BF99-6C3C36FB1950}"/>
              </a:ext>
            </a:extLst>
          </p:cNvPr>
          <p:cNvSpPr/>
          <p:nvPr/>
        </p:nvSpPr>
        <p:spPr>
          <a:xfrm>
            <a:off x="7302723" y="4710375"/>
            <a:ext cx="356129" cy="155206"/>
          </a:xfrm>
          <a:custGeom>
            <a:avLst/>
            <a:gdLst/>
            <a:ahLst/>
            <a:cxnLst/>
            <a:rect l="l" t="t" r="r" b="b"/>
            <a:pathLst>
              <a:path w="11280" h="4916" extrusionOk="0">
                <a:moveTo>
                  <a:pt x="3466" y="1"/>
                </a:moveTo>
                <a:lnTo>
                  <a:pt x="3466" y="1"/>
                </a:lnTo>
                <a:cubicBezTo>
                  <a:pt x="2332" y="253"/>
                  <a:pt x="1103" y="820"/>
                  <a:pt x="0" y="1576"/>
                </a:cubicBezTo>
                <a:cubicBezTo>
                  <a:pt x="693" y="2395"/>
                  <a:pt x="2899" y="4915"/>
                  <a:pt x="5640" y="4915"/>
                </a:cubicBezTo>
                <a:cubicBezTo>
                  <a:pt x="8349" y="4884"/>
                  <a:pt x="10617" y="2395"/>
                  <a:pt x="11279" y="1576"/>
                </a:cubicBezTo>
                <a:cubicBezTo>
                  <a:pt x="10176" y="820"/>
                  <a:pt x="8948" y="253"/>
                  <a:pt x="7814" y="1"/>
                </a:cubicBezTo>
                <a:lnTo>
                  <a:pt x="7814" y="1"/>
                </a:lnTo>
                <a:cubicBezTo>
                  <a:pt x="7971" y="347"/>
                  <a:pt x="8097" y="694"/>
                  <a:pt x="8097" y="1103"/>
                </a:cubicBezTo>
                <a:cubicBezTo>
                  <a:pt x="8097" y="2427"/>
                  <a:pt x="6994" y="3529"/>
                  <a:pt x="5640" y="3529"/>
                </a:cubicBezTo>
                <a:cubicBezTo>
                  <a:pt x="4316" y="3529"/>
                  <a:pt x="3214" y="2427"/>
                  <a:pt x="3214" y="1103"/>
                </a:cubicBezTo>
                <a:cubicBezTo>
                  <a:pt x="3214" y="694"/>
                  <a:pt x="3277" y="347"/>
                  <a:pt x="346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2" name="Google Shape;6069;p58">
            <a:extLst>
              <a:ext uri="{FF2B5EF4-FFF2-40B4-BE49-F238E27FC236}">
                <a16:creationId xmlns:a16="http://schemas.microsoft.com/office/drawing/2014/main" id="{5E540351-5662-8EA9-755B-27B86E32ADDD}"/>
              </a:ext>
            </a:extLst>
          </p:cNvPr>
          <p:cNvSpPr/>
          <p:nvPr/>
        </p:nvSpPr>
        <p:spPr>
          <a:xfrm>
            <a:off x="6540530" y="5032540"/>
            <a:ext cx="21911" cy="54746"/>
          </a:xfrm>
          <a:custGeom>
            <a:avLst/>
            <a:gdLst/>
            <a:ahLst/>
            <a:cxnLst/>
            <a:rect l="l" t="t" r="r" b="b"/>
            <a:pathLst>
              <a:path w="694" h="1734" extrusionOk="0"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355"/>
                </a:lnTo>
                <a:cubicBezTo>
                  <a:pt x="0" y="1576"/>
                  <a:pt x="158" y="1733"/>
                  <a:pt x="347" y="1733"/>
                </a:cubicBezTo>
                <a:cubicBezTo>
                  <a:pt x="536" y="1733"/>
                  <a:pt x="693" y="1576"/>
                  <a:pt x="693" y="1355"/>
                </a:cubicBezTo>
                <a:lnTo>
                  <a:pt x="693" y="347"/>
                </a:lnTo>
                <a:cubicBezTo>
                  <a:pt x="693" y="158"/>
                  <a:pt x="536" y="0"/>
                  <a:pt x="34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3" name="Google Shape;6070;p58">
            <a:extLst>
              <a:ext uri="{FF2B5EF4-FFF2-40B4-BE49-F238E27FC236}">
                <a16:creationId xmlns:a16="http://schemas.microsoft.com/office/drawing/2014/main" id="{E708C04D-C78A-77F8-0936-BE2154C0C66F}"/>
              </a:ext>
            </a:extLst>
          </p:cNvPr>
          <p:cNvSpPr/>
          <p:nvPr/>
        </p:nvSpPr>
        <p:spPr>
          <a:xfrm>
            <a:off x="6452981" y="5075541"/>
            <a:ext cx="44801" cy="43822"/>
          </a:xfrm>
          <a:custGeom>
            <a:avLst/>
            <a:gdLst/>
            <a:ahLst/>
            <a:cxnLst/>
            <a:rect l="l" t="t" r="r" b="b"/>
            <a:pathLst>
              <a:path w="1419" h="1388" extrusionOk="0">
                <a:moveTo>
                  <a:pt x="363" y="1"/>
                </a:moveTo>
                <a:cubicBezTo>
                  <a:pt x="276" y="1"/>
                  <a:pt x="190" y="40"/>
                  <a:pt x="127" y="119"/>
                </a:cubicBezTo>
                <a:cubicBezTo>
                  <a:pt x="1" y="245"/>
                  <a:pt x="1" y="466"/>
                  <a:pt x="127" y="592"/>
                </a:cubicBezTo>
                <a:lnTo>
                  <a:pt x="820" y="1316"/>
                </a:lnTo>
                <a:cubicBezTo>
                  <a:pt x="883" y="1364"/>
                  <a:pt x="969" y="1387"/>
                  <a:pt x="1056" y="1387"/>
                </a:cubicBezTo>
                <a:cubicBezTo>
                  <a:pt x="1143" y="1387"/>
                  <a:pt x="1229" y="1364"/>
                  <a:pt x="1292" y="1316"/>
                </a:cubicBezTo>
                <a:cubicBezTo>
                  <a:pt x="1418" y="1190"/>
                  <a:pt x="1418" y="938"/>
                  <a:pt x="1292" y="844"/>
                </a:cubicBezTo>
                <a:lnTo>
                  <a:pt x="599" y="119"/>
                </a:lnTo>
                <a:cubicBezTo>
                  <a:pt x="536" y="40"/>
                  <a:pt x="450" y="1"/>
                  <a:pt x="36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4" name="Google Shape;6071;p58">
            <a:extLst>
              <a:ext uri="{FF2B5EF4-FFF2-40B4-BE49-F238E27FC236}">
                <a16:creationId xmlns:a16="http://schemas.microsoft.com/office/drawing/2014/main" id="{1BC38485-D68C-B0A9-8334-6C397A2B543C}"/>
              </a:ext>
            </a:extLst>
          </p:cNvPr>
          <p:cNvSpPr/>
          <p:nvPr/>
        </p:nvSpPr>
        <p:spPr>
          <a:xfrm>
            <a:off x="6605156" y="5075918"/>
            <a:ext cx="44801" cy="43443"/>
          </a:xfrm>
          <a:custGeom>
            <a:avLst/>
            <a:gdLst/>
            <a:ahLst/>
            <a:cxnLst/>
            <a:rect l="l" t="t" r="r" b="b"/>
            <a:pathLst>
              <a:path w="1419" h="1376" extrusionOk="0">
                <a:moveTo>
                  <a:pt x="1054" y="0"/>
                </a:moveTo>
                <a:cubicBezTo>
                  <a:pt x="976" y="0"/>
                  <a:pt x="894" y="33"/>
                  <a:pt x="820" y="107"/>
                </a:cubicBezTo>
                <a:lnTo>
                  <a:pt x="95" y="832"/>
                </a:lnTo>
                <a:cubicBezTo>
                  <a:pt x="1" y="926"/>
                  <a:pt x="1" y="1178"/>
                  <a:pt x="95" y="1304"/>
                </a:cubicBezTo>
                <a:cubicBezTo>
                  <a:pt x="158" y="1352"/>
                  <a:pt x="253" y="1375"/>
                  <a:pt x="344" y="1375"/>
                </a:cubicBezTo>
                <a:cubicBezTo>
                  <a:pt x="434" y="1375"/>
                  <a:pt x="521" y="1352"/>
                  <a:pt x="568" y="1304"/>
                </a:cubicBezTo>
                <a:lnTo>
                  <a:pt x="1293" y="580"/>
                </a:lnTo>
                <a:cubicBezTo>
                  <a:pt x="1419" y="454"/>
                  <a:pt x="1419" y="233"/>
                  <a:pt x="1293" y="107"/>
                </a:cubicBezTo>
                <a:cubicBezTo>
                  <a:pt x="1226" y="41"/>
                  <a:pt x="1142" y="0"/>
                  <a:pt x="10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5" name="Google Shape;6072;p58">
            <a:extLst>
              <a:ext uri="{FF2B5EF4-FFF2-40B4-BE49-F238E27FC236}">
                <a16:creationId xmlns:a16="http://schemas.microsoft.com/office/drawing/2014/main" id="{0B4E1B39-7979-EB74-E824-8E692B8DD408}"/>
              </a:ext>
            </a:extLst>
          </p:cNvPr>
          <p:cNvSpPr/>
          <p:nvPr/>
        </p:nvSpPr>
        <p:spPr>
          <a:xfrm>
            <a:off x="6694694" y="5184715"/>
            <a:ext cx="44801" cy="153218"/>
          </a:xfrm>
          <a:custGeom>
            <a:avLst/>
            <a:gdLst/>
            <a:ahLst/>
            <a:cxnLst/>
            <a:rect l="l" t="t" r="r" b="b"/>
            <a:pathLst>
              <a:path w="1419" h="4853" extrusionOk="0">
                <a:moveTo>
                  <a:pt x="0" y="1"/>
                </a:moveTo>
                <a:lnTo>
                  <a:pt x="0" y="4852"/>
                </a:lnTo>
                <a:lnTo>
                  <a:pt x="1040" y="4852"/>
                </a:lnTo>
                <a:cubicBezTo>
                  <a:pt x="1261" y="4852"/>
                  <a:pt x="1418" y="4695"/>
                  <a:pt x="1418" y="4506"/>
                </a:cubicBezTo>
                <a:lnTo>
                  <a:pt x="1418" y="316"/>
                </a:lnTo>
                <a:cubicBezTo>
                  <a:pt x="1355" y="158"/>
                  <a:pt x="1198" y="1"/>
                  <a:pt x="104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6" name="Google Shape;6073;p58">
            <a:extLst>
              <a:ext uri="{FF2B5EF4-FFF2-40B4-BE49-F238E27FC236}">
                <a16:creationId xmlns:a16="http://schemas.microsoft.com/office/drawing/2014/main" id="{96FE5695-7E47-3D62-81EB-9D3AD47AE0E0}"/>
              </a:ext>
            </a:extLst>
          </p:cNvPr>
          <p:cNvSpPr/>
          <p:nvPr/>
        </p:nvSpPr>
        <p:spPr>
          <a:xfrm>
            <a:off x="6364454" y="5185598"/>
            <a:ext cx="44801" cy="153312"/>
          </a:xfrm>
          <a:custGeom>
            <a:avLst/>
            <a:gdLst/>
            <a:ahLst/>
            <a:cxnLst/>
            <a:rect l="l" t="t" r="r" b="b"/>
            <a:pathLst>
              <a:path w="1419" h="4856" extrusionOk="0">
                <a:moveTo>
                  <a:pt x="323" y="0"/>
                </a:moveTo>
                <a:cubicBezTo>
                  <a:pt x="132" y="0"/>
                  <a:pt x="1" y="149"/>
                  <a:pt x="1" y="351"/>
                </a:cubicBezTo>
                <a:lnTo>
                  <a:pt x="1" y="4509"/>
                </a:lnTo>
                <a:cubicBezTo>
                  <a:pt x="1" y="4698"/>
                  <a:pt x="158" y="4856"/>
                  <a:pt x="379" y="4856"/>
                </a:cubicBezTo>
                <a:lnTo>
                  <a:pt x="1418" y="4856"/>
                </a:lnTo>
                <a:lnTo>
                  <a:pt x="1418" y="4"/>
                </a:lnTo>
                <a:lnTo>
                  <a:pt x="379" y="4"/>
                </a:lnTo>
                <a:cubicBezTo>
                  <a:pt x="360" y="1"/>
                  <a:pt x="341" y="0"/>
                  <a:pt x="3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7" name="Google Shape;6074;p58">
            <a:extLst>
              <a:ext uri="{FF2B5EF4-FFF2-40B4-BE49-F238E27FC236}">
                <a16:creationId xmlns:a16="http://schemas.microsoft.com/office/drawing/2014/main" id="{7B012C05-571A-34EC-6C9C-FC62323EBF89}"/>
              </a:ext>
            </a:extLst>
          </p:cNvPr>
          <p:cNvSpPr/>
          <p:nvPr/>
        </p:nvSpPr>
        <p:spPr>
          <a:xfrm>
            <a:off x="6489793" y="5196650"/>
            <a:ext cx="181064" cy="131339"/>
          </a:xfrm>
          <a:custGeom>
            <a:avLst/>
            <a:gdLst/>
            <a:ahLst/>
            <a:cxnLst/>
            <a:rect l="l" t="t" r="r" b="b"/>
            <a:pathLst>
              <a:path w="5735" h="4160" extrusionOk="0">
                <a:moveTo>
                  <a:pt x="1639" y="1"/>
                </a:moveTo>
                <a:cubicBezTo>
                  <a:pt x="1450" y="1"/>
                  <a:pt x="1198" y="158"/>
                  <a:pt x="1072" y="379"/>
                </a:cubicBezTo>
                <a:lnTo>
                  <a:pt x="0" y="2490"/>
                </a:lnTo>
                <a:cubicBezTo>
                  <a:pt x="158" y="2584"/>
                  <a:pt x="378" y="2616"/>
                  <a:pt x="567" y="2616"/>
                </a:cubicBezTo>
                <a:cubicBezTo>
                  <a:pt x="1072" y="2616"/>
                  <a:pt x="1544" y="2364"/>
                  <a:pt x="1796" y="1891"/>
                </a:cubicBezTo>
                <a:lnTo>
                  <a:pt x="2017" y="1418"/>
                </a:lnTo>
                <a:lnTo>
                  <a:pt x="2710" y="1418"/>
                </a:lnTo>
                <a:cubicBezTo>
                  <a:pt x="2899" y="1418"/>
                  <a:pt x="3056" y="1481"/>
                  <a:pt x="3182" y="1607"/>
                </a:cubicBezTo>
                <a:lnTo>
                  <a:pt x="5734" y="4159"/>
                </a:lnTo>
                <a:lnTo>
                  <a:pt x="57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58" name="Google Shape;6075;p58">
            <a:extLst>
              <a:ext uri="{FF2B5EF4-FFF2-40B4-BE49-F238E27FC236}">
                <a16:creationId xmlns:a16="http://schemas.microsoft.com/office/drawing/2014/main" id="{E1F3886A-4F3A-B5E3-61D5-6031E493C58C}"/>
              </a:ext>
            </a:extLst>
          </p:cNvPr>
          <p:cNvSpPr/>
          <p:nvPr/>
        </p:nvSpPr>
        <p:spPr>
          <a:xfrm>
            <a:off x="6429114" y="5141936"/>
            <a:ext cx="221854" cy="238335"/>
          </a:xfrm>
          <a:custGeom>
            <a:avLst/>
            <a:gdLst/>
            <a:ahLst/>
            <a:cxnLst/>
            <a:rect l="l" t="t" r="r" b="b"/>
            <a:pathLst>
              <a:path w="7027" h="7549" extrusionOk="0">
                <a:moveTo>
                  <a:pt x="2206" y="1"/>
                </a:moveTo>
                <a:cubicBezTo>
                  <a:pt x="1828" y="1"/>
                  <a:pt x="1481" y="221"/>
                  <a:pt x="1261" y="568"/>
                </a:cubicBezTo>
                <a:lnTo>
                  <a:pt x="946" y="1198"/>
                </a:lnTo>
                <a:cubicBezTo>
                  <a:pt x="914" y="1324"/>
                  <a:pt x="757" y="1419"/>
                  <a:pt x="631" y="1419"/>
                </a:cubicBezTo>
                <a:lnTo>
                  <a:pt x="1" y="1419"/>
                </a:lnTo>
                <a:lnTo>
                  <a:pt x="1" y="6239"/>
                </a:lnTo>
                <a:lnTo>
                  <a:pt x="1576" y="6239"/>
                </a:lnTo>
                <a:lnTo>
                  <a:pt x="2584" y="7247"/>
                </a:lnTo>
                <a:cubicBezTo>
                  <a:pt x="2768" y="7431"/>
                  <a:pt x="3054" y="7548"/>
                  <a:pt x="3330" y="7548"/>
                </a:cubicBezTo>
                <a:cubicBezTo>
                  <a:pt x="3431" y="7548"/>
                  <a:pt x="3531" y="7533"/>
                  <a:pt x="3624" y="7499"/>
                </a:cubicBezTo>
                <a:lnTo>
                  <a:pt x="6585" y="6554"/>
                </a:lnTo>
                <a:cubicBezTo>
                  <a:pt x="6743" y="6522"/>
                  <a:pt x="6900" y="6396"/>
                  <a:pt x="7026" y="6302"/>
                </a:cubicBezTo>
                <a:lnTo>
                  <a:pt x="4537" y="3813"/>
                </a:lnTo>
                <a:lnTo>
                  <a:pt x="4380" y="3813"/>
                </a:lnTo>
                <a:lnTo>
                  <a:pt x="4348" y="3844"/>
                </a:lnTo>
                <a:cubicBezTo>
                  <a:pt x="4033" y="4506"/>
                  <a:pt x="3340" y="4947"/>
                  <a:pt x="2647" y="5042"/>
                </a:cubicBezTo>
                <a:cubicBezTo>
                  <a:pt x="2601" y="5044"/>
                  <a:pt x="2556" y="5046"/>
                  <a:pt x="2511" y="5046"/>
                </a:cubicBezTo>
                <a:cubicBezTo>
                  <a:pt x="2046" y="5046"/>
                  <a:pt x="1698" y="4899"/>
                  <a:pt x="1324" y="4727"/>
                </a:cubicBezTo>
                <a:cubicBezTo>
                  <a:pt x="1103" y="4632"/>
                  <a:pt x="1040" y="4412"/>
                  <a:pt x="1166" y="4254"/>
                </a:cubicBezTo>
                <a:lnTo>
                  <a:pt x="2363" y="1797"/>
                </a:lnTo>
                <a:cubicBezTo>
                  <a:pt x="2615" y="1324"/>
                  <a:pt x="3088" y="1041"/>
                  <a:pt x="3592" y="1041"/>
                </a:cubicBezTo>
                <a:lnTo>
                  <a:pt x="5104" y="1041"/>
                </a:lnTo>
                <a:cubicBezTo>
                  <a:pt x="5167" y="852"/>
                  <a:pt x="5262" y="631"/>
                  <a:pt x="5262" y="347"/>
                </a:cubicBezTo>
                <a:cubicBezTo>
                  <a:pt x="5262" y="158"/>
                  <a:pt x="5104" y="1"/>
                  <a:pt x="488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0" name="Google Shape;6077;p58">
            <a:extLst>
              <a:ext uri="{FF2B5EF4-FFF2-40B4-BE49-F238E27FC236}">
                <a16:creationId xmlns:a16="http://schemas.microsoft.com/office/drawing/2014/main" id="{A1BAFE55-5912-7632-4D3B-B5C5697655C8}"/>
              </a:ext>
            </a:extLst>
          </p:cNvPr>
          <p:cNvSpPr/>
          <p:nvPr/>
        </p:nvSpPr>
        <p:spPr>
          <a:xfrm>
            <a:off x="6832114" y="2126178"/>
            <a:ext cx="109460" cy="109460"/>
          </a:xfrm>
          <a:custGeom>
            <a:avLst/>
            <a:gdLst/>
            <a:ahLst/>
            <a:cxnLst/>
            <a:rect l="l" t="t" r="r" b="b"/>
            <a:pathLst>
              <a:path w="3467" h="3467" extrusionOk="0">
                <a:moveTo>
                  <a:pt x="1733" y="1"/>
                </a:moveTo>
                <a:cubicBezTo>
                  <a:pt x="788" y="1"/>
                  <a:pt x="1" y="788"/>
                  <a:pt x="1" y="1733"/>
                </a:cubicBezTo>
                <a:cubicBezTo>
                  <a:pt x="1" y="2679"/>
                  <a:pt x="788" y="3466"/>
                  <a:pt x="1733" y="3466"/>
                </a:cubicBezTo>
                <a:cubicBezTo>
                  <a:pt x="2678" y="3466"/>
                  <a:pt x="3466" y="2679"/>
                  <a:pt x="3466" y="1733"/>
                </a:cubicBezTo>
                <a:cubicBezTo>
                  <a:pt x="3466" y="788"/>
                  <a:pt x="2678" y="1"/>
                  <a:pt x="1733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1" name="Google Shape;6078;p58">
            <a:extLst>
              <a:ext uri="{FF2B5EF4-FFF2-40B4-BE49-F238E27FC236}">
                <a16:creationId xmlns:a16="http://schemas.microsoft.com/office/drawing/2014/main" id="{E16E8CC3-080F-69AC-726A-213D77B3F126}"/>
              </a:ext>
            </a:extLst>
          </p:cNvPr>
          <p:cNvSpPr/>
          <p:nvPr/>
        </p:nvSpPr>
        <p:spPr>
          <a:xfrm>
            <a:off x="6976334" y="2170946"/>
            <a:ext cx="131339" cy="85812"/>
          </a:xfrm>
          <a:custGeom>
            <a:avLst/>
            <a:gdLst/>
            <a:ahLst/>
            <a:cxnLst/>
            <a:rect l="l" t="t" r="r" b="b"/>
            <a:pathLst>
              <a:path w="4160" h="2718" extrusionOk="0"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cubicBezTo>
                  <a:pt x="1" y="536"/>
                  <a:pt x="95" y="662"/>
                  <a:pt x="316" y="662"/>
                </a:cubicBezTo>
                <a:lnTo>
                  <a:pt x="2395" y="662"/>
                </a:lnTo>
                <a:cubicBezTo>
                  <a:pt x="2584" y="662"/>
                  <a:pt x="2742" y="820"/>
                  <a:pt x="2742" y="1009"/>
                </a:cubicBezTo>
                <a:lnTo>
                  <a:pt x="2742" y="1576"/>
                </a:lnTo>
                <a:lnTo>
                  <a:pt x="2616" y="1450"/>
                </a:lnTo>
                <a:cubicBezTo>
                  <a:pt x="2568" y="1387"/>
                  <a:pt x="2482" y="1355"/>
                  <a:pt x="2391" y="1355"/>
                </a:cubicBezTo>
                <a:cubicBezTo>
                  <a:pt x="2301" y="1355"/>
                  <a:pt x="2206" y="1387"/>
                  <a:pt x="2143" y="1450"/>
                </a:cubicBezTo>
                <a:cubicBezTo>
                  <a:pt x="2049" y="1576"/>
                  <a:pt x="2049" y="1796"/>
                  <a:pt x="2143" y="1922"/>
                </a:cubicBezTo>
                <a:lnTo>
                  <a:pt x="2868" y="2647"/>
                </a:lnTo>
                <a:cubicBezTo>
                  <a:pt x="2931" y="2694"/>
                  <a:pt x="3017" y="2718"/>
                  <a:pt x="3104" y="2718"/>
                </a:cubicBezTo>
                <a:cubicBezTo>
                  <a:pt x="3191" y="2718"/>
                  <a:pt x="3277" y="2694"/>
                  <a:pt x="3340" y="2647"/>
                </a:cubicBezTo>
                <a:lnTo>
                  <a:pt x="4033" y="1922"/>
                </a:lnTo>
                <a:cubicBezTo>
                  <a:pt x="4159" y="1796"/>
                  <a:pt x="4159" y="1576"/>
                  <a:pt x="4033" y="1450"/>
                </a:cubicBezTo>
                <a:cubicBezTo>
                  <a:pt x="3986" y="1387"/>
                  <a:pt x="3899" y="1355"/>
                  <a:pt x="3809" y="1355"/>
                </a:cubicBezTo>
                <a:cubicBezTo>
                  <a:pt x="3718" y="1355"/>
                  <a:pt x="3624" y="1387"/>
                  <a:pt x="3561" y="1450"/>
                </a:cubicBezTo>
                <a:lnTo>
                  <a:pt x="3466" y="1576"/>
                </a:lnTo>
                <a:lnTo>
                  <a:pt x="3466" y="1009"/>
                </a:lnTo>
                <a:cubicBezTo>
                  <a:pt x="3466" y="441"/>
                  <a:pt x="2994" y="0"/>
                  <a:pt x="2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2" name="Google Shape;6079;p58">
            <a:extLst>
              <a:ext uri="{FF2B5EF4-FFF2-40B4-BE49-F238E27FC236}">
                <a16:creationId xmlns:a16="http://schemas.microsoft.com/office/drawing/2014/main" id="{7040B476-1275-1F72-AD18-2C81C15DD870}"/>
              </a:ext>
            </a:extLst>
          </p:cNvPr>
          <p:cNvSpPr/>
          <p:nvPr/>
        </p:nvSpPr>
        <p:spPr>
          <a:xfrm>
            <a:off x="6840070" y="2366345"/>
            <a:ext cx="134306" cy="87233"/>
          </a:xfrm>
          <a:custGeom>
            <a:avLst/>
            <a:gdLst/>
            <a:ahLst/>
            <a:cxnLst/>
            <a:rect l="l" t="t" r="r" b="b"/>
            <a:pathLst>
              <a:path w="4254" h="2763" extrusionOk="0">
                <a:moveTo>
                  <a:pt x="1095" y="0"/>
                </a:moveTo>
                <a:cubicBezTo>
                  <a:pt x="1002" y="0"/>
                  <a:pt x="904" y="28"/>
                  <a:pt x="820" y="112"/>
                </a:cubicBezTo>
                <a:lnTo>
                  <a:pt x="127" y="805"/>
                </a:lnTo>
                <a:cubicBezTo>
                  <a:pt x="1" y="931"/>
                  <a:pt x="1" y="1184"/>
                  <a:pt x="127" y="1278"/>
                </a:cubicBezTo>
                <a:cubicBezTo>
                  <a:pt x="190" y="1341"/>
                  <a:pt x="276" y="1373"/>
                  <a:pt x="363" y="1373"/>
                </a:cubicBezTo>
                <a:cubicBezTo>
                  <a:pt x="449" y="1373"/>
                  <a:pt x="536" y="1341"/>
                  <a:pt x="599" y="1278"/>
                </a:cubicBezTo>
                <a:lnTo>
                  <a:pt x="725" y="1184"/>
                </a:lnTo>
                <a:lnTo>
                  <a:pt x="725" y="1719"/>
                </a:lnTo>
                <a:cubicBezTo>
                  <a:pt x="725" y="2318"/>
                  <a:pt x="1198" y="2759"/>
                  <a:pt x="1733" y="2759"/>
                </a:cubicBezTo>
                <a:lnTo>
                  <a:pt x="3813" y="2759"/>
                </a:lnTo>
                <a:cubicBezTo>
                  <a:pt x="3837" y="2761"/>
                  <a:pt x="3861" y="2763"/>
                  <a:pt x="3883" y="2763"/>
                </a:cubicBezTo>
                <a:cubicBezTo>
                  <a:pt x="4122" y="2763"/>
                  <a:pt x="4254" y="2616"/>
                  <a:pt x="4254" y="2444"/>
                </a:cubicBezTo>
                <a:cubicBezTo>
                  <a:pt x="4254" y="2223"/>
                  <a:pt x="4096" y="2066"/>
                  <a:pt x="3907" y="2066"/>
                </a:cubicBezTo>
                <a:lnTo>
                  <a:pt x="1828" y="2066"/>
                </a:lnTo>
                <a:cubicBezTo>
                  <a:pt x="1639" y="2066"/>
                  <a:pt x="1481" y="1908"/>
                  <a:pt x="1481" y="1719"/>
                </a:cubicBezTo>
                <a:lnTo>
                  <a:pt x="1481" y="1184"/>
                </a:lnTo>
                <a:lnTo>
                  <a:pt x="1576" y="1278"/>
                </a:lnTo>
                <a:cubicBezTo>
                  <a:pt x="1639" y="1341"/>
                  <a:pt x="1733" y="1373"/>
                  <a:pt x="1824" y="1373"/>
                </a:cubicBezTo>
                <a:cubicBezTo>
                  <a:pt x="1914" y="1373"/>
                  <a:pt x="2001" y="1341"/>
                  <a:pt x="2048" y="1278"/>
                </a:cubicBezTo>
                <a:cubicBezTo>
                  <a:pt x="2174" y="1184"/>
                  <a:pt x="2174" y="931"/>
                  <a:pt x="2048" y="805"/>
                </a:cubicBezTo>
                <a:lnTo>
                  <a:pt x="1355" y="112"/>
                </a:lnTo>
                <a:cubicBezTo>
                  <a:pt x="1292" y="81"/>
                  <a:pt x="1261" y="81"/>
                  <a:pt x="1229" y="18"/>
                </a:cubicBezTo>
                <a:cubicBezTo>
                  <a:pt x="1187" y="7"/>
                  <a:pt x="1142" y="0"/>
                  <a:pt x="109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3" name="Google Shape;6080;p58">
            <a:extLst>
              <a:ext uri="{FF2B5EF4-FFF2-40B4-BE49-F238E27FC236}">
                <a16:creationId xmlns:a16="http://schemas.microsoft.com/office/drawing/2014/main" id="{297A1F07-A9A8-E2E7-80C1-765479BB30AB}"/>
              </a:ext>
            </a:extLst>
          </p:cNvPr>
          <p:cNvSpPr/>
          <p:nvPr/>
        </p:nvSpPr>
        <p:spPr>
          <a:xfrm>
            <a:off x="7029059" y="2279365"/>
            <a:ext cx="112427" cy="108449"/>
          </a:xfrm>
          <a:custGeom>
            <a:avLst/>
            <a:gdLst/>
            <a:ahLst/>
            <a:cxnLst/>
            <a:rect l="l" t="t" r="r" b="b"/>
            <a:pathLst>
              <a:path w="3561" h="3435" extrusionOk="0">
                <a:moveTo>
                  <a:pt x="1796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47"/>
                  <a:pt x="788" y="3434"/>
                  <a:pt x="1796" y="3434"/>
                </a:cubicBezTo>
                <a:cubicBezTo>
                  <a:pt x="2741" y="3434"/>
                  <a:pt x="3561" y="2647"/>
                  <a:pt x="3561" y="1733"/>
                </a:cubicBezTo>
                <a:cubicBezTo>
                  <a:pt x="3561" y="788"/>
                  <a:pt x="2773" y="0"/>
                  <a:pt x="17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4" name="Google Shape;6081;p58">
            <a:extLst>
              <a:ext uri="{FF2B5EF4-FFF2-40B4-BE49-F238E27FC236}">
                <a16:creationId xmlns:a16="http://schemas.microsoft.com/office/drawing/2014/main" id="{DB83E672-0034-035E-131A-57B040865A87}"/>
              </a:ext>
            </a:extLst>
          </p:cNvPr>
          <p:cNvSpPr/>
          <p:nvPr/>
        </p:nvSpPr>
        <p:spPr>
          <a:xfrm>
            <a:off x="6799280" y="2233617"/>
            <a:ext cx="175097" cy="111416"/>
          </a:xfrm>
          <a:custGeom>
            <a:avLst/>
            <a:gdLst/>
            <a:ahLst/>
            <a:cxnLst/>
            <a:rect l="l" t="t" r="r" b="b"/>
            <a:pathLst>
              <a:path w="5546" h="3529" extrusionOk="0">
                <a:moveTo>
                  <a:pt x="1072" y="0"/>
                </a:moveTo>
                <a:cubicBezTo>
                  <a:pt x="442" y="536"/>
                  <a:pt x="32" y="1292"/>
                  <a:pt x="32" y="2143"/>
                </a:cubicBezTo>
                <a:lnTo>
                  <a:pt x="32" y="3182"/>
                </a:lnTo>
                <a:cubicBezTo>
                  <a:pt x="1" y="3371"/>
                  <a:pt x="158" y="3529"/>
                  <a:pt x="347" y="3529"/>
                </a:cubicBezTo>
                <a:lnTo>
                  <a:pt x="5199" y="3529"/>
                </a:lnTo>
                <a:cubicBezTo>
                  <a:pt x="5388" y="3529"/>
                  <a:pt x="5546" y="3371"/>
                  <a:pt x="5546" y="3182"/>
                </a:cubicBezTo>
                <a:lnTo>
                  <a:pt x="5546" y="2143"/>
                </a:lnTo>
                <a:cubicBezTo>
                  <a:pt x="5546" y="1292"/>
                  <a:pt x="5168" y="536"/>
                  <a:pt x="4538" y="0"/>
                </a:cubicBezTo>
                <a:cubicBezTo>
                  <a:pt x="4096" y="473"/>
                  <a:pt x="3466" y="756"/>
                  <a:pt x="2805" y="756"/>
                </a:cubicBezTo>
                <a:cubicBezTo>
                  <a:pt x="2143" y="756"/>
                  <a:pt x="1513" y="504"/>
                  <a:pt x="10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5" name="Google Shape;6082;p58">
            <a:extLst>
              <a:ext uri="{FF2B5EF4-FFF2-40B4-BE49-F238E27FC236}">
                <a16:creationId xmlns:a16="http://schemas.microsoft.com/office/drawing/2014/main" id="{810B11D3-B94F-B3D8-EB77-30FA2FA6D642}"/>
              </a:ext>
            </a:extLst>
          </p:cNvPr>
          <p:cNvSpPr/>
          <p:nvPr/>
        </p:nvSpPr>
        <p:spPr>
          <a:xfrm>
            <a:off x="6996223" y="2386771"/>
            <a:ext cx="177086" cy="113438"/>
          </a:xfrm>
          <a:custGeom>
            <a:avLst/>
            <a:gdLst/>
            <a:ahLst/>
            <a:cxnLst/>
            <a:rect l="l" t="t" r="r" b="b"/>
            <a:pathLst>
              <a:path w="5609" h="3593" extrusionOk="0">
                <a:moveTo>
                  <a:pt x="1009" y="1"/>
                </a:moveTo>
                <a:cubicBezTo>
                  <a:pt x="379" y="537"/>
                  <a:pt x="1" y="1261"/>
                  <a:pt x="1" y="2143"/>
                </a:cubicBezTo>
                <a:lnTo>
                  <a:pt x="1" y="3246"/>
                </a:lnTo>
                <a:cubicBezTo>
                  <a:pt x="1" y="3435"/>
                  <a:pt x="158" y="3592"/>
                  <a:pt x="347" y="3592"/>
                </a:cubicBezTo>
                <a:lnTo>
                  <a:pt x="5262" y="3592"/>
                </a:lnTo>
                <a:cubicBezTo>
                  <a:pt x="5451" y="3592"/>
                  <a:pt x="5609" y="3435"/>
                  <a:pt x="5609" y="3246"/>
                </a:cubicBezTo>
                <a:lnTo>
                  <a:pt x="5609" y="2143"/>
                </a:lnTo>
                <a:cubicBezTo>
                  <a:pt x="5577" y="1261"/>
                  <a:pt x="5199" y="537"/>
                  <a:pt x="4569" y="1"/>
                </a:cubicBezTo>
                <a:cubicBezTo>
                  <a:pt x="4128" y="474"/>
                  <a:pt x="3498" y="757"/>
                  <a:pt x="2773" y="757"/>
                </a:cubicBezTo>
                <a:cubicBezTo>
                  <a:pt x="2080" y="757"/>
                  <a:pt x="1450" y="474"/>
                  <a:pt x="100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7" name="Google Shape;6084;p58">
            <a:extLst>
              <a:ext uri="{FF2B5EF4-FFF2-40B4-BE49-F238E27FC236}">
                <a16:creationId xmlns:a16="http://schemas.microsoft.com/office/drawing/2014/main" id="{C0DCAEC6-BBE1-CE00-CB91-1837051F7F15}"/>
              </a:ext>
            </a:extLst>
          </p:cNvPr>
          <p:cNvSpPr/>
          <p:nvPr/>
        </p:nvSpPr>
        <p:spPr>
          <a:xfrm>
            <a:off x="7000202" y="2728834"/>
            <a:ext cx="87580" cy="42812"/>
          </a:xfrm>
          <a:custGeom>
            <a:avLst/>
            <a:gdLst/>
            <a:ahLst/>
            <a:cxnLst/>
            <a:rect l="l" t="t" r="r" b="b"/>
            <a:pathLst>
              <a:path w="2774" h="1356" extrusionOk="0">
                <a:moveTo>
                  <a:pt x="1387" y="1"/>
                </a:moveTo>
                <a:cubicBezTo>
                  <a:pt x="631" y="1"/>
                  <a:pt x="1" y="631"/>
                  <a:pt x="1" y="1355"/>
                </a:cubicBezTo>
                <a:lnTo>
                  <a:pt x="2773" y="1355"/>
                </a:lnTo>
                <a:cubicBezTo>
                  <a:pt x="2773" y="599"/>
                  <a:pt x="2143" y="1"/>
                  <a:pt x="138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8" name="Google Shape;6085;p58">
            <a:extLst>
              <a:ext uri="{FF2B5EF4-FFF2-40B4-BE49-F238E27FC236}">
                <a16:creationId xmlns:a16="http://schemas.microsoft.com/office/drawing/2014/main" id="{6C6992F2-2118-6AC2-72CD-155817B2FD3E}"/>
              </a:ext>
            </a:extLst>
          </p:cNvPr>
          <p:cNvSpPr/>
          <p:nvPr/>
        </p:nvSpPr>
        <p:spPr>
          <a:xfrm>
            <a:off x="7021102" y="2662187"/>
            <a:ext cx="44801" cy="44801"/>
          </a:xfrm>
          <a:custGeom>
            <a:avLst/>
            <a:gdLst/>
            <a:ahLst/>
            <a:cxnLst/>
            <a:rect l="l" t="t" r="r" b="b"/>
            <a:pathLst>
              <a:path w="1419" h="1419" extrusionOk="0">
                <a:moveTo>
                  <a:pt x="725" y="1"/>
                </a:moveTo>
                <a:cubicBezTo>
                  <a:pt x="315" y="1"/>
                  <a:pt x="0" y="316"/>
                  <a:pt x="0" y="725"/>
                </a:cubicBezTo>
                <a:cubicBezTo>
                  <a:pt x="0" y="1103"/>
                  <a:pt x="315" y="1418"/>
                  <a:pt x="725" y="1418"/>
                </a:cubicBezTo>
                <a:cubicBezTo>
                  <a:pt x="1103" y="1418"/>
                  <a:pt x="1418" y="1103"/>
                  <a:pt x="1418" y="725"/>
                </a:cubicBez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69" name="Google Shape;6086;p58">
            <a:extLst>
              <a:ext uri="{FF2B5EF4-FFF2-40B4-BE49-F238E27FC236}">
                <a16:creationId xmlns:a16="http://schemas.microsoft.com/office/drawing/2014/main" id="{3DFCEE94-7DC8-858F-2212-411B85A09D4E}"/>
              </a:ext>
            </a:extLst>
          </p:cNvPr>
          <p:cNvSpPr/>
          <p:nvPr/>
        </p:nvSpPr>
        <p:spPr>
          <a:xfrm>
            <a:off x="6911674" y="2597527"/>
            <a:ext cx="263624" cy="263624"/>
          </a:xfrm>
          <a:custGeom>
            <a:avLst/>
            <a:gdLst/>
            <a:ahLst/>
            <a:cxnLst/>
            <a:rect l="l" t="t" r="r" b="b"/>
            <a:pathLst>
              <a:path w="8350" h="8350" extrusionOk="0">
                <a:moveTo>
                  <a:pt x="4128" y="1387"/>
                </a:moveTo>
                <a:cubicBezTo>
                  <a:pt x="4884" y="1387"/>
                  <a:pt x="5514" y="2017"/>
                  <a:pt x="5514" y="2773"/>
                </a:cubicBezTo>
                <a:cubicBezTo>
                  <a:pt x="5514" y="3120"/>
                  <a:pt x="5357" y="3466"/>
                  <a:pt x="5136" y="3718"/>
                </a:cubicBezTo>
                <a:cubicBezTo>
                  <a:pt x="5766" y="4065"/>
                  <a:pt x="6176" y="4727"/>
                  <a:pt x="6176" y="5514"/>
                </a:cubicBezTo>
                <a:lnTo>
                  <a:pt x="6176" y="5892"/>
                </a:lnTo>
                <a:lnTo>
                  <a:pt x="6270" y="5892"/>
                </a:lnTo>
                <a:cubicBezTo>
                  <a:pt x="6270" y="6081"/>
                  <a:pt x="6113" y="6239"/>
                  <a:pt x="5924" y="6239"/>
                </a:cubicBezTo>
                <a:lnTo>
                  <a:pt x="2458" y="6239"/>
                </a:lnTo>
                <a:cubicBezTo>
                  <a:pt x="2238" y="6239"/>
                  <a:pt x="2080" y="6081"/>
                  <a:pt x="2080" y="5892"/>
                </a:cubicBezTo>
                <a:lnTo>
                  <a:pt x="2080" y="5514"/>
                </a:lnTo>
                <a:cubicBezTo>
                  <a:pt x="2080" y="4727"/>
                  <a:pt x="2521" y="4065"/>
                  <a:pt x="3151" y="3718"/>
                </a:cubicBezTo>
                <a:cubicBezTo>
                  <a:pt x="2931" y="3466"/>
                  <a:pt x="2773" y="3120"/>
                  <a:pt x="2773" y="2773"/>
                </a:cubicBezTo>
                <a:cubicBezTo>
                  <a:pt x="2773" y="2017"/>
                  <a:pt x="3403" y="1387"/>
                  <a:pt x="4128" y="1387"/>
                </a:cubicBezTo>
                <a:close/>
                <a:moveTo>
                  <a:pt x="4191" y="1"/>
                </a:moveTo>
                <a:cubicBezTo>
                  <a:pt x="1891" y="1"/>
                  <a:pt x="1" y="1860"/>
                  <a:pt x="1" y="4191"/>
                </a:cubicBezTo>
                <a:cubicBezTo>
                  <a:pt x="1" y="6522"/>
                  <a:pt x="1860" y="8350"/>
                  <a:pt x="4191" y="8350"/>
                </a:cubicBezTo>
                <a:cubicBezTo>
                  <a:pt x="6459" y="8350"/>
                  <a:pt x="8350" y="6522"/>
                  <a:pt x="8350" y="4191"/>
                </a:cubicBezTo>
                <a:cubicBezTo>
                  <a:pt x="8350" y="1860"/>
                  <a:pt x="6459" y="1"/>
                  <a:pt x="419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0" name="Google Shape;6087;p58">
            <a:extLst>
              <a:ext uri="{FF2B5EF4-FFF2-40B4-BE49-F238E27FC236}">
                <a16:creationId xmlns:a16="http://schemas.microsoft.com/office/drawing/2014/main" id="{280456A2-8430-8D97-795A-389034A38C53}"/>
              </a:ext>
            </a:extLst>
          </p:cNvPr>
          <p:cNvSpPr/>
          <p:nvPr/>
        </p:nvSpPr>
        <p:spPr>
          <a:xfrm>
            <a:off x="6888817" y="2791504"/>
            <a:ext cx="92537" cy="91526"/>
          </a:xfrm>
          <a:custGeom>
            <a:avLst/>
            <a:gdLst/>
            <a:ahLst/>
            <a:cxnLst/>
            <a:rect l="l" t="t" r="r" b="b"/>
            <a:pathLst>
              <a:path w="2931" h="2899" extrusionOk="0">
                <a:moveTo>
                  <a:pt x="504" y="0"/>
                </a:moveTo>
                <a:lnTo>
                  <a:pt x="378" y="126"/>
                </a:lnTo>
                <a:cubicBezTo>
                  <a:pt x="0" y="536"/>
                  <a:pt x="0" y="1198"/>
                  <a:pt x="378" y="1576"/>
                </a:cubicBezTo>
                <a:lnTo>
                  <a:pt x="1355" y="2584"/>
                </a:lnTo>
                <a:cubicBezTo>
                  <a:pt x="1576" y="2773"/>
                  <a:pt x="1828" y="2899"/>
                  <a:pt x="2111" y="2899"/>
                </a:cubicBezTo>
                <a:cubicBezTo>
                  <a:pt x="2395" y="2899"/>
                  <a:pt x="2678" y="2773"/>
                  <a:pt x="2867" y="2584"/>
                </a:cubicBezTo>
                <a:lnTo>
                  <a:pt x="2930" y="2458"/>
                </a:lnTo>
                <a:cubicBezTo>
                  <a:pt x="1828" y="1985"/>
                  <a:pt x="977" y="1071"/>
                  <a:pt x="50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1" name="Google Shape;6088;p58">
            <a:extLst>
              <a:ext uri="{FF2B5EF4-FFF2-40B4-BE49-F238E27FC236}">
                <a16:creationId xmlns:a16="http://schemas.microsoft.com/office/drawing/2014/main" id="{9EB6ED51-AECD-69A9-DB13-3C78C6D70B3E}"/>
              </a:ext>
            </a:extLst>
          </p:cNvPr>
          <p:cNvSpPr/>
          <p:nvPr/>
        </p:nvSpPr>
        <p:spPr>
          <a:xfrm>
            <a:off x="6797290" y="2848207"/>
            <a:ext cx="126350" cy="122120"/>
          </a:xfrm>
          <a:custGeom>
            <a:avLst/>
            <a:gdLst/>
            <a:ahLst/>
            <a:cxnLst/>
            <a:rect l="l" t="t" r="r" b="b"/>
            <a:pathLst>
              <a:path w="4002" h="3868" extrusionOk="0">
                <a:moveTo>
                  <a:pt x="2521" y="0"/>
                </a:moveTo>
                <a:lnTo>
                  <a:pt x="410" y="2111"/>
                </a:lnTo>
                <a:cubicBezTo>
                  <a:pt x="1" y="2520"/>
                  <a:pt x="1" y="3182"/>
                  <a:pt x="410" y="3560"/>
                </a:cubicBezTo>
                <a:cubicBezTo>
                  <a:pt x="599" y="3765"/>
                  <a:pt x="867" y="3867"/>
                  <a:pt x="1135" y="3867"/>
                </a:cubicBezTo>
                <a:cubicBezTo>
                  <a:pt x="1403" y="3867"/>
                  <a:pt x="1671" y="3765"/>
                  <a:pt x="1860" y="3560"/>
                </a:cubicBezTo>
                <a:lnTo>
                  <a:pt x="4002" y="1449"/>
                </a:lnTo>
                <a:cubicBezTo>
                  <a:pt x="3907" y="1418"/>
                  <a:pt x="3844" y="1323"/>
                  <a:pt x="3750" y="1260"/>
                </a:cubicBezTo>
                <a:lnTo>
                  <a:pt x="2773" y="252"/>
                </a:lnTo>
                <a:cubicBezTo>
                  <a:pt x="2679" y="189"/>
                  <a:pt x="2616" y="95"/>
                  <a:pt x="2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3" name="Google Shape;6090;p58">
            <a:extLst>
              <a:ext uri="{FF2B5EF4-FFF2-40B4-BE49-F238E27FC236}">
                <a16:creationId xmlns:a16="http://schemas.microsoft.com/office/drawing/2014/main" id="{C2B919B3-E40D-4674-689A-336DBAED56AD}"/>
              </a:ext>
            </a:extLst>
          </p:cNvPr>
          <p:cNvSpPr/>
          <p:nvPr/>
        </p:nvSpPr>
        <p:spPr>
          <a:xfrm>
            <a:off x="6843070" y="3205720"/>
            <a:ext cx="111416" cy="109459"/>
          </a:xfrm>
          <a:custGeom>
            <a:avLst/>
            <a:gdLst/>
            <a:ahLst/>
            <a:cxnLst/>
            <a:rect l="l" t="t" r="r" b="b"/>
            <a:pathLst>
              <a:path w="3529" h="3467" extrusionOk="0">
                <a:moveTo>
                  <a:pt x="1764" y="1"/>
                </a:moveTo>
                <a:cubicBezTo>
                  <a:pt x="819" y="1"/>
                  <a:pt x="0" y="788"/>
                  <a:pt x="0" y="1734"/>
                </a:cubicBezTo>
                <a:cubicBezTo>
                  <a:pt x="0" y="2679"/>
                  <a:pt x="819" y="3466"/>
                  <a:pt x="1764" y="3466"/>
                </a:cubicBezTo>
                <a:cubicBezTo>
                  <a:pt x="2709" y="3466"/>
                  <a:pt x="3529" y="2679"/>
                  <a:pt x="3529" y="1734"/>
                </a:cubicBezTo>
                <a:cubicBezTo>
                  <a:pt x="3529" y="788"/>
                  <a:pt x="2741" y="1"/>
                  <a:pt x="1764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4" name="Google Shape;6091;p58">
            <a:extLst>
              <a:ext uri="{FF2B5EF4-FFF2-40B4-BE49-F238E27FC236}">
                <a16:creationId xmlns:a16="http://schemas.microsoft.com/office/drawing/2014/main" id="{04D178A5-881D-D5DD-A3C9-E7171A33649C}"/>
              </a:ext>
            </a:extLst>
          </p:cNvPr>
          <p:cNvSpPr/>
          <p:nvPr/>
        </p:nvSpPr>
        <p:spPr>
          <a:xfrm>
            <a:off x="6974345" y="3074443"/>
            <a:ext cx="198965" cy="196976"/>
          </a:xfrm>
          <a:custGeom>
            <a:avLst/>
            <a:gdLst/>
            <a:ahLst/>
            <a:cxnLst/>
            <a:rect l="l" t="t" r="r" b="b"/>
            <a:pathLst>
              <a:path w="6302" h="6239" extrusionOk="0">
                <a:moveTo>
                  <a:pt x="3151" y="1733"/>
                </a:moveTo>
                <a:cubicBezTo>
                  <a:pt x="3372" y="1733"/>
                  <a:pt x="3529" y="1890"/>
                  <a:pt x="3529" y="2079"/>
                </a:cubicBezTo>
                <a:cubicBezTo>
                  <a:pt x="3529" y="2268"/>
                  <a:pt x="3372" y="2426"/>
                  <a:pt x="3151" y="2426"/>
                </a:cubicBezTo>
                <a:cubicBezTo>
                  <a:pt x="2962" y="2426"/>
                  <a:pt x="2805" y="2268"/>
                  <a:pt x="2805" y="2079"/>
                </a:cubicBezTo>
                <a:cubicBezTo>
                  <a:pt x="2805" y="1890"/>
                  <a:pt x="2962" y="1733"/>
                  <a:pt x="3151" y="1733"/>
                </a:cubicBezTo>
                <a:close/>
                <a:moveTo>
                  <a:pt x="3151" y="2773"/>
                </a:moveTo>
                <a:cubicBezTo>
                  <a:pt x="3372" y="2773"/>
                  <a:pt x="3529" y="2930"/>
                  <a:pt x="3529" y="3151"/>
                </a:cubicBezTo>
                <a:lnTo>
                  <a:pt x="3529" y="4505"/>
                </a:lnTo>
                <a:cubicBezTo>
                  <a:pt x="3529" y="4726"/>
                  <a:pt x="3372" y="4883"/>
                  <a:pt x="3151" y="4883"/>
                </a:cubicBezTo>
                <a:cubicBezTo>
                  <a:pt x="2962" y="4883"/>
                  <a:pt x="2805" y="4726"/>
                  <a:pt x="2805" y="4505"/>
                </a:cubicBezTo>
                <a:lnTo>
                  <a:pt x="2805" y="3151"/>
                </a:lnTo>
                <a:cubicBezTo>
                  <a:pt x="2805" y="2930"/>
                  <a:pt x="2962" y="2773"/>
                  <a:pt x="3151" y="2773"/>
                </a:cubicBezTo>
                <a:close/>
                <a:moveTo>
                  <a:pt x="3151" y="0"/>
                </a:moveTo>
                <a:cubicBezTo>
                  <a:pt x="1418" y="0"/>
                  <a:pt x="64" y="1418"/>
                  <a:pt x="64" y="3088"/>
                </a:cubicBezTo>
                <a:cubicBezTo>
                  <a:pt x="64" y="3655"/>
                  <a:pt x="158" y="4159"/>
                  <a:pt x="442" y="4631"/>
                </a:cubicBezTo>
                <a:lnTo>
                  <a:pt x="64" y="5765"/>
                </a:lnTo>
                <a:cubicBezTo>
                  <a:pt x="1" y="5892"/>
                  <a:pt x="64" y="6018"/>
                  <a:pt x="127" y="6112"/>
                </a:cubicBezTo>
                <a:cubicBezTo>
                  <a:pt x="190" y="6207"/>
                  <a:pt x="379" y="6238"/>
                  <a:pt x="473" y="6238"/>
                </a:cubicBezTo>
                <a:lnTo>
                  <a:pt x="1796" y="5923"/>
                </a:lnTo>
                <a:cubicBezTo>
                  <a:pt x="2206" y="6175"/>
                  <a:pt x="2679" y="6238"/>
                  <a:pt x="3214" y="6238"/>
                </a:cubicBezTo>
                <a:cubicBezTo>
                  <a:pt x="4947" y="6238"/>
                  <a:pt x="6302" y="4820"/>
                  <a:pt x="6302" y="3119"/>
                </a:cubicBezTo>
                <a:cubicBezTo>
                  <a:pt x="6270" y="1418"/>
                  <a:pt x="4884" y="0"/>
                  <a:pt x="31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5" name="Google Shape;6092;p58">
            <a:extLst>
              <a:ext uri="{FF2B5EF4-FFF2-40B4-BE49-F238E27FC236}">
                <a16:creationId xmlns:a16="http://schemas.microsoft.com/office/drawing/2014/main" id="{5A65BA61-67E8-DF1D-9BB2-0F90317F2A9C}"/>
              </a:ext>
            </a:extLst>
          </p:cNvPr>
          <p:cNvSpPr/>
          <p:nvPr/>
        </p:nvSpPr>
        <p:spPr>
          <a:xfrm>
            <a:off x="6799280" y="3310158"/>
            <a:ext cx="198965" cy="137306"/>
          </a:xfrm>
          <a:custGeom>
            <a:avLst/>
            <a:gdLst/>
            <a:ahLst/>
            <a:cxnLst/>
            <a:rect l="l" t="t" r="r" b="b"/>
            <a:pathLst>
              <a:path w="6302" h="4349" extrusionOk="0">
                <a:moveTo>
                  <a:pt x="1356" y="1"/>
                </a:moveTo>
                <a:cubicBezTo>
                  <a:pt x="568" y="568"/>
                  <a:pt x="1" y="1513"/>
                  <a:pt x="1" y="2553"/>
                </a:cubicBezTo>
                <a:lnTo>
                  <a:pt x="1" y="3970"/>
                </a:lnTo>
                <a:cubicBezTo>
                  <a:pt x="1" y="4222"/>
                  <a:pt x="158" y="4348"/>
                  <a:pt x="347" y="4348"/>
                </a:cubicBezTo>
                <a:lnTo>
                  <a:pt x="5955" y="4348"/>
                </a:lnTo>
                <a:cubicBezTo>
                  <a:pt x="6144" y="4348"/>
                  <a:pt x="6302" y="4191"/>
                  <a:pt x="6302" y="3970"/>
                </a:cubicBezTo>
                <a:lnTo>
                  <a:pt x="6302" y="2553"/>
                </a:lnTo>
                <a:cubicBezTo>
                  <a:pt x="6302" y="1513"/>
                  <a:pt x="5798" y="599"/>
                  <a:pt x="4947" y="1"/>
                </a:cubicBezTo>
                <a:cubicBezTo>
                  <a:pt x="4538" y="505"/>
                  <a:pt x="3844" y="820"/>
                  <a:pt x="3151" y="820"/>
                </a:cubicBezTo>
                <a:cubicBezTo>
                  <a:pt x="2427" y="820"/>
                  <a:pt x="1765" y="505"/>
                  <a:pt x="13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7" name="Google Shape;6094;p58">
            <a:extLst>
              <a:ext uri="{FF2B5EF4-FFF2-40B4-BE49-F238E27FC236}">
                <a16:creationId xmlns:a16="http://schemas.microsoft.com/office/drawing/2014/main" id="{7A50FCB0-412E-4608-5865-DB30CFF5A822}"/>
              </a:ext>
            </a:extLst>
          </p:cNvPr>
          <p:cNvSpPr/>
          <p:nvPr/>
        </p:nvSpPr>
        <p:spPr>
          <a:xfrm>
            <a:off x="5712606" y="3736023"/>
            <a:ext cx="55756" cy="22889"/>
          </a:xfrm>
          <a:custGeom>
            <a:avLst/>
            <a:gdLst/>
            <a:ahLst/>
            <a:cxnLst/>
            <a:rect l="l" t="t" r="r" b="b"/>
            <a:pathLst>
              <a:path w="1766" h="725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cubicBezTo>
                  <a:pt x="1" y="567"/>
                  <a:pt x="158" y="725"/>
                  <a:pt x="347" y="725"/>
                </a:cubicBezTo>
                <a:lnTo>
                  <a:pt x="1419" y="725"/>
                </a:lnTo>
                <a:cubicBezTo>
                  <a:pt x="1608" y="725"/>
                  <a:pt x="1765" y="567"/>
                  <a:pt x="1765" y="378"/>
                </a:cubicBezTo>
                <a:cubicBezTo>
                  <a:pt x="1734" y="158"/>
                  <a:pt x="1608" y="0"/>
                  <a:pt x="14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8" name="Google Shape;6095;p58">
            <a:extLst>
              <a:ext uri="{FF2B5EF4-FFF2-40B4-BE49-F238E27FC236}">
                <a16:creationId xmlns:a16="http://schemas.microsoft.com/office/drawing/2014/main" id="{7704A67D-A718-1DDB-F0AE-8580C7427457}"/>
              </a:ext>
            </a:extLst>
          </p:cNvPr>
          <p:cNvSpPr/>
          <p:nvPr/>
        </p:nvSpPr>
        <p:spPr>
          <a:xfrm>
            <a:off x="5699692" y="3780792"/>
            <a:ext cx="46790" cy="42779"/>
          </a:xfrm>
          <a:custGeom>
            <a:avLst/>
            <a:gdLst/>
            <a:ahLst/>
            <a:cxnLst/>
            <a:rect l="l" t="t" r="r" b="b"/>
            <a:pathLst>
              <a:path w="1482" h="1355" extrusionOk="0">
                <a:moveTo>
                  <a:pt x="394" y="0"/>
                </a:moveTo>
                <a:cubicBezTo>
                  <a:pt x="308" y="0"/>
                  <a:pt x="221" y="32"/>
                  <a:pt x="158" y="95"/>
                </a:cubicBezTo>
                <a:cubicBezTo>
                  <a:pt x="0" y="221"/>
                  <a:pt x="0" y="410"/>
                  <a:pt x="158" y="567"/>
                </a:cubicBezTo>
                <a:lnTo>
                  <a:pt x="882" y="1260"/>
                </a:lnTo>
                <a:cubicBezTo>
                  <a:pt x="945" y="1323"/>
                  <a:pt x="1032" y="1355"/>
                  <a:pt x="1119" y="1355"/>
                </a:cubicBezTo>
                <a:cubicBezTo>
                  <a:pt x="1205" y="1355"/>
                  <a:pt x="1292" y="1323"/>
                  <a:pt x="1355" y="1260"/>
                </a:cubicBezTo>
                <a:cubicBezTo>
                  <a:pt x="1481" y="1134"/>
                  <a:pt x="1481" y="914"/>
                  <a:pt x="1355" y="788"/>
                </a:cubicBezTo>
                <a:lnTo>
                  <a:pt x="630" y="95"/>
                </a:lnTo>
                <a:cubicBezTo>
                  <a:pt x="567" y="32"/>
                  <a:pt x="481" y="0"/>
                  <a:pt x="39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79" name="Google Shape;6096;p58">
            <a:extLst>
              <a:ext uri="{FF2B5EF4-FFF2-40B4-BE49-F238E27FC236}">
                <a16:creationId xmlns:a16="http://schemas.microsoft.com/office/drawing/2014/main" id="{4FF1EDEA-AF7C-09FF-D446-D9745059A3CA}"/>
              </a:ext>
            </a:extLst>
          </p:cNvPr>
          <p:cNvSpPr/>
          <p:nvPr/>
        </p:nvSpPr>
        <p:spPr>
          <a:xfrm>
            <a:off x="5701682" y="3670354"/>
            <a:ext cx="44801" cy="43569"/>
          </a:xfrm>
          <a:custGeom>
            <a:avLst/>
            <a:gdLst/>
            <a:ahLst/>
            <a:cxnLst/>
            <a:rect l="l" t="t" r="r" b="b"/>
            <a:pathLst>
              <a:path w="1419" h="1380" extrusionOk="0">
                <a:moveTo>
                  <a:pt x="1056" y="1"/>
                </a:moveTo>
                <a:cubicBezTo>
                  <a:pt x="969" y="1"/>
                  <a:pt x="882" y="32"/>
                  <a:pt x="819" y="96"/>
                </a:cubicBezTo>
                <a:lnTo>
                  <a:pt x="95" y="789"/>
                </a:lnTo>
                <a:cubicBezTo>
                  <a:pt x="0" y="915"/>
                  <a:pt x="0" y="1135"/>
                  <a:pt x="95" y="1261"/>
                </a:cubicBezTo>
                <a:cubicBezTo>
                  <a:pt x="158" y="1340"/>
                  <a:pt x="252" y="1379"/>
                  <a:pt x="343" y="1379"/>
                </a:cubicBezTo>
                <a:cubicBezTo>
                  <a:pt x="434" y="1379"/>
                  <a:pt x="520" y="1340"/>
                  <a:pt x="567" y="1261"/>
                </a:cubicBezTo>
                <a:lnTo>
                  <a:pt x="1292" y="568"/>
                </a:lnTo>
                <a:cubicBezTo>
                  <a:pt x="1418" y="442"/>
                  <a:pt x="1418" y="190"/>
                  <a:pt x="1292" y="96"/>
                </a:cubicBezTo>
                <a:cubicBezTo>
                  <a:pt x="1229" y="32"/>
                  <a:pt x="1142" y="1"/>
                  <a:pt x="1056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0" name="Google Shape;6097;p58">
            <a:extLst>
              <a:ext uri="{FF2B5EF4-FFF2-40B4-BE49-F238E27FC236}">
                <a16:creationId xmlns:a16="http://schemas.microsoft.com/office/drawing/2014/main" id="{26D37A76-82DA-DB06-38C3-581B9AA4E233}"/>
              </a:ext>
            </a:extLst>
          </p:cNvPr>
          <p:cNvSpPr/>
          <p:nvPr/>
        </p:nvSpPr>
        <p:spPr>
          <a:xfrm>
            <a:off x="5394331" y="3670353"/>
            <a:ext cx="133296" cy="132348"/>
          </a:xfrm>
          <a:custGeom>
            <a:avLst/>
            <a:gdLst/>
            <a:ahLst/>
            <a:cxnLst/>
            <a:rect l="l" t="t" r="r" b="b"/>
            <a:pathLst>
              <a:path w="4222" h="4192" extrusionOk="0">
                <a:moveTo>
                  <a:pt x="2489" y="1"/>
                </a:moveTo>
                <a:cubicBezTo>
                  <a:pt x="2048" y="1"/>
                  <a:pt x="1639" y="285"/>
                  <a:pt x="1481" y="726"/>
                </a:cubicBezTo>
                <a:lnTo>
                  <a:pt x="1418" y="726"/>
                </a:lnTo>
                <a:cubicBezTo>
                  <a:pt x="662" y="726"/>
                  <a:pt x="0" y="1356"/>
                  <a:pt x="0" y="2080"/>
                </a:cubicBezTo>
                <a:cubicBezTo>
                  <a:pt x="0" y="2836"/>
                  <a:pt x="630" y="3467"/>
                  <a:pt x="1418" y="3467"/>
                </a:cubicBezTo>
                <a:lnTo>
                  <a:pt x="1481" y="3467"/>
                </a:lnTo>
                <a:cubicBezTo>
                  <a:pt x="1639" y="3845"/>
                  <a:pt x="2017" y="4191"/>
                  <a:pt x="2489" y="4191"/>
                </a:cubicBezTo>
                <a:lnTo>
                  <a:pt x="4222" y="4191"/>
                </a:lnTo>
                <a:lnTo>
                  <a:pt x="422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1" name="Google Shape;6098;p58">
            <a:extLst>
              <a:ext uri="{FF2B5EF4-FFF2-40B4-BE49-F238E27FC236}">
                <a16:creationId xmlns:a16="http://schemas.microsoft.com/office/drawing/2014/main" id="{31277A15-A9B7-A962-A16C-6FE5BC6540E2}"/>
              </a:ext>
            </a:extLst>
          </p:cNvPr>
          <p:cNvSpPr/>
          <p:nvPr/>
        </p:nvSpPr>
        <p:spPr>
          <a:xfrm>
            <a:off x="5634056" y="3604716"/>
            <a:ext cx="44769" cy="263624"/>
          </a:xfrm>
          <a:custGeom>
            <a:avLst/>
            <a:gdLst/>
            <a:ahLst/>
            <a:cxnLst/>
            <a:rect l="l" t="t" r="r" b="b"/>
            <a:pathLst>
              <a:path w="1418" h="8350" extrusionOk="0">
                <a:moveTo>
                  <a:pt x="725" y="1"/>
                </a:moveTo>
                <a:cubicBezTo>
                  <a:pt x="315" y="1"/>
                  <a:pt x="0" y="316"/>
                  <a:pt x="0" y="694"/>
                </a:cubicBezTo>
                <a:lnTo>
                  <a:pt x="0" y="7625"/>
                </a:lnTo>
                <a:cubicBezTo>
                  <a:pt x="0" y="8034"/>
                  <a:pt x="315" y="8349"/>
                  <a:pt x="725" y="8349"/>
                </a:cubicBezTo>
                <a:cubicBezTo>
                  <a:pt x="1134" y="8286"/>
                  <a:pt x="1418" y="8003"/>
                  <a:pt x="1418" y="7625"/>
                </a:cubicBezTo>
                <a:lnTo>
                  <a:pt x="1418" y="694"/>
                </a:lnTo>
                <a:cubicBezTo>
                  <a:pt x="1418" y="316"/>
                  <a:pt x="1103" y="1"/>
                  <a:pt x="72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2" name="Google Shape;6099;p58">
            <a:extLst>
              <a:ext uri="{FF2B5EF4-FFF2-40B4-BE49-F238E27FC236}">
                <a16:creationId xmlns:a16="http://schemas.microsoft.com/office/drawing/2014/main" id="{0D200346-800E-530E-6171-A24BBB20292C}"/>
              </a:ext>
            </a:extLst>
          </p:cNvPr>
          <p:cNvSpPr/>
          <p:nvPr/>
        </p:nvSpPr>
        <p:spPr>
          <a:xfrm>
            <a:off x="5459969" y="3822561"/>
            <a:ext cx="64691" cy="87548"/>
          </a:xfrm>
          <a:custGeom>
            <a:avLst/>
            <a:gdLst/>
            <a:ahLst/>
            <a:cxnLst/>
            <a:rect l="l" t="t" r="r" b="b"/>
            <a:pathLst>
              <a:path w="2049" h="2773" extrusionOk="0">
                <a:moveTo>
                  <a:pt x="1" y="0"/>
                </a:moveTo>
                <a:lnTo>
                  <a:pt x="1" y="1764"/>
                </a:lnTo>
                <a:cubicBezTo>
                  <a:pt x="1" y="2363"/>
                  <a:pt x="473" y="2773"/>
                  <a:pt x="1040" y="2773"/>
                </a:cubicBezTo>
                <a:cubicBezTo>
                  <a:pt x="1607" y="2773"/>
                  <a:pt x="2048" y="2300"/>
                  <a:pt x="2048" y="1764"/>
                </a:cubicBezTo>
                <a:lnTo>
                  <a:pt x="2048" y="32"/>
                </a:lnTo>
                <a:lnTo>
                  <a:pt x="316" y="32"/>
                </a:lnTo>
                <a:cubicBezTo>
                  <a:pt x="253" y="32"/>
                  <a:pt x="127" y="32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3" name="Google Shape;6100;p58">
            <a:extLst>
              <a:ext uri="{FF2B5EF4-FFF2-40B4-BE49-F238E27FC236}">
                <a16:creationId xmlns:a16="http://schemas.microsoft.com/office/drawing/2014/main" id="{C9763DBF-A16A-384F-A422-6ACDEDD4CF1F}"/>
              </a:ext>
            </a:extLst>
          </p:cNvPr>
          <p:cNvSpPr/>
          <p:nvPr/>
        </p:nvSpPr>
        <p:spPr>
          <a:xfrm>
            <a:off x="5548497" y="3631583"/>
            <a:ext cx="65669" cy="206921"/>
          </a:xfrm>
          <a:custGeom>
            <a:avLst/>
            <a:gdLst/>
            <a:ahLst/>
            <a:cxnLst/>
            <a:rect l="l" t="t" r="r" b="b"/>
            <a:pathLst>
              <a:path w="2080" h="6554" extrusionOk="0">
                <a:moveTo>
                  <a:pt x="2080" y="0"/>
                </a:moveTo>
                <a:lnTo>
                  <a:pt x="1765" y="315"/>
                </a:lnTo>
                <a:cubicBezTo>
                  <a:pt x="1292" y="788"/>
                  <a:pt x="662" y="1071"/>
                  <a:pt x="1" y="1166"/>
                </a:cubicBezTo>
                <a:lnTo>
                  <a:pt x="1" y="5419"/>
                </a:lnTo>
                <a:cubicBezTo>
                  <a:pt x="662" y="5482"/>
                  <a:pt x="1292" y="5766"/>
                  <a:pt x="1765" y="6238"/>
                </a:cubicBezTo>
                <a:lnTo>
                  <a:pt x="2080" y="6553"/>
                </a:lnTo>
                <a:lnTo>
                  <a:pt x="208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5" name="Google Shape;6102;p58">
            <a:extLst>
              <a:ext uri="{FF2B5EF4-FFF2-40B4-BE49-F238E27FC236}">
                <a16:creationId xmlns:a16="http://schemas.microsoft.com/office/drawing/2014/main" id="{254EDDEE-5894-0127-C00B-35E05A523E9C}"/>
              </a:ext>
            </a:extLst>
          </p:cNvPr>
          <p:cNvSpPr/>
          <p:nvPr/>
        </p:nvSpPr>
        <p:spPr>
          <a:xfrm>
            <a:off x="5614638" y="4268841"/>
            <a:ext cx="154228" cy="154228"/>
          </a:xfrm>
          <a:custGeom>
            <a:avLst/>
            <a:gdLst/>
            <a:ahLst/>
            <a:cxnLst/>
            <a:rect l="l" t="t" r="r" b="b"/>
            <a:pathLst>
              <a:path w="4885" h="4885" extrusionOk="0">
                <a:moveTo>
                  <a:pt x="2395" y="1324"/>
                </a:moveTo>
                <a:cubicBezTo>
                  <a:pt x="2616" y="1324"/>
                  <a:pt x="2773" y="1482"/>
                  <a:pt x="2773" y="1702"/>
                </a:cubicBezTo>
                <a:lnTo>
                  <a:pt x="2773" y="2049"/>
                </a:lnTo>
                <a:lnTo>
                  <a:pt x="3120" y="2049"/>
                </a:lnTo>
                <a:cubicBezTo>
                  <a:pt x="3309" y="2049"/>
                  <a:pt x="3466" y="2206"/>
                  <a:pt x="3466" y="2395"/>
                </a:cubicBezTo>
                <a:cubicBezTo>
                  <a:pt x="3466" y="2584"/>
                  <a:pt x="3309" y="2742"/>
                  <a:pt x="3120" y="2742"/>
                </a:cubicBezTo>
                <a:lnTo>
                  <a:pt x="2395" y="2742"/>
                </a:lnTo>
                <a:cubicBezTo>
                  <a:pt x="2206" y="2742"/>
                  <a:pt x="2049" y="2584"/>
                  <a:pt x="2049" y="2395"/>
                </a:cubicBezTo>
                <a:lnTo>
                  <a:pt x="2049" y="1702"/>
                </a:lnTo>
                <a:cubicBezTo>
                  <a:pt x="2049" y="1482"/>
                  <a:pt x="2206" y="1324"/>
                  <a:pt x="2395" y="1324"/>
                </a:cubicBezTo>
                <a:close/>
                <a:moveTo>
                  <a:pt x="2458" y="1"/>
                </a:moveTo>
                <a:cubicBezTo>
                  <a:pt x="1104" y="1"/>
                  <a:pt x="1" y="1103"/>
                  <a:pt x="1" y="2427"/>
                </a:cubicBezTo>
                <a:cubicBezTo>
                  <a:pt x="1" y="3781"/>
                  <a:pt x="1104" y="4884"/>
                  <a:pt x="2458" y="4884"/>
                </a:cubicBezTo>
                <a:cubicBezTo>
                  <a:pt x="3782" y="4884"/>
                  <a:pt x="4884" y="3781"/>
                  <a:pt x="4884" y="2427"/>
                </a:cubicBezTo>
                <a:cubicBezTo>
                  <a:pt x="4853" y="1072"/>
                  <a:pt x="3782" y="1"/>
                  <a:pt x="2458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6" name="Google Shape;6103;p58">
            <a:extLst>
              <a:ext uri="{FF2B5EF4-FFF2-40B4-BE49-F238E27FC236}">
                <a16:creationId xmlns:a16="http://schemas.microsoft.com/office/drawing/2014/main" id="{ED2A33CC-D22B-CD85-8689-1C6A8BB3AA28}"/>
              </a:ext>
            </a:extLst>
          </p:cNvPr>
          <p:cNvSpPr/>
          <p:nvPr/>
        </p:nvSpPr>
        <p:spPr>
          <a:xfrm>
            <a:off x="5394836" y="4159446"/>
            <a:ext cx="329261" cy="218855"/>
          </a:xfrm>
          <a:custGeom>
            <a:avLst/>
            <a:gdLst/>
            <a:ahLst/>
            <a:cxnLst/>
            <a:rect l="l" t="t" r="r" b="b"/>
            <a:pathLst>
              <a:path w="10429" h="6932" extrusionOk="0">
                <a:moveTo>
                  <a:pt x="2426" y="662"/>
                </a:moveTo>
                <a:cubicBezTo>
                  <a:pt x="2647" y="662"/>
                  <a:pt x="2804" y="819"/>
                  <a:pt x="2804" y="1008"/>
                </a:cubicBezTo>
                <a:cubicBezTo>
                  <a:pt x="2804" y="1197"/>
                  <a:pt x="2647" y="1355"/>
                  <a:pt x="2426" y="1355"/>
                </a:cubicBezTo>
                <a:lnTo>
                  <a:pt x="1733" y="1355"/>
                </a:lnTo>
                <a:cubicBezTo>
                  <a:pt x="1544" y="1355"/>
                  <a:pt x="1387" y="1197"/>
                  <a:pt x="1387" y="1008"/>
                </a:cubicBezTo>
                <a:cubicBezTo>
                  <a:pt x="1387" y="819"/>
                  <a:pt x="1544" y="662"/>
                  <a:pt x="1733" y="662"/>
                </a:cubicBezTo>
                <a:close/>
                <a:moveTo>
                  <a:pt x="4537" y="662"/>
                </a:moveTo>
                <a:cubicBezTo>
                  <a:pt x="4726" y="662"/>
                  <a:pt x="4884" y="819"/>
                  <a:pt x="4884" y="1008"/>
                </a:cubicBezTo>
                <a:cubicBezTo>
                  <a:pt x="4884" y="1197"/>
                  <a:pt x="4695" y="1355"/>
                  <a:pt x="4537" y="1355"/>
                </a:cubicBezTo>
                <a:lnTo>
                  <a:pt x="3812" y="1355"/>
                </a:lnTo>
                <a:cubicBezTo>
                  <a:pt x="3623" y="1355"/>
                  <a:pt x="3466" y="1197"/>
                  <a:pt x="3466" y="1008"/>
                </a:cubicBezTo>
                <a:cubicBezTo>
                  <a:pt x="3466" y="819"/>
                  <a:pt x="3623" y="662"/>
                  <a:pt x="3812" y="662"/>
                </a:cubicBezTo>
                <a:close/>
                <a:moveTo>
                  <a:pt x="6648" y="662"/>
                </a:moveTo>
                <a:cubicBezTo>
                  <a:pt x="6837" y="662"/>
                  <a:pt x="6994" y="819"/>
                  <a:pt x="6994" y="1008"/>
                </a:cubicBezTo>
                <a:cubicBezTo>
                  <a:pt x="6994" y="1197"/>
                  <a:pt x="6837" y="1355"/>
                  <a:pt x="6648" y="1355"/>
                </a:cubicBezTo>
                <a:lnTo>
                  <a:pt x="5955" y="1355"/>
                </a:lnTo>
                <a:cubicBezTo>
                  <a:pt x="5734" y="1355"/>
                  <a:pt x="5577" y="1197"/>
                  <a:pt x="5577" y="1008"/>
                </a:cubicBezTo>
                <a:cubicBezTo>
                  <a:pt x="5577" y="819"/>
                  <a:pt x="5734" y="662"/>
                  <a:pt x="5955" y="662"/>
                </a:cubicBezTo>
                <a:close/>
                <a:moveTo>
                  <a:pt x="8727" y="662"/>
                </a:moveTo>
                <a:cubicBezTo>
                  <a:pt x="8948" y="662"/>
                  <a:pt x="9105" y="819"/>
                  <a:pt x="9105" y="1008"/>
                </a:cubicBezTo>
                <a:cubicBezTo>
                  <a:pt x="9105" y="1197"/>
                  <a:pt x="8948" y="1355"/>
                  <a:pt x="8727" y="1355"/>
                </a:cubicBezTo>
                <a:lnTo>
                  <a:pt x="8034" y="1355"/>
                </a:lnTo>
                <a:cubicBezTo>
                  <a:pt x="7845" y="1355"/>
                  <a:pt x="7688" y="1197"/>
                  <a:pt x="7688" y="1008"/>
                </a:cubicBezTo>
                <a:cubicBezTo>
                  <a:pt x="7688" y="819"/>
                  <a:pt x="7845" y="662"/>
                  <a:pt x="8034" y="662"/>
                </a:cubicBezTo>
                <a:close/>
                <a:moveTo>
                  <a:pt x="2426" y="2080"/>
                </a:moveTo>
                <a:cubicBezTo>
                  <a:pt x="2647" y="2080"/>
                  <a:pt x="2804" y="2237"/>
                  <a:pt x="2804" y="2426"/>
                </a:cubicBezTo>
                <a:cubicBezTo>
                  <a:pt x="2804" y="2647"/>
                  <a:pt x="2647" y="2773"/>
                  <a:pt x="2426" y="2773"/>
                </a:cubicBezTo>
                <a:lnTo>
                  <a:pt x="1733" y="2773"/>
                </a:lnTo>
                <a:cubicBezTo>
                  <a:pt x="1544" y="2773"/>
                  <a:pt x="1387" y="2647"/>
                  <a:pt x="1387" y="2426"/>
                </a:cubicBezTo>
                <a:cubicBezTo>
                  <a:pt x="1387" y="2206"/>
                  <a:pt x="1544" y="2080"/>
                  <a:pt x="1733" y="2080"/>
                </a:cubicBezTo>
                <a:close/>
                <a:moveTo>
                  <a:pt x="4537" y="2080"/>
                </a:moveTo>
                <a:cubicBezTo>
                  <a:pt x="4726" y="2080"/>
                  <a:pt x="4884" y="2237"/>
                  <a:pt x="4884" y="2426"/>
                </a:cubicBezTo>
                <a:cubicBezTo>
                  <a:pt x="4884" y="2647"/>
                  <a:pt x="4695" y="2773"/>
                  <a:pt x="4537" y="2773"/>
                </a:cubicBezTo>
                <a:lnTo>
                  <a:pt x="3812" y="2773"/>
                </a:lnTo>
                <a:cubicBezTo>
                  <a:pt x="3623" y="2773"/>
                  <a:pt x="3466" y="2647"/>
                  <a:pt x="3466" y="2426"/>
                </a:cubicBezTo>
                <a:cubicBezTo>
                  <a:pt x="3466" y="2206"/>
                  <a:pt x="3623" y="2080"/>
                  <a:pt x="3812" y="2080"/>
                </a:cubicBezTo>
                <a:close/>
                <a:moveTo>
                  <a:pt x="6648" y="2080"/>
                </a:moveTo>
                <a:cubicBezTo>
                  <a:pt x="6837" y="2080"/>
                  <a:pt x="6994" y="2237"/>
                  <a:pt x="6994" y="2426"/>
                </a:cubicBezTo>
                <a:cubicBezTo>
                  <a:pt x="6994" y="2647"/>
                  <a:pt x="6837" y="2773"/>
                  <a:pt x="6648" y="2773"/>
                </a:cubicBezTo>
                <a:lnTo>
                  <a:pt x="5955" y="2773"/>
                </a:lnTo>
                <a:cubicBezTo>
                  <a:pt x="5734" y="2773"/>
                  <a:pt x="5577" y="2647"/>
                  <a:pt x="5577" y="2426"/>
                </a:cubicBezTo>
                <a:cubicBezTo>
                  <a:pt x="5577" y="2206"/>
                  <a:pt x="5734" y="2080"/>
                  <a:pt x="5955" y="2080"/>
                </a:cubicBezTo>
                <a:close/>
                <a:moveTo>
                  <a:pt x="8727" y="2080"/>
                </a:moveTo>
                <a:cubicBezTo>
                  <a:pt x="8948" y="2080"/>
                  <a:pt x="9105" y="2237"/>
                  <a:pt x="9105" y="2426"/>
                </a:cubicBezTo>
                <a:cubicBezTo>
                  <a:pt x="9105" y="2647"/>
                  <a:pt x="8948" y="2773"/>
                  <a:pt x="8727" y="2773"/>
                </a:cubicBezTo>
                <a:lnTo>
                  <a:pt x="8034" y="2773"/>
                </a:lnTo>
                <a:cubicBezTo>
                  <a:pt x="7845" y="2773"/>
                  <a:pt x="7688" y="2647"/>
                  <a:pt x="7688" y="2426"/>
                </a:cubicBezTo>
                <a:cubicBezTo>
                  <a:pt x="7688" y="2206"/>
                  <a:pt x="7845" y="2080"/>
                  <a:pt x="8034" y="2080"/>
                </a:cubicBezTo>
                <a:close/>
                <a:moveTo>
                  <a:pt x="2426" y="3466"/>
                </a:moveTo>
                <a:cubicBezTo>
                  <a:pt x="2647" y="3466"/>
                  <a:pt x="2804" y="3623"/>
                  <a:pt x="2804" y="3812"/>
                </a:cubicBezTo>
                <a:cubicBezTo>
                  <a:pt x="2804" y="4001"/>
                  <a:pt x="2647" y="4159"/>
                  <a:pt x="2426" y="4159"/>
                </a:cubicBezTo>
                <a:lnTo>
                  <a:pt x="1733" y="4159"/>
                </a:lnTo>
                <a:cubicBezTo>
                  <a:pt x="1544" y="4159"/>
                  <a:pt x="1387" y="4001"/>
                  <a:pt x="1387" y="3812"/>
                </a:cubicBezTo>
                <a:cubicBezTo>
                  <a:pt x="1387" y="3623"/>
                  <a:pt x="1544" y="3466"/>
                  <a:pt x="1733" y="3466"/>
                </a:cubicBezTo>
                <a:close/>
                <a:moveTo>
                  <a:pt x="4537" y="3466"/>
                </a:moveTo>
                <a:cubicBezTo>
                  <a:pt x="4726" y="3466"/>
                  <a:pt x="4884" y="3623"/>
                  <a:pt x="4884" y="3812"/>
                </a:cubicBezTo>
                <a:cubicBezTo>
                  <a:pt x="4884" y="4001"/>
                  <a:pt x="4695" y="4159"/>
                  <a:pt x="4537" y="4159"/>
                </a:cubicBezTo>
                <a:lnTo>
                  <a:pt x="3812" y="4159"/>
                </a:lnTo>
                <a:cubicBezTo>
                  <a:pt x="3623" y="4159"/>
                  <a:pt x="3466" y="4001"/>
                  <a:pt x="3466" y="3812"/>
                </a:cubicBezTo>
                <a:cubicBezTo>
                  <a:pt x="3466" y="3623"/>
                  <a:pt x="3623" y="3466"/>
                  <a:pt x="3812" y="3466"/>
                </a:cubicBezTo>
                <a:close/>
                <a:moveTo>
                  <a:pt x="6648" y="3466"/>
                </a:moveTo>
                <a:cubicBezTo>
                  <a:pt x="6837" y="3466"/>
                  <a:pt x="6994" y="3623"/>
                  <a:pt x="6994" y="3812"/>
                </a:cubicBezTo>
                <a:cubicBezTo>
                  <a:pt x="6994" y="4001"/>
                  <a:pt x="6837" y="4159"/>
                  <a:pt x="6648" y="4159"/>
                </a:cubicBezTo>
                <a:lnTo>
                  <a:pt x="5955" y="4159"/>
                </a:lnTo>
                <a:cubicBezTo>
                  <a:pt x="5734" y="4159"/>
                  <a:pt x="5577" y="4001"/>
                  <a:pt x="5577" y="3812"/>
                </a:cubicBezTo>
                <a:cubicBezTo>
                  <a:pt x="5577" y="3623"/>
                  <a:pt x="5734" y="3466"/>
                  <a:pt x="5955" y="3466"/>
                </a:cubicBezTo>
                <a:close/>
                <a:moveTo>
                  <a:pt x="2426" y="4852"/>
                </a:moveTo>
                <a:cubicBezTo>
                  <a:pt x="2647" y="4852"/>
                  <a:pt x="2804" y="5010"/>
                  <a:pt x="2804" y="5199"/>
                </a:cubicBezTo>
                <a:cubicBezTo>
                  <a:pt x="2804" y="5388"/>
                  <a:pt x="2647" y="5545"/>
                  <a:pt x="2426" y="5545"/>
                </a:cubicBezTo>
                <a:lnTo>
                  <a:pt x="1733" y="5545"/>
                </a:lnTo>
                <a:cubicBezTo>
                  <a:pt x="1544" y="5545"/>
                  <a:pt x="1387" y="5388"/>
                  <a:pt x="1387" y="5199"/>
                </a:cubicBezTo>
                <a:cubicBezTo>
                  <a:pt x="1387" y="5010"/>
                  <a:pt x="1544" y="4852"/>
                  <a:pt x="1733" y="4852"/>
                </a:cubicBezTo>
                <a:close/>
                <a:moveTo>
                  <a:pt x="4537" y="4852"/>
                </a:moveTo>
                <a:cubicBezTo>
                  <a:pt x="4726" y="4852"/>
                  <a:pt x="4884" y="5010"/>
                  <a:pt x="4884" y="5199"/>
                </a:cubicBezTo>
                <a:cubicBezTo>
                  <a:pt x="4884" y="5388"/>
                  <a:pt x="4695" y="5545"/>
                  <a:pt x="4537" y="5545"/>
                </a:cubicBezTo>
                <a:lnTo>
                  <a:pt x="3812" y="5545"/>
                </a:lnTo>
                <a:cubicBezTo>
                  <a:pt x="3623" y="5545"/>
                  <a:pt x="3466" y="5388"/>
                  <a:pt x="3466" y="5199"/>
                </a:cubicBezTo>
                <a:cubicBezTo>
                  <a:pt x="3466" y="5010"/>
                  <a:pt x="3623" y="4852"/>
                  <a:pt x="3812" y="4852"/>
                </a:cubicBezTo>
                <a:close/>
                <a:moveTo>
                  <a:pt x="0" y="0"/>
                </a:moveTo>
                <a:lnTo>
                  <a:pt x="0" y="5892"/>
                </a:lnTo>
                <a:cubicBezTo>
                  <a:pt x="0" y="6459"/>
                  <a:pt x="473" y="6931"/>
                  <a:pt x="1071" y="6931"/>
                </a:cubicBezTo>
                <a:lnTo>
                  <a:pt x="6490" y="6931"/>
                </a:lnTo>
                <a:cubicBezTo>
                  <a:pt x="6364" y="6616"/>
                  <a:pt x="6301" y="6270"/>
                  <a:pt x="6301" y="5892"/>
                </a:cubicBezTo>
                <a:cubicBezTo>
                  <a:pt x="6301" y="5797"/>
                  <a:pt x="6333" y="5671"/>
                  <a:pt x="6333" y="5545"/>
                </a:cubicBezTo>
                <a:lnTo>
                  <a:pt x="5955" y="5545"/>
                </a:lnTo>
                <a:cubicBezTo>
                  <a:pt x="5734" y="5545"/>
                  <a:pt x="5577" y="5388"/>
                  <a:pt x="5577" y="5199"/>
                </a:cubicBezTo>
                <a:cubicBezTo>
                  <a:pt x="5577" y="5010"/>
                  <a:pt x="5734" y="4852"/>
                  <a:pt x="5955" y="4852"/>
                </a:cubicBezTo>
                <a:lnTo>
                  <a:pt x="6490" y="4852"/>
                </a:lnTo>
                <a:cubicBezTo>
                  <a:pt x="6931" y="3623"/>
                  <a:pt x="8066" y="2741"/>
                  <a:pt x="9420" y="2741"/>
                </a:cubicBezTo>
                <a:cubicBezTo>
                  <a:pt x="9767" y="2741"/>
                  <a:pt x="10113" y="2836"/>
                  <a:pt x="10428" y="2962"/>
                </a:cubicBezTo>
                <a:lnTo>
                  <a:pt x="1042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7" name="Google Shape;6104;p58">
            <a:extLst>
              <a:ext uri="{FF2B5EF4-FFF2-40B4-BE49-F238E27FC236}">
                <a16:creationId xmlns:a16="http://schemas.microsoft.com/office/drawing/2014/main" id="{E6F5D345-9744-A50C-4450-4BABD57AAC1D}"/>
              </a:ext>
            </a:extLst>
          </p:cNvPr>
          <p:cNvSpPr/>
          <p:nvPr/>
        </p:nvSpPr>
        <p:spPr>
          <a:xfrm>
            <a:off x="5393826" y="4049040"/>
            <a:ext cx="330272" cy="89537"/>
          </a:xfrm>
          <a:custGeom>
            <a:avLst/>
            <a:gdLst/>
            <a:ahLst/>
            <a:cxnLst/>
            <a:rect l="l" t="t" r="r" b="b"/>
            <a:pathLst>
              <a:path w="10461" h="2836" extrusionOk="0">
                <a:moveTo>
                  <a:pt x="1734" y="0"/>
                </a:moveTo>
                <a:cubicBezTo>
                  <a:pt x="1513" y="0"/>
                  <a:pt x="1356" y="158"/>
                  <a:pt x="1356" y="347"/>
                </a:cubicBezTo>
                <a:lnTo>
                  <a:pt x="1356" y="693"/>
                </a:lnTo>
                <a:lnTo>
                  <a:pt x="1009" y="693"/>
                </a:lnTo>
                <a:cubicBezTo>
                  <a:pt x="410" y="693"/>
                  <a:pt x="1" y="1166"/>
                  <a:pt x="1" y="1733"/>
                </a:cubicBezTo>
                <a:lnTo>
                  <a:pt x="1" y="2836"/>
                </a:lnTo>
                <a:lnTo>
                  <a:pt x="10429" y="2836"/>
                </a:lnTo>
                <a:lnTo>
                  <a:pt x="10429" y="1733"/>
                </a:lnTo>
                <a:lnTo>
                  <a:pt x="10460" y="1733"/>
                </a:lnTo>
                <a:cubicBezTo>
                  <a:pt x="10460" y="1134"/>
                  <a:pt x="9988" y="693"/>
                  <a:pt x="9421" y="693"/>
                </a:cubicBezTo>
                <a:lnTo>
                  <a:pt x="9074" y="693"/>
                </a:lnTo>
                <a:lnTo>
                  <a:pt x="9074" y="347"/>
                </a:lnTo>
                <a:cubicBezTo>
                  <a:pt x="9074" y="158"/>
                  <a:pt x="8917" y="0"/>
                  <a:pt x="8728" y="0"/>
                </a:cubicBezTo>
                <a:cubicBezTo>
                  <a:pt x="8539" y="0"/>
                  <a:pt x="8381" y="158"/>
                  <a:pt x="8381" y="347"/>
                </a:cubicBezTo>
                <a:lnTo>
                  <a:pt x="8381" y="693"/>
                </a:lnTo>
                <a:lnTo>
                  <a:pt x="6995" y="693"/>
                </a:lnTo>
                <a:lnTo>
                  <a:pt x="6995" y="347"/>
                </a:lnTo>
                <a:cubicBezTo>
                  <a:pt x="6995" y="158"/>
                  <a:pt x="6837" y="0"/>
                  <a:pt x="6648" y="0"/>
                </a:cubicBezTo>
                <a:cubicBezTo>
                  <a:pt x="6459" y="0"/>
                  <a:pt x="6302" y="158"/>
                  <a:pt x="6302" y="347"/>
                </a:cubicBezTo>
                <a:lnTo>
                  <a:pt x="6302" y="693"/>
                </a:lnTo>
                <a:lnTo>
                  <a:pt x="4159" y="693"/>
                </a:lnTo>
                <a:lnTo>
                  <a:pt x="4159" y="347"/>
                </a:lnTo>
                <a:cubicBezTo>
                  <a:pt x="4159" y="158"/>
                  <a:pt x="4002" y="0"/>
                  <a:pt x="3813" y="0"/>
                </a:cubicBezTo>
                <a:cubicBezTo>
                  <a:pt x="3624" y="0"/>
                  <a:pt x="3466" y="158"/>
                  <a:pt x="3466" y="347"/>
                </a:cubicBezTo>
                <a:lnTo>
                  <a:pt x="3466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3" y="0"/>
                  <a:pt x="17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89" name="Google Shape;6106;p58">
            <a:extLst>
              <a:ext uri="{FF2B5EF4-FFF2-40B4-BE49-F238E27FC236}">
                <a16:creationId xmlns:a16="http://schemas.microsoft.com/office/drawing/2014/main" id="{D272C785-A61E-738E-2C29-2658D3458EEB}"/>
              </a:ext>
            </a:extLst>
          </p:cNvPr>
          <p:cNvSpPr/>
          <p:nvPr/>
        </p:nvSpPr>
        <p:spPr>
          <a:xfrm>
            <a:off x="5537572" y="4557694"/>
            <a:ext cx="86538" cy="86570"/>
          </a:xfrm>
          <a:custGeom>
            <a:avLst/>
            <a:gdLst/>
            <a:ahLst/>
            <a:cxnLst/>
            <a:rect l="l" t="t" r="r" b="b"/>
            <a:pathLst>
              <a:path w="2741" h="2742" extrusionOk="0">
                <a:moveTo>
                  <a:pt x="1355" y="1"/>
                </a:moveTo>
                <a:cubicBezTo>
                  <a:pt x="630" y="1"/>
                  <a:pt x="0" y="631"/>
                  <a:pt x="0" y="1387"/>
                </a:cubicBezTo>
                <a:cubicBezTo>
                  <a:pt x="0" y="2112"/>
                  <a:pt x="630" y="2742"/>
                  <a:pt x="1355" y="2742"/>
                </a:cubicBezTo>
                <a:cubicBezTo>
                  <a:pt x="2111" y="2742"/>
                  <a:pt x="2741" y="2112"/>
                  <a:pt x="2741" y="1387"/>
                </a:cubicBezTo>
                <a:cubicBezTo>
                  <a:pt x="2741" y="631"/>
                  <a:pt x="2142" y="1"/>
                  <a:pt x="1355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0" name="Google Shape;6107;p58">
            <a:extLst>
              <a:ext uri="{FF2B5EF4-FFF2-40B4-BE49-F238E27FC236}">
                <a16:creationId xmlns:a16="http://schemas.microsoft.com/office/drawing/2014/main" id="{728400D7-4DB6-F852-FAB3-BF6541E28350}"/>
              </a:ext>
            </a:extLst>
          </p:cNvPr>
          <p:cNvSpPr/>
          <p:nvPr/>
        </p:nvSpPr>
        <p:spPr>
          <a:xfrm>
            <a:off x="5503728" y="4642243"/>
            <a:ext cx="154228" cy="90548"/>
          </a:xfrm>
          <a:custGeom>
            <a:avLst/>
            <a:gdLst/>
            <a:ahLst/>
            <a:cxnLst/>
            <a:rect l="l" t="t" r="r" b="b"/>
            <a:pathLst>
              <a:path w="4885" h="2868" extrusionOk="0">
                <a:moveTo>
                  <a:pt x="820" y="1"/>
                </a:moveTo>
                <a:cubicBezTo>
                  <a:pt x="316" y="442"/>
                  <a:pt x="1" y="1104"/>
                  <a:pt x="1" y="1797"/>
                </a:cubicBezTo>
                <a:lnTo>
                  <a:pt x="1" y="2521"/>
                </a:lnTo>
                <a:cubicBezTo>
                  <a:pt x="1" y="2710"/>
                  <a:pt x="158" y="2868"/>
                  <a:pt x="347" y="2868"/>
                </a:cubicBezTo>
                <a:lnTo>
                  <a:pt x="4506" y="2868"/>
                </a:lnTo>
                <a:cubicBezTo>
                  <a:pt x="4727" y="2868"/>
                  <a:pt x="4884" y="2710"/>
                  <a:pt x="4884" y="2521"/>
                </a:cubicBezTo>
                <a:lnTo>
                  <a:pt x="4884" y="1860"/>
                </a:lnTo>
                <a:cubicBezTo>
                  <a:pt x="4884" y="1135"/>
                  <a:pt x="4569" y="473"/>
                  <a:pt x="4034" y="32"/>
                </a:cubicBezTo>
                <a:cubicBezTo>
                  <a:pt x="3655" y="473"/>
                  <a:pt x="3120" y="788"/>
                  <a:pt x="2427" y="788"/>
                </a:cubicBezTo>
                <a:cubicBezTo>
                  <a:pt x="1797" y="788"/>
                  <a:pt x="1198" y="473"/>
                  <a:pt x="82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1" name="Google Shape;6108;p58">
            <a:extLst>
              <a:ext uri="{FF2B5EF4-FFF2-40B4-BE49-F238E27FC236}">
                <a16:creationId xmlns:a16="http://schemas.microsoft.com/office/drawing/2014/main" id="{FDF7A721-5EB0-0714-1F45-38A59CABC1CE}"/>
              </a:ext>
            </a:extLst>
          </p:cNvPr>
          <p:cNvSpPr/>
          <p:nvPr/>
        </p:nvSpPr>
        <p:spPr>
          <a:xfrm>
            <a:off x="5679803" y="4798430"/>
            <a:ext cx="88559" cy="132317"/>
          </a:xfrm>
          <a:custGeom>
            <a:avLst/>
            <a:gdLst/>
            <a:ahLst/>
            <a:cxnLst/>
            <a:rect l="l" t="t" r="r" b="b"/>
            <a:pathLst>
              <a:path w="2805" h="4191" extrusionOk="0">
                <a:moveTo>
                  <a:pt x="0" y="0"/>
                </a:moveTo>
                <a:lnTo>
                  <a:pt x="0" y="4190"/>
                </a:lnTo>
                <a:lnTo>
                  <a:pt x="2458" y="4190"/>
                </a:lnTo>
                <a:cubicBezTo>
                  <a:pt x="2647" y="4190"/>
                  <a:pt x="2804" y="4033"/>
                  <a:pt x="2804" y="3844"/>
                </a:cubicBezTo>
                <a:lnTo>
                  <a:pt x="2804" y="315"/>
                </a:lnTo>
                <a:cubicBezTo>
                  <a:pt x="2773" y="158"/>
                  <a:pt x="2647" y="0"/>
                  <a:pt x="245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2" name="Google Shape;6109;p58">
            <a:extLst>
              <a:ext uri="{FF2B5EF4-FFF2-40B4-BE49-F238E27FC236}">
                <a16:creationId xmlns:a16="http://schemas.microsoft.com/office/drawing/2014/main" id="{BC04654D-E582-553C-3426-DB937FF409A5}"/>
              </a:ext>
            </a:extLst>
          </p:cNvPr>
          <p:cNvSpPr/>
          <p:nvPr/>
        </p:nvSpPr>
        <p:spPr>
          <a:xfrm>
            <a:off x="5394332" y="4842188"/>
            <a:ext cx="88559" cy="88559"/>
          </a:xfrm>
          <a:custGeom>
            <a:avLst/>
            <a:gdLst/>
            <a:ahLst/>
            <a:cxnLst/>
            <a:rect l="l" t="t" r="r" b="b"/>
            <a:pathLst>
              <a:path w="2805" h="2805" extrusionOk="0">
                <a:moveTo>
                  <a:pt x="347" y="0"/>
                </a:moveTo>
                <a:cubicBezTo>
                  <a:pt x="158" y="0"/>
                  <a:pt x="0" y="189"/>
                  <a:pt x="0" y="347"/>
                </a:cubicBezTo>
                <a:lnTo>
                  <a:pt x="0" y="2458"/>
                </a:lnTo>
                <a:cubicBezTo>
                  <a:pt x="0" y="2678"/>
                  <a:pt x="158" y="2804"/>
                  <a:pt x="347" y="2804"/>
                </a:cubicBezTo>
                <a:lnTo>
                  <a:pt x="2804" y="2804"/>
                </a:lnTo>
                <a:lnTo>
                  <a:pt x="280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3" name="Google Shape;6110;p58">
            <a:extLst>
              <a:ext uri="{FF2B5EF4-FFF2-40B4-BE49-F238E27FC236}">
                <a16:creationId xmlns:a16="http://schemas.microsoft.com/office/drawing/2014/main" id="{74FB4DB7-039E-88A5-0FC2-25169C9A1075}"/>
              </a:ext>
            </a:extLst>
          </p:cNvPr>
          <p:cNvSpPr/>
          <p:nvPr/>
        </p:nvSpPr>
        <p:spPr>
          <a:xfrm>
            <a:off x="5503728" y="4755650"/>
            <a:ext cx="154228" cy="176075"/>
          </a:xfrm>
          <a:custGeom>
            <a:avLst/>
            <a:gdLst/>
            <a:ahLst/>
            <a:cxnLst/>
            <a:rect l="l" t="t" r="r" b="b"/>
            <a:pathLst>
              <a:path w="4885" h="5577" extrusionOk="0">
                <a:moveTo>
                  <a:pt x="2466" y="1377"/>
                </a:moveTo>
                <a:cubicBezTo>
                  <a:pt x="2522" y="1377"/>
                  <a:pt x="2582" y="1392"/>
                  <a:pt x="2647" y="1418"/>
                </a:cubicBezTo>
                <a:cubicBezTo>
                  <a:pt x="2742" y="1450"/>
                  <a:pt x="2836" y="1607"/>
                  <a:pt x="2836" y="1733"/>
                </a:cubicBezTo>
                <a:lnTo>
                  <a:pt x="2836" y="3497"/>
                </a:lnTo>
                <a:lnTo>
                  <a:pt x="3183" y="3497"/>
                </a:lnTo>
                <a:cubicBezTo>
                  <a:pt x="3372" y="3497"/>
                  <a:pt x="3529" y="3655"/>
                  <a:pt x="3529" y="3844"/>
                </a:cubicBezTo>
                <a:cubicBezTo>
                  <a:pt x="3529" y="4033"/>
                  <a:pt x="3340" y="4159"/>
                  <a:pt x="3151" y="4159"/>
                </a:cubicBezTo>
                <a:lnTo>
                  <a:pt x="1765" y="4159"/>
                </a:lnTo>
                <a:cubicBezTo>
                  <a:pt x="1576" y="4159"/>
                  <a:pt x="1419" y="4002"/>
                  <a:pt x="1419" y="3812"/>
                </a:cubicBezTo>
                <a:cubicBezTo>
                  <a:pt x="1419" y="3623"/>
                  <a:pt x="1576" y="3466"/>
                  <a:pt x="1765" y="3466"/>
                </a:cubicBezTo>
                <a:lnTo>
                  <a:pt x="2112" y="3466"/>
                </a:lnTo>
                <a:lnTo>
                  <a:pt x="2112" y="2552"/>
                </a:lnTo>
                <a:lnTo>
                  <a:pt x="1986" y="2678"/>
                </a:lnTo>
                <a:cubicBezTo>
                  <a:pt x="1938" y="2726"/>
                  <a:pt x="1852" y="2749"/>
                  <a:pt x="1765" y="2749"/>
                </a:cubicBezTo>
                <a:cubicBezTo>
                  <a:pt x="1679" y="2749"/>
                  <a:pt x="1592" y="2726"/>
                  <a:pt x="1545" y="2678"/>
                </a:cubicBezTo>
                <a:cubicBezTo>
                  <a:pt x="1419" y="2552"/>
                  <a:pt x="1419" y="2300"/>
                  <a:pt x="1545" y="2206"/>
                </a:cubicBezTo>
                <a:lnTo>
                  <a:pt x="2238" y="1481"/>
                </a:lnTo>
                <a:cubicBezTo>
                  <a:pt x="2312" y="1407"/>
                  <a:pt x="2385" y="1377"/>
                  <a:pt x="2466" y="1377"/>
                </a:cubicBezTo>
                <a:close/>
                <a:moveTo>
                  <a:pt x="347" y="0"/>
                </a:moveTo>
                <a:cubicBezTo>
                  <a:pt x="158" y="0"/>
                  <a:pt x="1" y="158"/>
                  <a:pt x="1" y="347"/>
                </a:cubicBezTo>
                <a:lnTo>
                  <a:pt x="1" y="5577"/>
                </a:lnTo>
                <a:lnTo>
                  <a:pt x="4853" y="5577"/>
                </a:lnTo>
                <a:cubicBezTo>
                  <a:pt x="4884" y="3245"/>
                  <a:pt x="4884" y="2678"/>
                  <a:pt x="4884" y="347"/>
                </a:cubicBezTo>
                <a:cubicBezTo>
                  <a:pt x="4884" y="158"/>
                  <a:pt x="4727" y="0"/>
                  <a:pt x="453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5" name="Google Shape;6112;p58">
            <a:extLst>
              <a:ext uri="{FF2B5EF4-FFF2-40B4-BE49-F238E27FC236}">
                <a16:creationId xmlns:a16="http://schemas.microsoft.com/office/drawing/2014/main" id="{5A33C769-DA18-0091-DD49-E765BC26E1A9}"/>
              </a:ext>
            </a:extLst>
          </p:cNvPr>
          <p:cNvSpPr/>
          <p:nvPr/>
        </p:nvSpPr>
        <p:spPr>
          <a:xfrm>
            <a:off x="7761103" y="3664387"/>
            <a:ext cx="173108" cy="185042"/>
          </a:xfrm>
          <a:custGeom>
            <a:avLst/>
            <a:gdLst/>
            <a:ahLst/>
            <a:cxnLst/>
            <a:rect l="l" t="t" r="r" b="b"/>
            <a:pathLst>
              <a:path w="5483" h="5861" extrusionOk="0">
                <a:moveTo>
                  <a:pt x="2584" y="1"/>
                </a:moveTo>
                <a:lnTo>
                  <a:pt x="410" y="2206"/>
                </a:lnTo>
                <a:cubicBezTo>
                  <a:pt x="1" y="2615"/>
                  <a:pt x="1" y="3277"/>
                  <a:pt x="410" y="3655"/>
                </a:cubicBezTo>
                <a:lnTo>
                  <a:pt x="2584" y="5860"/>
                </a:lnTo>
                <a:lnTo>
                  <a:pt x="3781" y="4632"/>
                </a:lnTo>
                <a:cubicBezTo>
                  <a:pt x="3844" y="4584"/>
                  <a:pt x="3939" y="4561"/>
                  <a:pt x="4029" y="4561"/>
                </a:cubicBezTo>
                <a:cubicBezTo>
                  <a:pt x="4120" y="4561"/>
                  <a:pt x="4206" y="4584"/>
                  <a:pt x="4254" y="4632"/>
                </a:cubicBezTo>
                <a:lnTo>
                  <a:pt x="4726" y="5104"/>
                </a:lnTo>
                <a:cubicBezTo>
                  <a:pt x="4789" y="5167"/>
                  <a:pt x="4884" y="5199"/>
                  <a:pt x="4974" y="5199"/>
                </a:cubicBezTo>
                <a:cubicBezTo>
                  <a:pt x="5065" y="5199"/>
                  <a:pt x="5152" y="5167"/>
                  <a:pt x="5199" y="5104"/>
                </a:cubicBezTo>
                <a:cubicBezTo>
                  <a:pt x="5325" y="5010"/>
                  <a:pt x="5325" y="4758"/>
                  <a:pt x="5199" y="4632"/>
                </a:cubicBezTo>
                <a:lnTo>
                  <a:pt x="4726" y="4159"/>
                </a:lnTo>
                <a:cubicBezTo>
                  <a:pt x="4632" y="4065"/>
                  <a:pt x="4632" y="3813"/>
                  <a:pt x="4726" y="3687"/>
                </a:cubicBezTo>
                <a:lnTo>
                  <a:pt x="5482" y="2962"/>
                </a:lnTo>
                <a:lnTo>
                  <a:pt x="5010" y="2489"/>
                </a:lnTo>
                <a:lnTo>
                  <a:pt x="4789" y="2710"/>
                </a:lnTo>
                <a:cubicBezTo>
                  <a:pt x="4584" y="2915"/>
                  <a:pt x="4317" y="3017"/>
                  <a:pt x="4049" y="3017"/>
                </a:cubicBezTo>
                <a:cubicBezTo>
                  <a:pt x="3781" y="3017"/>
                  <a:pt x="3513" y="2915"/>
                  <a:pt x="3309" y="2710"/>
                </a:cubicBezTo>
                <a:cubicBezTo>
                  <a:pt x="2930" y="2332"/>
                  <a:pt x="2930" y="1670"/>
                  <a:pt x="3309" y="1261"/>
                </a:cubicBezTo>
                <a:lnTo>
                  <a:pt x="3561" y="1040"/>
                </a:lnTo>
                <a:lnTo>
                  <a:pt x="258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6" name="Google Shape;6113;p58">
            <a:extLst>
              <a:ext uri="{FF2B5EF4-FFF2-40B4-BE49-F238E27FC236}">
                <a16:creationId xmlns:a16="http://schemas.microsoft.com/office/drawing/2014/main" id="{65B9AD2B-593F-27C8-1D13-DA438B4CC6D0}"/>
              </a:ext>
            </a:extLst>
          </p:cNvPr>
          <p:cNvSpPr/>
          <p:nvPr/>
        </p:nvSpPr>
        <p:spPr>
          <a:xfrm>
            <a:off x="7858598" y="3570902"/>
            <a:ext cx="184031" cy="169098"/>
          </a:xfrm>
          <a:custGeom>
            <a:avLst/>
            <a:gdLst/>
            <a:ahLst/>
            <a:cxnLst/>
            <a:rect l="l" t="t" r="r" b="b"/>
            <a:pathLst>
              <a:path w="5829" h="5356" extrusionOk="0">
                <a:moveTo>
                  <a:pt x="2926" y="0"/>
                </a:moveTo>
                <a:cubicBezTo>
                  <a:pt x="2662" y="0"/>
                  <a:pt x="2394" y="95"/>
                  <a:pt x="2205" y="284"/>
                </a:cubicBezTo>
                <a:lnTo>
                  <a:pt x="0" y="2457"/>
                </a:lnTo>
                <a:lnTo>
                  <a:pt x="1229" y="3686"/>
                </a:lnTo>
                <a:cubicBezTo>
                  <a:pt x="1323" y="3781"/>
                  <a:pt x="1323" y="4033"/>
                  <a:pt x="1229" y="4127"/>
                </a:cubicBezTo>
                <a:lnTo>
                  <a:pt x="725" y="4600"/>
                </a:lnTo>
                <a:cubicBezTo>
                  <a:pt x="630" y="4726"/>
                  <a:pt x="630" y="4978"/>
                  <a:pt x="725" y="5072"/>
                </a:cubicBezTo>
                <a:cubicBezTo>
                  <a:pt x="788" y="5135"/>
                  <a:pt x="882" y="5167"/>
                  <a:pt x="977" y="5167"/>
                </a:cubicBezTo>
                <a:cubicBezTo>
                  <a:pt x="1071" y="5167"/>
                  <a:pt x="1166" y="5135"/>
                  <a:pt x="1229" y="5072"/>
                </a:cubicBezTo>
                <a:lnTo>
                  <a:pt x="1701" y="4600"/>
                </a:lnTo>
                <a:cubicBezTo>
                  <a:pt x="1749" y="4553"/>
                  <a:pt x="1835" y="4529"/>
                  <a:pt x="1926" y="4529"/>
                </a:cubicBezTo>
                <a:cubicBezTo>
                  <a:pt x="2016" y="4529"/>
                  <a:pt x="2111" y="4553"/>
                  <a:pt x="2174" y="4600"/>
                </a:cubicBezTo>
                <a:lnTo>
                  <a:pt x="2898" y="5356"/>
                </a:lnTo>
                <a:lnTo>
                  <a:pt x="3371" y="4883"/>
                </a:lnTo>
                <a:lnTo>
                  <a:pt x="3151" y="4663"/>
                </a:lnTo>
                <a:cubicBezTo>
                  <a:pt x="2741" y="4253"/>
                  <a:pt x="2741" y="3592"/>
                  <a:pt x="3151" y="3214"/>
                </a:cubicBezTo>
                <a:cubicBezTo>
                  <a:pt x="3340" y="3009"/>
                  <a:pt x="3607" y="2906"/>
                  <a:pt x="3875" y="2906"/>
                </a:cubicBezTo>
                <a:cubicBezTo>
                  <a:pt x="4143" y="2906"/>
                  <a:pt x="4411" y="3009"/>
                  <a:pt x="4600" y="3214"/>
                </a:cubicBezTo>
                <a:lnTo>
                  <a:pt x="4852" y="3434"/>
                </a:lnTo>
                <a:lnTo>
                  <a:pt x="5828" y="2457"/>
                </a:lnTo>
                <a:lnTo>
                  <a:pt x="3623" y="284"/>
                </a:lnTo>
                <a:cubicBezTo>
                  <a:pt x="3450" y="95"/>
                  <a:pt x="3190" y="0"/>
                  <a:pt x="29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7" name="Google Shape;6114;p58">
            <a:extLst>
              <a:ext uri="{FF2B5EF4-FFF2-40B4-BE49-F238E27FC236}">
                <a16:creationId xmlns:a16="http://schemas.microsoft.com/office/drawing/2014/main" id="{28DD6983-E09B-5EAB-0A99-CC1423EA301C}"/>
              </a:ext>
            </a:extLst>
          </p:cNvPr>
          <p:cNvSpPr/>
          <p:nvPr/>
        </p:nvSpPr>
        <p:spPr>
          <a:xfrm>
            <a:off x="7967992" y="3664388"/>
            <a:ext cx="173108" cy="184031"/>
          </a:xfrm>
          <a:custGeom>
            <a:avLst/>
            <a:gdLst/>
            <a:ahLst/>
            <a:cxnLst/>
            <a:rect l="l" t="t" r="r" b="b"/>
            <a:pathLst>
              <a:path w="5483" h="5829" extrusionOk="0">
                <a:moveTo>
                  <a:pt x="2899" y="1"/>
                </a:moveTo>
                <a:lnTo>
                  <a:pt x="1702" y="1229"/>
                </a:lnTo>
                <a:cubicBezTo>
                  <a:pt x="1639" y="1292"/>
                  <a:pt x="1544" y="1324"/>
                  <a:pt x="1450" y="1324"/>
                </a:cubicBezTo>
                <a:cubicBezTo>
                  <a:pt x="1355" y="1324"/>
                  <a:pt x="1261" y="1292"/>
                  <a:pt x="1198" y="1229"/>
                </a:cubicBezTo>
                <a:lnTo>
                  <a:pt x="725" y="757"/>
                </a:lnTo>
                <a:cubicBezTo>
                  <a:pt x="678" y="694"/>
                  <a:pt x="591" y="662"/>
                  <a:pt x="501" y="662"/>
                </a:cubicBezTo>
                <a:cubicBezTo>
                  <a:pt x="410" y="662"/>
                  <a:pt x="316" y="694"/>
                  <a:pt x="253" y="757"/>
                </a:cubicBezTo>
                <a:cubicBezTo>
                  <a:pt x="158" y="883"/>
                  <a:pt x="158" y="1103"/>
                  <a:pt x="253" y="1229"/>
                </a:cubicBezTo>
                <a:lnTo>
                  <a:pt x="725" y="1702"/>
                </a:lnTo>
                <a:cubicBezTo>
                  <a:pt x="851" y="1828"/>
                  <a:pt x="851" y="2048"/>
                  <a:pt x="725" y="2174"/>
                </a:cubicBezTo>
                <a:lnTo>
                  <a:pt x="1" y="2899"/>
                </a:lnTo>
                <a:lnTo>
                  <a:pt x="473" y="3372"/>
                </a:lnTo>
                <a:lnTo>
                  <a:pt x="694" y="3151"/>
                </a:lnTo>
                <a:cubicBezTo>
                  <a:pt x="898" y="2946"/>
                  <a:pt x="1166" y="2844"/>
                  <a:pt x="1434" y="2844"/>
                </a:cubicBezTo>
                <a:cubicBezTo>
                  <a:pt x="1702" y="2844"/>
                  <a:pt x="1970" y="2946"/>
                  <a:pt x="2174" y="3151"/>
                </a:cubicBezTo>
                <a:cubicBezTo>
                  <a:pt x="2552" y="3529"/>
                  <a:pt x="2552" y="4222"/>
                  <a:pt x="2174" y="4600"/>
                </a:cubicBezTo>
                <a:lnTo>
                  <a:pt x="1922" y="4852"/>
                </a:lnTo>
                <a:lnTo>
                  <a:pt x="2899" y="5829"/>
                </a:lnTo>
                <a:lnTo>
                  <a:pt x="5073" y="3655"/>
                </a:lnTo>
                <a:cubicBezTo>
                  <a:pt x="5482" y="3277"/>
                  <a:pt x="5482" y="2615"/>
                  <a:pt x="5073" y="2206"/>
                </a:cubicBezTo>
                <a:lnTo>
                  <a:pt x="2899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98" name="Google Shape;6115;p58">
            <a:extLst>
              <a:ext uri="{FF2B5EF4-FFF2-40B4-BE49-F238E27FC236}">
                <a16:creationId xmlns:a16="http://schemas.microsoft.com/office/drawing/2014/main" id="{713333D1-D951-DB2D-F92E-5F55AEEF433D}"/>
              </a:ext>
            </a:extLst>
          </p:cNvPr>
          <p:cNvSpPr/>
          <p:nvPr/>
        </p:nvSpPr>
        <p:spPr>
          <a:xfrm>
            <a:off x="7858597" y="3773815"/>
            <a:ext cx="186020" cy="170108"/>
          </a:xfrm>
          <a:custGeom>
            <a:avLst/>
            <a:gdLst/>
            <a:ahLst/>
            <a:cxnLst/>
            <a:rect l="l" t="t" r="r" b="b"/>
            <a:pathLst>
              <a:path w="5892" h="5388" extrusionOk="0">
                <a:moveTo>
                  <a:pt x="2993" y="0"/>
                </a:moveTo>
                <a:lnTo>
                  <a:pt x="2520" y="473"/>
                </a:lnTo>
                <a:lnTo>
                  <a:pt x="2741" y="725"/>
                </a:lnTo>
                <a:cubicBezTo>
                  <a:pt x="3151" y="1103"/>
                  <a:pt x="3151" y="1764"/>
                  <a:pt x="2741" y="2174"/>
                </a:cubicBezTo>
                <a:cubicBezTo>
                  <a:pt x="2505" y="2363"/>
                  <a:pt x="2221" y="2457"/>
                  <a:pt x="1949" y="2457"/>
                </a:cubicBezTo>
                <a:cubicBezTo>
                  <a:pt x="1678" y="2457"/>
                  <a:pt x="1418" y="2363"/>
                  <a:pt x="1229" y="2174"/>
                </a:cubicBezTo>
                <a:lnTo>
                  <a:pt x="977" y="1922"/>
                </a:lnTo>
                <a:lnTo>
                  <a:pt x="0" y="2930"/>
                </a:lnTo>
                <a:lnTo>
                  <a:pt x="2205" y="5072"/>
                </a:lnTo>
                <a:cubicBezTo>
                  <a:pt x="2394" y="5293"/>
                  <a:pt x="2678" y="5387"/>
                  <a:pt x="2930" y="5387"/>
                </a:cubicBezTo>
                <a:cubicBezTo>
                  <a:pt x="3214" y="5387"/>
                  <a:pt x="3497" y="5293"/>
                  <a:pt x="3686" y="5072"/>
                </a:cubicBezTo>
                <a:lnTo>
                  <a:pt x="5891" y="2930"/>
                </a:lnTo>
                <a:lnTo>
                  <a:pt x="4663" y="1701"/>
                </a:lnTo>
                <a:cubicBezTo>
                  <a:pt x="4568" y="1575"/>
                  <a:pt x="4568" y="1355"/>
                  <a:pt x="4663" y="1229"/>
                </a:cubicBezTo>
                <a:lnTo>
                  <a:pt x="5167" y="756"/>
                </a:lnTo>
                <a:cubicBezTo>
                  <a:pt x="5261" y="630"/>
                  <a:pt x="5261" y="410"/>
                  <a:pt x="5167" y="284"/>
                </a:cubicBezTo>
                <a:cubicBezTo>
                  <a:pt x="5104" y="221"/>
                  <a:pt x="5009" y="189"/>
                  <a:pt x="4915" y="189"/>
                </a:cubicBezTo>
                <a:cubicBezTo>
                  <a:pt x="4820" y="189"/>
                  <a:pt x="4726" y="221"/>
                  <a:pt x="4663" y="284"/>
                </a:cubicBezTo>
                <a:lnTo>
                  <a:pt x="4190" y="756"/>
                </a:lnTo>
                <a:cubicBezTo>
                  <a:pt x="4143" y="819"/>
                  <a:pt x="4056" y="851"/>
                  <a:pt x="3966" y="851"/>
                </a:cubicBezTo>
                <a:cubicBezTo>
                  <a:pt x="3875" y="851"/>
                  <a:pt x="3781" y="819"/>
                  <a:pt x="3718" y="756"/>
                </a:cubicBezTo>
                <a:lnTo>
                  <a:pt x="299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0" name="Google Shape;6117;p58">
            <a:extLst>
              <a:ext uri="{FF2B5EF4-FFF2-40B4-BE49-F238E27FC236}">
                <a16:creationId xmlns:a16="http://schemas.microsoft.com/office/drawing/2014/main" id="{73C8E181-617E-E053-4EFD-577FE296D856}"/>
              </a:ext>
            </a:extLst>
          </p:cNvPr>
          <p:cNvSpPr/>
          <p:nvPr/>
        </p:nvSpPr>
        <p:spPr>
          <a:xfrm>
            <a:off x="7972981" y="4257916"/>
            <a:ext cx="154196" cy="153218"/>
          </a:xfrm>
          <a:custGeom>
            <a:avLst/>
            <a:gdLst/>
            <a:ahLst/>
            <a:cxnLst/>
            <a:rect l="l" t="t" r="r" b="b"/>
            <a:pathLst>
              <a:path w="4884" h="4853" extrusionOk="0">
                <a:moveTo>
                  <a:pt x="2426" y="662"/>
                </a:moveTo>
                <a:cubicBezTo>
                  <a:pt x="2646" y="662"/>
                  <a:pt x="2804" y="819"/>
                  <a:pt x="2804" y="1008"/>
                </a:cubicBezTo>
                <a:cubicBezTo>
                  <a:pt x="2804" y="1197"/>
                  <a:pt x="2646" y="1355"/>
                  <a:pt x="2426" y="1355"/>
                </a:cubicBezTo>
                <a:cubicBezTo>
                  <a:pt x="2237" y="1355"/>
                  <a:pt x="2079" y="1197"/>
                  <a:pt x="2079" y="1008"/>
                </a:cubicBezTo>
                <a:cubicBezTo>
                  <a:pt x="2079" y="819"/>
                  <a:pt x="2237" y="662"/>
                  <a:pt x="2426" y="662"/>
                </a:cubicBezTo>
                <a:close/>
                <a:moveTo>
                  <a:pt x="2426" y="1670"/>
                </a:moveTo>
                <a:cubicBezTo>
                  <a:pt x="2646" y="1670"/>
                  <a:pt x="2804" y="1828"/>
                  <a:pt x="2804" y="2048"/>
                </a:cubicBezTo>
                <a:lnTo>
                  <a:pt x="2804" y="3781"/>
                </a:lnTo>
                <a:cubicBezTo>
                  <a:pt x="2804" y="3970"/>
                  <a:pt x="2646" y="4127"/>
                  <a:pt x="2426" y="4127"/>
                </a:cubicBezTo>
                <a:cubicBezTo>
                  <a:pt x="2237" y="4127"/>
                  <a:pt x="2079" y="3970"/>
                  <a:pt x="2079" y="3781"/>
                </a:cubicBezTo>
                <a:lnTo>
                  <a:pt x="2079" y="2048"/>
                </a:lnTo>
                <a:cubicBezTo>
                  <a:pt x="2079" y="1828"/>
                  <a:pt x="2237" y="1670"/>
                  <a:pt x="2426" y="1670"/>
                </a:cubicBezTo>
                <a:close/>
                <a:moveTo>
                  <a:pt x="2426" y="0"/>
                </a:moveTo>
                <a:cubicBezTo>
                  <a:pt x="1103" y="0"/>
                  <a:pt x="0" y="1103"/>
                  <a:pt x="0" y="2426"/>
                </a:cubicBezTo>
                <a:cubicBezTo>
                  <a:pt x="0" y="3749"/>
                  <a:pt x="1103" y="4852"/>
                  <a:pt x="2426" y="4852"/>
                </a:cubicBezTo>
                <a:cubicBezTo>
                  <a:pt x="3781" y="4852"/>
                  <a:pt x="4883" y="3749"/>
                  <a:pt x="4883" y="2426"/>
                </a:cubicBezTo>
                <a:cubicBezTo>
                  <a:pt x="4883" y="1040"/>
                  <a:pt x="3781" y="0"/>
                  <a:pt x="24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1" name="Google Shape;6118;p58">
            <a:extLst>
              <a:ext uri="{FF2B5EF4-FFF2-40B4-BE49-F238E27FC236}">
                <a16:creationId xmlns:a16="http://schemas.microsoft.com/office/drawing/2014/main" id="{C41BA9D0-2D5C-B541-8516-D068432C808D}"/>
              </a:ext>
            </a:extLst>
          </p:cNvPr>
          <p:cNvSpPr/>
          <p:nvPr/>
        </p:nvSpPr>
        <p:spPr>
          <a:xfrm>
            <a:off x="7775026" y="4136555"/>
            <a:ext cx="44801" cy="273569"/>
          </a:xfrm>
          <a:custGeom>
            <a:avLst/>
            <a:gdLst/>
            <a:ahLst/>
            <a:cxnLst/>
            <a:rect l="l" t="t" r="r" b="b"/>
            <a:pathLst>
              <a:path w="1419" h="8665" extrusionOk="0">
                <a:moveTo>
                  <a:pt x="32" y="1"/>
                </a:moveTo>
                <a:lnTo>
                  <a:pt x="32" y="7310"/>
                </a:lnTo>
                <a:cubicBezTo>
                  <a:pt x="1" y="8034"/>
                  <a:pt x="631" y="8665"/>
                  <a:pt x="1418" y="8665"/>
                </a:cubicBezTo>
                <a:lnTo>
                  <a:pt x="1418" y="347"/>
                </a:lnTo>
                <a:lnTo>
                  <a:pt x="1072" y="347"/>
                </a:lnTo>
                <a:cubicBezTo>
                  <a:pt x="662" y="347"/>
                  <a:pt x="316" y="253"/>
                  <a:pt x="3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2" name="Google Shape;6119;p58">
            <a:extLst>
              <a:ext uri="{FF2B5EF4-FFF2-40B4-BE49-F238E27FC236}">
                <a16:creationId xmlns:a16="http://schemas.microsoft.com/office/drawing/2014/main" id="{1DB03FD5-D2CB-6FDA-3F5E-E77100EA9F56}"/>
              </a:ext>
            </a:extLst>
          </p:cNvPr>
          <p:cNvSpPr/>
          <p:nvPr/>
        </p:nvSpPr>
        <p:spPr>
          <a:xfrm>
            <a:off x="7840664" y="4147511"/>
            <a:ext cx="220876" cy="262613"/>
          </a:xfrm>
          <a:custGeom>
            <a:avLst/>
            <a:gdLst/>
            <a:ahLst/>
            <a:cxnLst/>
            <a:rect l="l" t="t" r="r" b="b"/>
            <a:pathLst>
              <a:path w="6996" h="8318" extrusionOk="0">
                <a:moveTo>
                  <a:pt x="5262" y="693"/>
                </a:moveTo>
                <a:cubicBezTo>
                  <a:pt x="5451" y="693"/>
                  <a:pt x="5609" y="851"/>
                  <a:pt x="5609" y="1040"/>
                </a:cubicBezTo>
                <a:cubicBezTo>
                  <a:pt x="5609" y="1229"/>
                  <a:pt x="5451" y="1386"/>
                  <a:pt x="5262" y="1386"/>
                </a:cubicBezTo>
                <a:lnTo>
                  <a:pt x="1072" y="1386"/>
                </a:lnTo>
                <a:cubicBezTo>
                  <a:pt x="883" y="1386"/>
                  <a:pt x="726" y="1229"/>
                  <a:pt x="726" y="1040"/>
                </a:cubicBezTo>
                <a:cubicBezTo>
                  <a:pt x="726" y="851"/>
                  <a:pt x="883" y="693"/>
                  <a:pt x="1072" y="693"/>
                </a:cubicBezTo>
                <a:close/>
                <a:moveTo>
                  <a:pt x="5262" y="2080"/>
                </a:moveTo>
                <a:cubicBezTo>
                  <a:pt x="5451" y="2080"/>
                  <a:pt x="5609" y="2237"/>
                  <a:pt x="5609" y="2426"/>
                </a:cubicBezTo>
                <a:cubicBezTo>
                  <a:pt x="5609" y="2615"/>
                  <a:pt x="5451" y="2773"/>
                  <a:pt x="5262" y="2773"/>
                </a:cubicBezTo>
                <a:lnTo>
                  <a:pt x="1072" y="2773"/>
                </a:lnTo>
                <a:cubicBezTo>
                  <a:pt x="883" y="2773"/>
                  <a:pt x="726" y="2615"/>
                  <a:pt x="726" y="2426"/>
                </a:cubicBezTo>
                <a:cubicBezTo>
                  <a:pt x="726" y="2237"/>
                  <a:pt x="883" y="2080"/>
                  <a:pt x="1072" y="2080"/>
                </a:cubicBezTo>
                <a:close/>
                <a:moveTo>
                  <a:pt x="1" y="0"/>
                </a:moveTo>
                <a:lnTo>
                  <a:pt x="1" y="8318"/>
                </a:lnTo>
                <a:lnTo>
                  <a:pt x="4695" y="8318"/>
                </a:lnTo>
                <a:cubicBezTo>
                  <a:pt x="4002" y="7750"/>
                  <a:pt x="3498" y="6868"/>
                  <a:pt x="3498" y="5892"/>
                </a:cubicBezTo>
                <a:cubicBezTo>
                  <a:pt x="3498" y="5766"/>
                  <a:pt x="3561" y="5640"/>
                  <a:pt x="3561" y="5545"/>
                </a:cubicBezTo>
                <a:lnTo>
                  <a:pt x="1072" y="5545"/>
                </a:lnTo>
                <a:cubicBezTo>
                  <a:pt x="883" y="5545"/>
                  <a:pt x="726" y="5388"/>
                  <a:pt x="726" y="5167"/>
                </a:cubicBezTo>
                <a:lnTo>
                  <a:pt x="726" y="3812"/>
                </a:lnTo>
                <a:cubicBezTo>
                  <a:pt x="726" y="3592"/>
                  <a:pt x="883" y="3434"/>
                  <a:pt x="1072" y="3434"/>
                </a:cubicBezTo>
                <a:lnTo>
                  <a:pt x="4695" y="3434"/>
                </a:lnTo>
                <a:cubicBezTo>
                  <a:pt x="5199" y="3056"/>
                  <a:pt x="5861" y="2773"/>
                  <a:pt x="6617" y="2773"/>
                </a:cubicBezTo>
                <a:cubicBezTo>
                  <a:pt x="6743" y="2773"/>
                  <a:pt x="6869" y="2804"/>
                  <a:pt x="6995" y="2804"/>
                </a:cubicBezTo>
                <a:lnTo>
                  <a:pt x="6995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3" name="Google Shape;6120;p58">
            <a:extLst>
              <a:ext uri="{FF2B5EF4-FFF2-40B4-BE49-F238E27FC236}">
                <a16:creationId xmlns:a16="http://schemas.microsoft.com/office/drawing/2014/main" id="{BA1631B5-129D-D84D-7E7F-475EB549C10D}"/>
              </a:ext>
            </a:extLst>
          </p:cNvPr>
          <p:cNvSpPr/>
          <p:nvPr/>
        </p:nvSpPr>
        <p:spPr>
          <a:xfrm>
            <a:off x="7885433" y="4278785"/>
            <a:ext cx="83602" cy="21911"/>
          </a:xfrm>
          <a:custGeom>
            <a:avLst/>
            <a:gdLst/>
            <a:ahLst/>
            <a:cxnLst/>
            <a:rect l="l" t="t" r="r" b="b"/>
            <a:pathLst>
              <a:path w="2648" h="694" extrusionOk="0">
                <a:moveTo>
                  <a:pt x="1" y="1"/>
                </a:moveTo>
                <a:lnTo>
                  <a:pt x="1" y="694"/>
                </a:lnTo>
                <a:lnTo>
                  <a:pt x="2301" y="694"/>
                </a:lnTo>
                <a:cubicBezTo>
                  <a:pt x="2364" y="473"/>
                  <a:pt x="2490" y="221"/>
                  <a:pt x="2647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4" name="Google Shape;6121;p58">
            <a:extLst>
              <a:ext uri="{FF2B5EF4-FFF2-40B4-BE49-F238E27FC236}">
                <a16:creationId xmlns:a16="http://schemas.microsoft.com/office/drawing/2014/main" id="{A965A2EA-513D-7CBD-8AFC-18BE68E4F0A0}"/>
              </a:ext>
            </a:extLst>
          </p:cNvPr>
          <p:cNvSpPr/>
          <p:nvPr/>
        </p:nvSpPr>
        <p:spPr>
          <a:xfrm>
            <a:off x="7775027" y="4060973"/>
            <a:ext cx="285503" cy="64691"/>
          </a:xfrm>
          <a:custGeom>
            <a:avLst/>
            <a:gdLst/>
            <a:ahLst/>
            <a:cxnLst/>
            <a:rect l="l" t="t" r="r" b="b"/>
            <a:pathLst>
              <a:path w="9043" h="2049" extrusionOk="0">
                <a:moveTo>
                  <a:pt x="1072" y="0"/>
                </a:moveTo>
                <a:cubicBezTo>
                  <a:pt x="473" y="0"/>
                  <a:pt x="32" y="473"/>
                  <a:pt x="32" y="1040"/>
                </a:cubicBezTo>
                <a:cubicBezTo>
                  <a:pt x="1" y="1576"/>
                  <a:pt x="473" y="2048"/>
                  <a:pt x="1072" y="2048"/>
                </a:cubicBezTo>
                <a:lnTo>
                  <a:pt x="9043" y="2048"/>
                </a:lnTo>
                <a:cubicBezTo>
                  <a:pt x="8475" y="2048"/>
                  <a:pt x="8034" y="1576"/>
                  <a:pt x="8034" y="1040"/>
                </a:cubicBezTo>
                <a:cubicBezTo>
                  <a:pt x="8034" y="441"/>
                  <a:pt x="8507" y="0"/>
                  <a:pt x="90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6" name="Google Shape;6123;p58">
            <a:extLst>
              <a:ext uri="{FF2B5EF4-FFF2-40B4-BE49-F238E27FC236}">
                <a16:creationId xmlns:a16="http://schemas.microsoft.com/office/drawing/2014/main" id="{30736024-1AE6-B571-C68E-2D9C3BE96963}"/>
              </a:ext>
            </a:extLst>
          </p:cNvPr>
          <p:cNvSpPr/>
          <p:nvPr/>
        </p:nvSpPr>
        <p:spPr>
          <a:xfrm>
            <a:off x="7786977" y="4797924"/>
            <a:ext cx="153185" cy="133295"/>
          </a:xfrm>
          <a:custGeom>
            <a:avLst/>
            <a:gdLst/>
            <a:ahLst/>
            <a:cxnLst/>
            <a:rect l="l" t="t" r="r" b="b"/>
            <a:pathLst>
              <a:path w="4852" h="4222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lnTo>
                  <a:pt x="0" y="3875"/>
                </a:lnTo>
                <a:cubicBezTo>
                  <a:pt x="0" y="4064"/>
                  <a:pt x="158" y="4222"/>
                  <a:pt x="378" y="4222"/>
                </a:cubicBezTo>
                <a:lnTo>
                  <a:pt x="4852" y="4222"/>
                </a:lnTo>
                <a:lnTo>
                  <a:pt x="4852" y="2584"/>
                </a:lnTo>
                <a:lnTo>
                  <a:pt x="230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7" name="Google Shape;6124;p58">
            <a:extLst>
              <a:ext uri="{FF2B5EF4-FFF2-40B4-BE49-F238E27FC236}">
                <a16:creationId xmlns:a16="http://schemas.microsoft.com/office/drawing/2014/main" id="{A0F77138-3919-6720-EA31-969B5778AEF9}"/>
              </a:ext>
            </a:extLst>
          </p:cNvPr>
          <p:cNvSpPr/>
          <p:nvPr/>
        </p:nvSpPr>
        <p:spPr>
          <a:xfrm>
            <a:off x="7909316" y="4816803"/>
            <a:ext cx="84581" cy="42812"/>
          </a:xfrm>
          <a:custGeom>
            <a:avLst/>
            <a:gdLst/>
            <a:ahLst/>
            <a:cxnLst/>
            <a:rect l="l" t="t" r="r" b="b"/>
            <a:pathLst>
              <a:path w="2679" h="1356" extrusionOk="0">
                <a:moveTo>
                  <a:pt x="2678" y="1"/>
                </a:moveTo>
                <a:lnTo>
                  <a:pt x="2678" y="1"/>
                </a:lnTo>
                <a:cubicBezTo>
                  <a:pt x="2458" y="32"/>
                  <a:pt x="2237" y="127"/>
                  <a:pt x="1985" y="127"/>
                </a:cubicBezTo>
                <a:lnTo>
                  <a:pt x="662" y="127"/>
                </a:lnTo>
                <a:cubicBezTo>
                  <a:pt x="441" y="127"/>
                  <a:pt x="221" y="95"/>
                  <a:pt x="0" y="1"/>
                </a:cubicBezTo>
                <a:lnTo>
                  <a:pt x="0" y="1"/>
                </a:lnTo>
                <a:lnTo>
                  <a:pt x="1323" y="1355"/>
                </a:lnTo>
                <a:lnTo>
                  <a:pt x="267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8" name="Google Shape;6125;p58">
            <a:extLst>
              <a:ext uri="{FF2B5EF4-FFF2-40B4-BE49-F238E27FC236}">
                <a16:creationId xmlns:a16="http://schemas.microsoft.com/office/drawing/2014/main" id="{864C8B4F-DC36-FA15-52A3-83720A88E973}"/>
              </a:ext>
            </a:extLst>
          </p:cNvPr>
          <p:cNvSpPr/>
          <p:nvPr/>
        </p:nvSpPr>
        <p:spPr>
          <a:xfrm>
            <a:off x="7963020" y="4797924"/>
            <a:ext cx="152207" cy="133295"/>
          </a:xfrm>
          <a:custGeom>
            <a:avLst/>
            <a:gdLst/>
            <a:ahLst/>
            <a:cxnLst/>
            <a:rect l="l" t="t" r="r" b="b"/>
            <a:pathLst>
              <a:path w="4821" h="4222" extrusionOk="0">
                <a:moveTo>
                  <a:pt x="2426" y="2048"/>
                </a:moveTo>
                <a:cubicBezTo>
                  <a:pt x="2615" y="2048"/>
                  <a:pt x="2773" y="2205"/>
                  <a:pt x="2773" y="2426"/>
                </a:cubicBezTo>
                <a:cubicBezTo>
                  <a:pt x="2773" y="2615"/>
                  <a:pt x="2615" y="2773"/>
                  <a:pt x="2426" y="2773"/>
                </a:cubicBezTo>
                <a:lnTo>
                  <a:pt x="1733" y="2773"/>
                </a:lnTo>
                <a:cubicBezTo>
                  <a:pt x="1513" y="2773"/>
                  <a:pt x="1355" y="2615"/>
                  <a:pt x="1355" y="2426"/>
                </a:cubicBezTo>
                <a:cubicBezTo>
                  <a:pt x="1355" y="2205"/>
                  <a:pt x="1513" y="2048"/>
                  <a:pt x="1733" y="2048"/>
                </a:cubicBezTo>
                <a:close/>
                <a:moveTo>
                  <a:pt x="2552" y="0"/>
                </a:moveTo>
                <a:lnTo>
                  <a:pt x="1" y="2584"/>
                </a:lnTo>
                <a:lnTo>
                  <a:pt x="1" y="4222"/>
                </a:lnTo>
                <a:lnTo>
                  <a:pt x="4474" y="4222"/>
                </a:lnTo>
                <a:cubicBezTo>
                  <a:pt x="4663" y="4222"/>
                  <a:pt x="4821" y="4064"/>
                  <a:pt x="4821" y="3875"/>
                </a:cubicBezTo>
                <a:lnTo>
                  <a:pt x="4821" y="1733"/>
                </a:lnTo>
                <a:cubicBezTo>
                  <a:pt x="4821" y="788"/>
                  <a:pt x="4033" y="0"/>
                  <a:pt x="30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09" name="Google Shape;6126;p58">
            <a:extLst>
              <a:ext uri="{FF2B5EF4-FFF2-40B4-BE49-F238E27FC236}">
                <a16:creationId xmlns:a16="http://schemas.microsoft.com/office/drawing/2014/main" id="{34CC1ECC-B433-A7BD-4BDC-0E0C31CAA9BA}"/>
              </a:ext>
            </a:extLst>
          </p:cNvPr>
          <p:cNvSpPr/>
          <p:nvPr/>
        </p:nvSpPr>
        <p:spPr>
          <a:xfrm>
            <a:off x="7809834" y="4558199"/>
            <a:ext cx="283514" cy="194987"/>
          </a:xfrm>
          <a:custGeom>
            <a:avLst/>
            <a:gdLst/>
            <a:ahLst/>
            <a:cxnLst/>
            <a:rect l="l" t="t" r="r" b="b"/>
            <a:pathLst>
              <a:path w="8980" h="6176" extrusionOk="0">
                <a:moveTo>
                  <a:pt x="3120" y="1"/>
                </a:moveTo>
                <a:cubicBezTo>
                  <a:pt x="1387" y="1"/>
                  <a:pt x="1" y="1418"/>
                  <a:pt x="1" y="3119"/>
                </a:cubicBezTo>
                <a:lnTo>
                  <a:pt x="1" y="4506"/>
                </a:lnTo>
                <a:cubicBezTo>
                  <a:pt x="1" y="5325"/>
                  <a:pt x="568" y="6018"/>
                  <a:pt x="1355" y="6175"/>
                </a:cubicBezTo>
                <a:lnTo>
                  <a:pt x="1355" y="2773"/>
                </a:lnTo>
                <a:lnTo>
                  <a:pt x="1009" y="2773"/>
                </a:lnTo>
                <a:cubicBezTo>
                  <a:pt x="914" y="2773"/>
                  <a:pt x="820" y="2804"/>
                  <a:pt x="694" y="2804"/>
                </a:cubicBezTo>
                <a:cubicBezTo>
                  <a:pt x="851" y="1607"/>
                  <a:pt x="1860" y="662"/>
                  <a:pt x="3120" y="662"/>
                </a:cubicBezTo>
                <a:lnTo>
                  <a:pt x="5861" y="662"/>
                </a:lnTo>
                <a:cubicBezTo>
                  <a:pt x="7089" y="662"/>
                  <a:pt x="8098" y="1607"/>
                  <a:pt x="8255" y="2804"/>
                </a:cubicBezTo>
                <a:cubicBezTo>
                  <a:pt x="8161" y="2773"/>
                  <a:pt x="8066" y="2773"/>
                  <a:pt x="7940" y="2773"/>
                </a:cubicBezTo>
                <a:lnTo>
                  <a:pt x="7593" y="2773"/>
                </a:lnTo>
                <a:lnTo>
                  <a:pt x="7593" y="6175"/>
                </a:lnTo>
                <a:cubicBezTo>
                  <a:pt x="8381" y="6018"/>
                  <a:pt x="8980" y="5325"/>
                  <a:pt x="8980" y="4506"/>
                </a:cubicBezTo>
                <a:lnTo>
                  <a:pt x="8980" y="3119"/>
                </a:lnTo>
                <a:cubicBezTo>
                  <a:pt x="8980" y="1387"/>
                  <a:pt x="7562" y="1"/>
                  <a:pt x="5861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0" name="Google Shape;6127;p58">
            <a:extLst>
              <a:ext uri="{FF2B5EF4-FFF2-40B4-BE49-F238E27FC236}">
                <a16:creationId xmlns:a16="http://schemas.microsoft.com/office/drawing/2014/main" id="{F22EE514-600E-3209-EC33-9899B2316F5C}"/>
              </a:ext>
            </a:extLst>
          </p:cNvPr>
          <p:cNvSpPr/>
          <p:nvPr/>
        </p:nvSpPr>
        <p:spPr>
          <a:xfrm>
            <a:off x="7875504" y="4601958"/>
            <a:ext cx="87548" cy="65701"/>
          </a:xfrm>
          <a:custGeom>
            <a:avLst/>
            <a:gdLst/>
            <a:ahLst/>
            <a:cxnLst/>
            <a:rect l="l" t="t" r="r" b="b"/>
            <a:pathLst>
              <a:path w="2773" h="2081" extrusionOk="0">
                <a:moveTo>
                  <a:pt x="1733" y="1"/>
                </a:moveTo>
                <a:cubicBezTo>
                  <a:pt x="788" y="1"/>
                  <a:pt x="0" y="788"/>
                  <a:pt x="0" y="1733"/>
                </a:cubicBezTo>
                <a:lnTo>
                  <a:pt x="0" y="2080"/>
                </a:lnTo>
                <a:lnTo>
                  <a:pt x="1733" y="2080"/>
                </a:lnTo>
                <a:cubicBezTo>
                  <a:pt x="2300" y="2049"/>
                  <a:pt x="2773" y="1607"/>
                  <a:pt x="2773" y="1009"/>
                </a:cubicBezTo>
                <a:lnTo>
                  <a:pt x="2773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1" name="Google Shape;6128;p58">
            <a:extLst>
              <a:ext uri="{FF2B5EF4-FFF2-40B4-BE49-F238E27FC236}">
                <a16:creationId xmlns:a16="http://schemas.microsoft.com/office/drawing/2014/main" id="{08B65984-1259-21A8-20E3-9AE9291C8C2A}"/>
              </a:ext>
            </a:extLst>
          </p:cNvPr>
          <p:cNvSpPr/>
          <p:nvPr/>
        </p:nvSpPr>
        <p:spPr>
          <a:xfrm>
            <a:off x="7984899" y="4602968"/>
            <a:ext cx="43790" cy="64691"/>
          </a:xfrm>
          <a:custGeom>
            <a:avLst/>
            <a:gdLst/>
            <a:ahLst/>
            <a:cxnLst/>
            <a:rect l="l" t="t" r="r" b="b"/>
            <a:pathLst>
              <a:path w="1387" h="2049" extrusionOk="0">
                <a:moveTo>
                  <a:pt x="1" y="0"/>
                </a:moveTo>
                <a:lnTo>
                  <a:pt x="1" y="1040"/>
                </a:lnTo>
                <a:cubicBezTo>
                  <a:pt x="1" y="1607"/>
                  <a:pt x="473" y="2048"/>
                  <a:pt x="1040" y="2048"/>
                </a:cubicBezTo>
                <a:lnTo>
                  <a:pt x="1387" y="2048"/>
                </a:lnTo>
                <a:lnTo>
                  <a:pt x="1387" y="1701"/>
                </a:lnTo>
                <a:cubicBezTo>
                  <a:pt x="1387" y="882"/>
                  <a:pt x="788" y="158"/>
                  <a:pt x="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2" name="Google Shape;6129;p58">
            <a:extLst>
              <a:ext uri="{FF2B5EF4-FFF2-40B4-BE49-F238E27FC236}">
                <a16:creationId xmlns:a16="http://schemas.microsoft.com/office/drawing/2014/main" id="{B45B3376-6225-2AB4-68E5-473CD0DB9CCC}"/>
              </a:ext>
            </a:extLst>
          </p:cNvPr>
          <p:cNvSpPr/>
          <p:nvPr/>
        </p:nvSpPr>
        <p:spPr>
          <a:xfrm>
            <a:off x="7875504" y="4666616"/>
            <a:ext cx="153185" cy="131339"/>
          </a:xfrm>
          <a:custGeom>
            <a:avLst/>
            <a:gdLst/>
            <a:ahLst/>
            <a:cxnLst/>
            <a:rect l="l" t="t" r="r" b="b"/>
            <a:pathLst>
              <a:path w="4852" h="4160" extrusionOk="0">
                <a:moveTo>
                  <a:pt x="3119" y="1"/>
                </a:moveTo>
                <a:cubicBezTo>
                  <a:pt x="2804" y="442"/>
                  <a:pt x="2300" y="694"/>
                  <a:pt x="1733" y="694"/>
                </a:cubicBezTo>
                <a:lnTo>
                  <a:pt x="0" y="694"/>
                </a:lnTo>
                <a:lnTo>
                  <a:pt x="0" y="2426"/>
                </a:lnTo>
                <a:cubicBezTo>
                  <a:pt x="0" y="3372"/>
                  <a:pt x="788" y="4159"/>
                  <a:pt x="1733" y="4159"/>
                </a:cubicBezTo>
                <a:lnTo>
                  <a:pt x="3119" y="4159"/>
                </a:lnTo>
                <a:cubicBezTo>
                  <a:pt x="4064" y="4159"/>
                  <a:pt x="4852" y="3372"/>
                  <a:pt x="4852" y="2426"/>
                </a:cubicBezTo>
                <a:lnTo>
                  <a:pt x="4852" y="694"/>
                </a:lnTo>
                <a:lnTo>
                  <a:pt x="4505" y="694"/>
                </a:lnTo>
                <a:cubicBezTo>
                  <a:pt x="3938" y="694"/>
                  <a:pt x="3434" y="442"/>
                  <a:pt x="311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4" name="Google Shape;6131;p58">
            <a:extLst>
              <a:ext uri="{FF2B5EF4-FFF2-40B4-BE49-F238E27FC236}">
                <a16:creationId xmlns:a16="http://schemas.microsoft.com/office/drawing/2014/main" id="{511BA632-8ED6-BB8D-68EA-ED472FF9B6AB}"/>
              </a:ext>
            </a:extLst>
          </p:cNvPr>
          <p:cNvSpPr/>
          <p:nvPr/>
        </p:nvSpPr>
        <p:spPr>
          <a:xfrm>
            <a:off x="6947713" y="5038268"/>
            <a:ext cx="109427" cy="109427"/>
          </a:xfrm>
          <a:custGeom>
            <a:avLst/>
            <a:gdLst/>
            <a:ahLst/>
            <a:cxnLst/>
            <a:rect l="l" t="t" r="r" b="b"/>
            <a:pathLst>
              <a:path w="3466" h="3466" extrusionOk="0">
                <a:moveTo>
                  <a:pt x="1733" y="0"/>
                </a:moveTo>
                <a:cubicBezTo>
                  <a:pt x="788" y="0"/>
                  <a:pt x="0" y="788"/>
                  <a:pt x="0" y="1733"/>
                </a:cubicBezTo>
                <a:cubicBezTo>
                  <a:pt x="0" y="2678"/>
                  <a:pt x="788" y="3466"/>
                  <a:pt x="1733" y="3466"/>
                </a:cubicBezTo>
                <a:cubicBezTo>
                  <a:pt x="2678" y="3466"/>
                  <a:pt x="3466" y="2678"/>
                  <a:pt x="3466" y="1733"/>
                </a:cubicBezTo>
                <a:cubicBezTo>
                  <a:pt x="3466" y="788"/>
                  <a:pt x="2678" y="0"/>
                  <a:pt x="17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5" name="Google Shape;6132;p58">
            <a:extLst>
              <a:ext uri="{FF2B5EF4-FFF2-40B4-BE49-F238E27FC236}">
                <a16:creationId xmlns:a16="http://schemas.microsoft.com/office/drawing/2014/main" id="{952E81F6-D6B8-CA01-362F-09A14F738035}"/>
              </a:ext>
            </a:extLst>
          </p:cNvPr>
          <p:cNvSpPr/>
          <p:nvPr/>
        </p:nvSpPr>
        <p:spPr>
          <a:xfrm>
            <a:off x="6816405" y="5257091"/>
            <a:ext cx="375040" cy="155207"/>
          </a:xfrm>
          <a:custGeom>
            <a:avLst/>
            <a:gdLst/>
            <a:ahLst/>
            <a:cxnLst/>
            <a:rect l="l" t="t" r="r" b="b"/>
            <a:pathLst>
              <a:path w="11879" h="4916" extrusionOk="0">
                <a:moveTo>
                  <a:pt x="694" y="0"/>
                </a:moveTo>
                <a:cubicBezTo>
                  <a:pt x="316" y="0"/>
                  <a:pt x="1" y="315"/>
                  <a:pt x="1" y="693"/>
                </a:cubicBezTo>
                <a:cubicBezTo>
                  <a:pt x="1" y="1103"/>
                  <a:pt x="316" y="1418"/>
                  <a:pt x="694" y="1418"/>
                </a:cubicBezTo>
                <a:lnTo>
                  <a:pt x="694" y="4569"/>
                </a:lnTo>
                <a:cubicBezTo>
                  <a:pt x="694" y="4758"/>
                  <a:pt x="851" y="4915"/>
                  <a:pt x="1040" y="4915"/>
                </a:cubicBezTo>
                <a:lnTo>
                  <a:pt x="10807" y="4915"/>
                </a:lnTo>
                <a:cubicBezTo>
                  <a:pt x="11028" y="4915"/>
                  <a:pt x="11185" y="4758"/>
                  <a:pt x="11185" y="4569"/>
                </a:cubicBezTo>
                <a:lnTo>
                  <a:pt x="11185" y="1418"/>
                </a:lnTo>
                <a:cubicBezTo>
                  <a:pt x="11563" y="1418"/>
                  <a:pt x="11878" y="1103"/>
                  <a:pt x="11878" y="693"/>
                </a:cubicBezTo>
                <a:cubicBezTo>
                  <a:pt x="11815" y="315"/>
                  <a:pt x="11500" y="0"/>
                  <a:pt x="11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6" name="Google Shape;6133;p58">
            <a:extLst>
              <a:ext uri="{FF2B5EF4-FFF2-40B4-BE49-F238E27FC236}">
                <a16:creationId xmlns:a16="http://schemas.microsoft.com/office/drawing/2014/main" id="{AAC0ADAE-ADCC-2E9E-B42A-082739A0D90F}"/>
              </a:ext>
            </a:extLst>
          </p:cNvPr>
          <p:cNvSpPr/>
          <p:nvPr/>
        </p:nvSpPr>
        <p:spPr>
          <a:xfrm>
            <a:off x="7072042" y="5083036"/>
            <a:ext cx="94526" cy="153186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90" y="0"/>
                </a:moveTo>
                <a:cubicBezTo>
                  <a:pt x="190" y="126"/>
                  <a:pt x="253" y="221"/>
                  <a:pt x="253" y="347"/>
                </a:cubicBezTo>
                <a:cubicBezTo>
                  <a:pt x="253" y="693"/>
                  <a:pt x="158" y="1071"/>
                  <a:pt x="1" y="1386"/>
                </a:cubicBezTo>
                <a:cubicBezTo>
                  <a:pt x="977" y="2079"/>
                  <a:pt x="1607" y="3182"/>
                  <a:pt x="1607" y="4474"/>
                </a:cubicBezTo>
                <a:lnTo>
                  <a:pt x="1607" y="4852"/>
                </a:lnTo>
                <a:lnTo>
                  <a:pt x="2994" y="4852"/>
                </a:lnTo>
                <a:lnTo>
                  <a:pt x="2489" y="756"/>
                </a:lnTo>
                <a:cubicBezTo>
                  <a:pt x="2363" y="315"/>
                  <a:pt x="1922" y="0"/>
                  <a:pt x="145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7" name="Google Shape;6134;p58">
            <a:extLst>
              <a:ext uri="{FF2B5EF4-FFF2-40B4-BE49-F238E27FC236}">
                <a16:creationId xmlns:a16="http://schemas.microsoft.com/office/drawing/2014/main" id="{F5C11935-A63B-4273-2817-02743B536670}"/>
              </a:ext>
            </a:extLst>
          </p:cNvPr>
          <p:cNvSpPr/>
          <p:nvPr/>
        </p:nvSpPr>
        <p:spPr>
          <a:xfrm>
            <a:off x="6838285" y="5083036"/>
            <a:ext cx="94526" cy="153186"/>
          </a:xfrm>
          <a:custGeom>
            <a:avLst/>
            <a:gdLst/>
            <a:ahLst/>
            <a:cxnLst/>
            <a:rect l="l" t="t" r="r" b="b"/>
            <a:pathLst>
              <a:path w="2994" h="4852" extrusionOk="0">
                <a:moveTo>
                  <a:pt x="1545" y="0"/>
                </a:moveTo>
                <a:cubicBezTo>
                  <a:pt x="1072" y="0"/>
                  <a:pt x="663" y="315"/>
                  <a:pt x="505" y="788"/>
                </a:cubicBezTo>
                <a:lnTo>
                  <a:pt x="1" y="4852"/>
                </a:lnTo>
                <a:lnTo>
                  <a:pt x="1356" y="4852"/>
                </a:lnTo>
                <a:lnTo>
                  <a:pt x="1356" y="4474"/>
                </a:lnTo>
                <a:lnTo>
                  <a:pt x="1387" y="4474"/>
                </a:lnTo>
                <a:cubicBezTo>
                  <a:pt x="1387" y="3182"/>
                  <a:pt x="2017" y="2048"/>
                  <a:pt x="2994" y="1386"/>
                </a:cubicBezTo>
                <a:cubicBezTo>
                  <a:pt x="2836" y="1071"/>
                  <a:pt x="2773" y="693"/>
                  <a:pt x="2773" y="347"/>
                </a:cubicBezTo>
                <a:cubicBezTo>
                  <a:pt x="2773" y="221"/>
                  <a:pt x="2773" y="95"/>
                  <a:pt x="280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8" name="Google Shape;6135;p58">
            <a:extLst>
              <a:ext uri="{FF2B5EF4-FFF2-40B4-BE49-F238E27FC236}">
                <a16:creationId xmlns:a16="http://schemas.microsoft.com/office/drawing/2014/main" id="{CC17E488-7A0B-2D06-2B3F-F2E90D8B409E}"/>
              </a:ext>
            </a:extLst>
          </p:cNvPr>
          <p:cNvSpPr/>
          <p:nvPr/>
        </p:nvSpPr>
        <p:spPr>
          <a:xfrm>
            <a:off x="7011361" y="5143686"/>
            <a:ext cx="89569" cy="89569"/>
          </a:xfrm>
          <a:custGeom>
            <a:avLst/>
            <a:gdLst/>
            <a:ahLst/>
            <a:cxnLst/>
            <a:rect l="l" t="t" r="r" b="b"/>
            <a:pathLst>
              <a:path w="2837" h="2837" extrusionOk="0">
                <a:moveTo>
                  <a:pt x="1482" y="1"/>
                </a:moveTo>
                <a:cubicBezTo>
                  <a:pt x="1450" y="32"/>
                  <a:pt x="1418" y="64"/>
                  <a:pt x="1324" y="127"/>
                </a:cubicBezTo>
                <a:cubicBezTo>
                  <a:pt x="1324" y="190"/>
                  <a:pt x="1292" y="253"/>
                  <a:pt x="1261" y="284"/>
                </a:cubicBezTo>
                <a:lnTo>
                  <a:pt x="1" y="1923"/>
                </a:lnTo>
                <a:lnTo>
                  <a:pt x="1" y="2836"/>
                </a:lnTo>
                <a:lnTo>
                  <a:pt x="2742" y="2836"/>
                </a:lnTo>
                <a:lnTo>
                  <a:pt x="2742" y="2553"/>
                </a:lnTo>
                <a:lnTo>
                  <a:pt x="2836" y="2553"/>
                </a:lnTo>
                <a:cubicBezTo>
                  <a:pt x="2836" y="1513"/>
                  <a:pt x="2332" y="599"/>
                  <a:pt x="1482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919" name="Google Shape;6136;p58">
            <a:extLst>
              <a:ext uri="{FF2B5EF4-FFF2-40B4-BE49-F238E27FC236}">
                <a16:creationId xmlns:a16="http://schemas.microsoft.com/office/drawing/2014/main" id="{5AD71BDA-3C4D-A338-7F10-9068E6D8EFCA}"/>
              </a:ext>
            </a:extLst>
          </p:cNvPr>
          <p:cNvSpPr/>
          <p:nvPr/>
        </p:nvSpPr>
        <p:spPr>
          <a:xfrm>
            <a:off x="6901966" y="5144696"/>
            <a:ext cx="89537" cy="92537"/>
          </a:xfrm>
          <a:custGeom>
            <a:avLst/>
            <a:gdLst/>
            <a:ahLst/>
            <a:cxnLst/>
            <a:rect l="l" t="t" r="r" b="b"/>
            <a:pathLst>
              <a:path w="2836" h="2931" extrusionOk="0">
                <a:moveTo>
                  <a:pt x="1323" y="0"/>
                </a:moveTo>
                <a:cubicBezTo>
                  <a:pt x="536" y="567"/>
                  <a:pt x="0" y="1513"/>
                  <a:pt x="0" y="2584"/>
                </a:cubicBezTo>
                <a:lnTo>
                  <a:pt x="0" y="2930"/>
                </a:lnTo>
                <a:lnTo>
                  <a:pt x="2741" y="2930"/>
                </a:lnTo>
                <a:lnTo>
                  <a:pt x="2741" y="1922"/>
                </a:lnTo>
                <a:lnTo>
                  <a:pt x="2836" y="1922"/>
                </a:lnTo>
                <a:lnTo>
                  <a:pt x="1575" y="284"/>
                </a:lnTo>
                <a:cubicBezTo>
                  <a:pt x="1512" y="252"/>
                  <a:pt x="1512" y="158"/>
                  <a:pt x="1481" y="126"/>
                </a:cubicBezTo>
                <a:cubicBezTo>
                  <a:pt x="1449" y="95"/>
                  <a:pt x="1355" y="63"/>
                  <a:pt x="13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800"/>
            <a:endParaRPr sz="1050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7734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C66A7-D9E0-3417-C0B1-11078F8E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D22F887-AAB0-C66E-F828-066D1C5F33B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9B61C9-DA8B-8764-341C-12DBC2B0FF3C}"/>
              </a:ext>
            </a:extLst>
          </p:cNvPr>
          <p:cNvGrpSpPr/>
          <p:nvPr/>
        </p:nvGrpSpPr>
        <p:grpSpPr>
          <a:xfrm>
            <a:off x="850815" y="1349418"/>
            <a:ext cx="7442375" cy="4146725"/>
            <a:chOff x="1134418" y="656222"/>
            <a:chExt cx="9923167" cy="5528967"/>
          </a:xfrm>
        </p:grpSpPr>
        <p:sp>
          <p:nvSpPr>
            <p:cNvPr id="5" name="Google Shape;2858;p60">
              <a:extLst>
                <a:ext uri="{FF2B5EF4-FFF2-40B4-BE49-F238E27FC236}">
                  <a16:creationId xmlns:a16="http://schemas.microsoft.com/office/drawing/2014/main" id="{AF92D9D5-B21C-998D-C0AE-6C5C334D67AB}"/>
                </a:ext>
              </a:extLst>
            </p:cNvPr>
            <p:cNvSpPr txBox="1"/>
            <p:nvPr/>
          </p:nvSpPr>
          <p:spPr>
            <a:xfrm>
              <a:off x="1135064" y="1309689"/>
              <a:ext cx="9921875" cy="800100"/>
            </a:xfrm>
            <a:prstGeom prst="rect">
              <a:avLst/>
            </a:prstGeom>
          </p:spPr>
          <p:txBody>
            <a:bodyPr spcFirstLastPara="1" vert="horz" wrap="square" lIns="91425" tIns="91425" rIns="91425" bIns="91425" rtlCol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14291" indent="0" defTabSz="685766">
                <a:spcBef>
                  <a:spcPts val="750"/>
                </a:spcBef>
                <a:buNone/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You can add and edit some </a:t>
              </a:r>
              <a:r>
                <a:rPr lang="en-US" sz="1200" b="1" dirty="0">
                  <a:solidFill>
                    <a:srgbClr val="FFFFFF"/>
                  </a:solidFill>
                  <a:uFill>
                    <a:noFill/>
                  </a:u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shapes</a:t>
              </a: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ea typeface="Arial"/>
                  <a:cs typeface="Segoe UI" panose="020B0502040204020203" pitchFamily="34" charset="0"/>
                </a:rPr>
                <a:t> to your presentation to present your data in a visual way.</a:t>
              </a:r>
            </a:p>
          </p:txBody>
        </p:sp>
        <p:sp>
          <p:nvSpPr>
            <p:cNvPr id="6" name="Google Shape;2859;p60">
              <a:extLst>
                <a:ext uri="{FF2B5EF4-FFF2-40B4-BE49-F238E27FC236}">
                  <a16:creationId xmlns:a16="http://schemas.microsoft.com/office/drawing/2014/main" id="{3684605E-740F-BA13-3B29-53CF6CDC0EC3}"/>
                </a:ext>
              </a:extLst>
            </p:cNvPr>
            <p:cNvSpPr txBox="1"/>
            <p:nvPr/>
          </p:nvSpPr>
          <p:spPr>
            <a:xfrm>
              <a:off x="1134418" y="2275989"/>
              <a:ext cx="9923167" cy="390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166" indent="-298427" defTabSz="914333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ts val="1100"/>
                <a:buFont typeface="Arial"/>
                <a:buChar char="●"/>
                <a:defRPr/>
              </a:pP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Choose your favourite infographic and insert it in your presentation using Ctrl C + Ctrl V or Cmd C + Cmd V in Mac.</a:t>
              </a:r>
              <a:endParaRPr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457166" indent="-298427" defTabSz="914333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ts val="1100"/>
                <a:buFont typeface="Proxima Nova"/>
                <a:buChar char="●"/>
                <a:defRPr/>
              </a:pP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Select one of the parts and </a:t>
              </a:r>
              <a:r>
                <a:rPr lang="en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ungroup</a:t>
              </a: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it by right-clicking and choosing “Ungroup”. </a:t>
              </a:r>
              <a:endParaRPr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457166" indent="-298427" defTabSz="914333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ts val="1100"/>
                <a:buFont typeface="Proxima Nova"/>
                <a:buChar char="●"/>
                <a:defRPr/>
              </a:pPr>
              <a:r>
                <a:rPr lang="en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Change the color</a:t>
              </a: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by clicking on the paint bucket. </a:t>
              </a:r>
              <a:endParaRPr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457166" indent="-298427" defTabSz="914333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ts val="1100"/>
                <a:buFont typeface="Proxima Nova"/>
                <a:buChar char="●"/>
                <a:defRPr/>
              </a:pP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Then </a:t>
              </a:r>
              <a:r>
                <a:rPr lang="en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resize</a:t>
              </a: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the element by clicking and dragging one of the square-shaped points of its bounding box (the cursor should look like a double-headed arrow). Remember to hold Shift while dragging to keep the proportions.</a:t>
              </a:r>
              <a:endParaRPr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457166" indent="-298427" defTabSz="914333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ts val="1100"/>
                <a:buFont typeface="Proxima Nova"/>
                <a:buChar char="●"/>
                <a:defRPr/>
              </a:pPr>
              <a:r>
                <a:rPr lang="en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Group</a:t>
              </a: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the elements again by selecting them, right-clicking and choosing “Group”.</a:t>
              </a:r>
              <a:endParaRPr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457166" indent="-298427" defTabSz="914333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ts val="1100"/>
                <a:buFont typeface="Arial"/>
                <a:buChar char="●"/>
                <a:defRPr/>
              </a:pP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Repeat the steps above with the other parts and when you’re done editing, copy the end result and paste it into your presentation.</a:t>
              </a:r>
              <a:endParaRPr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457166" indent="-298427" defTabSz="914333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FFFF"/>
                </a:buClr>
                <a:buSzPts val="1100"/>
                <a:buFont typeface="Proxima Nova"/>
                <a:buChar char="●"/>
                <a:defRPr/>
              </a:pP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Remember to choose the “</a:t>
              </a:r>
              <a:r>
                <a:rPr lang="en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Keep source formatting</a:t>
              </a: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” option so that it keeps the design. For more info, please visit </a:t>
              </a:r>
              <a:r>
                <a:rPr lang="en" sz="1200" b="1" dirty="0">
                  <a:solidFill>
                    <a:srgbClr val="FFFFFF"/>
                  </a:solidFill>
                  <a:uFill>
                    <a:noFill/>
                  </a:uFill>
                  <a:latin typeface="Segoe UI" panose="020B0502040204020203" pitchFamily="34" charset="0"/>
                  <a:cs typeface="Segoe UI" panose="020B0502040204020203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 (Tips &amp; Tricks)</a:t>
              </a:r>
              <a:r>
                <a:rPr lang="en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917670E-127E-C9B2-8F62-187184D25CDB}"/>
                </a:ext>
              </a:extLst>
            </p:cNvPr>
            <p:cNvSpPr/>
            <p:nvPr/>
          </p:nvSpPr>
          <p:spPr>
            <a:xfrm>
              <a:off x="4077330" y="656222"/>
              <a:ext cx="4037344" cy="5663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766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SzPts val="1100"/>
                <a:defRPr/>
              </a:pPr>
              <a:r>
                <a:rPr lang="en" sz="2400" b="1" dirty="0">
                  <a:solidFill>
                    <a:srgbClr val="FFFFFF"/>
                  </a:solidFill>
                  <a:latin typeface="Segoe UI" panose="020B0502040204020203" pitchFamily="34" charset="0"/>
                  <a:ea typeface="Cambria" panose="02040503050406030204" pitchFamily="18" charset="0"/>
                  <a:cs typeface="Segoe UI" panose="020B0502040204020203" pitchFamily="34" charset="0"/>
                </a:rPr>
                <a:t>How To Edit Shapes</a:t>
              </a:r>
              <a:endPara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3352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429B-22DC-EA5D-975A-8FBF32DF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6EEC75-2538-0822-E4C0-F5C8F27FAAB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5AB3C-429B-BFCB-3AF7-3131E0F1152E}"/>
              </a:ext>
            </a:extLst>
          </p:cNvPr>
          <p:cNvSpPr/>
          <p:nvPr/>
        </p:nvSpPr>
        <p:spPr>
          <a:xfrm>
            <a:off x="2395222" y="1349418"/>
            <a:ext cx="4353564" cy="4662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766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ts val="1100"/>
              <a:defRPr/>
            </a:pPr>
            <a:r>
              <a:rPr lang="en-US" sz="27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Terms Of Use (Free Users)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5CFBB6-D43D-DCCE-11F6-126E66F0B4D9}"/>
              </a:ext>
            </a:extLst>
          </p:cNvPr>
          <p:cNvGrpSpPr/>
          <p:nvPr/>
        </p:nvGrpSpPr>
        <p:grpSpPr>
          <a:xfrm>
            <a:off x="1142999" y="2155714"/>
            <a:ext cx="7244862" cy="3117421"/>
            <a:chOff x="1523999" y="1838157"/>
            <a:chExt cx="9659816" cy="415656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C0BA7D-D681-E774-6A82-888F4941ECC3}"/>
                </a:ext>
              </a:extLst>
            </p:cNvPr>
            <p:cNvSpPr/>
            <p:nvPr/>
          </p:nvSpPr>
          <p:spPr>
            <a:xfrm>
              <a:off x="1523999" y="1838157"/>
              <a:ext cx="9659816" cy="33581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If you are a free subscriber, you should credit</a:t>
              </a:r>
              <a:r>
                <a:rPr lang="en-US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20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</a:t>
              </a:r>
              <a:r>
                <a:rPr lang="en-US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by keeping the “</a:t>
              </a:r>
              <a:r>
                <a:rPr lang="en-US" sz="120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Thank You”</a:t>
              </a: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slide.</a:t>
              </a:r>
            </a:p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Kindly refer to the following slide for the Terms of Use for premium users.</a:t>
              </a:r>
            </a:p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685766">
                <a:spcBef>
                  <a:spcPts val="450"/>
                </a:spcBef>
                <a:spcAft>
                  <a:spcPct val="0"/>
                </a:spcAft>
                <a:defRPr/>
              </a:pPr>
              <a:r>
                <a:rPr lang="en-US" sz="105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You can:</a:t>
              </a:r>
              <a:endParaRPr lang="en-US" sz="1200" b="1" u="sng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214303" indent="-214303" defTabSz="685766"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Customize or edit this template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 this template for both business and personal endeavors.</a:t>
              </a:r>
            </a:p>
            <a:p>
              <a:pPr marL="128582" indent="-128582" defTabSz="685766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  <a:defRPr/>
              </a:pPr>
              <a:endParaRPr lang="en-US" sz="12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685766">
                <a:spcBef>
                  <a:spcPts val="450"/>
                </a:spcBef>
                <a:spcAft>
                  <a:spcPct val="0"/>
                </a:spcAft>
                <a:defRPr/>
              </a:pPr>
              <a:r>
                <a:rPr lang="en-US" sz="105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You can not:</a:t>
              </a:r>
            </a:p>
            <a:p>
              <a:pPr marL="214303" indent="-214303" defTabSz="685766"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Sell, rent, or second-license SlideEgg content or its altered version.</a:t>
              </a:r>
              <a:b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Promulgate, unless explicitly permitted, SlideEgg content, by SlideEgg.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Incorporate SlideEgg content in any database or file online or offline.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Obtain SlideEgg content’s copyright.</a:t>
              </a:r>
              <a:endParaRPr lang="en-US" sz="12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60B71A-7B93-4688-E965-55D52418789A}"/>
                </a:ext>
              </a:extLst>
            </p:cNvPr>
            <p:cNvSpPr/>
            <p:nvPr/>
          </p:nvSpPr>
          <p:spPr>
            <a:xfrm>
              <a:off x="1523999" y="5656164"/>
              <a:ext cx="6882655" cy="3385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Kindly refer to our </a:t>
              </a:r>
              <a:r>
                <a:rPr lang="en-US" sz="105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page or </a:t>
              </a:r>
              <a:r>
                <a:rPr lang="en-US" sz="105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for advanced slide modification guidelines.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1172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54088-36EF-6C33-B2D9-0C957A3E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9DA40A5-91AE-DAE3-44F1-2AB6DAFA5AC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F9230-E027-33E0-162F-6BA7371E575C}"/>
              </a:ext>
            </a:extLst>
          </p:cNvPr>
          <p:cNvSpPr/>
          <p:nvPr/>
        </p:nvSpPr>
        <p:spPr>
          <a:xfrm>
            <a:off x="2279004" y="1349418"/>
            <a:ext cx="458600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766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ts val="1100"/>
              <a:defRPr/>
            </a:pPr>
            <a:r>
              <a:rPr lang="en-US" sz="2400" b="1" dirty="0">
                <a:solidFill>
                  <a:srgbClr val="FFFFFF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Terms Of Use (Premium Users)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EF04C22-1C3C-C306-24CC-242658487A1E}"/>
              </a:ext>
            </a:extLst>
          </p:cNvPr>
          <p:cNvGrpSpPr/>
          <p:nvPr/>
        </p:nvGrpSpPr>
        <p:grpSpPr>
          <a:xfrm>
            <a:off x="1178628" y="2152760"/>
            <a:ext cx="6786749" cy="3260349"/>
            <a:chOff x="1524000" y="1846094"/>
            <a:chExt cx="9048998" cy="43471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1260BB-2801-A19F-3AE6-5D57DECC8A85}"/>
                </a:ext>
              </a:extLst>
            </p:cNvPr>
            <p:cNvSpPr/>
            <p:nvPr/>
          </p:nvSpPr>
          <p:spPr>
            <a:xfrm>
              <a:off x="1524000" y="1846094"/>
              <a:ext cx="9048998" cy="34812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Being a premium subscriber, you have the privilege of using this PPT template</a:t>
              </a:r>
            </a:p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without giving attribution to </a:t>
              </a:r>
              <a:r>
                <a:rPr lang="en-US" sz="105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SlideEgg </a:t>
              </a: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or keeping the </a:t>
              </a:r>
              <a:r>
                <a:rPr lang="en-US" sz="1050" b="1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“Thank You” </a:t>
              </a: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slide.</a:t>
              </a:r>
            </a:p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0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685766">
                <a:spcBef>
                  <a:spcPts val="450"/>
                </a:spcBef>
                <a:spcAft>
                  <a:spcPct val="0"/>
                </a:spcAft>
                <a:defRPr/>
              </a:pPr>
              <a:r>
                <a:rPr lang="en-US" sz="105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You can:</a:t>
              </a:r>
            </a:p>
            <a:p>
              <a:pPr marL="214303" indent="-214303" defTabSz="685766"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Customize or edit this template.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Use this template for both business and personal endeavors.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Circulate or share the editable format of this template with anyone you want.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v"/>
                <a:defRPr/>
              </a:pPr>
              <a:endParaRPr lang="en-US" sz="105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defTabSz="685766">
                <a:spcBef>
                  <a:spcPts val="450"/>
                </a:spcBef>
                <a:spcAft>
                  <a:spcPct val="0"/>
                </a:spcAft>
                <a:defRPr/>
              </a:pPr>
              <a:r>
                <a:rPr lang="en-US" sz="105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You can not:</a:t>
              </a:r>
            </a:p>
            <a:p>
              <a:pPr marL="214303" indent="-214303" defTabSz="685766">
                <a:spcBef>
                  <a:spcPts val="45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Sell, rent or second-license SlideEgg content or the altered version of it.</a:t>
              </a:r>
              <a:b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Promulgate or include the templates in any other services database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that performs as distribution or resale platform, unless explicitly permitted, by SlideEgg.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Incorporate the elements used in SlideEgg templates separately.</a:t>
              </a:r>
            </a:p>
            <a:p>
              <a:pPr marL="214303" indent="-214303" defTabSz="685766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sz="105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Obtain SlideEgg copyright for the elements used in this template as a logo or trademark.</a:t>
              </a:r>
              <a:endParaRPr lang="en-US" sz="105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C219D7-4D00-145A-C840-EB129C8BC662}"/>
                </a:ext>
              </a:extLst>
            </p:cNvPr>
            <p:cNvSpPr/>
            <p:nvPr/>
          </p:nvSpPr>
          <p:spPr>
            <a:xfrm>
              <a:off x="1610141" y="5823894"/>
              <a:ext cx="887671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766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Kindly refer to our </a:t>
              </a:r>
              <a:r>
                <a:rPr lang="en-US" sz="120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Tutorial</a:t>
              </a: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page or </a:t>
              </a:r>
              <a:r>
                <a:rPr lang="en-US" sz="1200" b="1" u="sng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-US" sz="1200" dirty="0">
                  <a:solidFill>
                    <a:srgbClr val="FFFFF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for advanced slide modification guidelines.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5189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9433F-518F-6835-89ED-F35E7F3B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091B49-4E5B-396C-6074-720945D521C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IN" sz="1350" dirty="0">
              <a:solidFill>
                <a:srgbClr val="FFFFFF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10DCAF-E83C-E192-F25E-D61FE284A7F0}"/>
              </a:ext>
            </a:extLst>
          </p:cNvPr>
          <p:cNvGrpSpPr/>
          <p:nvPr/>
        </p:nvGrpSpPr>
        <p:grpSpPr>
          <a:xfrm>
            <a:off x="1244946" y="1646681"/>
            <a:ext cx="6654113" cy="3761898"/>
            <a:chOff x="1659926" y="1052573"/>
            <a:chExt cx="8872151" cy="501586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A49AFCC-09E4-0467-9AEB-0B1F6A88CF54}"/>
                </a:ext>
              </a:extLst>
            </p:cNvPr>
            <p:cNvGrpSpPr/>
            <p:nvPr/>
          </p:nvGrpSpPr>
          <p:grpSpPr>
            <a:xfrm>
              <a:off x="1659926" y="1052573"/>
              <a:ext cx="8872151" cy="5015864"/>
              <a:chOff x="1659925" y="1306070"/>
              <a:chExt cx="8872151" cy="501586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F453A011-642F-4048-ACFA-0A243BBD562C}"/>
                  </a:ext>
                </a:extLst>
              </p:cNvPr>
              <p:cNvGrpSpPr/>
              <p:nvPr/>
            </p:nvGrpSpPr>
            <p:grpSpPr>
              <a:xfrm>
                <a:off x="1659925" y="2033507"/>
                <a:ext cx="8872151" cy="4288426"/>
                <a:chOff x="1659925" y="1576395"/>
                <a:chExt cx="8872151" cy="4288426"/>
              </a:xfrm>
            </p:grpSpPr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F251B220-F301-FC76-2635-C0ED61246FDD}"/>
                    </a:ext>
                  </a:extLst>
                </p:cNvPr>
                <p:cNvSpPr txBox="1"/>
                <p:nvPr/>
              </p:nvSpPr>
              <p:spPr>
                <a:xfrm>
                  <a:off x="3046970" y="5495489"/>
                  <a:ext cx="609805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85766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200" u="sng" dirty="0">
                      <a:solidFill>
                        <a:srgbClr val="FFFFFF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  <a:hlinkClick r:id="rId2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www.slideegg.com</a:t>
                  </a:r>
                  <a:endParaRPr lang="en-US" sz="1200" dirty="0">
                    <a:solidFill>
                      <a:srgbClr val="FFFFF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84B1EC8D-77BE-8731-5EDE-BC3CFCCB0B9A}"/>
                    </a:ext>
                  </a:extLst>
                </p:cNvPr>
                <p:cNvGrpSpPr/>
                <p:nvPr/>
              </p:nvGrpSpPr>
              <p:grpSpPr>
                <a:xfrm>
                  <a:off x="1659925" y="1576395"/>
                  <a:ext cx="8872151" cy="3590848"/>
                  <a:chOff x="1659925" y="1622451"/>
                  <a:chExt cx="8872151" cy="3590848"/>
                </a:xfrm>
              </p:grpSpPr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0D776852-C8D3-03BB-0461-BB3A8AE4C4DD}"/>
                      </a:ext>
                    </a:extLst>
                  </p:cNvPr>
                  <p:cNvSpPr txBox="1"/>
                  <p:nvPr/>
                </p:nvSpPr>
                <p:spPr>
                  <a:xfrm>
                    <a:off x="1659925" y="1622451"/>
                    <a:ext cx="8872151" cy="13849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 defTabSz="685766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405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Thank You!</a:t>
                    </a:r>
                  </a:p>
                  <a:p>
                    <a:pPr algn="ctr" defTabSz="685766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050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We respect your valuable time with SlideEgg!</a:t>
                    </a:r>
                  </a:p>
                  <a:p>
                    <a:pPr algn="ctr" defTabSz="685766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050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If you have any questions, please reach us</a:t>
                    </a:r>
                  </a:p>
                </p:txBody>
              </p:sp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65DEAA0E-3F99-804E-5F94-FD7479C31601}"/>
                      </a:ext>
                    </a:extLst>
                  </p:cNvPr>
                  <p:cNvGrpSpPr/>
                  <p:nvPr/>
                </p:nvGrpSpPr>
                <p:grpSpPr>
                  <a:xfrm>
                    <a:off x="4876384" y="3340393"/>
                    <a:ext cx="2891345" cy="475128"/>
                    <a:chOff x="3867776" y="3284500"/>
                    <a:chExt cx="4788953" cy="786958"/>
                  </a:xfrm>
                </p:grpSpPr>
                <p:pic>
                  <p:nvPicPr>
                    <p:cNvPr id="8" name="Picture 4" descr="Facebook icon circle Logo PNG Vector (EPS) Free Download">
                      <a:hlinkClick r:id="rId3"/>
                      <a:extLst>
                        <a:ext uri="{FF2B5EF4-FFF2-40B4-BE49-F238E27FC236}">
                          <a16:creationId xmlns:a16="http://schemas.microsoft.com/office/drawing/2014/main" id="{708495FE-A855-4BCA-E7FA-ED442F432834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email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 bwMode="auto">
                    <a:xfrm>
                      <a:off x="3867776" y="3301450"/>
                      <a:ext cx="752318" cy="752317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9" name="Picture 6" descr="Instagram Logo Icon Png #96303 - Free Icons Library">
                      <a:hlinkClick r:id="rId5"/>
                      <a:extLst>
                        <a:ext uri="{FF2B5EF4-FFF2-40B4-BE49-F238E27FC236}">
                          <a16:creationId xmlns:a16="http://schemas.microsoft.com/office/drawing/2014/main" id="{942704D9-42C5-AAAD-72CB-4B7A0F38608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6" cstate="email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 bwMode="auto">
                    <a:xfrm>
                      <a:off x="4790486" y="3301451"/>
                      <a:ext cx="762129" cy="752316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0" name="Picture 8" descr="Youtube PNG images free download">
                      <a:hlinkClick r:id="rId7"/>
                      <a:extLst>
                        <a:ext uri="{FF2B5EF4-FFF2-40B4-BE49-F238E27FC236}">
                          <a16:creationId xmlns:a16="http://schemas.microsoft.com/office/drawing/2014/main" id="{D072E42B-3756-F5C6-B68E-943C21E75D65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8" cstate="email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 bwMode="auto">
                    <a:xfrm>
                      <a:off x="5556533" y="3284500"/>
                      <a:ext cx="1112851" cy="786958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2" name="Picture 12" descr="LinkedIn Logo – Free PNG format download (2022)">
                      <a:hlinkClick r:id="rId9"/>
                      <a:extLst>
                        <a:ext uri="{FF2B5EF4-FFF2-40B4-BE49-F238E27FC236}">
                          <a16:creationId xmlns:a16="http://schemas.microsoft.com/office/drawing/2014/main" id="{506323D0-FBF7-DDE2-7065-0BDD5A591B9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10" cstate="email">
                      <a:extLst>
                        <a:ext uri="{28A0092B-C50C-407E-A947-70E740481C1C}">
                          <a14:useLocalDpi xmlns:a14="http://schemas.microsoft.com/office/drawing/2010/main"/>
                        </a:ext>
                      </a:extLst>
                    </a:blip>
                    <a:stretch>
                      <a:fillRect/>
                    </a:stretch>
                  </p:blipFill>
                  <p:spPr bwMode="auto">
                    <a:xfrm>
                      <a:off x="7279030" y="3292560"/>
                      <a:ext cx="1377699" cy="77495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58306933-E1AE-6519-A847-5FC990DC7EBF}"/>
                      </a:ext>
                    </a:extLst>
                  </p:cNvPr>
                  <p:cNvSpPr/>
                  <p:nvPr/>
                </p:nvSpPr>
                <p:spPr>
                  <a:xfrm>
                    <a:off x="2668858" y="4659302"/>
                    <a:ext cx="6854283" cy="553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 defTabSz="685766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05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CREDIT:</a:t>
                    </a:r>
                    <a:r>
                      <a:rPr lang="en-US" sz="1050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SlideEgg created this PowerPoint template.</a:t>
                    </a:r>
                  </a:p>
                  <a:p>
                    <a:pPr algn="ctr" defTabSz="685766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050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Let this slide be kept for attribution.</a:t>
                    </a:r>
                  </a:p>
                </p:txBody>
              </p:sp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AA1767B9-720A-656A-1805-234EE195B903}"/>
                      </a:ext>
                    </a:extLst>
                  </p:cNvPr>
                  <p:cNvSpPr/>
                  <p:nvPr/>
                </p:nvSpPr>
                <p:spPr>
                  <a:xfrm>
                    <a:off x="2668858" y="4098910"/>
                    <a:ext cx="6854283" cy="33855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 defTabSz="685766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050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Do you have a design request, please visit our </a:t>
                    </a:r>
                    <a:r>
                      <a:rPr lang="en-US" sz="1050" b="1" u="sng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  <a:hlinkClick r:id="rId11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Deckez</a:t>
                    </a:r>
                    <a:r>
                      <a:rPr lang="en-US" sz="1050" dirty="0">
                        <a:solidFill>
                          <a:srgbClr val="FFFFFF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site.</a:t>
                    </a:r>
                  </a:p>
                </p:txBody>
              </p:sp>
            </p:grp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2408108-BC78-0F0B-E879-72095CD3BDC4}"/>
                  </a:ext>
                </a:extLst>
              </p:cNvPr>
              <p:cNvGrpSpPr/>
              <p:nvPr/>
            </p:nvGrpSpPr>
            <p:grpSpPr>
              <a:xfrm>
                <a:off x="4989129" y="1306070"/>
                <a:ext cx="2213742" cy="539930"/>
                <a:chOff x="4989129" y="1306070"/>
                <a:chExt cx="2213742" cy="539930"/>
              </a:xfrm>
            </p:grpSpPr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085484C6-B08C-96B5-376F-D7F929ACAB16}"/>
                    </a:ext>
                  </a:extLst>
                </p:cNvPr>
                <p:cNvSpPr/>
                <p:nvPr/>
              </p:nvSpPr>
              <p:spPr>
                <a:xfrm>
                  <a:off x="4989129" y="1330065"/>
                  <a:ext cx="2213742" cy="4919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766">
                    <a:defRPr/>
                  </a:pPr>
                  <a:endParaRPr lang="en-IN" sz="1050" dirty="0">
                    <a:solidFill>
                      <a:srgbClr val="FFFFFF"/>
                    </a:solidFill>
                    <a:latin typeface="Aptos" panose="02110004020202020204"/>
                  </a:endParaRPr>
                </a:p>
              </p:txBody>
            </p:sp>
            <p:pic>
              <p:nvPicPr>
                <p:cNvPr id="1026" name="Picture 2" descr="SlideEgg">
                  <a:extLst>
                    <a:ext uri="{FF2B5EF4-FFF2-40B4-BE49-F238E27FC236}">
                      <a16:creationId xmlns:a16="http://schemas.microsoft.com/office/drawing/2014/main" id="{B5EABA09-2628-4676-C5F3-1D1E662149B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58180" y="1306070"/>
                  <a:ext cx="1675641" cy="53993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pic>
          <p:nvPicPr>
            <p:cNvPr id="19" name="Picture 18">
              <a:hlinkClick r:id="rId13"/>
              <a:extLst>
                <a:ext uri="{FF2B5EF4-FFF2-40B4-BE49-F238E27FC236}">
                  <a16:creationId xmlns:a16="http://schemas.microsoft.com/office/drawing/2014/main" id="{C07DD68C-1158-3A98-07AA-9FD37F3AB6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39866" y="3501127"/>
              <a:ext cx="492919" cy="481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62539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2026 NEW-0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391"/>
      </a:accent1>
      <a:accent2>
        <a:srgbClr val="FF154B"/>
      </a:accent2>
      <a:accent3>
        <a:srgbClr val="FF9900"/>
      </a:accent3>
      <a:accent4>
        <a:srgbClr val="11C573"/>
      </a:accent4>
      <a:accent5>
        <a:srgbClr val="00CBE8"/>
      </a:accent5>
      <a:accent6>
        <a:srgbClr val="5654D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892</Words>
  <Application>Microsoft Office PowerPoint</Application>
  <PresentationFormat>On-screen Show (4:3)</PresentationFormat>
  <Paragraphs>107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Poppins</vt:lpstr>
      <vt:lpstr>Proxima Nova</vt:lpstr>
      <vt:lpstr>Segoe</vt:lpstr>
      <vt:lpstr>Segoe UI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SlideEgg</dc:creator>
  <cp:lastModifiedBy>veeramani k</cp:lastModifiedBy>
  <cp:revision>4</cp:revision>
  <dcterms:created xsi:type="dcterms:W3CDTF">2026-02-09T12:27:50Z</dcterms:created>
  <dcterms:modified xsi:type="dcterms:W3CDTF">2026-02-10T05:47:54Z</dcterms:modified>
</cp:coreProperties>
</file>